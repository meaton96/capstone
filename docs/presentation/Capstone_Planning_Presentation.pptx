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3.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8.xml" ContentType="application/vnd.openxmlformats-officedocument.presentationml.slideLayout+xml"/>
  <Override PartName="/ppt/slideLayouts/slideLayout6.xml" ContentType="application/vnd.openxmlformats-officedocument.presentationml.slideLayout+xml"/>
  <Override PartName="/ppt/slideLayouts/slideLayout18.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25.xml" ContentType="application/vnd.openxmlformats-officedocument.presentationml.slideLayout+xml"/>
  <Override PartName="/ppt/slideLayouts/slideLayout10.xml" ContentType="application/vnd.openxmlformats-officedocument.presentationml.slideLayout+xml"/>
  <Override PartName="/ppt/slideLayouts/slideLayout13.xml" ContentType="application/vnd.openxmlformats-officedocument.presentationml.slideLayout+xml"/>
  <Override PartName="/ppt/slideLayouts/slideLayout27.xml" ContentType="application/vnd.openxmlformats-officedocument.presentationml.slideLayout+xml"/>
  <Override PartName="/ppt/slideLayouts/slideLayout7.xml" ContentType="application/vnd.openxmlformats-officedocument.presentationml.slideLayout+xml"/>
  <Override PartName="/ppt/slideLayouts/slideLayout20.xml" ContentType="application/vnd.openxmlformats-officedocument.presentationml.slideLayout+xml"/>
  <Override PartName="/ppt/slideLayouts/slideLayout5.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31.xml" ContentType="application/vnd.openxmlformats-officedocument.presentationml.slideLayout+xml"/>
  <Override PartName="/ppt/slideLayouts/slideLayout2.xml" ContentType="application/vnd.openxmlformats-officedocument.presentationml.slideLayout+xml"/>
  <Override PartName="/ppt/slideLayouts/slideLayout9.xml" ContentType="application/vnd.openxmlformats-officedocument.presentationml.slideLayout+xml"/>
  <Override PartName="/ppt/slideLayouts/slideLayout15.xml" ContentType="application/vnd.openxmlformats-officedocument.presentationml.slideLayout+xml"/>
  <Override PartName="/ppt/slideLayouts/slideLayout24.xml" ContentType="application/vnd.openxmlformats-officedocument.presentationml.slideLayout+xml"/>
  <Override PartName="/ppt/slideLayouts/slideLayout1.xml" ContentType="application/vnd.openxmlformats-officedocument.presentationml.slideLayout+xml"/>
  <Override PartName="/ppt/slideLayouts/slideLayout11.xml" ContentType="application/vnd.openxmlformats-officedocument.presentationml.slideLayout+xml"/>
  <Override PartName="/ppt/slideLayouts/slideLayout23.xml" ContentType="application/vnd.openxmlformats-officedocument.presentationml.slideLayout+xml"/>
  <Override PartName="/ppt/slideLayouts/slideLayout14.xml" ContentType="application/vnd.openxmlformats-officedocument.presentationml.slideLayout+xml"/>
  <Override PartName="/ppt/slideLayouts/slideLayout3.xml" ContentType="application/vnd.openxmlformats-officedocument.presentationml.slideLayout+xml"/>
  <Override PartName="/ppt/slideLayouts/slideLayout29.xml" ContentType="application/vnd.openxmlformats-officedocument.presentationml.slideLayout+xml"/>
  <Override PartName="/ppt/slideLayouts/slideLayout26.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9.xml" ContentType="application/vnd.openxmlformats-officedocument.presentationml.slideLayout+xml"/>
  <Override PartName="/ppt/presProps.xml" ContentType="application/vnd.openxmlformats-officedocument.presentationml.presProps+xml"/>
  <Override PartName="/ppt/media/image2.svg" ContentType="image/svg"/>
  <Override PartName="/ppt/notesMasters/notesMaster1.xml" ContentType="application/vnd.openxmlformats-officedocument.presentationml.notesMaster+xml"/>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2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notesSlides/notesSlide21.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pPr algn="r" defTabSz="914400">
              <a:lnSpc>
                <a:spcPct val="90000"/>
              </a:lnSpc>
              <a:tabLst>
                <a:tab pos="0" algn="l"/>
              </a:tabLst>
            </a:pPr>
            <a:r>
              <a:rPr lang="en-US" sz="6000" b="1" u="none" strike="noStrike">
                <a:solidFill>
                  <a:schemeClr val="lt1"/>
                </a:solidFill>
                <a:effectLst/>
                <a:uFillTx/>
                <a:latin typeface="Arial"/>
              </a:rPr>
              <a:t>Click to move the slide</a:t>
            </a:r>
            <a:endParaRPr lang="en-US" sz="6000" b="1" u="none" strike="noStrike">
              <a:solidFill>
                <a:schemeClr val="lt1"/>
              </a:solidFill>
              <a:effectLst/>
              <a:uFillTx/>
              <a:latin typeface="Arial"/>
            </a:endParaRPr>
          </a:p>
        </p:txBody>
      </p:sp>
      <p:sp>
        <p:nvSpPr>
          <p:cNvPr id="58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58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58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58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8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1CDF26DA-7A2D-491B-BF32-A5DBB0EA0AD6}"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9" name="PlaceHolder 1"/>
          <p:cNvSpPr>
            <a:spLocks noGrp="1"/>
          </p:cNvSpPr>
          <p:nvPr>
            <p:ph type="sldImg"/>
          </p:nvPr>
        </p:nvSpPr>
        <p:spPr>
          <a:xfrm>
            <a:off x="685800" y="1143000"/>
            <a:ext cx="5485320" cy="3085200"/>
          </a:xfrm>
          <a:prstGeom prst="rect">
            <a:avLst/>
          </a:prstGeom>
          <a:ln w="0">
            <a:noFill/>
          </a:ln>
        </p:spPr>
      </p:sp>
      <p:sp>
        <p:nvSpPr>
          <p:cNvPr id="80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Solo capstone, no external sponsor. This talk covers what's changed since DSCI-601 last spring, the key methodological fixes from this summer, and the plan for this semester (reward rework, staged training, evaluation, and the thesis paper).</a:t>
            </a:r>
            <a:endParaRPr lang="en-US" sz="2000" b="0" u="none" strike="noStrike">
              <a:solidFill>
                <a:srgbClr val="000000"/>
              </a:solidFill>
              <a:effectLst/>
              <a:uFillTx/>
              <a:latin typeface="Arial"/>
            </a:endParaRPr>
          </a:p>
        </p:txBody>
      </p:sp>
      <p:sp>
        <p:nvSpPr>
          <p:cNvPr id="801" name="PlaceHolder 3"/>
          <p:cNvSpPr>
            <a:spLocks noGrp="1"/>
          </p:cNvSpPr>
          <p:nvPr>
            <p:ph type="sldNum" idx="4"/>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DA4BBF67-C84B-4FC5-B2DA-27DC4368BD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2" name="PlaceHolder 1"/>
          <p:cNvSpPr>
            <a:spLocks noGrp="1"/>
          </p:cNvSpPr>
          <p:nvPr>
            <p:ph type="sldImg"/>
          </p:nvPr>
        </p:nvSpPr>
        <p:spPr>
          <a:xfrm>
            <a:off x="685800" y="1143000"/>
            <a:ext cx="5485320" cy="3085200"/>
          </a:xfrm>
          <a:prstGeom prst="rect">
            <a:avLst/>
          </a:prstGeom>
          <a:ln w="0">
            <a:noFill/>
          </a:ln>
        </p:spPr>
      </p:sp>
      <p:sp>
        <p:nvSpPr>
          <p:cNvPr id="80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core differentiator from textbook FJSP work is that material handling isn't abstracted away - AGVs take real simulated time and can contend for the same routes. The 'dynamic' piece is what actually drives the research: any schedule committed at the start of an episode becomes stale the moment something disrupts it, which is why the field has moved toward DRL - training an agent to make one dispatching decision at a time, reacting to the current state of the floor, instead of solving the full schedule combinatorially up front. Two goals: (1) can a PPO agent match or beat standard DFJSP dispatching heuristics under ideal conditions, and (2) can it beat them under realistic, dynamic, transport-constrained conditions - Poisson arrivals, AGV congestion, etc.</a:t>
            </a:r>
            <a:endParaRPr lang="en-US" sz="2000" b="0" u="none" strike="noStrike">
              <a:solidFill>
                <a:srgbClr val="000000"/>
              </a:solidFill>
              <a:effectLst/>
              <a:uFillTx/>
              <a:latin typeface="Arial"/>
            </a:endParaRPr>
          </a:p>
        </p:txBody>
      </p:sp>
      <p:sp>
        <p:nvSpPr>
          <p:cNvPr id="804" name="PlaceHolder 3"/>
          <p:cNvSpPr>
            <a:spLocks noGrp="1"/>
          </p:cNvSpPr>
          <p:nvPr>
            <p:ph type="sldNum" idx="5"/>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C2DEF24-F1F6-479D-BB09-9BC4CA7980A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5" name="PlaceHolder 1"/>
          <p:cNvSpPr>
            <a:spLocks noGrp="1"/>
          </p:cNvSpPr>
          <p:nvPr>
            <p:ph type="sldImg"/>
          </p:nvPr>
        </p:nvSpPr>
        <p:spPr>
          <a:xfrm>
            <a:off x="685800" y="1143000"/>
            <a:ext cx="5485320" cy="3085200"/>
          </a:xfrm>
          <a:prstGeom prst="rect">
            <a:avLst/>
          </a:prstGeom>
          <a:ln w="0">
            <a:noFill/>
          </a:ln>
        </p:spPr>
      </p:sp>
      <p:sp>
        <p:nvSpPr>
          <p:cNvPr id="806"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DES tools, by construction, abstract away exactly the things this project cares about. In Simio, an AGV is a resource with a travel time drawn from a hand-tuned distribution - whatever happens in the continuous space between events (two AGVs approaching the same intersection, an aisle blocked by a stalled vehicle) is invisible to the simulator. The result is a well-documented literature problem: schedules that look optimal in simulation and then fall apart on a real floor. Unity gives the opposite construction - machines have physical grid positions, AGVs have an actual kinematic model, and congestion is what happens when two vehicles try to use the same aisle, not a parameter anyone tuned. This is the strongest novelty claim in the whole project: to our knowledge, no existing work combines a high-fidelity 3D physics simulation with a standard RL interface for the DFJSP.</a:t>
            </a:r>
            <a:endParaRPr lang="en-US" sz="2000" b="0" u="none" strike="noStrike">
              <a:solidFill>
                <a:srgbClr val="000000"/>
              </a:solidFill>
              <a:effectLst/>
              <a:uFillTx/>
              <a:latin typeface="Arial"/>
            </a:endParaRPr>
          </a:p>
        </p:txBody>
      </p:sp>
      <p:sp>
        <p:nvSpPr>
          <p:cNvPr id="807" name="PlaceHolder 3"/>
          <p:cNvSpPr>
            <a:spLocks noGrp="1"/>
          </p:cNvSpPr>
          <p:nvPr>
            <p:ph type="sldNum" idx="6"/>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D0780C3-EBBA-47E0-9002-0CF43CAD0AB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8" name="PlaceHolder 1"/>
          <p:cNvSpPr>
            <a:spLocks noGrp="1"/>
          </p:cNvSpPr>
          <p:nvPr>
            <p:ph type="sldImg"/>
          </p:nvPr>
        </p:nvSpPr>
        <p:spPr>
          <a:xfrm>
            <a:off x="685800" y="1143000"/>
            <a:ext cx="5485320" cy="3085200"/>
          </a:xfrm>
          <a:prstGeom prst="rect">
            <a:avLst/>
          </a:prstGeom>
          <a:ln w="0">
            <a:noFill/>
          </a:ln>
        </p:spPr>
      </p:sp>
      <p:sp>
        <p:nvSpPr>
          <p:cNvPr id="80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These haven't been formally restated since DSCI-601 - reintroducing them here for continuity. RQ2's hypothesis was that PPO would learn to reroute around congestion by favoring spatially accessible machines while heuristics keep choosing purely on processing efficiency, costing them in travel delay. Worth saying explicitly: this summer's central finding - that transport capacity, not machine capacity, is the real bottleneck - directly supports the premise behind RQ2 and RQ3. That's the throughline into the 'what's new this semester' section.</a:t>
            </a:r>
            <a:endParaRPr lang="en-US" sz="2000" b="0" u="none" strike="noStrike">
              <a:solidFill>
                <a:srgbClr val="000000"/>
              </a:solidFill>
              <a:effectLst/>
              <a:uFillTx/>
              <a:latin typeface="Arial"/>
            </a:endParaRPr>
          </a:p>
        </p:txBody>
      </p:sp>
      <p:sp>
        <p:nvSpPr>
          <p:cNvPr id="810" name="PlaceHolder 3"/>
          <p:cNvSpPr>
            <a:spLocks noGrp="1"/>
          </p:cNvSpPr>
          <p:nvPr>
            <p:ph type="sldNum" idx="7"/>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936EF1A-BF77-4E5B-9268-1E65A0CC89C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1" name="PlaceHolder 1"/>
          <p:cNvSpPr>
            <a:spLocks noGrp="1"/>
          </p:cNvSpPr>
          <p:nvPr>
            <p:ph type="sldImg"/>
          </p:nvPr>
        </p:nvSpPr>
        <p:spPr>
          <a:xfrm>
            <a:off x="685800" y="1143000"/>
            <a:ext cx="5485320" cy="3085200"/>
          </a:xfrm>
          <a:prstGeom prst="rect">
            <a:avLst/>
          </a:prstGeom>
          <a:ln w="0">
            <a:noFill/>
          </a:ln>
        </p:spPr>
      </p:sp>
      <p:sp>
        <p:nvSpPr>
          <p:cNvPr id="81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First realism pass after DSCI-601 - made the shop model failures instead of assuming 100% machine availability, and made sure AGVs handle a machine going down mid-route.</a:t>
            </a:r>
            <a:endParaRPr lang="en-US" sz="2000" b="0" u="none" strike="noStrike">
              <a:solidFill>
                <a:srgbClr val="000000"/>
              </a:solidFill>
              <a:effectLst/>
              <a:uFillTx/>
              <a:latin typeface="Arial"/>
            </a:endParaRPr>
          </a:p>
        </p:txBody>
      </p:sp>
      <p:sp>
        <p:nvSpPr>
          <p:cNvPr id="813" name="PlaceHolder 3"/>
          <p:cNvSpPr>
            <a:spLocks noGrp="1"/>
          </p:cNvSpPr>
          <p:nvPr>
            <p:ph type="sldNum" idx="8"/>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FA98D780-2ACB-4296-8202-159E509F285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4" name="PlaceHolder 1"/>
          <p:cNvSpPr>
            <a:spLocks noGrp="1"/>
          </p:cNvSpPr>
          <p:nvPr>
            <p:ph type="sldImg"/>
          </p:nvPr>
        </p:nvSpPr>
        <p:spPr>
          <a:xfrm>
            <a:off x="685800" y="1143000"/>
            <a:ext cx="5485320" cy="3085200"/>
          </a:xfrm>
          <a:prstGeom prst="rect">
            <a:avLst/>
          </a:prstGeom>
          <a:ln w="0">
            <a:noFill/>
          </a:ln>
        </p:spPr>
      </p:sp>
      <p:sp>
        <p:nvSpPr>
          <p:cNvPr id="81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is the real narrative of the summer. </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1: jobs in transit weren't counted toward the destination machine's in-progress work - fixing this was the first thing that got makespan to stop converging identically across all 9 rules.  </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2: the sim only ever made one dispatching decision per simulated frame (by design, for the DRL step boundary), but at 100x playback speed one frame is roughly 20 real seconds, during which many decisions should have fired - machines sat under 10% utilized, AGVs idle 80% of the time, a pure simulation-speed artifact, not a real scheduling effect. Fixed via a decision queue that drains all ready decisions per frame. After this fix, convergence came back - a sign there was still a second confound underneath. </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3: job processing times (60-240s) were short relative to inter-arrival time (300-1900s), so a machine's queue almost always had exactly one job in it - no real choice for any dispatching rule to make. Fixed by increasing processing times relative to inter-arrival time - this is what finally produced real rule differentiation. Also found and fixed a minor routing-precedence bug (jobs were being routed FIFO instead of by the active PDR) - measured impact was small, conventional rules unaffected, so not a headline item.</a:t>
            </a:r>
            <a:endParaRPr lang="en-US" sz="2000" b="0" u="none" strike="noStrike">
              <a:solidFill>
                <a:srgbClr val="000000"/>
              </a:solidFill>
              <a:effectLst/>
              <a:uFillTx/>
              <a:latin typeface="Arial"/>
            </a:endParaRPr>
          </a:p>
        </p:txBody>
      </p:sp>
      <p:sp>
        <p:nvSpPr>
          <p:cNvPr id="816" name="PlaceHolder 3"/>
          <p:cNvSpPr>
            <a:spLocks noGrp="1"/>
          </p:cNvSpPr>
          <p:nvPr>
            <p:ph type="sldNum" idx="9"/>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64E4132-5476-4F18-BF71-DBDECF7F96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7" name="PlaceHolder 1"/>
          <p:cNvSpPr>
            <a:spLocks noGrp="1"/>
          </p:cNvSpPr>
          <p:nvPr>
            <p:ph type="sldImg"/>
          </p:nvPr>
        </p:nvSpPr>
        <p:spPr>
          <a:xfrm>
            <a:off x="685800" y="1143000"/>
            <a:ext cx="5485320" cy="3085200"/>
          </a:xfrm>
          <a:prstGeom prst="rect">
            <a:avLst/>
          </a:prstGeom>
          <a:ln w="0">
            <a:noFill/>
          </a:ln>
        </p:spPr>
      </p:sp>
      <p:sp>
        <p:nvSpPr>
          <p:cNvPr id="81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If all 9 rules still perform near-identically within one scenario, the real question isn't 'why won't they differentiate' - it's whether they differentiate across different factory-floor scenarios. That's the more meaningful test of whether rule choice - or a learned policy - actually matters. Early result: burst-only overload flattens completion to ~45-47% for every rule - that's just saturation, not differentiation; the failure+burst combined scenarios need a rerun before they're trustworthy. Two more RNG-related bugs surfaced and were fixed along the way: an RNG-stream bug that desynced arrivals per-rule when failures were enabled, and a crash where a stalled job on its last operation would silently kill the arrival clock for the rest of the episode.</a:t>
            </a:r>
            <a:endParaRPr lang="en-US" sz="2000" b="0" u="none" strike="noStrike">
              <a:solidFill>
                <a:srgbClr val="000000"/>
              </a:solidFill>
              <a:effectLst/>
              <a:uFillTx/>
              <a:latin typeface="Arial"/>
            </a:endParaRPr>
          </a:p>
        </p:txBody>
      </p:sp>
      <p:sp>
        <p:nvSpPr>
          <p:cNvPr id="819" name="PlaceHolder 3"/>
          <p:cNvSpPr>
            <a:spLocks noGrp="1"/>
          </p:cNvSpPr>
          <p:nvPr>
            <p:ph type="sldNum" idx="10"/>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711BDE26-F774-4EA2-9126-74673D001EA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0" name="PlaceHolder 1"/>
          <p:cNvSpPr>
            <a:spLocks noGrp="1"/>
          </p:cNvSpPr>
          <p:nvPr>
            <p:ph type="sldImg"/>
          </p:nvPr>
        </p:nvSpPr>
        <p:spPr>
          <a:xfrm>
            <a:off x="685800" y="1143000"/>
            <a:ext cx="5485320" cy="3085200"/>
          </a:xfrm>
          <a:prstGeom prst="rect">
            <a:avLst/>
          </a:prstGeom>
          <a:ln w="0">
            <a:noFill/>
          </a:ln>
        </p:spPr>
      </p:sp>
      <p:sp>
        <p:nvSpPr>
          <p:cNvPr id="82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Same underlying rules, same kind of instance - the only change is measurement methodology, and real rule differentiation only became visible once we stopped measuring a transient drain-out and started measuring steady state.</a:t>
            </a:r>
            <a:endParaRPr lang="en-US" sz="2000" b="0" u="none" strike="noStrike">
              <a:solidFill>
                <a:srgbClr val="000000"/>
              </a:solidFill>
              <a:effectLst/>
              <a:uFillTx/>
              <a:latin typeface="Arial"/>
            </a:endParaRPr>
          </a:p>
        </p:txBody>
      </p:sp>
      <p:sp>
        <p:nvSpPr>
          <p:cNvPr id="822" name="PlaceHolder 3"/>
          <p:cNvSpPr>
            <a:spLocks noGrp="1"/>
          </p:cNvSpPr>
          <p:nvPr>
            <p:ph type="sldNum" idx="11"/>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258A02-9462-4C9D-A88C-390491D838B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3" name="PlaceHolder 1"/>
          <p:cNvSpPr>
            <a:spLocks noGrp="1"/>
          </p:cNvSpPr>
          <p:nvPr>
            <p:ph type="sldImg"/>
          </p:nvPr>
        </p:nvSpPr>
        <p:spPr>
          <a:xfrm>
            <a:off x="685800" y="1143000"/>
            <a:ext cx="5485320" cy="3085200"/>
          </a:xfrm>
          <a:prstGeom prst="rect">
            <a:avLst/>
          </a:prstGeom>
          <a:ln w="0">
            <a:noFill/>
          </a:ln>
        </p:spPr>
      </p:sp>
      <p:sp>
        <p:nvSpPr>
          <p:cNvPr id="82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RQ-A and RQ-B carry the semester's research forward from RQ1-3, with the makespan language dropped in favor of flow time and transport efficiency, which are the metrics that actually mean something under continuous arrivals. RQ-B is deliberately framed as an open question, not a settled plan - the congestion/transport-wait signals are already available via the existing observation builder → Python bridge, but whether or how to use them in the reward is still undecided. RQ-C formalizes the question already worked out on the Reframing slide - whether rule choice (or a learned policy) matters across different factory-floor scenarios - and ties directly to the scenario-coverage sweep described there. Compute profiling remains a practical planning item this semester, not a lettered research question - see the aside note and the Deliverables section.</a:t>
            </a:r>
            <a:endParaRPr lang="en-US" sz="2000" b="0" u="none" strike="noStrike">
              <a:solidFill>
                <a:srgbClr val="000000"/>
              </a:solidFill>
              <a:effectLst/>
              <a:uFillTx/>
              <a:latin typeface="Arial"/>
            </a:endParaRPr>
          </a:p>
        </p:txBody>
      </p:sp>
      <p:sp>
        <p:nvSpPr>
          <p:cNvPr id="825" name="PlaceHolder 3"/>
          <p:cNvSpPr>
            <a:spLocks noGrp="1"/>
          </p:cNvSpPr>
          <p:nvPr>
            <p:ph type="sldNum" idx="12"/>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CCEEA17-50A5-4B76-B013-5D29FB3234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6" name="PlaceHolder 1"/>
          <p:cNvSpPr>
            <a:spLocks noGrp="1"/>
          </p:cNvSpPr>
          <p:nvPr>
            <p:ph type="sldImg"/>
          </p:nvPr>
        </p:nvSpPr>
        <p:spPr>
          <a:xfrm>
            <a:off x="685800" y="1143000"/>
            <a:ext cx="5485320" cy="3085200"/>
          </a:xfrm>
          <a:prstGeom prst="rect">
            <a:avLst/>
          </a:prstGeom>
          <a:ln w="0">
            <a:noFill/>
          </a:ln>
        </p:spPr>
      </p:sp>
      <p:sp>
        <p:nvSpPr>
          <p:cNvPr id="82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Everything else in this section is the path to these two things, organized chronologically against this semester's standup/milestone/demo dates.</a:t>
            </a:r>
            <a:endParaRPr lang="en-US" sz="2000" b="0" u="none" strike="noStrike">
              <a:solidFill>
                <a:srgbClr val="000000"/>
              </a:solidFill>
              <a:effectLst/>
              <a:uFillTx/>
              <a:latin typeface="Arial"/>
            </a:endParaRPr>
          </a:p>
        </p:txBody>
      </p:sp>
      <p:sp>
        <p:nvSpPr>
          <p:cNvPr id="828" name="PlaceHolder 3"/>
          <p:cNvSpPr>
            <a:spLocks noGrp="1"/>
          </p:cNvSpPr>
          <p:nvPr>
            <p:ph type="sldNum" idx="13"/>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D9C123F-B598-462C-B882-A9FE8898A5D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9" name="PlaceHolder 1"/>
          <p:cNvSpPr>
            <a:spLocks noGrp="1"/>
          </p:cNvSpPr>
          <p:nvPr>
            <p:ph type="sldImg"/>
          </p:nvPr>
        </p:nvSpPr>
        <p:spPr>
          <a:xfrm>
            <a:off x="685800" y="1143000"/>
            <a:ext cx="5485320" cy="3085200"/>
          </a:xfrm>
          <a:prstGeom prst="rect">
            <a:avLst/>
          </a:prstGeom>
          <a:ln w="0">
            <a:noFill/>
          </a:ln>
        </p:spPr>
      </p:sp>
      <p:sp>
        <p:nvSpPr>
          <p:cNvPr id="83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stage is what actually completes the simulation deliverable - the reward rework and any remaining bugfixes need to land before real training begins. The stretch goal (traffic-zone reservation rework) is explicitly optional and not a committed date.</a:t>
            </a:r>
            <a:endParaRPr lang="en-US" sz="2000" b="0" u="none" strike="noStrike">
              <a:solidFill>
                <a:srgbClr val="000000"/>
              </a:solidFill>
              <a:effectLst/>
              <a:uFillTx/>
              <a:latin typeface="Arial"/>
            </a:endParaRPr>
          </a:p>
        </p:txBody>
      </p:sp>
      <p:sp>
        <p:nvSpPr>
          <p:cNvPr id="831" name="PlaceHolder 3"/>
          <p:cNvSpPr>
            <a:spLocks noGrp="1"/>
          </p:cNvSpPr>
          <p:nvPr>
            <p:ph type="sldNum" idx="14"/>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D8E0DA7-08EA-48B3-8AFA-866A92E6195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2" name="PlaceHolder 1"/>
          <p:cNvSpPr>
            <a:spLocks noGrp="1"/>
          </p:cNvSpPr>
          <p:nvPr>
            <p:ph type="sldImg"/>
          </p:nvPr>
        </p:nvSpPr>
        <p:spPr>
          <a:xfrm>
            <a:off x="685800" y="1143000"/>
            <a:ext cx="5485320" cy="3085200"/>
          </a:xfrm>
          <a:prstGeom prst="rect">
            <a:avLst/>
          </a:prstGeom>
          <a:ln w="0">
            <a:noFill/>
          </a:ln>
        </p:spPr>
      </p:sp>
      <p:sp>
        <p:nvSpPr>
          <p:cNvPr id="83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A deliberately small, low-complexity problem - the goal here is purely a sanity check that the training loop and reward produce a learning signal at all before spending compute on anything harder.</a:t>
            </a:r>
            <a:endParaRPr lang="en-US" sz="2000" b="0" u="none" strike="noStrike">
              <a:solidFill>
                <a:srgbClr val="000000"/>
              </a:solidFill>
              <a:effectLst/>
              <a:uFillTx/>
              <a:latin typeface="Arial"/>
            </a:endParaRPr>
          </a:p>
        </p:txBody>
      </p:sp>
      <p:sp>
        <p:nvSpPr>
          <p:cNvPr id="834" name="PlaceHolder 3"/>
          <p:cNvSpPr>
            <a:spLocks noGrp="1"/>
          </p:cNvSpPr>
          <p:nvPr>
            <p:ph type="sldNum" idx="15"/>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11DBB5D8-5403-4D20-A957-F008E035D42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5" name="PlaceHolder 1"/>
          <p:cNvSpPr>
            <a:spLocks noGrp="1"/>
          </p:cNvSpPr>
          <p:nvPr>
            <p:ph type="sldImg"/>
          </p:nvPr>
        </p:nvSpPr>
        <p:spPr>
          <a:xfrm>
            <a:off x="685800" y="1143000"/>
            <a:ext cx="5485320" cy="3085200"/>
          </a:xfrm>
          <a:prstGeom prst="rect">
            <a:avLst/>
          </a:prstGeom>
          <a:ln w="0">
            <a:noFill/>
          </a:ln>
        </p:spPr>
      </p:sp>
      <p:sp>
        <p:nvSpPr>
          <p:cNvPr id="836"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Adds dynamic arrivals back in while still holding failures and bursts fixed off, so any change in behavior can be attributed to arrivals specifically before stacking on more complexity.</a:t>
            </a:r>
            <a:endParaRPr lang="en-US" sz="2000" b="0" u="none" strike="noStrike">
              <a:solidFill>
                <a:srgbClr val="000000"/>
              </a:solidFill>
              <a:effectLst/>
              <a:uFillTx/>
              <a:latin typeface="Arial"/>
            </a:endParaRPr>
          </a:p>
        </p:txBody>
      </p:sp>
      <p:sp>
        <p:nvSpPr>
          <p:cNvPr id="837" name="PlaceHolder 3"/>
          <p:cNvSpPr>
            <a:spLocks noGrp="1"/>
          </p:cNvSpPr>
          <p:nvPr>
            <p:ph type="sldNum" idx="16"/>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17DA583D-B652-4A91-82D2-DA56484B63A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8" name="PlaceHolder 1"/>
          <p:cNvSpPr>
            <a:spLocks noGrp="1"/>
          </p:cNvSpPr>
          <p:nvPr>
            <p:ph type="sldImg"/>
          </p:nvPr>
        </p:nvSpPr>
        <p:spPr>
          <a:xfrm>
            <a:off x="685800" y="1143000"/>
            <a:ext cx="5485320" cy="3085200"/>
          </a:xfrm>
          <a:prstGeom prst="rect">
            <a:avLst/>
          </a:prstGeom>
          <a:ln w="0">
            <a:noFill/>
          </a:ln>
        </p:spPr>
      </p:sp>
      <p:sp>
        <p:nvSpPr>
          <p:cNvPr id="83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is the full, realistic training condition - everything from the reframing slide (failures, bursts, dynamic arrivals) enabled together. Results from this stage feed directly into the rough draft.</a:t>
            </a:r>
            <a:endParaRPr lang="en-US" sz="2000" b="0" u="none" strike="noStrike">
              <a:solidFill>
                <a:srgbClr val="000000"/>
              </a:solidFill>
              <a:effectLst/>
              <a:uFillTx/>
              <a:latin typeface="Arial"/>
            </a:endParaRPr>
          </a:p>
        </p:txBody>
      </p:sp>
      <p:sp>
        <p:nvSpPr>
          <p:cNvPr id="840" name="PlaceHolder 3"/>
          <p:cNvSpPr>
            <a:spLocks noGrp="1"/>
          </p:cNvSpPr>
          <p:nvPr>
            <p:ph type="sldNum" idx="17"/>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8E85174-6759-46BF-B7DB-20F38327671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1" name="PlaceHolder 1"/>
          <p:cNvSpPr>
            <a:spLocks noGrp="1"/>
          </p:cNvSpPr>
          <p:nvPr>
            <p:ph type="sldImg"/>
          </p:nvPr>
        </p:nvSpPr>
        <p:spPr>
          <a:xfrm>
            <a:off x="685800" y="1143000"/>
            <a:ext cx="5485320" cy="3085200"/>
          </a:xfrm>
          <a:prstGeom prst="rect">
            <a:avLst/>
          </a:prstGeom>
          <a:ln w="0">
            <a:noFill/>
          </a:ln>
        </p:spPr>
      </p:sp>
      <p:sp>
        <p:nvSpPr>
          <p:cNvPr id="84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is where the semester's work closes the loop back to the DSCI-601 research questions - the evaluation results and the paper draft get consolidated together here.</a:t>
            </a:r>
            <a:endParaRPr lang="en-US" sz="2000" b="0" u="none" strike="noStrike">
              <a:solidFill>
                <a:srgbClr val="000000"/>
              </a:solidFill>
              <a:effectLst/>
              <a:uFillTx/>
              <a:latin typeface="Arial"/>
            </a:endParaRPr>
          </a:p>
        </p:txBody>
      </p:sp>
      <p:sp>
        <p:nvSpPr>
          <p:cNvPr id="843" name="PlaceHolder 3"/>
          <p:cNvSpPr>
            <a:spLocks noGrp="1"/>
          </p:cNvSpPr>
          <p:nvPr>
            <p:ph type="sldNum" idx="18"/>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134BAD3E-C0F1-4ADE-9D1D-DA0E41BFAFD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4" name="PlaceHolder 1"/>
          <p:cNvSpPr>
            <a:spLocks noGrp="1"/>
          </p:cNvSpPr>
          <p:nvPr>
            <p:ph type="sldImg"/>
          </p:nvPr>
        </p:nvSpPr>
        <p:spPr>
          <a:xfrm>
            <a:off x="685800" y="1143000"/>
            <a:ext cx="5485320" cy="3085200"/>
          </a:xfrm>
          <a:prstGeom prst="rect">
            <a:avLst/>
          </a:prstGeom>
          <a:ln w="0">
            <a:noFill/>
          </a:ln>
        </p:spPr>
      </p:sp>
      <p:sp>
        <p:nvSpPr>
          <p:cNvPr id="84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closing milestone - full simulation, trained model, and capstone paper presented together at the final demo.</a:t>
            </a:r>
            <a:endParaRPr lang="en-US" sz="2000" b="0" u="none" strike="noStrike">
              <a:solidFill>
                <a:srgbClr val="000000"/>
              </a:solidFill>
              <a:effectLst/>
              <a:uFillTx/>
              <a:latin typeface="Arial"/>
            </a:endParaRPr>
          </a:p>
        </p:txBody>
      </p:sp>
      <p:sp>
        <p:nvSpPr>
          <p:cNvPr id="846" name="PlaceHolder 3"/>
          <p:cNvSpPr>
            <a:spLocks noGrp="1"/>
          </p:cNvSpPr>
          <p:nvPr>
            <p:ph type="sldNum" idx="19"/>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9A59809-6CD9-4D03-B376-6EDE3023B5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7" name="PlaceHolder 1"/>
          <p:cNvSpPr>
            <a:spLocks noGrp="1"/>
          </p:cNvSpPr>
          <p:nvPr>
            <p:ph type="sldImg"/>
          </p:nvPr>
        </p:nvSpPr>
        <p:spPr>
          <a:xfrm>
            <a:off x="685800" y="1143000"/>
            <a:ext cx="5485320" cy="3085200"/>
          </a:xfrm>
          <a:prstGeom prst="rect">
            <a:avLst/>
          </a:prstGeom>
          <a:ln w="0">
            <a:noFill/>
          </a:ln>
        </p:spPr>
      </p:sp>
      <p:sp>
        <p:nvSpPr>
          <p:cNvPr id="84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Unchanged from last semester - the end-to-end architecture hasn't needed revision. Unity generates state, state extraction pulls observations across the Gymnasium/gRPC interface, five parallel streams feed the state space, they fuse into actor-critic heads, and the actor's PDR selection loops back into Unity as an action.</a:t>
            </a:r>
            <a:endParaRPr lang="en-US" sz="2000" b="0" u="none" strike="noStrike">
              <a:solidFill>
                <a:srgbClr val="000000"/>
              </a:solidFill>
              <a:effectLst/>
              <a:uFillTx/>
              <a:latin typeface="Arial"/>
            </a:endParaRPr>
          </a:p>
        </p:txBody>
      </p:sp>
      <p:sp>
        <p:nvSpPr>
          <p:cNvPr id="849" name="PlaceHolder 3"/>
          <p:cNvSpPr>
            <a:spLocks noGrp="1"/>
          </p:cNvSpPr>
          <p:nvPr>
            <p:ph type="sldNum" idx="20"/>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4A34DD2-F919-4E16-95D8-131EAC8DAA2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0" name="PlaceHolder 1"/>
          <p:cNvSpPr>
            <a:spLocks noGrp="1"/>
          </p:cNvSpPr>
          <p:nvPr>
            <p:ph type="sldImg"/>
          </p:nvPr>
        </p:nvSpPr>
        <p:spPr>
          <a:xfrm>
            <a:off x="685800" y="1143000"/>
            <a:ext cx="5485320" cy="3085200"/>
          </a:xfrm>
          <a:prstGeom prst="rect">
            <a:avLst/>
          </a:prstGeom>
          <a:ln w="0">
            <a:noFill/>
          </a:ln>
        </p:spPr>
      </p:sp>
      <p:sp>
        <p:nvSpPr>
          <p:cNvPr id="85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high-level architecture didn't need to change this cycle - Unity generates state, the Gymnasium/gRPC bridge carries it to the Python actor-critic, actions flow back the same path shown on the previous slide. What grew is the orchestration and realism layer sitting underneath that stable picture: FailureCoordinator (machine failure→repair→fix), FlagHarvester (recovers stalled AGVs/jobs after congestion or failure events), StochasticEventManager (two independent RNG streams - one for failures, one for arrivals - plus new burst-arrival sampling), FactoryOrchestrator's decision loop (now drains a full queue of ready decisions per frame instead of one), and the EpisodeTracker + 8-file ResultsLogger pipeline (new this cycle - callback to the Logging Explosion slide). Stack, named explicitly: Unity/C# for simulation and physics, ML-Agents Gymnasium/gRPC for the bridge, Python/PyTorch for the PPO actor-critic.</a:t>
            </a:r>
            <a:endParaRPr lang="en-US" sz="2000" b="0" u="none" strike="noStrike">
              <a:solidFill>
                <a:srgbClr val="000000"/>
              </a:solidFill>
              <a:effectLst/>
              <a:uFillTx/>
              <a:latin typeface="Arial"/>
            </a:endParaRPr>
          </a:p>
        </p:txBody>
      </p:sp>
      <p:sp>
        <p:nvSpPr>
          <p:cNvPr id="852" name="PlaceHolder 3"/>
          <p:cNvSpPr>
            <a:spLocks noGrp="1"/>
          </p:cNvSpPr>
          <p:nvPr>
            <p:ph type="sldNum" idx="21"/>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590B95E-0C90-4275-9E99-5C5C69EB8AB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3" name="PlaceHolder 1"/>
          <p:cNvSpPr>
            <a:spLocks noGrp="1"/>
          </p:cNvSpPr>
          <p:nvPr>
            <p:ph type="sldImg"/>
          </p:nvPr>
        </p:nvSpPr>
        <p:spPr>
          <a:xfrm>
            <a:off x="685800" y="1143000"/>
            <a:ext cx="5485320" cy="3085200"/>
          </a:xfrm>
          <a:prstGeom prst="rect">
            <a:avLst/>
          </a:prstGeom>
          <a:ln w="0">
            <a:noFill/>
          </a:ln>
        </p:spPr>
      </p:sp>
      <p:sp>
        <p:nvSpPr>
          <p:cNvPr id="85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Unchanged from last semester - the domain model hasn't needed revision. Useful to walk through Job → Operation → Machine → AGV → Traffic/Parking Zone → Episode as one path, since it mirrors how a job actually flows through the simulation.</a:t>
            </a:r>
            <a:endParaRPr lang="en-US" sz="2000" b="0" u="none" strike="noStrike">
              <a:solidFill>
                <a:srgbClr val="000000"/>
              </a:solidFill>
              <a:effectLst/>
              <a:uFillTx/>
              <a:latin typeface="Arial"/>
            </a:endParaRPr>
          </a:p>
        </p:txBody>
      </p:sp>
      <p:sp>
        <p:nvSpPr>
          <p:cNvPr id="855" name="PlaceHolder 3"/>
          <p:cNvSpPr>
            <a:spLocks noGrp="1"/>
          </p:cNvSpPr>
          <p:nvPr>
            <p:ph type="sldNum" idx="22"/>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920FA50-A3C9-49DB-B882-16017D803CC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6" name="PlaceHolder 1"/>
          <p:cNvSpPr>
            <a:spLocks noGrp="1"/>
          </p:cNvSpPr>
          <p:nvPr>
            <p:ph type="sldImg"/>
          </p:nvPr>
        </p:nvSpPr>
        <p:spPr>
          <a:xfrm>
            <a:off x="685800" y="1143000"/>
            <a:ext cx="5485320" cy="3085200"/>
          </a:xfrm>
          <a:prstGeom prst="rect">
            <a:avLst/>
          </a:prstGeom>
          <a:ln w="0">
            <a:noFill/>
          </a:ln>
        </p:spPr>
      </p:sp>
      <p:sp>
        <p:nvSpPr>
          <p:cNvPr id="85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entity structure itself - Job → Operation → Machine, AGV ↔ Traffic/Parking Zone - hasn't changed since last semester, which is why the diagram on the previous slide is untouched. What's grown is the state tracked on each entity. Job now carries is_dynamic, arrival_time/exit_time, flow_time, and burst-arrival group membership. Machine now carries failure/repair state - Weibull time-to-failure, log-normal repair duration, availability_rate. AGV now carries congestion_fraction, reroute_count, stall_recovery_count - transport-wait behavior is a first-class tracked property now, not an afterthought. Episode now carries deadlock_detected/deadlock_sim_time - an entirely new terminal-state outcome that didn't exist in the DSCI-601 version of the model.</a:t>
            </a:r>
            <a:endParaRPr lang="en-US" sz="2000" b="0" u="none" strike="noStrike">
              <a:solidFill>
                <a:srgbClr val="000000"/>
              </a:solidFill>
              <a:effectLst/>
              <a:uFillTx/>
              <a:latin typeface="Arial"/>
            </a:endParaRPr>
          </a:p>
        </p:txBody>
      </p:sp>
      <p:sp>
        <p:nvSpPr>
          <p:cNvPr id="858" name="PlaceHolder 3"/>
          <p:cNvSpPr>
            <a:spLocks noGrp="1"/>
          </p:cNvSpPr>
          <p:nvPr>
            <p:ph type="sldNum" idx="23"/>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ED9A360-25FB-43F7-B52B-1F5F8DFB6A8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9" name="PlaceHolder 1"/>
          <p:cNvSpPr>
            <a:spLocks noGrp="1"/>
          </p:cNvSpPr>
          <p:nvPr>
            <p:ph type="sldImg"/>
          </p:nvPr>
        </p:nvSpPr>
        <p:spPr>
          <a:xfrm>
            <a:off x="685800" y="1143000"/>
            <a:ext cx="5485320" cy="3085200"/>
          </a:xfrm>
          <a:prstGeom prst="rect">
            <a:avLst/>
          </a:prstGeom>
          <a:ln w="0">
            <a:noFill/>
          </a:ln>
        </p:spPr>
      </p:sp>
      <p:sp>
        <p:nvSpPr>
          <p:cNvPr id="86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Six stages anchored to the same standup/milestone/rough-draft/demo dates as before (9/28, 10/19, 11/2, 11/16, 11/23, 11/30, 12/9) - 9/28 now falls as a checkpoint inside Stage 1's span rather than an end date, since the reward rework and remaining bugfixes are already underway. Stage 1 runs now through 10/19; each subsequent stage is a roughly two-week training step of increasing complexity, closing with the final demo on 12/9. Stage 1's bar now shows two parallel sub-deliverables (reward redesign, bug lockdown) both closing by 10/19; Stage 4's bar shows three sequential sub-steps (enable failures, enable bursts, combined full-stress run). Stage 4 carries the most schedule risk this term - three stochastic features have to compose correctly together, and it has the least buffer before the rough draft (11/23). If it slips, Stage 5's evaluation scope is what flexes, not the draft deadline.</a:t>
            </a:r>
            <a:endParaRPr lang="en-US" sz="2000" b="0" u="none" strike="noStrike">
              <a:solidFill>
                <a:srgbClr val="000000"/>
              </a:solidFill>
              <a:effectLst/>
              <a:uFillTx/>
              <a:latin typeface="Arial"/>
            </a:endParaRPr>
          </a:p>
        </p:txBody>
      </p:sp>
      <p:sp>
        <p:nvSpPr>
          <p:cNvPr id="861" name="PlaceHolder 3"/>
          <p:cNvSpPr>
            <a:spLocks noGrp="1"/>
          </p:cNvSpPr>
          <p:nvPr>
            <p:ph type="sldNum" idx="24"/>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F8C435A7-ABFD-4573-BAEF-4334F83E99D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2" name="PlaceHolder 1"/>
          <p:cNvSpPr>
            <a:spLocks noGrp="1"/>
          </p:cNvSpPr>
          <p:nvPr>
            <p:ph type="sldImg"/>
          </p:nvPr>
        </p:nvSpPr>
        <p:spPr>
          <a:xfrm>
            <a:off x="685800" y="1143000"/>
            <a:ext cx="5485320" cy="3085200"/>
          </a:xfrm>
          <a:prstGeom prst="rect">
            <a:avLst/>
          </a:prstGeom>
          <a:ln w="0">
            <a:noFill/>
          </a:ln>
        </p:spPr>
      </p:sp>
      <p:sp>
        <p:nvSpPr>
          <p:cNvPr id="86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Time-permitting appendix slide - hold for Q&amp;A rather than presenting live unless there's time. The cluster-access question is still open: whether it supports scheduling multi-day jobs is unresolved and directly affects the local-vs-cluster decision on Stage 4 of the deliverables timeline.</a:t>
            </a:r>
            <a:endParaRPr lang="en-US" sz="2000" b="0" u="none" strike="noStrike">
              <a:solidFill>
                <a:srgbClr val="000000"/>
              </a:solidFill>
              <a:effectLst/>
              <a:uFillTx/>
              <a:latin typeface="Arial"/>
            </a:endParaRPr>
          </a:p>
        </p:txBody>
      </p:sp>
      <p:sp>
        <p:nvSpPr>
          <p:cNvPr id="864" name="PlaceHolder 3"/>
          <p:cNvSpPr>
            <a:spLocks noGrp="1"/>
          </p:cNvSpPr>
          <p:nvPr>
            <p:ph type="sldNum" idx="25"/>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C6D9D168-DAE0-4DC9-933F-ED9DD01931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5" name="PlaceHolder 1"/>
          <p:cNvSpPr>
            <a:spLocks noGrp="1"/>
          </p:cNvSpPr>
          <p:nvPr>
            <p:ph type="sldImg"/>
          </p:nvPr>
        </p:nvSpPr>
        <p:spPr>
          <a:xfrm>
            <a:off x="685800" y="1143000"/>
            <a:ext cx="5485320" cy="3085200"/>
          </a:xfrm>
          <a:prstGeom prst="rect">
            <a:avLst/>
          </a:prstGeom>
          <a:ln w="0">
            <a:noFill/>
          </a:ln>
        </p:spPr>
      </p:sp>
      <p:sp>
        <p:nvSpPr>
          <p:cNvPr id="866"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Open for questions. Have the steady-state before/after figures, the CV payoff figure, and the deadlock-cliff sweep data ready in case of deep-dive questions.</a:t>
            </a:r>
            <a:endParaRPr lang="en-US" sz="2000" b="0" u="none" strike="noStrike">
              <a:solidFill>
                <a:srgbClr val="000000"/>
              </a:solidFill>
              <a:effectLst/>
              <a:uFillTx/>
              <a:latin typeface="Arial"/>
            </a:endParaRPr>
          </a:p>
        </p:txBody>
      </p:sp>
      <p:sp>
        <p:nvSpPr>
          <p:cNvPr id="867" name="PlaceHolder 3"/>
          <p:cNvSpPr>
            <a:spLocks noGrp="1"/>
          </p:cNvSpPr>
          <p:nvPr>
            <p:ph type="sldNum" idx="26"/>
          </p:nvPr>
        </p:nvSpPr>
        <p:spPr>
          <a:xfrm>
            <a:off x="3884760" y="8685360"/>
            <a:ext cx="2970720" cy="45756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77163CF-8D71-405F-B9A3-1C50D1BD0FA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jpeg"/><Relationship Id="rId5" Type="http://schemas.openxmlformats.org/officeDocument/2006/relationships/image" Target="../media/image1.png"/><Relationship Id="rId6" Type="http://schemas.openxmlformats.org/officeDocument/2006/relationships/image" Target="../media/image2.sv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jpeg"/><Relationship Id="rId5" Type="http://schemas.openxmlformats.org/officeDocument/2006/relationships/image" Target="../media/image1.png"/><Relationship Id="rId6" Type="http://schemas.openxmlformats.org/officeDocument/2006/relationships/image" Target="../media/image2.sv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jpeg"/><Relationship Id="rId5" Type="http://schemas.openxmlformats.org/officeDocument/2006/relationships/image" Target="../media/image1.png"/><Relationship Id="rId6" Type="http://schemas.openxmlformats.org/officeDocument/2006/relationships/image" Target="../media/image2.sv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Option 1">
    <p:bg>
      <p:bgPr>
        <a:solidFill>
          <a:srgbClr val="FFFFFF"/>
        </a:solidFill>
      </p:bgPr>
    </p:bg>
    <p:spTree>
      <p:nvGrpSpPr>
        <p:cNvPr id="1" name=""/>
        <p:cNvGrpSpPr/>
        <p:nvPr/>
      </p:nvGrpSpPr>
      <p:grpSpPr>
        <a:xfrm>
          <a:off x="0" y="0"/>
          <a:ext cx="0" cy="0"/>
          <a:chOff x="0" y="0"/>
          <a:chExt cx="0" cy="0"/>
        </a:xfrm>
      </p:grpSpPr>
      <p:sp>
        <p:nvSpPr>
          <p:cNvPr id="2"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EAB460AA-6E99-4A9E-A0AC-A2B50ADA5893}"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5" name="Graphic 22"/>
          <p:cNvGrpSpPr/>
          <p:nvPr/>
        </p:nvGrpSpPr>
        <p:grpSpPr>
          <a:xfrm>
            <a:off x="201960" y="195840"/>
            <a:ext cx="798120" cy="300960"/>
            <a:chOff x="201960" y="195840"/>
            <a:chExt cx="798120" cy="300960"/>
          </a:xfrm>
        </p:grpSpPr>
        <p:sp>
          <p:nvSpPr>
            <p:cNvPr id="6"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7"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8"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9"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10" name="Rectangle 5"/>
          <p:cNvSpPr/>
          <p:nvPr/>
        </p:nvSpPr>
        <p:spPr>
          <a:xfrm>
            <a:off x="-7920" y="0"/>
            <a:ext cx="1220652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1" name="Freeform 11"/>
          <p:cNvSpPr/>
          <p:nvPr/>
        </p:nvSpPr>
        <p:spPr>
          <a:xfrm>
            <a:off x="-2093760" y="2347920"/>
            <a:ext cx="7628760" cy="7628760"/>
          </a:xfrm>
          <a:custGeom>
            <a:avLst/>
            <a:gdLst>
              <a:gd name="textAreaLeft" fmla="*/ 0 w 7628760"/>
              <a:gd name="textAreaRight" fmla="*/ 7629840 w 7628760"/>
              <a:gd name="textAreaTop" fmla="*/ 0 h 7628760"/>
              <a:gd name="textAreaBottom" fmla="*/ 7629840 h 762876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chemeClr val="tx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2" name="Freeform 4"/>
          <p:cNvSpPr/>
          <p:nvPr/>
        </p:nvSpPr>
        <p:spPr>
          <a:xfrm>
            <a:off x="-105120" y="241920"/>
            <a:ext cx="12079800" cy="12079800"/>
          </a:xfrm>
          <a:custGeom>
            <a:avLst/>
            <a:gdLst>
              <a:gd name="textAreaLeft" fmla="*/ 0 w 12079800"/>
              <a:gd name="textAreaRight" fmla="*/ 12080880 w 12079800"/>
              <a:gd name="textAreaTop" fmla="*/ 0 h 12079800"/>
              <a:gd name="textAreaBottom" fmla="*/ 12080880 h 1207980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rgbClr val="F7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3" name="PlaceHolder 1"/>
          <p:cNvSpPr>
            <a:spLocks noGrp="1"/>
          </p:cNvSpPr>
          <p:nvPr>
            <p:ph type="title" hasCustomPrompt="1"/>
          </p:nvPr>
        </p:nvSpPr>
        <p:spPr>
          <a:xfrm>
            <a:off x="6235920" y="1402560"/>
            <a:ext cx="5193000" cy="2584080"/>
          </a:xfrm>
          <a:prstGeom prst="rect">
            <a:avLst/>
          </a:prstGeom>
          <a:noFill/>
          <a:ln w="0">
            <a:noFill/>
          </a:ln>
        </p:spPr>
        <p:txBody>
          <a:bodyPr lIns="90000" tIns="45000" rIns="90000" bIns="45000" anchor="b">
            <a:normAutofit/>
          </a:bodyPr>
          <a:lstStyle>
            <a:lvl1pPr indent="0" algn="r" defTabSz="914400">
              <a:lnSpc>
                <a:spcPct val="90000"/>
              </a:lnSpc>
              <a:buNone/>
              <a:tabLst>
                <a:tab pos="0" algn="l"/>
              </a:tabLst>
              <a:defRPr lang="en-US" sz="6000" b="1" u="none" strike="noStrike">
                <a:solidFill>
                  <a:schemeClr val="lt1"/>
                </a:solidFill>
                <a:effectLst/>
                <a:uFillTx/>
                <a:latin typeface="Arial"/>
              </a:defRPr>
            </a:lvl1pPr>
          </a:lstStyle>
          <a:p>
            <a:pPr indent="0" algn="r" defTabSz="914400">
              <a:lnSpc>
                <a:spcPct val="90000"/>
              </a:lnSpc>
              <a:buNone/>
              <a:tabLst>
                <a:tab pos="0" algn="l"/>
              </a:tabLst>
            </a:pPr>
            <a:r>
              <a:rPr lang="en-US" sz="6000" b="1" u="none" strike="noStrike">
                <a:solidFill>
                  <a:schemeClr val="lt1"/>
                </a:solidFill>
                <a:effectLst/>
                <a:uFillTx/>
                <a:latin typeface="Arial"/>
              </a:rPr>
              <a:t>Click to add</a:t>
            </a:r>
            <a:br>
              <a:rPr sz="6000"/>
            </a:br>
            <a:r>
              <a:rPr lang="en-US" sz="6000" b="1" u="none" strike="noStrike">
                <a:solidFill>
                  <a:schemeClr val="lt1"/>
                </a:solidFill>
                <a:effectLst/>
                <a:uFillTx/>
                <a:latin typeface="Arial"/>
              </a:rPr>
              <a:t>Presentation </a:t>
            </a:r>
            <a:br>
              <a:rPr sz="6000"/>
            </a:br>
            <a:r>
              <a:rPr lang="en-US" sz="6000" b="1" u="none" strike="noStrike">
                <a:solidFill>
                  <a:schemeClr val="lt1"/>
                </a:solidFill>
                <a:effectLst/>
                <a:uFillTx/>
                <a:latin typeface="Arial"/>
              </a:rPr>
              <a:t>Title</a:t>
            </a:r>
            <a:endParaRPr lang="en-US" sz="6000" b="1" u="none" strike="noStrike">
              <a:solidFill>
                <a:schemeClr val="lt1"/>
              </a:solidFill>
              <a:effectLst/>
              <a:uFillTx/>
              <a:latin typeface="Arial"/>
            </a:endParaRPr>
          </a:p>
        </p:txBody>
      </p:sp>
      <p:grpSp>
        <p:nvGrpSpPr>
          <p:cNvPr id="14" name="Graphic 22"/>
          <p:cNvGrpSpPr/>
          <p:nvPr/>
        </p:nvGrpSpPr>
        <p:grpSpPr>
          <a:xfrm>
            <a:off x="326160" y="360360"/>
            <a:ext cx="1693080" cy="639000"/>
            <a:chOff x="326160" y="360360"/>
            <a:chExt cx="1693080" cy="639000"/>
          </a:xfrm>
        </p:grpSpPr>
        <p:sp>
          <p:nvSpPr>
            <p:cNvPr id="15" name="Freeform 7"/>
            <p:cNvSpPr/>
            <p:nvPr/>
          </p:nvSpPr>
          <p:spPr>
            <a:xfrm>
              <a:off x="1044720" y="360360"/>
              <a:ext cx="289800" cy="638640"/>
            </a:xfrm>
            <a:custGeom>
              <a:avLst/>
              <a:gdLst>
                <a:gd name="textAreaLeft" fmla="*/ 0 w 289800"/>
                <a:gd name="textAreaRight" fmla="*/ 290880 w 289800"/>
                <a:gd name="textAreaTop" fmla="*/ 0 h 638640"/>
                <a:gd name="textAreaBottom" fmla="*/ 639720 h 63864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6" name="Freeform 8"/>
            <p:cNvSpPr/>
            <p:nvPr/>
          </p:nvSpPr>
          <p:spPr>
            <a:xfrm>
              <a:off x="1422000" y="361080"/>
              <a:ext cx="597240" cy="638280"/>
            </a:xfrm>
            <a:custGeom>
              <a:avLst/>
              <a:gdLst>
                <a:gd name="textAreaLeft" fmla="*/ 0 w 597240"/>
                <a:gd name="textAreaRight" fmla="*/ 598320 w 597240"/>
                <a:gd name="textAreaTop" fmla="*/ 0 h 638280"/>
                <a:gd name="textAreaBottom" fmla="*/ 639360 h 63828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7" name="Freeform 9"/>
            <p:cNvSpPr/>
            <p:nvPr/>
          </p:nvSpPr>
          <p:spPr>
            <a:xfrm>
              <a:off x="326160" y="360360"/>
              <a:ext cx="633600" cy="638640"/>
            </a:xfrm>
            <a:custGeom>
              <a:avLst/>
              <a:gdLst>
                <a:gd name="textAreaLeft" fmla="*/ 0 w 633600"/>
                <a:gd name="textAreaRight" fmla="*/ 634680 w 633600"/>
                <a:gd name="textAreaTop" fmla="*/ 0 h 638640"/>
                <a:gd name="textAreaBottom" fmla="*/ 639720 h 63864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8" name="Freeform 3"/>
          <p:cNvSpPr/>
          <p:nvPr/>
        </p:nvSpPr>
        <p:spPr>
          <a:xfrm>
            <a:off x="-765000" y="3256920"/>
            <a:ext cx="6719760" cy="6719760"/>
          </a:xfrm>
          <a:custGeom>
            <a:avLst/>
            <a:gdLst>
              <a:gd name="textAreaLeft" fmla="*/ 0 w 6719760"/>
              <a:gd name="textAreaRight" fmla="*/ 6720840 w 6719760"/>
              <a:gd name="textAreaTop" fmla="*/ 0 h 6719760"/>
              <a:gd name="textAreaBottom" fmla="*/ 6720840 h 671976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rgbClr val="E6E7E8"/>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9" name="PlaceHolder 2"/>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rial"/>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Arial"/>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rial"/>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Arial"/>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rial"/>
              </a:rPr>
              <a:t>Click to edit the outline text format</a:t>
            </a:r>
            <a:endParaRPr lang="en-US" sz="2800" b="0" u="none" strike="noStrike">
              <a:solidFill>
                <a:schemeClr val="dk1"/>
              </a:solidFill>
              <a:effectLst/>
              <a:uFillTx/>
              <a:latin typeface="Arial"/>
            </a:endParaRP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Arial"/>
              </a:rPr>
              <a:t>Second Outline Level</a:t>
            </a:r>
            <a:endParaRPr lang="en-US" sz="2000" b="0" u="none" strike="noStrike">
              <a:solidFill>
                <a:schemeClr val="dk1"/>
              </a:solidFill>
              <a:effectLst/>
              <a:uFillTx/>
              <a:latin typeface="Arial"/>
            </a:endParaRP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rial"/>
              </a:rPr>
              <a:t>Third Outline Level</a:t>
            </a:r>
            <a:endParaRPr lang="en-US" sz="1800" b="0" u="none" strike="noStrike">
              <a:solidFill>
                <a:schemeClr val="dk1"/>
              </a:solidFill>
              <a:effectLst/>
              <a:uFillTx/>
              <a:latin typeface="Arial"/>
            </a:endParaRP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Arial"/>
              </a:rPr>
              <a:t>Fourth Outline Level</a:t>
            </a:r>
            <a:endParaRPr lang="en-US" sz="1800" b="0" u="none" strike="noStrike">
              <a:solidFill>
                <a:schemeClr val="dk1"/>
              </a:solidFill>
              <a:effectLst/>
              <a:uFillTx/>
              <a:latin typeface="Arial"/>
            </a:endParaRP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Fifth Outline Level</a:t>
            </a:r>
            <a:endParaRPr lang="en-US" sz="2000" b="0" u="none" strike="noStrike">
              <a:solidFill>
                <a:schemeClr val="dk1"/>
              </a:solidFill>
              <a:effectLst/>
              <a:uFillTx/>
              <a:latin typeface="Arial"/>
            </a:endParaRP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Sixth Outline Level</a:t>
            </a:r>
            <a:endParaRPr lang="en-US" sz="2000" b="0" u="none" strike="noStrike">
              <a:solidFill>
                <a:schemeClr val="dk1"/>
              </a:solidFill>
              <a:effectLst/>
              <a:uFillTx/>
              <a:latin typeface="Arial"/>
            </a:endParaRP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Seventh Outline Level</a:t>
            </a:r>
            <a:endParaRPr lang="en-US" sz="2000" b="0" u="none" strike="noStrike">
              <a:solidFill>
                <a:schemeClr val="dk1"/>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Option 2">
    <p:bg>
      <p:bgPr>
        <a:solidFill>
          <a:srgbClr val="FFFFFF"/>
        </a:solidFill>
      </p:bgPr>
    </p:bg>
    <p:spTree>
      <p:nvGrpSpPr>
        <p:cNvPr id="1" name=""/>
        <p:cNvGrpSpPr/>
        <p:nvPr/>
      </p:nvGrpSpPr>
      <p:grpSpPr>
        <a:xfrm>
          <a:off x="0" y="0"/>
          <a:ext cx="0" cy="0"/>
          <a:chOff x="0" y="0"/>
          <a:chExt cx="0" cy="0"/>
        </a:xfrm>
      </p:grpSpPr>
      <p:sp>
        <p:nvSpPr>
          <p:cNvPr id="20"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1"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A4571CB5-AF6E-4466-A2C0-90A9C03FEFD5}"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2"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23" name="Graphic 22"/>
          <p:cNvGrpSpPr/>
          <p:nvPr/>
        </p:nvGrpSpPr>
        <p:grpSpPr>
          <a:xfrm>
            <a:off x="201960" y="195840"/>
            <a:ext cx="798120" cy="300960"/>
            <a:chOff x="201960" y="195840"/>
            <a:chExt cx="798120" cy="300960"/>
          </a:xfrm>
        </p:grpSpPr>
        <p:sp>
          <p:nvSpPr>
            <p:cNvPr id="24"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5"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6"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7"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28" name="Rectangle 13"/>
          <p:cNvSpPr/>
          <p:nvPr/>
        </p:nvSpPr>
        <p:spPr>
          <a:xfrm>
            <a:off x="-15480" y="2520"/>
            <a:ext cx="1220652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9" name="Freeform 11"/>
          <p:cNvSpPr/>
          <p:nvPr/>
        </p:nvSpPr>
        <p:spPr>
          <a:xfrm>
            <a:off x="-2093760" y="2347920"/>
            <a:ext cx="7628760" cy="7628760"/>
          </a:xfrm>
          <a:custGeom>
            <a:avLst/>
            <a:gdLst>
              <a:gd name="textAreaLeft" fmla="*/ 0 w 7628760"/>
              <a:gd name="textAreaRight" fmla="*/ 7629840 w 7628760"/>
              <a:gd name="textAreaTop" fmla="*/ 0 h 7628760"/>
              <a:gd name="textAreaBottom" fmla="*/ 7629840 h 762876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chemeClr val="tx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0" name="Freeform 12"/>
          <p:cNvSpPr/>
          <p:nvPr/>
        </p:nvSpPr>
        <p:spPr>
          <a:xfrm>
            <a:off x="-105120" y="241920"/>
            <a:ext cx="12079800" cy="12079800"/>
          </a:xfrm>
          <a:custGeom>
            <a:avLst/>
            <a:gdLst>
              <a:gd name="textAreaLeft" fmla="*/ 0 w 12079800"/>
              <a:gd name="textAreaRight" fmla="*/ 12080880 w 12079800"/>
              <a:gd name="textAreaTop" fmla="*/ 0 h 12079800"/>
              <a:gd name="textAreaBottom" fmla="*/ 12080880 h 1207980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rgbClr val="F7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nvGrpSpPr>
          <p:cNvPr id="31" name="Graphic 22"/>
          <p:cNvGrpSpPr/>
          <p:nvPr/>
        </p:nvGrpSpPr>
        <p:grpSpPr>
          <a:xfrm>
            <a:off x="326160" y="360360"/>
            <a:ext cx="1693080" cy="639000"/>
            <a:chOff x="326160" y="360360"/>
            <a:chExt cx="1693080" cy="639000"/>
          </a:xfrm>
        </p:grpSpPr>
        <p:sp>
          <p:nvSpPr>
            <p:cNvPr id="32" name="Freeform 7"/>
            <p:cNvSpPr/>
            <p:nvPr/>
          </p:nvSpPr>
          <p:spPr>
            <a:xfrm>
              <a:off x="1044720" y="360360"/>
              <a:ext cx="289800" cy="638640"/>
            </a:xfrm>
            <a:custGeom>
              <a:avLst/>
              <a:gdLst>
                <a:gd name="textAreaLeft" fmla="*/ 0 w 289800"/>
                <a:gd name="textAreaRight" fmla="*/ 290880 w 289800"/>
                <a:gd name="textAreaTop" fmla="*/ 0 h 638640"/>
                <a:gd name="textAreaBottom" fmla="*/ 639720 h 63864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3" name="Freeform 8"/>
            <p:cNvSpPr/>
            <p:nvPr/>
          </p:nvSpPr>
          <p:spPr>
            <a:xfrm>
              <a:off x="1422000" y="361080"/>
              <a:ext cx="597240" cy="638280"/>
            </a:xfrm>
            <a:custGeom>
              <a:avLst/>
              <a:gdLst>
                <a:gd name="textAreaLeft" fmla="*/ 0 w 597240"/>
                <a:gd name="textAreaRight" fmla="*/ 598320 w 597240"/>
                <a:gd name="textAreaTop" fmla="*/ 0 h 638280"/>
                <a:gd name="textAreaBottom" fmla="*/ 639360 h 63828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4" name="Freeform 9"/>
            <p:cNvSpPr/>
            <p:nvPr/>
          </p:nvSpPr>
          <p:spPr>
            <a:xfrm>
              <a:off x="326160" y="360360"/>
              <a:ext cx="633600" cy="638640"/>
            </a:xfrm>
            <a:custGeom>
              <a:avLst/>
              <a:gdLst>
                <a:gd name="textAreaLeft" fmla="*/ 0 w 633600"/>
                <a:gd name="textAreaRight" fmla="*/ 634680 w 633600"/>
                <a:gd name="textAreaTop" fmla="*/ 0 h 638640"/>
                <a:gd name="textAreaBottom" fmla="*/ 639720 h 63864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5" name="Freeform 3"/>
          <p:cNvSpPr/>
          <p:nvPr/>
        </p:nvSpPr>
        <p:spPr>
          <a:xfrm>
            <a:off x="-765000" y="3256920"/>
            <a:ext cx="6719760" cy="6719760"/>
          </a:xfrm>
          <a:custGeom>
            <a:avLst/>
            <a:gdLst>
              <a:gd name="textAreaLeft" fmla="*/ 0 w 6719760"/>
              <a:gd name="textAreaRight" fmla="*/ 6720840 w 6719760"/>
              <a:gd name="textAreaTop" fmla="*/ 0 h 6719760"/>
              <a:gd name="textAreaBottom" fmla="*/ 6720840 h 671976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6" name="PlaceHolder 1"/>
          <p:cNvSpPr>
            <a:spLocks noGrp="1"/>
          </p:cNvSpPr>
          <p:nvPr>
            <p:ph type="title" hasCustomPrompt="1"/>
          </p:nvPr>
        </p:nvSpPr>
        <p:spPr>
          <a:xfrm>
            <a:off x="6235920" y="1402560"/>
            <a:ext cx="5193000" cy="2584080"/>
          </a:xfrm>
          <a:prstGeom prst="rect">
            <a:avLst/>
          </a:prstGeom>
          <a:noFill/>
          <a:ln w="0">
            <a:noFill/>
          </a:ln>
        </p:spPr>
        <p:txBody>
          <a:bodyPr lIns="90000" tIns="45000" rIns="90000" bIns="45000" anchor="b">
            <a:normAutofit/>
          </a:bodyPr>
          <a:lstStyle>
            <a:lvl1pPr indent="0" algn="r" defTabSz="914400">
              <a:lnSpc>
                <a:spcPct val="90000"/>
              </a:lnSpc>
              <a:buNone/>
              <a:tabLst>
                <a:tab pos="0" algn="l"/>
              </a:tabLst>
              <a:defRPr lang="en-US" sz="6000" b="1" u="none" strike="noStrike">
                <a:solidFill>
                  <a:schemeClr val="lt1"/>
                </a:solidFill>
                <a:effectLst/>
                <a:uFillTx/>
                <a:latin typeface="Arial"/>
              </a:defRPr>
            </a:lvl1pPr>
          </a:lstStyle>
          <a:p>
            <a:pPr indent="0" algn="r" defTabSz="914400">
              <a:lnSpc>
                <a:spcPct val="90000"/>
              </a:lnSpc>
              <a:buNone/>
              <a:tabLst>
                <a:tab pos="0" algn="l"/>
              </a:tabLst>
            </a:pPr>
            <a:r>
              <a:rPr lang="en-US" sz="6000" b="1" u="none" strike="noStrike">
                <a:solidFill>
                  <a:schemeClr val="lt1"/>
                </a:solidFill>
                <a:effectLst/>
                <a:uFillTx/>
                <a:latin typeface="Arial"/>
              </a:rPr>
              <a:t>Click to add</a:t>
            </a:r>
            <a:br>
              <a:rPr sz="6000"/>
            </a:br>
            <a:r>
              <a:rPr lang="en-US" sz="6000" b="1" u="none" strike="noStrike">
                <a:solidFill>
                  <a:schemeClr val="lt1"/>
                </a:solidFill>
                <a:effectLst/>
                <a:uFillTx/>
                <a:latin typeface="Arial"/>
              </a:rPr>
              <a:t>Presentation </a:t>
            </a:r>
            <a:br>
              <a:rPr sz="6000"/>
            </a:br>
            <a:r>
              <a:rPr lang="en-US" sz="6000" b="1" u="none" strike="noStrike">
                <a:solidFill>
                  <a:schemeClr val="lt1"/>
                </a:solidFill>
                <a:effectLst/>
                <a:uFillTx/>
                <a:latin typeface="Arial"/>
              </a:rPr>
              <a:t>Title</a:t>
            </a:r>
            <a:endParaRPr lang="en-US" sz="6000" b="1" u="none" strike="noStrike">
              <a:solidFill>
                <a:schemeClr val="lt1"/>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ouble Text Boxes Bottom Reference">
    <p:bg>
      <p:bgPr>
        <a:solidFill>
          <a:srgbClr val="FFFFFF"/>
        </a:solidFill>
      </p:bgPr>
    </p:bg>
    <p:spTree>
      <p:nvGrpSpPr>
        <p:cNvPr id="1" name=""/>
        <p:cNvGrpSpPr/>
        <p:nvPr/>
      </p:nvGrpSpPr>
      <p:grpSpPr>
        <a:xfrm>
          <a:off x="0" y="0"/>
          <a:ext cx="0" cy="0"/>
          <a:chOff x="0" y="0"/>
          <a:chExt cx="0" cy="0"/>
        </a:xfrm>
      </p:grpSpPr>
      <p:sp>
        <p:nvSpPr>
          <p:cNvPr id="37"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8"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E08A289E-9413-442F-91DF-E2FBADD9025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9"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40" name="Graphic 22"/>
          <p:cNvGrpSpPr/>
          <p:nvPr/>
        </p:nvGrpSpPr>
        <p:grpSpPr>
          <a:xfrm>
            <a:off x="201960" y="195840"/>
            <a:ext cx="798120" cy="300960"/>
            <a:chOff x="201960" y="195840"/>
            <a:chExt cx="798120" cy="300960"/>
          </a:xfrm>
        </p:grpSpPr>
        <p:sp>
          <p:nvSpPr>
            <p:cNvPr id="41"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42"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3"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4"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5" name="Rectangle 1"/>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6" name="Rectangle 3"/>
          <p:cNvSpPr/>
          <p:nvPr/>
        </p:nvSpPr>
        <p:spPr>
          <a:xfrm>
            <a:off x="-12960" y="6218280"/>
            <a:ext cx="1220400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7" name="TextBox 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A9B632B9-13B8-4053-BE7A-E9F823617FAB}"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8" name="Graphic 5"/>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49" name="Graphic 22"/>
          <p:cNvGrpSpPr/>
          <p:nvPr/>
        </p:nvGrpSpPr>
        <p:grpSpPr>
          <a:xfrm>
            <a:off x="201960" y="6414120"/>
            <a:ext cx="798120" cy="300960"/>
            <a:chOff x="201960" y="6414120"/>
            <a:chExt cx="798120" cy="300960"/>
          </a:xfrm>
        </p:grpSpPr>
        <p:sp>
          <p:nvSpPr>
            <p:cNvPr id="50"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51" name="Freeform 8"/>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2" name="Freeform 11"/>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3" name="PlaceHolder 1"/>
          <p:cNvSpPr>
            <a:spLocks noGrp="1"/>
          </p:cNvSpPr>
          <p:nvPr>
            <p:ph type="title" hasCustomPrompt="1"/>
          </p:nvPr>
        </p:nvSpPr>
        <p:spPr>
          <a:xfrm>
            <a:off x="155880" y="510120"/>
            <a:ext cx="5807160" cy="1217880"/>
          </a:xfrm>
          <a:prstGeom prst="rect">
            <a:avLst/>
          </a:prstGeom>
          <a:noFill/>
          <a:ln w="0">
            <a:noFill/>
          </a:ln>
        </p:spPr>
        <p:txBody>
          <a:bodyPr lIns="0" tIns="0" rIns="0" bIns="0" anchor="t">
            <a:normAutofit/>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t>
            </a:r>
            <a:br>
              <a:rPr sz="4400"/>
            </a:br>
            <a:r>
              <a:rPr lang="en-US" sz="4400" b="1" u="none" strike="noStrike">
                <a:solidFill>
                  <a:schemeClr val="dk1"/>
                </a:solidFill>
                <a:effectLst/>
                <a:uFillTx/>
                <a:latin typeface="Arial"/>
              </a:rPr>
              <a:t>add header</a:t>
            </a:r>
            <a:endParaRPr lang="en-US" sz="4400" b="1" u="none" strike="noStrike">
              <a:solidFill>
                <a:schemeClr val="dk1"/>
              </a:solidFill>
              <a:effectLst/>
              <a:uFillTx/>
              <a:latin typeface="Arial"/>
            </a:endParaRPr>
          </a:p>
        </p:txBody>
      </p:sp>
      <p:sp>
        <p:nvSpPr>
          <p:cNvPr id="54" name="PlaceHolder 2"/>
          <p:cNvSpPr>
            <a:spLocks noGrp="1"/>
          </p:cNvSpPr>
          <p:nvPr>
            <p:ph type="body"/>
          </p:nvPr>
        </p:nvSpPr>
        <p:spPr>
          <a:xfrm>
            <a:off x="68400" y="2299320"/>
            <a:ext cx="5894640" cy="20415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pPr>
            <a:r>
              <a:rPr lang="en-US" sz="2200" b="0" u="none" strike="noStrike">
                <a:solidFill>
                  <a:schemeClr val="dk1"/>
                </a:solidFill>
                <a:effectLst/>
                <a:uFillTx/>
                <a:latin typeface="Arial"/>
              </a:rPr>
              <a:t>Click to edit Master text styles</a:t>
            </a:r>
            <a:endParaRPr lang="en-US" sz="2200" b="1" u="none" strike="noStrike">
              <a:solidFill>
                <a:schemeClr val="dk1"/>
              </a:solidFill>
              <a:effectLst/>
              <a:uFillTx/>
              <a:latin typeface="Arial"/>
            </a:endParaRPr>
          </a:p>
          <a:p>
            <a:pPr marL="685800" lvl="1" indent="-228600" algn="l" defTabSz="914400">
              <a:lnSpc>
                <a:spcPct val="90000"/>
              </a:lnSpc>
              <a:spcBef>
                <a:spcPts val="499"/>
              </a:spcBef>
              <a:buClr>
                <a:srgbClr val="F86901"/>
              </a:buClr>
              <a:buFont typeface="Wingdings" charset="2"/>
              <a:buChar char=""/>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55" name="PlaceHolder 3"/>
          <p:cNvSpPr>
            <a:spLocks noGrp="1"/>
          </p:cNvSpPr>
          <p:nvPr>
            <p:ph type="body"/>
          </p:nvPr>
        </p:nvSpPr>
        <p:spPr>
          <a:xfrm>
            <a:off x="6260040" y="2299320"/>
            <a:ext cx="5771880" cy="20415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pPr>
            <a:r>
              <a:rPr lang="en-US" sz="2200" b="0" u="none" strike="noStrike">
                <a:solidFill>
                  <a:schemeClr val="dk1"/>
                </a:solidFill>
                <a:effectLst/>
                <a:uFillTx/>
                <a:latin typeface="Arial"/>
              </a:rPr>
              <a:t>Click to edit Master text styles</a:t>
            </a:r>
            <a:endParaRPr lang="en-US" sz="2200" b="1" u="none" strike="noStrike">
              <a:solidFill>
                <a:schemeClr val="dk1"/>
              </a:solidFill>
              <a:effectLst/>
              <a:uFillTx/>
              <a:latin typeface="Arial"/>
            </a:endParaRPr>
          </a:p>
          <a:p>
            <a:pPr marL="685800" lvl="1" indent="-228600" algn="l" defTabSz="914400">
              <a:lnSpc>
                <a:spcPct val="90000"/>
              </a:lnSpc>
              <a:spcBef>
                <a:spcPts val="499"/>
              </a:spcBef>
              <a:buClr>
                <a:srgbClr val="F86901"/>
              </a:buClr>
              <a:buFont typeface="Wingdings" charset="2"/>
              <a:buChar char=""/>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56" name="PlaceHolder 4"/>
          <p:cNvSpPr>
            <a:spLocks noGrp="1"/>
          </p:cNvSpPr>
          <p:nvPr>
            <p:ph type="body" hasCustomPrompt="1"/>
          </p:nvPr>
        </p:nvSpPr>
        <p:spPr>
          <a:xfrm>
            <a:off x="68400" y="1786320"/>
            <a:ext cx="5894640" cy="49896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4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2400" b="1" u="none" strike="noStrike">
                <a:solidFill>
                  <a:srgbClr val="F86901"/>
                </a:solidFill>
                <a:effectLst/>
                <a:uFillTx/>
                <a:latin typeface="Arial"/>
              </a:rPr>
              <a:t>Click to add subhead</a:t>
            </a:r>
            <a:endParaRPr lang="en-US" sz="2400" b="1" u="none" strike="noStrike">
              <a:solidFill>
                <a:schemeClr val="dk1"/>
              </a:solidFill>
              <a:effectLst/>
              <a:uFillTx/>
              <a:latin typeface="Arial"/>
            </a:endParaRPr>
          </a:p>
        </p:txBody>
      </p:sp>
      <p:sp>
        <p:nvSpPr>
          <p:cNvPr id="57" name="PlaceHolder 5"/>
          <p:cNvSpPr>
            <a:spLocks noGrp="1"/>
          </p:cNvSpPr>
          <p:nvPr>
            <p:ph type="body" hasCustomPrompt="1"/>
          </p:nvPr>
        </p:nvSpPr>
        <p:spPr>
          <a:xfrm>
            <a:off x="6260040" y="1778040"/>
            <a:ext cx="5771880" cy="49896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4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2400" b="1" u="none" strike="noStrike">
                <a:solidFill>
                  <a:srgbClr val="F86901"/>
                </a:solidFill>
                <a:effectLst/>
                <a:uFillTx/>
                <a:latin typeface="Arial"/>
              </a:rPr>
              <a:t>Click to add subhead</a:t>
            </a:r>
            <a:endParaRPr lang="en-US" sz="2400" b="1" u="none" strike="noStrike">
              <a:solidFill>
                <a:schemeClr val="dk1"/>
              </a:solidFill>
              <a:effectLst/>
              <a:uFillTx/>
              <a:latin typeface="Arial"/>
            </a:endParaRPr>
          </a:p>
        </p:txBody>
      </p:sp>
      <p:sp>
        <p:nvSpPr>
          <p:cNvPr id="58" name="PlaceHolder 6"/>
          <p:cNvSpPr>
            <a:spLocks noGrp="1"/>
          </p:cNvSpPr>
          <p:nvPr>
            <p:ph type="body" hasCustomPrompt="1"/>
          </p:nvPr>
        </p:nvSpPr>
        <p:spPr>
          <a:xfrm>
            <a:off x="6228000" y="446760"/>
            <a:ext cx="5803920" cy="1217160"/>
          </a:xfrm>
          <a:prstGeom prst="rect">
            <a:avLst/>
          </a:prstGeom>
          <a:noFill/>
          <a:ln w="0">
            <a:noFill/>
          </a:ln>
        </p:spPr>
        <p:txBody>
          <a:bodyPr lIns="90000" tIns="45000" rIns="90000" bIns="45000" anchor="t">
            <a:noAutofit/>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t>
            </a:r>
            <a:br>
              <a:rPr sz="4400"/>
            </a:br>
            <a:r>
              <a:rPr lang="en-US" sz="4400" b="1" u="none" strike="noStrike">
                <a:solidFill>
                  <a:schemeClr val="dk1"/>
                </a:solidFill>
                <a:effectLst/>
                <a:uFillTx/>
                <a:latin typeface="Arial"/>
              </a:rPr>
              <a:t>add header</a:t>
            </a:r>
            <a:endParaRPr lang="en-US" sz="4400" b="1" u="none" strike="noStrike">
              <a:solidFill>
                <a:schemeClr val="dk1"/>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ransition Slide Orange Bkgnd Header Bottom">
    <p:bg>
      <p:bgPr>
        <a:solidFill>
          <a:srgbClr val="FFFFFF"/>
        </a:solidFill>
      </p:bgPr>
    </p:bg>
    <p:spTree>
      <p:nvGrpSpPr>
        <p:cNvPr id="1" name=""/>
        <p:cNvGrpSpPr/>
        <p:nvPr/>
      </p:nvGrpSpPr>
      <p:grpSpPr>
        <a:xfrm>
          <a:off x="0" y="0"/>
          <a:ext cx="0" cy="0"/>
          <a:chOff x="0" y="0"/>
          <a:chExt cx="0" cy="0"/>
        </a:xfrm>
      </p:grpSpPr>
      <p:sp>
        <p:nvSpPr>
          <p:cNvPr id="59"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60"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B1CDEE67-F12B-4546-AE90-C4A36C2A5A9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61"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62" name="Graphic 22"/>
          <p:cNvGrpSpPr/>
          <p:nvPr/>
        </p:nvGrpSpPr>
        <p:grpSpPr>
          <a:xfrm>
            <a:off x="201960" y="195840"/>
            <a:ext cx="798120" cy="300960"/>
            <a:chOff x="201960" y="195840"/>
            <a:chExt cx="798120" cy="300960"/>
          </a:xfrm>
        </p:grpSpPr>
        <p:sp>
          <p:nvSpPr>
            <p:cNvPr id="63"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64"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65"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66"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67" name="Rectangle 3"/>
          <p:cNvSpPr/>
          <p:nvPr/>
        </p:nvSpPr>
        <p:spPr>
          <a:xfrm>
            <a:off x="0" y="0"/>
            <a:ext cx="12191040" cy="68569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68" name="Group 2"/>
          <p:cNvGrpSpPr/>
          <p:nvPr/>
        </p:nvGrpSpPr>
        <p:grpSpPr>
          <a:xfrm>
            <a:off x="0" y="6188040"/>
            <a:ext cx="12191040" cy="666360"/>
            <a:chOff x="0" y="6188040"/>
            <a:chExt cx="12191040" cy="666360"/>
          </a:xfrm>
        </p:grpSpPr>
        <p:sp>
          <p:nvSpPr>
            <p:cNvPr id="69" name="Rectangle 5"/>
            <p:cNvSpPr/>
            <p:nvPr/>
          </p:nvSpPr>
          <p:spPr>
            <a:xfrm>
              <a:off x="0" y="618804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70" name="Graphic 22"/>
            <p:cNvGrpSpPr/>
            <p:nvPr/>
          </p:nvGrpSpPr>
          <p:grpSpPr>
            <a:xfrm>
              <a:off x="201960" y="6383880"/>
              <a:ext cx="798120" cy="300960"/>
              <a:chOff x="201960" y="6383880"/>
              <a:chExt cx="798120" cy="300960"/>
            </a:xfrm>
          </p:grpSpPr>
          <p:sp>
            <p:nvSpPr>
              <p:cNvPr id="71" name="Freeform 9"/>
              <p:cNvSpPr/>
              <p:nvPr/>
            </p:nvSpPr>
            <p:spPr>
              <a:xfrm>
                <a:off x="540720" y="638388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72" name="Freeform 18"/>
              <p:cNvSpPr/>
              <p:nvPr/>
            </p:nvSpPr>
            <p:spPr>
              <a:xfrm>
                <a:off x="718920" y="638424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73" name="Freeform 19"/>
              <p:cNvSpPr/>
              <p:nvPr/>
            </p:nvSpPr>
            <p:spPr>
              <a:xfrm>
                <a:off x="201960" y="638388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grpSp>
      <p:sp>
        <p:nvSpPr>
          <p:cNvPr id="74" name="PlaceHolder 1"/>
          <p:cNvSpPr>
            <a:spLocks noGrp="1"/>
          </p:cNvSpPr>
          <p:nvPr>
            <p:ph type="title" hasCustomPrompt="1"/>
          </p:nvPr>
        </p:nvSpPr>
        <p:spPr>
          <a:xfrm>
            <a:off x="387720" y="2361600"/>
            <a:ext cx="11583360" cy="816840"/>
          </a:xfrm>
          <a:prstGeom prst="rect">
            <a:avLst/>
          </a:prstGeom>
          <a:noFill/>
          <a:ln w="0">
            <a:noFill/>
          </a:ln>
        </p:spPr>
        <p:txBody>
          <a:bodyPr lIns="90000" tIns="45000" rIns="90000" bIns="45000" anchor="t">
            <a:normAutofit/>
          </a:bodyPr>
          <a:lstStyle>
            <a:lvl1pPr indent="0" algn="ctr" defTabSz="914400">
              <a:lnSpc>
                <a:spcPct val="90000"/>
              </a:lnSpc>
              <a:buNone/>
              <a:tabLst>
                <a:tab pos="0" algn="l"/>
              </a:tabLst>
              <a:defRPr lang="en-US" sz="4800" b="1" u="none" strike="noStrike">
                <a:solidFill>
                  <a:schemeClr val="lt1"/>
                </a:solidFill>
                <a:effectLst/>
                <a:uFillTx/>
                <a:latin typeface="Arial"/>
              </a:defRPr>
            </a:lvl1pPr>
          </a:lstStyle>
          <a:p>
            <a:pPr indent="0" algn="ctr" defTabSz="914400">
              <a:lnSpc>
                <a:spcPct val="90000"/>
              </a:lnSpc>
              <a:buNone/>
              <a:tabLst>
                <a:tab pos="0" algn="l"/>
              </a:tabLst>
            </a:pPr>
            <a:r>
              <a:rPr lang="en-US" sz="4800" b="1" u="none" strike="noStrike">
                <a:solidFill>
                  <a:schemeClr val="lt1"/>
                </a:solidFill>
                <a:effectLst/>
                <a:uFillTx/>
                <a:latin typeface="Arial"/>
              </a:rPr>
              <a:t>Click to add Transition Header</a:t>
            </a:r>
            <a:endParaRPr lang="en-US" sz="4800" b="1" u="none" strike="noStrike">
              <a:solidFill>
                <a:schemeClr val="lt1"/>
              </a:solidFill>
              <a:effectLst/>
              <a:uFillTx/>
              <a:latin typeface="Arial"/>
            </a:endParaRPr>
          </a:p>
        </p:txBody>
      </p:sp>
      <p:sp>
        <p:nvSpPr>
          <p:cNvPr id="75" name="TextBox 1"/>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E9A5C455-2682-47DA-806E-B90A01E8DC4E}"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76" name="Graphic 10"/>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3">
    <p:bg>
      <p:bgPr>
        <a:solidFill>
          <a:srgbClr val="FFFFFF"/>
        </a:solidFill>
      </p:bgPr>
    </p:bg>
    <p:spTree>
      <p:nvGrpSpPr>
        <p:cNvPr id="1" name=""/>
        <p:cNvGrpSpPr/>
        <p:nvPr/>
      </p:nvGrpSpPr>
      <p:grpSpPr>
        <a:xfrm>
          <a:off x="0" y="0"/>
          <a:ext cx="0" cy="0"/>
          <a:chOff x="0" y="0"/>
          <a:chExt cx="0" cy="0"/>
        </a:xfrm>
      </p:grpSpPr>
      <p:sp>
        <p:nvSpPr>
          <p:cNvPr id="77"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8"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98D63A78-DB35-4BBC-A6E8-2AD1C51AF0BF}"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79"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80" name="Graphic 22"/>
          <p:cNvGrpSpPr/>
          <p:nvPr/>
        </p:nvGrpSpPr>
        <p:grpSpPr>
          <a:xfrm>
            <a:off x="201960" y="195840"/>
            <a:ext cx="798120" cy="300960"/>
            <a:chOff x="201960" y="195840"/>
            <a:chExt cx="798120" cy="300960"/>
          </a:xfrm>
        </p:grpSpPr>
        <p:sp>
          <p:nvSpPr>
            <p:cNvPr id="81"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82"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83"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84"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85" name="Rectangle 1"/>
          <p:cNvSpPr/>
          <p:nvPr/>
        </p:nvSpPr>
        <p:spPr>
          <a:xfrm>
            <a:off x="0" y="0"/>
            <a:ext cx="12191040" cy="68569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86" name="Freeform 2"/>
          <p:cNvSpPr/>
          <p:nvPr/>
        </p:nvSpPr>
        <p:spPr>
          <a:xfrm>
            <a:off x="-10677960" y="1598400"/>
            <a:ext cx="15401520" cy="18002520"/>
          </a:xfrm>
          <a:custGeom>
            <a:avLst/>
            <a:gdLst>
              <a:gd name="textAreaLeft" fmla="*/ 0 w 15401520"/>
              <a:gd name="textAreaRight" fmla="*/ 15402600 w 15401520"/>
              <a:gd name="textAreaTop" fmla="*/ 0 h 18002520"/>
              <a:gd name="textAreaBottom" fmla="*/ 18003600 h 1800252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87" name="Rectangle 3"/>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88" name="TextBox 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38AB1014-9C23-4D56-AEDF-610BB3810A19}"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89" name="Graphic 5"/>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90" name="Graphic 22"/>
          <p:cNvGrpSpPr/>
          <p:nvPr/>
        </p:nvGrpSpPr>
        <p:grpSpPr>
          <a:xfrm>
            <a:off x="201960" y="6414120"/>
            <a:ext cx="798120" cy="300960"/>
            <a:chOff x="201960" y="6414120"/>
            <a:chExt cx="798120" cy="300960"/>
          </a:xfrm>
        </p:grpSpPr>
        <p:sp>
          <p:nvSpPr>
            <p:cNvPr id="91"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92" name="Freeform 16"/>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93" name="Freeform 1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94" name="PlaceHolder 1"/>
          <p:cNvSpPr>
            <a:spLocks noGrp="1"/>
          </p:cNvSpPr>
          <p:nvPr>
            <p:ph type="title" hasCustomPrompt="1"/>
          </p:nvPr>
        </p:nvSpPr>
        <p:spPr>
          <a:xfrm>
            <a:off x="2395440" y="2361960"/>
            <a:ext cx="9503640" cy="161640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chemeClr val="lt1"/>
                </a:solidFill>
                <a:effectLst/>
                <a:uFillTx/>
                <a:latin typeface="Arial"/>
              </a:defRPr>
            </a:lvl1pPr>
          </a:lstStyle>
          <a:p>
            <a:pPr indent="0" algn="l" defTabSz="914400">
              <a:lnSpc>
                <a:spcPct val="90000"/>
              </a:lnSpc>
              <a:buNone/>
              <a:tabLst>
                <a:tab pos="0" algn="l"/>
              </a:tabLst>
            </a:pPr>
            <a:r>
              <a:rPr lang="en-US" sz="5400" b="1" u="none" strike="noStrike">
                <a:solidFill>
                  <a:schemeClr val="lt1"/>
                </a:solidFill>
                <a:effectLst/>
                <a:uFillTx/>
                <a:latin typeface="Arial"/>
              </a:rPr>
              <a:t>Quote here quote here quote here.</a:t>
            </a:r>
            <a:endParaRPr lang="en-US" sz="5400" b="1" u="none" strike="noStrike">
              <a:solidFill>
                <a:schemeClr val="lt1"/>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ransition Slide Grey Bkgnd Header Bottom">
    <p:bg>
      <p:bgPr>
        <a:solidFill>
          <a:srgbClr val="FFFFFF"/>
        </a:solidFill>
      </p:bgPr>
    </p:bg>
    <p:spTree>
      <p:nvGrpSpPr>
        <p:cNvPr id="1" name=""/>
        <p:cNvGrpSpPr/>
        <p:nvPr/>
      </p:nvGrpSpPr>
      <p:grpSpPr>
        <a:xfrm>
          <a:off x="0" y="0"/>
          <a:ext cx="0" cy="0"/>
          <a:chOff x="0" y="0"/>
          <a:chExt cx="0" cy="0"/>
        </a:xfrm>
      </p:grpSpPr>
      <p:sp>
        <p:nvSpPr>
          <p:cNvPr id="95"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96"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756AF31F-4F50-4577-8A20-C354D0B95ED9}"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97"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98" name="Graphic 22"/>
          <p:cNvGrpSpPr/>
          <p:nvPr/>
        </p:nvGrpSpPr>
        <p:grpSpPr>
          <a:xfrm>
            <a:off x="201960" y="195840"/>
            <a:ext cx="798120" cy="300960"/>
            <a:chOff x="201960" y="195840"/>
            <a:chExt cx="798120" cy="300960"/>
          </a:xfrm>
        </p:grpSpPr>
        <p:sp>
          <p:nvSpPr>
            <p:cNvPr id="99"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100"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01"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02"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103" name="Rectangle 3"/>
          <p:cNvSpPr/>
          <p:nvPr/>
        </p:nvSpPr>
        <p:spPr>
          <a:xfrm>
            <a:off x="0" y="0"/>
            <a:ext cx="12191040" cy="6856920"/>
          </a:xfrm>
          <a:prstGeom prst="rect">
            <a:avLst/>
          </a:prstGeom>
          <a:solidFill>
            <a:srgbClr val="E6E7E8"/>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104" name="Group 2"/>
          <p:cNvGrpSpPr/>
          <p:nvPr/>
        </p:nvGrpSpPr>
        <p:grpSpPr>
          <a:xfrm>
            <a:off x="0" y="6190560"/>
            <a:ext cx="12191040" cy="666360"/>
            <a:chOff x="0" y="6190560"/>
            <a:chExt cx="12191040" cy="666360"/>
          </a:xfrm>
        </p:grpSpPr>
        <p:sp>
          <p:nvSpPr>
            <p:cNvPr id="105" name="Rectangle 5"/>
            <p:cNvSpPr/>
            <p:nvPr/>
          </p:nvSpPr>
          <p:spPr>
            <a:xfrm>
              <a:off x="0" y="619056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106" name="Graphic 22"/>
            <p:cNvGrpSpPr/>
            <p:nvPr/>
          </p:nvGrpSpPr>
          <p:grpSpPr>
            <a:xfrm>
              <a:off x="201960" y="6386400"/>
              <a:ext cx="798120" cy="300960"/>
              <a:chOff x="201960" y="6386400"/>
              <a:chExt cx="798120" cy="300960"/>
            </a:xfrm>
          </p:grpSpPr>
          <p:sp>
            <p:nvSpPr>
              <p:cNvPr id="107" name="Freeform 9"/>
              <p:cNvSpPr/>
              <p:nvPr/>
            </p:nvSpPr>
            <p:spPr>
              <a:xfrm>
                <a:off x="540720" y="638640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108" name="Freeform 18"/>
              <p:cNvSpPr/>
              <p:nvPr/>
            </p:nvSpPr>
            <p:spPr>
              <a:xfrm>
                <a:off x="718920" y="638676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09" name="Freeform 19"/>
              <p:cNvSpPr/>
              <p:nvPr/>
            </p:nvSpPr>
            <p:spPr>
              <a:xfrm>
                <a:off x="201960" y="638640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grpSp>
      <p:sp>
        <p:nvSpPr>
          <p:cNvPr id="110" name="PlaceHolder 1"/>
          <p:cNvSpPr>
            <a:spLocks noGrp="1"/>
          </p:cNvSpPr>
          <p:nvPr>
            <p:ph type="title" hasCustomPrompt="1"/>
          </p:nvPr>
        </p:nvSpPr>
        <p:spPr>
          <a:xfrm>
            <a:off x="296640" y="2361600"/>
            <a:ext cx="11631960" cy="816840"/>
          </a:xfrm>
          <a:prstGeom prst="rect">
            <a:avLst/>
          </a:prstGeom>
          <a:noFill/>
          <a:ln w="0">
            <a:noFill/>
          </a:ln>
        </p:spPr>
        <p:txBody>
          <a:bodyPr lIns="90000" tIns="45000" rIns="90000" bIns="45000" anchor="t">
            <a:normAutofit/>
          </a:bodyPr>
          <a:lstStyle>
            <a:lvl1pPr indent="0" algn="ctr" defTabSz="914400">
              <a:lnSpc>
                <a:spcPct val="90000"/>
              </a:lnSpc>
              <a:buNone/>
              <a:tabLst>
                <a:tab pos="0" algn="l"/>
              </a:tabLst>
              <a:defRPr lang="en-US" sz="4800" b="1" u="none" strike="noStrike">
                <a:solidFill>
                  <a:schemeClr val="dk1"/>
                </a:solidFill>
                <a:effectLst/>
                <a:uFillTx/>
                <a:latin typeface="Arial"/>
              </a:defRPr>
            </a:lvl1pPr>
          </a:lstStyle>
          <a:p>
            <a:pPr indent="0" algn="ctr" defTabSz="914400">
              <a:lnSpc>
                <a:spcPct val="90000"/>
              </a:lnSpc>
              <a:buNone/>
              <a:tabLst>
                <a:tab pos="0" algn="l"/>
              </a:tabLst>
            </a:pPr>
            <a:r>
              <a:rPr lang="en-US" sz="4800" b="1" u="none" strike="noStrike">
                <a:solidFill>
                  <a:schemeClr val="dk1"/>
                </a:solidFill>
                <a:effectLst/>
                <a:uFillTx/>
                <a:latin typeface="Arial"/>
              </a:rPr>
              <a:t>Click to add Transition Header</a:t>
            </a:r>
            <a:endParaRPr lang="en-US" sz="4800" b="1" u="none" strike="noStrike">
              <a:solidFill>
                <a:schemeClr val="dk1"/>
              </a:solidFill>
              <a:effectLst/>
              <a:uFillTx/>
              <a:latin typeface="Arial"/>
            </a:endParaRPr>
          </a:p>
        </p:txBody>
      </p:sp>
      <p:sp>
        <p:nvSpPr>
          <p:cNvPr id="111" name="TextBox 1"/>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599FF139-A28A-4641-8DE7-FA9F20CCE08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12" name="Graphic 10"/>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Section Header or End Slide Option 1">
    <p:bg>
      <p:bgPr>
        <a:solidFill>
          <a:srgbClr val="FFFFFF"/>
        </a:solidFill>
      </p:bgPr>
    </p:bg>
    <p:spTree>
      <p:nvGrpSpPr>
        <p:cNvPr id="1" name=""/>
        <p:cNvGrpSpPr/>
        <p:nvPr/>
      </p:nvGrpSpPr>
      <p:grpSpPr>
        <a:xfrm>
          <a:off x="0" y="0"/>
          <a:ext cx="0" cy="0"/>
          <a:chOff x="0" y="0"/>
          <a:chExt cx="0" cy="0"/>
        </a:xfrm>
      </p:grpSpPr>
      <p:sp>
        <p:nvSpPr>
          <p:cNvPr id="113"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14"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8B18C50A-4F73-4F19-A9E7-112B4486E31D}"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15"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116" name="Graphic 22"/>
          <p:cNvGrpSpPr/>
          <p:nvPr/>
        </p:nvGrpSpPr>
        <p:grpSpPr>
          <a:xfrm>
            <a:off x="201960" y="195840"/>
            <a:ext cx="798120" cy="300960"/>
            <a:chOff x="201960" y="195840"/>
            <a:chExt cx="798120" cy="300960"/>
          </a:xfrm>
        </p:grpSpPr>
        <p:sp>
          <p:nvSpPr>
            <p:cNvPr id="117"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118"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19"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20"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pic>
        <p:nvPicPr>
          <p:cNvPr id="121" name="Picture 3" descr="A group of people walking by a sunflower&#10;&#10;Description automatically generated"/>
          <p:cNvPicPr/>
          <p:nvPr/>
        </p:nvPicPr>
        <p:blipFill>
          <a:blip r:embed="rId4"/>
          <a:stretch/>
        </p:blipFill>
        <p:spPr>
          <a:xfrm>
            <a:off x="0" y="0"/>
            <a:ext cx="12187800" cy="6856920"/>
          </a:xfrm>
          <a:prstGeom prst="rect">
            <a:avLst/>
          </a:prstGeom>
          <a:noFill/>
          <a:ln w="0">
            <a:noFill/>
          </a:ln>
        </p:spPr>
      </p:pic>
      <p:grpSp>
        <p:nvGrpSpPr>
          <p:cNvPr id="122" name="Group 1"/>
          <p:cNvGrpSpPr/>
          <p:nvPr/>
        </p:nvGrpSpPr>
        <p:grpSpPr>
          <a:xfrm>
            <a:off x="0" y="6195960"/>
            <a:ext cx="12191040" cy="666360"/>
            <a:chOff x="0" y="6195960"/>
            <a:chExt cx="12191040" cy="666360"/>
          </a:xfrm>
        </p:grpSpPr>
        <p:sp>
          <p:nvSpPr>
            <p:cNvPr id="123" name="Rectangle 6"/>
            <p:cNvSpPr/>
            <p:nvPr/>
          </p:nvSpPr>
          <p:spPr>
            <a:xfrm>
              <a:off x="0" y="619596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124" name="Graphic 22"/>
            <p:cNvGrpSpPr/>
            <p:nvPr/>
          </p:nvGrpSpPr>
          <p:grpSpPr>
            <a:xfrm>
              <a:off x="201960" y="6391800"/>
              <a:ext cx="798120" cy="300960"/>
              <a:chOff x="201960" y="6391800"/>
              <a:chExt cx="798120" cy="300960"/>
            </a:xfrm>
          </p:grpSpPr>
          <p:sp>
            <p:nvSpPr>
              <p:cNvPr id="125" name="Freeform 15"/>
              <p:cNvSpPr/>
              <p:nvPr/>
            </p:nvSpPr>
            <p:spPr>
              <a:xfrm>
                <a:off x="540720" y="639180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126" name="Freeform 16"/>
              <p:cNvSpPr/>
              <p:nvPr/>
            </p:nvSpPr>
            <p:spPr>
              <a:xfrm>
                <a:off x="718920" y="639216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27" name="Freeform 17"/>
              <p:cNvSpPr/>
              <p:nvPr/>
            </p:nvSpPr>
            <p:spPr>
              <a:xfrm>
                <a:off x="201960" y="639180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grpSp>
      <p:sp>
        <p:nvSpPr>
          <p:cNvPr id="128" name="Rectangle 2"/>
          <p:cNvSpPr/>
          <p:nvPr/>
        </p:nvSpPr>
        <p:spPr>
          <a:xfrm>
            <a:off x="0" y="0"/>
            <a:ext cx="12191040" cy="10616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29" name="PlaceHolder 1"/>
          <p:cNvSpPr>
            <a:spLocks noGrp="1"/>
          </p:cNvSpPr>
          <p:nvPr>
            <p:ph type="title" hasCustomPrompt="1"/>
          </p:nvPr>
        </p:nvSpPr>
        <p:spPr>
          <a:xfrm>
            <a:off x="-6840" y="130320"/>
            <a:ext cx="12201480" cy="931320"/>
          </a:xfrm>
          <a:prstGeom prst="rect">
            <a:avLst/>
          </a:prstGeom>
          <a:noFill/>
          <a:ln w="0">
            <a:noFill/>
          </a:ln>
        </p:spPr>
        <p:txBody>
          <a:bodyPr lIns="90000" tIns="45000" rIns="90000" bIns="45000" anchor="t">
            <a:normAutofit/>
          </a:bodyPr>
          <a:lstStyle>
            <a:lvl1pPr indent="0" algn="ctr" defTabSz="914400">
              <a:lnSpc>
                <a:spcPct val="90000"/>
              </a:lnSpc>
              <a:buNone/>
              <a:tabLst>
                <a:tab pos="0" algn="l"/>
              </a:tabLst>
              <a:defRPr lang="en-US" sz="5400" b="1" u="none" strike="noStrike">
                <a:solidFill>
                  <a:srgbClr val="F86901"/>
                </a:solidFill>
                <a:effectLst/>
                <a:uFillTx/>
                <a:latin typeface="Arial"/>
              </a:defRPr>
            </a:lvl1pPr>
          </a:lstStyle>
          <a:p>
            <a:pPr indent="0" algn="ctr" defTabSz="914400">
              <a:lnSpc>
                <a:spcPct val="90000"/>
              </a:lnSpc>
              <a:buNone/>
              <a:tabLst>
                <a:tab pos="0" algn="l"/>
              </a:tabLst>
            </a:pPr>
            <a:r>
              <a:rPr lang="en-US" sz="5400" b="1" u="none" strike="noStrike">
                <a:solidFill>
                  <a:srgbClr val="F86901"/>
                </a:solidFill>
                <a:effectLst/>
                <a:uFillTx/>
                <a:latin typeface="Arial"/>
              </a:rPr>
              <a:t>Click to add Section Title</a:t>
            </a:r>
            <a:endParaRPr lang="en-US" sz="5400" b="1" u="none" strike="noStrike">
              <a:solidFill>
                <a:srgbClr val="F86901"/>
              </a:solidFill>
              <a:effectLst/>
              <a:uFillTx/>
              <a:latin typeface="Arial"/>
            </a:endParaRPr>
          </a:p>
        </p:txBody>
      </p:sp>
      <p:sp>
        <p:nvSpPr>
          <p:cNvPr id="130" name="TextBox 5"/>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C00FAA3C-8730-4DC1-B3BA-5560018FF768}"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31" name="Graphic 8"/>
          <p:cNvPicPr/>
          <p:nvPr/>
        </p:nvPicPr>
        <p:blipFill>
          <a:blip r:embed="rId5">
            <a:extLst>
              <a:ext uri="{96DAC541-7B7A-43D3-8B79-37D633B846F1}">
                <asvg:svgBlip xmlns:asvg="http://schemas.microsoft.com/office/drawing/2016/SVG/main" r:embed="rId6"/>
              </a:ext>
            </a:extLst>
          </a:blip>
          <a:stretch/>
        </p:blipFill>
        <p:spPr>
          <a:xfrm>
            <a:off x="9069840" y="6459120"/>
            <a:ext cx="2699640" cy="239040"/>
          </a:xfrm>
          <a:prstGeom prst="rect">
            <a:avLst/>
          </a:prstGeom>
          <a:noFill/>
          <a:ln w="0">
            <a:noFill/>
          </a:ln>
        </p:spPr>
      </p:pic>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Option 3">
    <p:bg>
      <p:bgPr>
        <a:solidFill>
          <a:srgbClr val="FFFFFF"/>
        </a:solidFill>
      </p:bgPr>
    </p:bg>
    <p:spTree>
      <p:nvGrpSpPr>
        <p:cNvPr id="1" name=""/>
        <p:cNvGrpSpPr/>
        <p:nvPr/>
      </p:nvGrpSpPr>
      <p:grpSpPr>
        <a:xfrm>
          <a:off x="0" y="0"/>
          <a:ext cx="0" cy="0"/>
          <a:chOff x="0" y="0"/>
          <a:chExt cx="0" cy="0"/>
        </a:xfrm>
      </p:grpSpPr>
      <p:sp>
        <p:nvSpPr>
          <p:cNvPr id="132"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33"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10BCB2C2-5FB7-4647-93AB-C64BA0F43762}"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34"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135" name="Graphic 22"/>
          <p:cNvGrpSpPr/>
          <p:nvPr/>
        </p:nvGrpSpPr>
        <p:grpSpPr>
          <a:xfrm>
            <a:off x="201960" y="195840"/>
            <a:ext cx="798120" cy="300960"/>
            <a:chOff x="201960" y="195840"/>
            <a:chExt cx="798120" cy="300960"/>
          </a:xfrm>
        </p:grpSpPr>
        <p:sp>
          <p:nvSpPr>
            <p:cNvPr id="136"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137"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38"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39"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140" name="Rectangle 15"/>
          <p:cNvSpPr/>
          <p:nvPr/>
        </p:nvSpPr>
        <p:spPr>
          <a:xfrm>
            <a:off x="-7920" y="0"/>
            <a:ext cx="12198600" cy="68569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41" name="Freeform 11"/>
          <p:cNvSpPr/>
          <p:nvPr/>
        </p:nvSpPr>
        <p:spPr>
          <a:xfrm>
            <a:off x="-2093760" y="2347920"/>
            <a:ext cx="7628760" cy="7628760"/>
          </a:xfrm>
          <a:custGeom>
            <a:avLst/>
            <a:gdLst>
              <a:gd name="textAreaLeft" fmla="*/ 0 w 7628760"/>
              <a:gd name="textAreaRight" fmla="*/ 7629840 w 7628760"/>
              <a:gd name="textAreaTop" fmla="*/ 0 h 7628760"/>
              <a:gd name="textAreaBottom" fmla="*/ 7629840 h 762876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chemeClr val="tx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42" name="Freeform 17"/>
          <p:cNvSpPr/>
          <p:nvPr/>
        </p:nvSpPr>
        <p:spPr>
          <a:xfrm>
            <a:off x="-105120" y="241920"/>
            <a:ext cx="12079800" cy="12079800"/>
          </a:xfrm>
          <a:custGeom>
            <a:avLst/>
            <a:gdLst>
              <a:gd name="textAreaLeft" fmla="*/ 0 w 12079800"/>
              <a:gd name="textAreaRight" fmla="*/ 12080880 w 12079800"/>
              <a:gd name="textAreaTop" fmla="*/ 0 h 12079800"/>
              <a:gd name="textAreaBottom" fmla="*/ 12080880 h 1207980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43" name="PlaceHolder 1"/>
          <p:cNvSpPr>
            <a:spLocks noGrp="1"/>
          </p:cNvSpPr>
          <p:nvPr>
            <p:ph type="title" hasCustomPrompt="1"/>
          </p:nvPr>
        </p:nvSpPr>
        <p:spPr>
          <a:xfrm>
            <a:off x="6235920" y="1444320"/>
            <a:ext cx="5193000" cy="2542320"/>
          </a:xfrm>
          <a:prstGeom prst="rect">
            <a:avLst/>
          </a:prstGeom>
          <a:noFill/>
          <a:ln w="0">
            <a:noFill/>
          </a:ln>
        </p:spPr>
        <p:txBody>
          <a:bodyPr lIns="0" tIns="45000" rIns="90000" bIns="45000" anchor="t">
            <a:normAutofit lnSpcReduction="9999"/>
          </a:bodyPr>
          <a:lstStyle>
            <a:lvl1pPr indent="0" algn="r" defTabSz="914400">
              <a:lnSpc>
                <a:spcPct val="90000"/>
              </a:lnSpc>
              <a:buNone/>
              <a:tabLst>
                <a:tab pos="0" algn="l"/>
              </a:tabLst>
              <a:defRPr lang="en-US" sz="6000" b="1" u="none" strike="noStrike">
                <a:solidFill>
                  <a:srgbClr val="F86901"/>
                </a:solidFill>
                <a:effectLst/>
                <a:uFillTx/>
                <a:latin typeface="Arial"/>
              </a:defRPr>
            </a:lvl1pPr>
          </a:lstStyle>
          <a:p>
            <a:pPr indent="0" algn="r" defTabSz="914400">
              <a:lnSpc>
                <a:spcPct val="90000"/>
              </a:lnSpc>
              <a:buNone/>
              <a:tabLst>
                <a:tab pos="0" algn="l"/>
              </a:tabLst>
            </a:pPr>
            <a:r>
              <a:rPr lang="en-US" sz="6000" b="1" u="none" strike="noStrike">
                <a:solidFill>
                  <a:srgbClr val="F86901"/>
                </a:solidFill>
                <a:effectLst/>
                <a:uFillTx/>
                <a:latin typeface="Arial"/>
              </a:rPr>
              <a:t>Click to add</a:t>
            </a:r>
            <a:br>
              <a:rPr sz="6000"/>
            </a:br>
            <a:r>
              <a:rPr lang="en-US" sz="6000" b="1" u="none" strike="noStrike">
                <a:solidFill>
                  <a:srgbClr val="F86901"/>
                </a:solidFill>
                <a:effectLst/>
                <a:uFillTx/>
                <a:latin typeface="Arial"/>
              </a:rPr>
              <a:t>Presentation </a:t>
            </a:r>
            <a:br>
              <a:rPr sz="6000"/>
            </a:br>
            <a:r>
              <a:rPr lang="en-US" sz="6000" b="1" u="none" strike="noStrike">
                <a:solidFill>
                  <a:srgbClr val="F86901"/>
                </a:solidFill>
                <a:effectLst/>
                <a:uFillTx/>
                <a:latin typeface="Arial"/>
              </a:rPr>
              <a:t>Title</a:t>
            </a:r>
            <a:endParaRPr lang="en-US" sz="6000" b="1" u="none" strike="noStrike">
              <a:solidFill>
                <a:srgbClr val="F86901"/>
              </a:solidFill>
              <a:effectLst/>
              <a:uFillTx/>
              <a:latin typeface="Arial"/>
            </a:endParaRPr>
          </a:p>
        </p:txBody>
      </p:sp>
      <p:grpSp>
        <p:nvGrpSpPr>
          <p:cNvPr id="144" name="Graphic 22"/>
          <p:cNvGrpSpPr/>
          <p:nvPr/>
        </p:nvGrpSpPr>
        <p:grpSpPr>
          <a:xfrm>
            <a:off x="326160" y="360360"/>
            <a:ext cx="1693080" cy="639000"/>
            <a:chOff x="326160" y="360360"/>
            <a:chExt cx="1693080" cy="639000"/>
          </a:xfrm>
        </p:grpSpPr>
        <p:sp>
          <p:nvSpPr>
            <p:cNvPr id="145" name="Freeform 7"/>
            <p:cNvSpPr/>
            <p:nvPr/>
          </p:nvSpPr>
          <p:spPr>
            <a:xfrm>
              <a:off x="1044720" y="360360"/>
              <a:ext cx="289800" cy="638640"/>
            </a:xfrm>
            <a:custGeom>
              <a:avLst/>
              <a:gdLst>
                <a:gd name="textAreaLeft" fmla="*/ 0 w 289800"/>
                <a:gd name="textAreaRight" fmla="*/ 290880 w 289800"/>
                <a:gd name="textAreaTop" fmla="*/ 0 h 638640"/>
                <a:gd name="textAreaBottom" fmla="*/ 639720 h 63864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46" name="Freeform 8"/>
            <p:cNvSpPr/>
            <p:nvPr/>
          </p:nvSpPr>
          <p:spPr>
            <a:xfrm>
              <a:off x="1422000" y="361080"/>
              <a:ext cx="597240" cy="638280"/>
            </a:xfrm>
            <a:custGeom>
              <a:avLst/>
              <a:gdLst>
                <a:gd name="textAreaLeft" fmla="*/ 0 w 597240"/>
                <a:gd name="textAreaRight" fmla="*/ 598320 w 597240"/>
                <a:gd name="textAreaTop" fmla="*/ 0 h 638280"/>
                <a:gd name="textAreaBottom" fmla="*/ 639360 h 63828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47" name="Freeform 9"/>
            <p:cNvSpPr/>
            <p:nvPr/>
          </p:nvSpPr>
          <p:spPr>
            <a:xfrm>
              <a:off x="326160" y="360360"/>
              <a:ext cx="633600" cy="638640"/>
            </a:xfrm>
            <a:custGeom>
              <a:avLst/>
              <a:gdLst>
                <a:gd name="textAreaLeft" fmla="*/ 0 w 633600"/>
                <a:gd name="textAreaRight" fmla="*/ 634680 w 633600"/>
                <a:gd name="textAreaTop" fmla="*/ 0 h 638640"/>
                <a:gd name="textAreaBottom" fmla="*/ 639720 h 63864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48" name="Freeform 12"/>
          <p:cNvSpPr/>
          <p:nvPr/>
        </p:nvSpPr>
        <p:spPr>
          <a:xfrm>
            <a:off x="-765000" y="3256920"/>
            <a:ext cx="6719760" cy="6719760"/>
          </a:xfrm>
          <a:custGeom>
            <a:avLst/>
            <a:gdLst>
              <a:gd name="textAreaLeft" fmla="*/ 0 w 6719760"/>
              <a:gd name="textAreaRight" fmla="*/ 6720840 w 6719760"/>
              <a:gd name="textAreaTop" fmla="*/ 0 h 6719760"/>
              <a:gd name="textAreaBottom" fmla="*/ 6720840 h 671976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rgbClr val="E8E8E8"/>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Section Header or End Slide Option 2">
    <p:bg>
      <p:bgPr>
        <a:solidFill>
          <a:srgbClr val="FFFFFF"/>
        </a:solidFill>
      </p:bgPr>
    </p:bg>
    <p:spTree>
      <p:nvGrpSpPr>
        <p:cNvPr id="1" name=""/>
        <p:cNvGrpSpPr/>
        <p:nvPr/>
      </p:nvGrpSpPr>
      <p:grpSpPr>
        <a:xfrm>
          <a:off x="0" y="0"/>
          <a:ext cx="0" cy="0"/>
          <a:chOff x="0" y="0"/>
          <a:chExt cx="0" cy="0"/>
        </a:xfrm>
      </p:grpSpPr>
      <p:sp>
        <p:nvSpPr>
          <p:cNvPr id="149"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50"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A5A48C09-3E5C-487D-9851-10C042D23083}"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51"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152" name="Graphic 22"/>
          <p:cNvGrpSpPr/>
          <p:nvPr/>
        </p:nvGrpSpPr>
        <p:grpSpPr>
          <a:xfrm>
            <a:off x="201960" y="195840"/>
            <a:ext cx="798120" cy="300960"/>
            <a:chOff x="201960" y="195840"/>
            <a:chExt cx="798120" cy="300960"/>
          </a:xfrm>
        </p:grpSpPr>
        <p:sp>
          <p:nvSpPr>
            <p:cNvPr id="153"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154"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55"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56"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pic>
        <p:nvPicPr>
          <p:cNvPr id="157" name="Picture 3" descr="A football field in a city&#10;&#10;Description automatically generated"/>
          <p:cNvPicPr/>
          <p:nvPr/>
        </p:nvPicPr>
        <p:blipFill>
          <a:blip r:embed="rId4"/>
          <a:srcRect l="0" t="0" r="0" b="-2841"/>
          <a:stretch/>
        </p:blipFill>
        <p:spPr>
          <a:xfrm>
            <a:off x="0" y="0"/>
            <a:ext cx="12191040" cy="6912000"/>
          </a:xfrm>
          <a:prstGeom prst="rect">
            <a:avLst/>
          </a:prstGeom>
          <a:noFill/>
          <a:ln w="0">
            <a:noFill/>
          </a:ln>
        </p:spPr>
      </p:pic>
      <p:sp>
        <p:nvSpPr>
          <p:cNvPr id="158" name="Rectangle 5"/>
          <p:cNvSpPr/>
          <p:nvPr/>
        </p:nvSpPr>
        <p:spPr>
          <a:xfrm>
            <a:off x="0" y="0"/>
            <a:ext cx="12191040" cy="10616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59" name="PlaceHolder 1"/>
          <p:cNvSpPr>
            <a:spLocks noGrp="1"/>
          </p:cNvSpPr>
          <p:nvPr>
            <p:ph type="title" hasCustomPrompt="1"/>
          </p:nvPr>
        </p:nvSpPr>
        <p:spPr>
          <a:xfrm>
            <a:off x="-3960" y="194040"/>
            <a:ext cx="12198600" cy="710280"/>
          </a:xfrm>
          <a:prstGeom prst="rect">
            <a:avLst/>
          </a:prstGeom>
          <a:noFill/>
          <a:ln w="0">
            <a:noFill/>
          </a:ln>
        </p:spPr>
        <p:txBody>
          <a:bodyPr lIns="90000" tIns="45000" rIns="90000" bIns="45000" anchor="t">
            <a:normAutofit fontScale="92500" lnSpcReduction="9999"/>
          </a:bodyPr>
          <a:lstStyle>
            <a:lvl1pPr indent="0" algn="ctr" defTabSz="914400">
              <a:lnSpc>
                <a:spcPct val="90000"/>
              </a:lnSpc>
              <a:buNone/>
              <a:tabLst>
                <a:tab pos="0" algn="l"/>
              </a:tabLst>
              <a:defRPr lang="en-US" sz="5400" b="1" u="none" strike="noStrike">
                <a:solidFill>
                  <a:srgbClr val="F86901"/>
                </a:solidFill>
                <a:effectLst/>
                <a:uFillTx/>
                <a:latin typeface="Arial"/>
              </a:defRPr>
            </a:lvl1pPr>
          </a:lstStyle>
          <a:p>
            <a:pPr indent="0" algn="ctr" defTabSz="914400">
              <a:lnSpc>
                <a:spcPct val="90000"/>
              </a:lnSpc>
              <a:buNone/>
              <a:tabLst>
                <a:tab pos="0" algn="l"/>
              </a:tabLst>
            </a:pPr>
            <a:r>
              <a:rPr lang="en-US" sz="5400" b="1" u="none" strike="noStrike">
                <a:solidFill>
                  <a:srgbClr val="F86901"/>
                </a:solidFill>
                <a:effectLst/>
                <a:uFillTx/>
                <a:latin typeface="Arial"/>
              </a:rPr>
              <a:t>Click to add Section Title</a:t>
            </a:r>
            <a:endParaRPr lang="en-US" sz="5400" b="1" u="none" strike="noStrike">
              <a:solidFill>
                <a:srgbClr val="F86901"/>
              </a:solidFill>
              <a:effectLst/>
              <a:uFillTx/>
              <a:latin typeface="Arial"/>
            </a:endParaRPr>
          </a:p>
        </p:txBody>
      </p:sp>
      <p:grpSp>
        <p:nvGrpSpPr>
          <p:cNvPr id="160" name="Group 7"/>
          <p:cNvGrpSpPr/>
          <p:nvPr/>
        </p:nvGrpSpPr>
        <p:grpSpPr>
          <a:xfrm>
            <a:off x="0" y="6195960"/>
            <a:ext cx="12191040" cy="666360"/>
            <a:chOff x="0" y="6195960"/>
            <a:chExt cx="12191040" cy="666360"/>
          </a:xfrm>
        </p:grpSpPr>
        <p:sp>
          <p:nvSpPr>
            <p:cNvPr id="161" name="Rectangle 8"/>
            <p:cNvSpPr/>
            <p:nvPr/>
          </p:nvSpPr>
          <p:spPr>
            <a:xfrm>
              <a:off x="0" y="619596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162" name="Graphic 22"/>
            <p:cNvGrpSpPr/>
            <p:nvPr/>
          </p:nvGrpSpPr>
          <p:grpSpPr>
            <a:xfrm>
              <a:off x="201960" y="6391800"/>
              <a:ext cx="798120" cy="300960"/>
              <a:chOff x="201960" y="6391800"/>
              <a:chExt cx="798120" cy="300960"/>
            </a:xfrm>
          </p:grpSpPr>
          <p:sp>
            <p:nvSpPr>
              <p:cNvPr id="163" name="Freeform 11"/>
              <p:cNvSpPr/>
              <p:nvPr/>
            </p:nvSpPr>
            <p:spPr>
              <a:xfrm>
                <a:off x="540720" y="639180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164" name="Freeform 12"/>
              <p:cNvSpPr/>
              <p:nvPr/>
            </p:nvSpPr>
            <p:spPr>
              <a:xfrm>
                <a:off x="718920" y="639216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65" name="Freeform 13"/>
              <p:cNvSpPr/>
              <p:nvPr/>
            </p:nvSpPr>
            <p:spPr>
              <a:xfrm>
                <a:off x="201960" y="639180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grpSp>
      <p:sp>
        <p:nvSpPr>
          <p:cNvPr id="166" name="TextBox 1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D89F7089-952A-47CA-B22A-FB5370BCE6CD}"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67" name="Graphic 15"/>
          <p:cNvPicPr/>
          <p:nvPr/>
        </p:nvPicPr>
        <p:blipFill>
          <a:blip r:embed="rId5">
            <a:extLst>
              <a:ext uri="{96DAC541-7B7A-43D3-8B79-37D633B846F1}">
                <asvg:svgBlip xmlns:asvg="http://schemas.microsoft.com/office/drawing/2016/SVG/main" r:embed="rId6"/>
              </a:ext>
            </a:extLst>
          </a:blip>
          <a:stretch/>
        </p:blipFill>
        <p:spPr>
          <a:xfrm>
            <a:off x="9069840" y="6459120"/>
            <a:ext cx="2699640" cy="239040"/>
          </a:xfrm>
          <a:prstGeom prst="rect">
            <a:avLst/>
          </a:prstGeom>
          <a:noFill/>
          <a:ln w="0">
            <a:noFill/>
          </a:ln>
        </p:spPr>
      </p:pic>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Section Header or End Slide Option 2">
    <p:bg>
      <p:bgPr>
        <a:solidFill>
          <a:srgbClr val="FFFFFF"/>
        </a:solidFill>
      </p:bgPr>
    </p:bg>
    <p:spTree>
      <p:nvGrpSpPr>
        <p:cNvPr id="1" name=""/>
        <p:cNvGrpSpPr/>
        <p:nvPr/>
      </p:nvGrpSpPr>
      <p:grpSpPr>
        <a:xfrm>
          <a:off x="0" y="0"/>
          <a:ext cx="0" cy="0"/>
          <a:chOff x="0" y="0"/>
          <a:chExt cx="0" cy="0"/>
        </a:xfrm>
      </p:grpSpPr>
      <p:sp>
        <p:nvSpPr>
          <p:cNvPr id="168"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69"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EA19A05D-9A4A-4925-B7E1-5E764850ECFE}"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70"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171" name="Graphic 22"/>
          <p:cNvGrpSpPr/>
          <p:nvPr/>
        </p:nvGrpSpPr>
        <p:grpSpPr>
          <a:xfrm>
            <a:off x="201960" y="195840"/>
            <a:ext cx="798120" cy="300960"/>
            <a:chOff x="201960" y="195840"/>
            <a:chExt cx="798120" cy="300960"/>
          </a:xfrm>
        </p:grpSpPr>
        <p:sp>
          <p:nvSpPr>
            <p:cNvPr id="172"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173"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74"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75"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pic>
        <p:nvPicPr>
          <p:cNvPr id="176" name="Picture 2"/>
          <p:cNvPicPr/>
          <p:nvPr/>
        </p:nvPicPr>
        <p:blipFill>
          <a:blip r:embed="rId4"/>
          <a:stretch/>
        </p:blipFill>
        <p:spPr>
          <a:xfrm>
            <a:off x="-7560" y="0"/>
            <a:ext cx="12202200" cy="6856920"/>
          </a:xfrm>
          <a:prstGeom prst="rect">
            <a:avLst/>
          </a:prstGeom>
          <a:noFill/>
          <a:ln w="0">
            <a:noFill/>
          </a:ln>
        </p:spPr>
      </p:pic>
      <p:sp>
        <p:nvSpPr>
          <p:cNvPr id="177" name="Rectangle 5"/>
          <p:cNvSpPr/>
          <p:nvPr/>
        </p:nvSpPr>
        <p:spPr>
          <a:xfrm>
            <a:off x="0" y="0"/>
            <a:ext cx="12191040" cy="10616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78" name="PlaceHolder 1"/>
          <p:cNvSpPr>
            <a:spLocks noGrp="1"/>
          </p:cNvSpPr>
          <p:nvPr>
            <p:ph type="title" hasCustomPrompt="1"/>
          </p:nvPr>
        </p:nvSpPr>
        <p:spPr>
          <a:xfrm>
            <a:off x="-3960" y="194040"/>
            <a:ext cx="12198600" cy="710280"/>
          </a:xfrm>
          <a:prstGeom prst="rect">
            <a:avLst/>
          </a:prstGeom>
          <a:noFill/>
          <a:ln w="0">
            <a:noFill/>
          </a:ln>
        </p:spPr>
        <p:txBody>
          <a:bodyPr lIns="90000" tIns="45000" rIns="90000" bIns="45000" anchor="t">
            <a:normAutofit fontScale="92500" lnSpcReduction="9999"/>
          </a:bodyPr>
          <a:lstStyle>
            <a:lvl1pPr indent="0" algn="ctr" defTabSz="914400">
              <a:lnSpc>
                <a:spcPct val="90000"/>
              </a:lnSpc>
              <a:buNone/>
              <a:tabLst>
                <a:tab pos="0" algn="l"/>
              </a:tabLst>
              <a:defRPr lang="en-US" sz="5400" b="1" u="none" strike="noStrike">
                <a:solidFill>
                  <a:srgbClr val="F86901"/>
                </a:solidFill>
                <a:effectLst/>
                <a:uFillTx/>
                <a:latin typeface="Arial"/>
              </a:defRPr>
            </a:lvl1pPr>
          </a:lstStyle>
          <a:p>
            <a:pPr indent="0" algn="ctr" defTabSz="914400">
              <a:lnSpc>
                <a:spcPct val="90000"/>
              </a:lnSpc>
              <a:buNone/>
              <a:tabLst>
                <a:tab pos="0" algn="l"/>
              </a:tabLst>
            </a:pPr>
            <a:r>
              <a:rPr lang="en-US" sz="5400" b="1" u="none" strike="noStrike">
                <a:solidFill>
                  <a:srgbClr val="F86901"/>
                </a:solidFill>
                <a:effectLst/>
                <a:uFillTx/>
                <a:latin typeface="Arial"/>
              </a:rPr>
              <a:t>Click to add Section Title</a:t>
            </a:r>
            <a:endParaRPr lang="en-US" sz="5400" b="1" u="none" strike="noStrike">
              <a:solidFill>
                <a:srgbClr val="F86901"/>
              </a:solidFill>
              <a:effectLst/>
              <a:uFillTx/>
              <a:latin typeface="Arial"/>
            </a:endParaRPr>
          </a:p>
        </p:txBody>
      </p:sp>
      <p:grpSp>
        <p:nvGrpSpPr>
          <p:cNvPr id="179" name="Group 7"/>
          <p:cNvGrpSpPr/>
          <p:nvPr/>
        </p:nvGrpSpPr>
        <p:grpSpPr>
          <a:xfrm>
            <a:off x="0" y="6195960"/>
            <a:ext cx="12191040" cy="666360"/>
            <a:chOff x="0" y="6195960"/>
            <a:chExt cx="12191040" cy="666360"/>
          </a:xfrm>
        </p:grpSpPr>
        <p:sp>
          <p:nvSpPr>
            <p:cNvPr id="180" name="Rectangle 8"/>
            <p:cNvSpPr/>
            <p:nvPr/>
          </p:nvSpPr>
          <p:spPr>
            <a:xfrm>
              <a:off x="0" y="619596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181" name="Graphic 22"/>
            <p:cNvGrpSpPr/>
            <p:nvPr/>
          </p:nvGrpSpPr>
          <p:grpSpPr>
            <a:xfrm>
              <a:off x="201960" y="6391800"/>
              <a:ext cx="798120" cy="300960"/>
              <a:chOff x="201960" y="6391800"/>
              <a:chExt cx="798120" cy="300960"/>
            </a:xfrm>
          </p:grpSpPr>
          <p:sp>
            <p:nvSpPr>
              <p:cNvPr id="182" name="Freeform 11"/>
              <p:cNvSpPr/>
              <p:nvPr/>
            </p:nvSpPr>
            <p:spPr>
              <a:xfrm>
                <a:off x="540720" y="639180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183" name="Freeform 12"/>
              <p:cNvSpPr/>
              <p:nvPr/>
            </p:nvSpPr>
            <p:spPr>
              <a:xfrm>
                <a:off x="718920" y="639216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84" name="Freeform 13"/>
              <p:cNvSpPr/>
              <p:nvPr/>
            </p:nvSpPr>
            <p:spPr>
              <a:xfrm>
                <a:off x="201960" y="639180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grpSp>
      <p:sp>
        <p:nvSpPr>
          <p:cNvPr id="185" name="TextBox 1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939EF724-1286-490C-BEF5-BE9B5D9F31E4}"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86" name="Graphic 15"/>
          <p:cNvPicPr/>
          <p:nvPr/>
        </p:nvPicPr>
        <p:blipFill>
          <a:blip r:embed="rId5">
            <a:extLst>
              <a:ext uri="{96DAC541-7B7A-43D3-8B79-37D633B846F1}">
                <asvg:svgBlip xmlns:asvg="http://schemas.microsoft.com/office/drawing/2016/SVG/main" r:embed="rId6"/>
              </a:ext>
            </a:extLst>
          </a:blip>
          <a:stretch/>
        </p:blipFill>
        <p:spPr>
          <a:xfrm>
            <a:off x="9069840" y="6459120"/>
            <a:ext cx="2699640" cy="239040"/>
          </a:xfrm>
          <a:prstGeom prst="rect">
            <a:avLst/>
          </a:prstGeom>
          <a:noFill/>
          <a:ln w="0">
            <a:noFill/>
          </a:ln>
        </p:spPr>
      </p:pic>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1 Header Bottom">
    <p:bg>
      <p:bgPr>
        <a:solidFill>
          <a:srgbClr val="FFFFFF"/>
        </a:solidFill>
      </p:bgPr>
    </p:bg>
    <p:spTree>
      <p:nvGrpSpPr>
        <p:cNvPr id="1" name=""/>
        <p:cNvGrpSpPr/>
        <p:nvPr/>
      </p:nvGrpSpPr>
      <p:grpSpPr>
        <a:xfrm>
          <a:off x="0" y="0"/>
          <a:ext cx="0" cy="0"/>
          <a:chOff x="0" y="0"/>
          <a:chExt cx="0" cy="0"/>
        </a:xfrm>
      </p:grpSpPr>
      <p:sp>
        <p:nvSpPr>
          <p:cNvPr id="187"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88"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3031FB20-00D6-485D-BBF3-111C0CB8C65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89"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190" name="Graphic 22"/>
          <p:cNvGrpSpPr/>
          <p:nvPr/>
        </p:nvGrpSpPr>
        <p:grpSpPr>
          <a:xfrm>
            <a:off x="201960" y="195840"/>
            <a:ext cx="798120" cy="300960"/>
            <a:chOff x="201960" y="195840"/>
            <a:chExt cx="798120" cy="300960"/>
          </a:xfrm>
        </p:grpSpPr>
        <p:sp>
          <p:nvSpPr>
            <p:cNvPr id="191"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192"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93"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94"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195" name="Rectangle 20"/>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96" name="PlaceHolder 1"/>
          <p:cNvSpPr>
            <a:spLocks noGrp="1"/>
          </p:cNvSpPr>
          <p:nvPr>
            <p:ph type="body" hasCustomPrompt="1"/>
          </p:nvPr>
        </p:nvSpPr>
        <p:spPr>
          <a:xfrm>
            <a:off x="744840" y="709560"/>
            <a:ext cx="3504960" cy="3543480"/>
          </a:xfrm>
          <a:prstGeom prst="rect">
            <a:avLst/>
          </a:prstGeom>
          <a:solidFill>
            <a:schemeClr val="lt1">
              <a:lumMod val="7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197" name="Freeform 1"/>
          <p:cNvSpPr/>
          <p:nvPr/>
        </p:nvSpPr>
        <p:spPr>
          <a:xfrm>
            <a:off x="-1776600" y="586080"/>
            <a:ext cx="6206400" cy="10047600"/>
          </a:xfrm>
          <a:custGeom>
            <a:avLst/>
            <a:gdLst>
              <a:gd name="textAreaLeft" fmla="*/ 0 w 6206400"/>
              <a:gd name="textAreaRight" fmla="*/ 6207480 w 6206400"/>
              <a:gd name="textAreaTop" fmla="*/ 0 h 10047600"/>
              <a:gd name="textAreaBottom" fmla="*/ 10048680 h 10047600"/>
              <a:gd name="GluePoint1X" fmla="*/ 283845 w 690181"/>
              <a:gd name="GluePoint1Y" fmla="*/ 28575 h 1117282"/>
              <a:gd name="GluePoint2X" fmla="*/ 662845 w 690181"/>
              <a:gd name="GluePoint2Y" fmla="*/ 28575 h 1117282"/>
              <a:gd name="GluePoint3X" fmla="*/ 662845 w 690181"/>
              <a:gd name="GluePoint3Y" fmla="*/ 409003 h 1117282"/>
              <a:gd name="GluePoint4X" fmla="*/ 283845 w 690181"/>
              <a:gd name="GluePoint4Y" fmla="*/ 409003 h 1117282"/>
              <a:gd name="GluePoint5X" fmla="*/ 283845 w 690181"/>
              <a:gd name="GluePoint5Y" fmla="*/ 28575 h 1117282"/>
              <a:gd name="GluePoint6X" fmla="*/ 268319 w 690181"/>
              <a:gd name="GluePoint6Y" fmla="*/ 0 h 1117282"/>
              <a:gd name="GluePoint7X" fmla="*/ 0 w 690181"/>
              <a:gd name="GluePoint7Y" fmla="*/ 271748 h 1117282"/>
              <a:gd name="GluePoint8X" fmla="*/ 0 w 690181"/>
              <a:gd name="GluePoint8Y" fmla="*/ 1117283 h 1117282"/>
              <a:gd name="GluePoint9X" fmla="*/ 690181 w 690181"/>
              <a:gd name="GluePoint9Y" fmla="*/ 421196 h 1117282"/>
              <a:gd name="GluePoint10X" fmla="*/ 690086 w 690181"/>
              <a:gd name="GluePoint10Y" fmla="*/ 952 h 1117282"/>
              <a:gd name="GluePoint11X" fmla="*/ 268319 w 690181"/>
              <a:gd name="GluePoint11Y" fmla="*/ 0 h 111728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Lst>
            <a:rect l="textAreaLeft" t="textAreaTop" r="textAreaRight" b="textAreaBottom"/>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E6E7E8"/>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98" name="Rectangle 2"/>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99" name="TextBox 3"/>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5E5B9323-F200-469A-B92E-19C61619C01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00" name="Graphic 4"/>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201" name="Graphic 22"/>
          <p:cNvGrpSpPr/>
          <p:nvPr/>
        </p:nvGrpSpPr>
        <p:grpSpPr>
          <a:xfrm>
            <a:off x="201960" y="6414120"/>
            <a:ext cx="798120" cy="300960"/>
            <a:chOff x="201960" y="6414120"/>
            <a:chExt cx="798120" cy="300960"/>
          </a:xfrm>
        </p:grpSpPr>
        <p:sp>
          <p:nvSpPr>
            <p:cNvPr id="202"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03" name="Freeform 8"/>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04" name="Freeform 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05" name="PlaceHolder 2"/>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Arial"/>
              </a:defRPr>
            </a:lvl1pPr>
          </a:lstStyle>
          <a:p>
            <a:pPr indent="0" algn="l">
              <a:lnSpc>
                <a:spcPct val="100000"/>
              </a:lnSpc>
              <a:buNone/>
              <a:tabLst>
                <a:tab pos="0" algn="l"/>
              </a:tabLst>
            </a:pPr>
            <a:r>
              <a:rPr lang="en-US" sz="1800" b="0" u="none" strike="noStrike">
                <a:solidFill>
                  <a:schemeClr val="dk1"/>
                </a:solidFill>
                <a:effectLst/>
                <a:uFillTx/>
                <a:latin typeface="Arial"/>
              </a:rPr>
              <a:t>Click to edit the title text format</a:t>
            </a:r>
            <a:endParaRPr lang="en-US" sz="1800" b="0" u="none" strike="noStrike">
              <a:solidFill>
                <a:schemeClr val="dk1"/>
              </a:solidFill>
              <a:effectLst/>
              <a:uFillTx/>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1 Header Bottom Reference">
    <p:bg>
      <p:bgPr>
        <a:solidFill>
          <a:srgbClr val="FFFFFF"/>
        </a:solidFill>
      </p:bgPr>
    </p:bg>
    <p:spTree>
      <p:nvGrpSpPr>
        <p:cNvPr id="1" name=""/>
        <p:cNvGrpSpPr/>
        <p:nvPr/>
      </p:nvGrpSpPr>
      <p:grpSpPr>
        <a:xfrm>
          <a:off x="0" y="0"/>
          <a:ext cx="0" cy="0"/>
          <a:chOff x="0" y="0"/>
          <a:chExt cx="0" cy="0"/>
        </a:xfrm>
      </p:grpSpPr>
      <p:sp>
        <p:nvSpPr>
          <p:cNvPr id="206"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07"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B48A3528-26BF-424D-B1FE-DDB59851D127}"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08"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209" name="Graphic 22"/>
          <p:cNvGrpSpPr/>
          <p:nvPr/>
        </p:nvGrpSpPr>
        <p:grpSpPr>
          <a:xfrm>
            <a:off x="201960" y="195840"/>
            <a:ext cx="798120" cy="300960"/>
            <a:chOff x="201960" y="195840"/>
            <a:chExt cx="798120" cy="300960"/>
          </a:xfrm>
        </p:grpSpPr>
        <p:sp>
          <p:nvSpPr>
            <p:cNvPr id="210"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11"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12"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13"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214" name="Rectangle 20"/>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15" name="PlaceHolder 1"/>
          <p:cNvSpPr>
            <a:spLocks noGrp="1"/>
          </p:cNvSpPr>
          <p:nvPr>
            <p:ph type="body" hasCustomPrompt="1"/>
          </p:nvPr>
        </p:nvSpPr>
        <p:spPr>
          <a:xfrm>
            <a:off x="744840" y="709560"/>
            <a:ext cx="3504960" cy="3543480"/>
          </a:xfrm>
          <a:prstGeom prst="rect">
            <a:avLst/>
          </a:prstGeom>
          <a:solidFill>
            <a:schemeClr val="lt1">
              <a:lumMod val="7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1" u="none" strike="noStrike">
              <a:solidFill>
                <a:srgbClr val="F86901"/>
              </a:solidFill>
              <a:effectLst/>
              <a:uFillTx/>
              <a:latin typeface="Arial"/>
            </a:endParaRPr>
          </a:p>
        </p:txBody>
      </p:sp>
      <p:sp>
        <p:nvSpPr>
          <p:cNvPr id="216" name="Freeform 1"/>
          <p:cNvSpPr/>
          <p:nvPr/>
        </p:nvSpPr>
        <p:spPr>
          <a:xfrm>
            <a:off x="-1776600" y="568800"/>
            <a:ext cx="6206400" cy="10047600"/>
          </a:xfrm>
          <a:custGeom>
            <a:avLst/>
            <a:gdLst>
              <a:gd name="textAreaLeft" fmla="*/ 0 w 6206400"/>
              <a:gd name="textAreaRight" fmla="*/ 6207480 w 6206400"/>
              <a:gd name="textAreaTop" fmla="*/ 0 h 10047600"/>
              <a:gd name="textAreaBottom" fmla="*/ 10048680 h 10047600"/>
              <a:gd name="GluePoint1X" fmla="*/ 283845 w 690181"/>
              <a:gd name="GluePoint1Y" fmla="*/ 28575 h 1117282"/>
              <a:gd name="GluePoint2X" fmla="*/ 662845 w 690181"/>
              <a:gd name="GluePoint2Y" fmla="*/ 28575 h 1117282"/>
              <a:gd name="GluePoint3X" fmla="*/ 662845 w 690181"/>
              <a:gd name="GluePoint3Y" fmla="*/ 409003 h 1117282"/>
              <a:gd name="GluePoint4X" fmla="*/ 283845 w 690181"/>
              <a:gd name="GluePoint4Y" fmla="*/ 409003 h 1117282"/>
              <a:gd name="GluePoint5X" fmla="*/ 283845 w 690181"/>
              <a:gd name="GluePoint5Y" fmla="*/ 28575 h 1117282"/>
              <a:gd name="GluePoint6X" fmla="*/ 268319 w 690181"/>
              <a:gd name="GluePoint6Y" fmla="*/ 0 h 1117282"/>
              <a:gd name="GluePoint7X" fmla="*/ 0 w 690181"/>
              <a:gd name="GluePoint7Y" fmla="*/ 271748 h 1117282"/>
              <a:gd name="GluePoint8X" fmla="*/ 0 w 690181"/>
              <a:gd name="GluePoint8Y" fmla="*/ 1117283 h 1117282"/>
              <a:gd name="GluePoint9X" fmla="*/ 690181 w 690181"/>
              <a:gd name="GluePoint9Y" fmla="*/ 421196 h 1117282"/>
              <a:gd name="GluePoint10X" fmla="*/ 690086 w 690181"/>
              <a:gd name="GluePoint10Y" fmla="*/ 952 h 1117282"/>
              <a:gd name="GluePoint11X" fmla="*/ 268319 w 690181"/>
              <a:gd name="GluePoint11Y" fmla="*/ 0 h 111728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Lst>
            <a:rect l="textAreaLeft" t="textAreaTop" r="textAreaRight" b="textAreaBottom"/>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E8E8E8"/>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17" name="Rectangle 2"/>
          <p:cNvSpPr/>
          <p:nvPr/>
        </p:nvSpPr>
        <p:spPr>
          <a:xfrm>
            <a:off x="0" y="6218280"/>
            <a:ext cx="12191040" cy="64548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18" name="TextBox 3"/>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F9FE78A8-7708-4C32-95DF-CF2D4D83A062}"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19" name="Graphic 4"/>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220" name="Graphic 22"/>
          <p:cNvGrpSpPr/>
          <p:nvPr/>
        </p:nvGrpSpPr>
        <p:grpSpPr>
          <a:xfrm>
            <a:off x="201960" y="6414120"/>
            <a:ext cx="798120" cy="300960"/>
            <a:chOff x="201960" y="6414120"/>
            <a:chExt cx="798120" cy="300960"/>
          </a:xfrm>
        </p:grpSpPr>
        <p:sp>
          <p:nvSpPr>
            <p:cNvPr id="221"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22" name="Freeform 8"/>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23" name="Freeform 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24" name="PlaceHolder 2"/>
          <p:cNvSpPr>
            <a:spLocks noGrp="1"/>
          </p:cNvSpPr>
          <p:nvPr>
            <p:ph type="body"/>
          </p:nvPr>
        </p:nvSpPr>
        <p:spPr>
          <a:xfrm>
            <a:off x="4626360" y="1981800"/>
            <a:ext cx="7444440" cy="20415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tabLst>
                <a:tab pos="0" algn="l"/>
              </a:tabLst>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tabLst>
                <a:tab pos="0" algn="l"/>
              </a:tabLst>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tabLst>
                <a:tab pos="0" algn="l"/>
              </a:tabLst>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tabLst>
                <a:tab pos="0" algn="l"/>
              </a:tabLst>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tabLst>
                <a:tab pos="0" algn="l"/>
              </a:tabLst>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tabLst>
                <a:tab pos="0" algn="l"/>
              </a:tabLst>
            </a:pPr>
            <a:r>
              <a:rPr lang="en-US" sz="2200" b="0" u="none" strike="noStrike">
                <a:solidFill>
                  <a:schemeClr val="dk1"/>
                </a:solidFill>
                <a:effectLst/>
                <a:uFillTx/>
                <a:latin typeface="Arial"/>
              </a:rPr>
              <a:t>Click to edit Master text styles</a:t>
            </a:r>
            <a:endParaRPr lang="en-US" sz="2200" b="1" u="none" strike="noStrike">
              <a:solidFill>
                <a:srgbClr val="F86901"/>
              </a:solidFill>
              <a:effectLst/>
              <a:uFillTx/>
              <a:latin typeface="Arial"/>
            </a:endParaRPr>
          </a:p>
          <a:p>
            <a:pPr marL="685800" lvl="1" indent="-228600" algn="l" defTabSz="914400">
              <a:lnSpc>
                <a:spcPct val="90000"/>
              </a:lnSpc>
              <a:spcBef>
                <a:spcPts val="499"/>
              </a:spcBef>
              <a:buClr>
                <a:srgbClr val="F86901"/>
              </a:buClr>
              <a:buFont typeface="Wingdings" charset="2"/>
              <a:buChar char=""/>
              <a:tabLst>
                <a:tab pos="0" algn="l"/>
              </a:tabLst>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tabLst>
                <a:tab pos="0" algn="l"/>
              </a:tabLst>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tabLst>
                <a:tab pos="0" algn="l"/>
              </a:tabLst>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tabLst>
                <a:tab pos="0" algn="l"/>
              </a:tabLst>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225" name="PlaceHolder 3"/>
          <p:cNvSpPr>
            <a:spLocks noGrp="1"/>
          </p:cNvSpPr>
          <p:nvPr>
            <p:ph type="title" hasCustomPrompt="1"/>
          </p:nvPr>
        </p:nvSpPr>
        <p:spPr>
          <a:xfrm>
            <a:off x="4588200" y="786960"/>
            <a:ext cx="7482960" cy="564840"/>
          </a:xfrm>
          <a:prstGeom prst="rect">
            <a:avLst/>
          </a:prstGeom>
          <a:noFill/>
          <a:ln w="0">
            <a:noFill/>
          </a:ln>
        </p:spPr>
        <p:txBody>
          <a:bodyPr lIns="91440" tIns="45720" rIns="91440" bIns="45720" anchor="ctr">
            <a:normAutofit fontScale="85000"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for Main Header</a:t>
            </a:r>
            <a:endParaRPr lang="en-US" sz="4400" b="1" u="none" strike="noStrike">
              <a:solidFill>
                <a:schemeClr val="dk1"/>
              </a:solidFill>
              <a:effectLst/>
              <a:uFillTx/>
              <a:latin typeface="Arial"/>
            </a:endParaRPr>
          </a:p>
        </p:txBody>
      </p:sp>
      <p:sp>
        <p:nvSpPr>
          <p:cNvPr id="226" name="PlaceHolder 4"/>
          <p:cNvSpPr>
            <a:spLocks noGrp="1"/>
          </p:cNvSpPr>
          <p:nvPr>
            <p:ph type="body" hasCustomPrompt="1"/>
          </p:nvPr>
        </p:nvSpPr>
        <p:spPr>
          <a:xfrm>
            <a:off x="4626360" y="1408320"/>
            <a:ext cx="7444440" cy="49896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32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3200" b="1" u="none" strike="noStrike">
                <a:solidFill>
                  <a:srgbClr val="F86901"/>
                </a:solidFill>
                <a:effectLst/>
                <a:uFillTx/>
                <a:latin typeface="Arial"/>
              </a:rPr>
              <a:t>Click to add subhead</a:t>
            </a:r>
            <a:endParaRPr lang="en-US" sz="3200" b="1" u="none" strike="noStrike">
              <a:solidFill>
                <a:srgbClr val="F86901"/>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4 Header Bottom">
    <p:bg>
      <p:bgPr>
        <a:solidFill>
          <a:srgbClr val="FFFFFF"/>
        </a:solidFill>
      </p:bgPr>
    </p:bg>
    <p:spTree>
      <p:nvGrpSpPr>
        <p:cNvPr id="1" name=""/>
        <p:cNvGrpSpPr/>
        <p:nvPr/>
      </p:nvGrpSpPr>
      <p:grpSpPr>
        <a:xfrm>
          <a:off x="0" y="0"/>
          <a:ext cx="0" cy="0"/>
          <a:chOff x="0" y="0"/>
          <a:chExt cx="0" cy="0"/>
        </a:xfrm>
      </p:grpSpPr>
      <p:sp>
        <p:nvSpPr>
          <p:cNvPr id="227"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28"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4B7463A6-48EF-4916-8715-D769543E6FB9}"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29"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230" name="Graphic 22"/>
          <p:cNvGrpSpPr/>
          <p:nvPr/>
        </p:nvGrpSpPr>
        <p:grpSpPr>
          <a:xfrm>
            <a:off x="201960" y="195840"/>
            <a:ext cx="798120" cy="300960"/>
            <a:chOff x="201960" y="195840"/>
            <a:chExt cx="798120" cy="300960"/>
          </a:xfrm>
        </p:grpSpPr>
        <p:sp>
          <p:nvSpPr>
            <p:cNvPr id="231"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32"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33"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34"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235" name="Rectangle 12"/>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36" name="PlaceHolder 1"/>
          <p:cNvSpPr>
            <a:spLocks noGrp="1"/>
          </p:cNvSpPr>
          <p:nvPr>
            <p:ph type="body" hasCustomPrompt="1"/>
          </p:nvPr>
        </p:nvSpPr>
        <p:spPr>
          <a:xfrm>
            <a:off x="4000680" y="434160"/>
            <a:ext cx="7860240" cy="5348880"/>
          </a:xfrm>
          <a:prstGeom prst="rect">
            <a:avLst/>
          </a:prstGeom>
          <a:solidFill>
            <a:schemeClr val="lt1">
              <a:lumMod val="95000"/>
            </a:schemeClr>
          </a:solid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237" name="PlaceHolder 2"/>
          <p:cNvSpPr>
            <a:spLocks noGrp="1"/>
          </p:cNvSpPr>
          <p:nvPr>
            <p:ph type="title" hasCustomPrompt="1"/>
          </p:nvPr>
        </p:nvSpPr>
        <p:spPr>
          <a:xfrm>
            <a:off x="386640" y="434160"/>
            <a:ext cx="3327840" cy="1209600"/>
          </a:xfrm>
          <a:prstGeom prst="rect">
            <a:avLst/>
          </a:prstGeom>
          <a:noFill/>
          <a:ln w="0">
            <a:noFill/>
          </a:ln>
        </p:spPr>
        <p:txBody>
          <a:bodyPr lIns="0" tIns="0" rIns="0" bIns="0" anchor="t">
            <a:normAutofit/>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
        <p:nvSpPr>
          <p:cNvPr id="238" name="Rectangle 14"/>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39" name="TextBox 15"/>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08E7EB0B-6B17-4928-A7D2-3F8B18964AF8}"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40" name="Graphic 16"/>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241" name="Graphic 22"/>
          <p:cNvGrpSpPr/>
          <p:nvPr/>
        </p:nvGrpSpPr>
        <p:grpSpPr>
          <a:xfrm>
            <a:off x="201960" y="6414120"/>
            <a:ext cx="798120" cy="300960"/>
            <a:chOff x="201960" y="6414120"/>
            <a:chExt cx="798120" cy="300960"/>
          </a:xfrm>
        </p:grpSpPr>
        <p:sp>
          <p:nvSpPr>
            <p:cNvPr id="242" name="Freeform 18"/>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43" name="Freeform 19"/>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44" name="Freeform 20"/>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Layout 1 Header Bottom">
    <p:bg>
      <p:bgPr>
        <a:solidFill>
          <a:srgbClr val="FFFFFF"/>
        </a:solidFill>
      </p:bgPr>
    </p:bg>
    <p:spTree>
      <p:nvGrpSpPr>
        <p:cNvPr id="1" name=""/>
        <p:cNvGrpSpPr/>
        <p:nvPr/>
      </p:nvGrpSpPr>
      <p:grpSpPr>
        <a:xfrm>
          <a:off x="0" y="0"/>
          <a:ext cx="0" cy="0"/>
          <a:chOff x="0" y="0"/>
          <a:chExt cx="0" cy="0"/>
        </a:xfrm>
      </p:grpSpPr>
      <p:sp>
        <p:nvSpPr>
          <p:cNvPr id="245"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46"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E7B4E652-086C-4488-8CDF-ABB786FBDDEE}"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47"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248" name="Graphic 22"/>
          <p:cNvGrpSpPr/>
          <p:nvPr/>
        </p:nvGrpSpPr>
        <p:grpSpPr>
          <a:xfrm>
            <a:off x="201960" y="195840"/>
            <a:ext cx="798120" cy="300960"/>
            <a:chOff x="201960" y="195840"/>
            <a:chExt cx="798120" cy="300960"/>
          </a:xfrm>
        </p:grpSpPr>
        <p:sp>
          <p:nvSpPr>
            <p:cNvPr id="249"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50"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51"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52"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253" name="Rectangle 12"/>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54" name="PlaceHolder 1"/>
          <p:cNvSpPr>
            <a:spLocks noGrp="1"/>
          </p:cNvSpPr>
          <p:nvPr>
            <p:ph type="body" hasCustomPrompt="1"/>
          </p:nvPr>
        </p:nvSpPr>
        <p:spPr>
          <a:xfrm>
            <a:off x="744840" y="709560"/>
            <a:ext cx="3504960" cy="3543480"/>
          </a:xfrm>
          <a:prstGeom prst="rect">
            <a:avLst/>
          </a:prstGeom>
          <a:solidFill>
            <a:schemeClr val="lt1">
              <a:lumMod val="7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255" name="Freeform 1"/>
          <p:cNvSpPr/>
          <p:nvPr/>
        </p:nvSpPr>
        <p:spPr>
          <a:xfrm>
            <a:off x="-1776600" y="579600"/>
            <a:ext cx="6206400" cy="10047600"/>
          </a:xfrm>
          <a:custGeom>
            <a:avLst/>
            <a:gdLst>
              <a:gd name="textAreaLeft" fmla="*/ 0 w 6206400"/>
              <a:gd name="textAreaRight" fmla="*/ 6207480 w 6206400"/>
              <a:gd name="textAreaTop" fmla="*/ 0 h 10047600"/>
              <a:gd name="textAreaBottom" fmla="*/ 10048680 h 10047600"/>
              <a:gd name="GluePoint1X" fmla="*/ 283845 w 690181"/>
              <a:gd name="GluePoint1Y" fmla="*/ 28575 h 1117282"/>
              <a:gd name="GluePoint2X" fmla="*/ 662845 w 690181"/>
              <a:gd name="GluePoint2Y" fmla="*/ 28575 h 1117282"/>
              <a:gd name="GluePoint3X" fmla="*/ 662845 w 690181"/>
              <a:gd name="GluePoint3Y" fmla="*/ 409003 h 1117282"/>
              <a:gd name="GluePoint4X" fmla="*/ 283845 w 690181"/>
              <a:gd name="GluePoint4Y" fmla="*/ 409003 h 1117282"/>
              <a:gd name="GluePoint5X" fmla="*/ 283845 w 690181"/>
              <a:gd name="GluePoint5Y" fmla="*/ 28575 h 1117282"/>
              <a:gd name="GluePoint6X" fmla="*/ 268319 w 690181"/>
              <a:gd name="GluePoint6Y" fmla="*/ 0 h 1117282"/>
              <a:gd name="GluePoint7X" fmla="*/ 0 w 690181"/>
              <a:gd name="GluePoint7Y" fmla="*/ 271748 h 1117282"/>
              <a:gd name="GluePoint8X" fmla="*/ 0 w 690181"/>
              <a:gd name="GluePoint8Y" fmla="*/ 1117283 h 1117282"/>
              <a:gd name="GluePoint9X" fmla="*/ 690181 w 690181"/>
              <a:gd name="GluePoint9Y" fmla="*/ 421196 h 1117282"/>
              <a:gd name="GluePoint10X" fmla="*/ 690086 w 690181"/>
              <a:gd name="GluePoint10Y" fmla="*/ 952 h 1117282"/>
              <a:gd name="GluePoint11X" fmla="*/ 268319 w 690181"/>
              <a:gd name="GluePoint11Y" fmla="*/ 0 h 111728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Lst>
            <a:rect l="textAreaLeft" t="textAreaTop" r="textAreaRight" b="textAreaBottom"/>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56" name="Rectangle 2"/>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57" name="TextBox 3"/>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B374D4CC-A2BA-4D4F-BF74-463B9C75DC3A}"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58" name="Graphic 4"/>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259" name="Graphic 22"/>
          <p:cNvGrpSpPr/>
          <p:nvPr/>
        </p:nvGrpSpPr>
        <p:grpSpPr>
          <a:xfrm>
            <a:off x="201960" y="6414120"/>
            <a:ext cx="798120" cy="300960"/>
            <a:chOff x="201960" y="6414120"/>
            <a:chExt cx="798120" cy="300960"/>
          </a:xfrm>
        </p:grpSpPr>
        <p:sp>
          <p:nvSpPr>
            <p:cNvPr id="260"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61" name="Freeform 8"/>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62" name="Freeform 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Layout 1 Header Bottom Reference">
    <p:bg>
      <p:bgPr>
        <a:solidFill>
          <a:srgbClr val="FFFFFF"/>
        </a:solidFill>
      </p:bgPr>
    </p:bg>
    <p:spTree>
      <p:nvGrpSpPr>
        <p:cNvPr id="1" name=""/>
        <p:cNvGrpSpPr/>
        <p:nvPr/>
      </p:nvGrpSpPr>
      <p:grpSpPr>
        <a:xfrm>
          <a:off x="0" y="0"/>
          <a:ext cx="0" cy="0"/>
          <a:chOff x="0" y="0"/>
          <a:chExt cx="0" cy="0"/>
        </a:xfrm>
      </p:grpSpPr>
      <p:sp>
        <p:nvSpPr>
          <p:cNvPr id="263"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64"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26F814EE-CAAC-47AC-B35D-3CF6F0C4EC9F}"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65"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266" name="Graphic 22"/>
          <p:cNvGrpSpPr/>
          <p:nvPr/>
        </p:nvGrpSpPr>
        <p:grpSpPr>
          <a:xfrm>
            <a:off x="201960" y="195840"/>
            <a:ext cx="798120" cy="300960"/>
            <a:chOff x="201960" y="195840"/>
            <a:chExt cx="798120" cy="300960"/>
          </a:xfrm>
        </p:grpSpPr>
        <p:sp>
          <p:nvSpPr>
            <p:cNvPr id="267"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68"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69"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70"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271" name="Rectangle 20"/>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72" name="PlaceHolder 1"/>
          <p:cNvSpPr>
            <a:spLocks noGrp="1"/>
          </p:cNvSpPr>
          <p:nvPr>
            <p:ph type="body" hasCustomPrompt="1"/>
          </p:nvPr>
        </p:nvSpPr>
        <p:spPr>
          <a:xfrm>
            <a:off x="744840" y="709560"/>
            <a:ext cx="3504960" cy="3543480"/>
          </a:xfrm>
          <a:prstGeom prst="rect">
            <a:avLst/>
          </a:prstGeom>
          <a:solidFill>
            <a:schemeClr val="lt1">
              <a:lumMod val="7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1" u="none" strike="noStrike">
              <a:solidFill>
                <a:srgbClr val="F86901"/>
              </a:solidFill>
              <a:effectLst/>
              <a:uFillTx/>
              <a:latin typeface="Arial"/>
            </a:endParaRPr>
          </a:p>
        </p:txBody>
      </p:sp>
      <p:sp>
        <p:nvSpPr>
          <p:cNvPr id="273" name="Freeform 1"/>
          <p:cNvSpPr/>
          <p:nvPr/>
        </p:nvSpPr>
        <p:spPr>
          <a:xfrm>
            <a:off x="-1776600" y="568800"/>
            <a:ext cx="6206400" cy="10047600"/>
          </a:xfrm>
          <a:custGeom>
            <a:avLst/>
            <a:gdLst>
              <a:gd name="textAreaLeft" fmla="*/ 0 w 6206400"/>
              <a:gd name="textAreaRight" fmla="*/ 6207480 w 6206400"/>
              <a:gd name="textAreaTop" fmla="*/ 0 h 10047600"/>
              <a:gd name="textAreaBottom" fmla="*/ 10048680 h 10047600"/>
              <a:gd name="GluePoint1X" fmla="*/ 283845 w 690181"/>
              <a:gd name="GluePoint1Y" fmla="*/ 28575 h 1117282"/>
              <a:gd name="GluePoint2X" fmla="*/ 662845 w 690181"/>
              <a:gd name="GluePoint2Y" fmla="*/ 28575 h 1117282"/>
              <a:gd name="GluePoint3X" fmla="*/ 662845 w 690181"/>
              <a:gd name="GluePoint3Y" fmla="*/ 409003 h 1117282"/>
              <a:gd name="GluePoint4X" fmla="*/ 283845 w 690181"/>
              <a:gd name="GluePoint4Y" fmla="*/ 409003 h 1117282"/>
              <a:gd name="GluePoint5X" fmla="*/ 283845 w 690181"/>
              <a:gd name="GluePoint5Y" fmla="*/ 28575 h 1117282"/>
              <a:gd name="GluePoint6X" fmla="*/ 268319 w 690181"/>
              <a:gd name="GluePoint6Y" fmla="*/ 0 h 1117282"/>
              <a:gd name="GluePoint7X" fmla="*/ 0 w 690181"/>
              <a:gd name="GluePoint7Y" fmla="*/ 271748 h 1117282"/>
              <a:gd name="GluePoint8X" fmla="*/ 0 w 690181"/>
              <a:gd name="GluePoint8Y" fmla="*/ 1117283 h 1117282"/>
              <a:gd name="GluePoint9X" fmla="*/ 690181 w 690181"/>
              <a:gd name="GluePoint9Y" fmla="*/ 421196 h 1117282"/>
              <a:gd name="GluePoint10X" fmla="*/ 690086 w 690181"/>
              <a:gd name="GluePoint10Y" fmla="*/ 952 h 1117282"/>
              <a:gd name="GluePoint11X" fmla="*/ 268319 w 690181"/>
              <a:gd name="GluePoint11Y" fmla="*/ 0 h 111728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Lst>
            <a:rect l="textAreaLeft" t="textAreaTop" r="textAreaRight" b="textAreaBottom"/>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74" name="Rectangle 2"/>
          <p:cNvSpPr/>
          <p:nvPr/>
        </p:nvSpPr>
        <p:spPr>
          <a:xfrm>
            <a:off x="0" y="6218280"/>
            <a:ext cx="12191040" cy="64548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75" name="TextBox 3"/>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4B2305AE-E88D-4EC9-B959-E8BAD04BE1D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76" name="Graphic 4"/>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277" name="Graphic 22"/>
          <p:cNvGrpSpPr/>
          <p:nvPr/>
        </p:nvGrpSpPr>
        <p:grpSpPr>
          <a:xfrm>
            <a:off x="201960" y="6414120"/>
            <a:ext cx="798120" cy="300960"/>
            <a:chOff x="201960" y="6414120"/>
            <a:chExt cx="798120" cy="300960"/>
          </a:xfrm>
        </p:grpSpPr>
        <p:sp>
          <p:nvSpPr>
            <p:cNvPr id="278"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79" name="Freeform 8"/>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80" name="Freeform 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81" name="PlaceHolder 2"/>
          <p:cNvSpPr>
            <a:spLocks noGrp="1"/>
          </p:cNvSpPr>
          <p:nvPr>
            <p:ph type="body"/>
          </p:nvPr>
        </p:nvSpPr>
        <p:spPr>
          <a:xfrm>
            <a:off x="4626360" y="1981800"/>
            <a:ext cx="7530120" cy="20415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tabLst>
                <a:tab pos="0" algn="l"/>
              </a:tabLst>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tabLst>
                <a:tab pos="0" algn="l"/>
              </a:tabLst>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tabLst>
                <a:tab pos="0" algn="l"/>
              </a:tabLst>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tabLst>
                <a:tab pos="0" algn="l"/>
              </a:tabLst>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tabLst>
                <a:tab pos="0" algn="l"/>
              </a:tabLst>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tabLst>
                <a:tab pos="0" algn="l"/>
              </a:tabLst>
            </a:pPr>
            <a:r>
              <a:rPr lang="en-US" sz="2200" b="0" u="none" strike="noStrike">
                <a:solidFill>
                  <a:schemeClr val="dk1"/>
                </a:solidFill>
                <a:effectLst/>
                <a:uFillTx/>
                <a:latin typeface="Arial"/>
              </a:rPr>
              <a:t>Click to edit Master text styles</a:t>
            </a:r>
            <a:endParaRPr lang="en-US" sz="2200" b="1" u="none" strike="noStrike">
              <a:solidFill>
                <a:srgbClr val="F86901"/>
              </a:solidFill>
              <a:effectLst/>
              <a:uFillTx/>
              <a:latin typeface="Arial"/>
            </a:endParaRPr>
          </a:p>
          <a:p>
            <a:pPr marL="685800" lvl="1" indent="-228600" algn="l" defTabSz="914400">
              <a:lnSpc>
                <a:spcPct val="90000"/>
              </a:lnSpc>
              <a:spcBef>
                <a:spcPts val="499"/>
              </a:spcBef>
              <a:buClr>
                <a:srgbClr val="F86901"/>
              </a:buClr>
              <a:buFont typeface="Wingdings" charset="2"/>
              <a:buChar char=""/>
              <a:tabLst>
                <a:tab pos="0" algn="l"/>
              </a:tabLst>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tabLst>
                <a:tab pos="0" algn="l"/>
              </a:tabLst>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tabLst>
                <a:tab pos="0" algn="l"/>
              </a:tabLst>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tabLst>
                <a:tab pos="0" algn="l"/>
              </a:tabLst>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282" name="PlaceHolder 3"/>
          <p:cNvSpPr>
            <a:spLocks noGrp="1"/>
          </p:cNvSpPr>
          <p:nvPr>
            <p:ph type="title" hasCustomPrompt="1"/>
          </p:nvPr>
        </p:nvSpPr>
        <p:spPr>
          <a:xfrm>
            <a:off x="4588200" y="786960"/>
            <a:ext cx="7482960" cy="564840"/>
          </a:xfrm>
          <a:prstGeom prst="rect">
            <a:avLst/>
          </a:prstGeom>
          <a:noFill/>
          <a:ln w="0">
            <a:noFill/>
          </a:ln>
        </p:spPr>
        <p:txBody>
          <a:bodyPr lIns="91440" tIns="45720" rIns="91440" bIns="45720" anchor="ctr">
            <a:normAutofit fontScale="85000"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for Main Header</a:t>
            </a:r>
            <a:endParaRPr lang="en-US" sz="4400" b="1" u="none" strike="noStrike">
              <a:solidFill>
                <a:schemeClr val="dk1"/>
              </a:solidFill>
              <a:effectLst/>
              <a:uFillTx/>
              <a:latin typeface="Arial"/>
            </a:endParaRPr>
          </a:p>
        </p:txBody>
      </p:sp>
      <p:sp>
        <p:nvSpPr>
          <p:cNvPr id="283" name="PlaceHolder 4"/>
          <p:cNvSpPr>
            <a:spLocks noGrp="1"/>
          </p:cNvSpPr>
          <p:nvPr>
            <p:ph type="body" hasCustomPrompt="1"/>
          </p:nvPr>
        </p:nvSpPr>
        <p:spPr>
          <a:xfrm>
            <a:off x="4626360" y="1408320"/>
            <a:ext cx="7444440" cy="49896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32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3200" b="1" u="none" strike="noStrike">
                <a:solidFill>
                  <a:srgbClr val="F86901"/>
                </a:solidFill>
                <a:effectLst/>
                <a:uFillTx/>
                <a:latin typeface="Arial"/>
              </a:rPr>
              <a:t>Click to add subhead</a:t>
            </a:r>
            <a:endParaRPr lang="en-US" sz="3200" b="1" u="none" strike="noStrike">
              <a:solidFill>
                <a:srgbClr val="F86901"/>
              </a:solidFill>
              <a:effectLst/>
              <a:uFillTx/>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Quote 3">
    <p:bg>
      <p:bgPr>
        <a:solidFill>
          <a:srgbClr val="FFFFFF"/>
        </a:solidFill>
      </p:bgPr>
    </p:bg>
    <p:spTree>
      <p:nvGrpSpPr>
        <p:cNvPr id="1" name=""/>
        <p:cNvGrpSpPr/>
        <p:nvPr/>
      </p:nvGrpSpPr>
      <p:grpSpPr>
        <a:xfrm>
          <a:off x="0" y="0"/>
          <a:ext cx="0" cy="0"/>
          <a:chOff x="0" y="0"/>
          <a:chExt cx="0" cy="0"/>
        </a:xfrm>
      </p:grpSpPr>
      <p:sp>
        <p:nvSpPr>
          <p:cNvPr id="284"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85"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5AC77924-FAFB-4793-AC51-86358A576A42}"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86"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287" name="Graphic 22"/>
          <p:cNvGrpSpPr/>
          <p:nvPr/>
        </p:nvGrpSpPr>
        <p:grpSpPr>
          <a:xfrm>
            <a:off x="201960" y="195840"/>
            <a:ext cx="798120" cy="300960"/>
            <a:chOff x="201960" y="195840"/>
            <a:chExt cx="798120" cy="300960"/>
          </a:xfrm>
        </p:grpSpPr>
        <p:sp>
          <p:nvSpPr>
            <p:cNvPr id="288"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89"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90"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91"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292" name="Rectangle 1"/>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93" name="Freeform 2"/>
          <p:cNvSpPr/>
          <p:nvPr/>
        </p:nvSpPr>
        <p:spPr>
          <a:xfrm>
            <a:off x="-10677960" y="1598400"/>
            <a:ext cx="15401520" cy="18002520"/>
          </a:xfrm>
          <a:custGeom>
            <a:avLst/>
            <a:gdLst>
              <a:gd name="textAreaLeft" fmla="*/ 0 w 15401520"/>
              <a:gd name="textAreaRight" fmla="*/ 15402600 w 15401520"/>
              <a:gd name="textAreaTop" fmla="*/ 0 h 18002520"/>
              <a:gd name="textAreaBottom" fmla="*/ 18003600 h 1800252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94" name="Rectangle 3"/>
          <p:cNvSpPr/>
          <p:nvPr/>
        </p:nvSpPr>
        <p:spPr>
          <a:xfrm>
            <a:off x="-84600" y="6218280"/>
            <a:ext cx="1227528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95" name="TextBox 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B23CA88B-5700-4580-BD2E-A2685F6D4FF5}"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96" name="Graphic 5"/>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297" name="Graphic 22"/>
          <p:cNvGrpSpPr/>
          <p:nvPr/>
        </p:nvGrpSpPr>
        <p:grpSpPr>
          <a:xfrm>
            <a:off x="201960" y="6414120"/>
            <a:ext cx="798120" cy="300960"/>
            <a:chOff x="201960" y="6414120"/>
            <a:chExt cx="798120" cy="300960"/>
          </a:xfrm>
        </p:grpSpPr>
        <p:sp>
          <p:nvSpPr>
            <p:cNvPr id="298"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299" name="Freeform 16"/>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00" name="Freeform 1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01" name="PlaceHolder 1"/>
          <p:cNvSpPr>
            <a:spLocks noGrp="1"/>
          </p:cNvSpPr>
          <p:nvPr>
            <p:ph type="title" hasCustomPrompt="1"/>
          </p:nvPr>
        </p:nvSpPr>
        <p:spPr>
          <a:xfrm>
            <a:off x="2395440" y="2361960"/>
            <a:ext cx="9503640" cy="161640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rgbClr val="F86901"/>
                </a:solidFill>
                <a:effectLst/>
                <a:uFillTx/>
                <a:latin typeface="Arial"/>
              </a:defRPr>
            </a:lvl1pPr>
          </a:lstStyle>
          <a:p>
            <a:pPr indent="0" algn="l" defTabSz="914400">
              <a:lnSpc>
                <a:spcPct val="90000"/>
              </a:lnSpc>
              <a:buNone/>
              <a:tabLst>
                <a:tab pos="0" algn="l"/>
              </a:tabLst>
            </a:pPr>
            <a:r>
              <a:rPr lang="en-US" sz="5400" b="1" u="none" strike="noStrike">
                <a:solidFill>
                  <a:srgbClr val="F86901"/>
                </a:solidFill>
                <a:effectLst/>
                <a:uFillTx/>
                <a:latin typeface="Arial"/>
              </a:rPr>
              <a:t>Quote here quote here quote here.</a:t>
            </a:r>
            <a:endParaRPr lang="en-US" sz="5400" b="1" u="none" strike="noStrike">
              <a:solidFill>
                <a:srgbClr val="F86901"/>
              </a:solidFill>
              <a:effectLst/>
              <a:uFillTx/>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3 Reference">
    <p:bg>
      <p:bgPr>
        <a:solidFill>
          <a:srgbClr val="FFFFFF"/>
        </a:solidFill>
      </p:bgPr>
    </p:bg>
    <p:spTree>
      <p:nvGrpSpPr>
        <p:cNvPr id="1" name=""/>
        <p:cNvGrpSpPr/>
        <p:nvPr/>
      </p:nvGrpSpPr>
      <p:grpSpPr>
        <a:xfrm>
          <a:off x="0" y="0"/>
          <a:ext cx="0" cy="0"/>
          <a:chOff x="0" y="0"/>
          <a:chExt cx="0" cy="0"/>
        </a:xfrm>
      </p:grpSpPr>
      <p:sp>
        <p:nvSpPr>
          <p:cNvPr id="302"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03"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D0AEBE72-ED87-4163-961D-296CB7351B3E}"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04"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305" name="Graphic 22"/>
          <p:cNvGrpSpPr/>
          <p:nvPr/>
        </p:nvGrpSpPr>
        <p:grpSpPr>
          <a:xfrm>
            <a:off x="201960" y="195840"/>
            <a:ext cx="798120" cy="300960"/>
            <a:chOff x="201960" y="195840"/>
            <a:chExt cx="798120" cy="300960"/>
          </a:xfrm>
        </p:grpSpPr>
        <p:sp>
          <p:nvSpPr>
            <p:cNvPr id="306"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307"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08"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09"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310" name="Rectangle 1"/>
          <p:cNvSpPr/>
          <p:nvPr/>
        </p:nvSpPr>
        <p:spPr>
          <a:xfrm>
            <a:off x="0" y="0"/>
            <a:ext cx="12191040" cy="68569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11" name="Freeform 22"/>
          <p:cNvSpPr/>
          <p:nvPr/>
        </p:nvSpPr>
        <p:spPr>
          <a:xfrm>
            <a:off x="-10677960" y="1598400"/>
            <a:ext cx="15401520" cy="18002520"/>
          </a:xfrm>
          <a:custGeom>
            <a:avLst/>
            <a:gdLst>
              <a:gd name="textAreaLeft" fmla="*/ 0 w 15401520"/>
              <a:gd name="textAreaRight" fmla="*/ 15402600 w 15401520"/>
              <a:gd name="textAreaTop" fmla="*/ 0 h 18002520"/>
              <a:gd name="textAreaBottom" fmla="*/ 18003600 h 1800252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12" name="Rectangle 3"/>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13" name="TextBox 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F84CF338-D805-4D42-8CD8-6F4B7CA35C05}"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14" name="Graphic 5"/>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315" name="Graphic 22"/>
          <p:cNvGrpSpPr/>
          <p:nvPr/>
        </p:nvGrpSpPr>
        <p:grpSpPr>
          <a:xfrm>
            <a:off x="201960" y="6414120"/>
            <a:ext cx="798120" cy="300960"/>
            <a:chOff x="201960" y="6414120"/>
            <a:chExt cx="798120" cy="300960"/>
          </a:xfrm>
        </p:grpSpPr>
        <p:sp>
          <p:nvSpPr>
            <p:cNvPr id="316"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317" name="Freeform 16"/>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18" name="Freeform 1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19" name="PlaceHolder 1"/>
          <p:cNvSpPr>
            <a:spLocks noGrp="1"/>
          </p:cNvSpPr>
          <p:nvPr>
            <p:ph type="title" hasCustomPrompt="1"/>
          </p:nvPr>
        </p:nvSpPr>
        <p:spPr>
          <a:xfrm>
            <a:off x="2395440" y="2361960"/>
            <a:ext cx="9503640" cy="161640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chemeClr val="lt1"/>
                </a:solidFill>
                <a:effectLst/>
                <a:uFillTx/>
                <a:latin typeface="Arial"/>
              </a:defRPr>
            </a:lvl1pPr>
          </a:lstStyle>
          <a:p>
            <a:pPr indent="0" algn="l" defTabSz="914400">
              <a:lnSpc>
                <a:spcPct val="90000"/>
              </a:lnSpc>
              <a:buNone/>
              <a:tabLst>
                <a:tab pos="0" algn="l"/>
              </a:tabLst>
            </a:pPr>
            <a:r>
              <a:rPr lang="en-US" sz="5400" b="1" u="none" strike="noStrike">
                <a:solidFill>
                  <a:schemeClr val="lt1"/>
                </a:solidFill>
                <a:effectLst/>
                <a:uFillTx/>
                <a:latin typeface="Arial"/>
              </a:rPr>
              <a:t>Quote here </a:t>
            </a:r>
            <a:r>
              <a:rPr lang="en-US" sz="5400" b="1" u="none" strike="noStrike">
                <a:solidFill>
                  <a:schemeClr val="lt1"/>
                </a:solidFill>
                <a:effectLst/>
                <a:uFillTx/>
                <a:latin typeface="Arial"/>
              </a:rPr>
              <a:t>quote here </a:t>
            </a:r>
            <a:r>
              <a:rPr lang="en-US" sz="5400" b="1" u="none" strike="noStrike">
                <a:solidFill>
                  <a:schemeClr val="lt1"/>
                </a:solidFill>
                <a:effectLst/>
                <a:uFillTx/>
                <a:latin typeface="Arial"/>
              </a:rPr>
              <a:t>quote here.</a:t>
            </a:r>
            <a:endParaRPr lang="en-US" sz="5400" b="1" u="none" strike="noStrike">
              <a:solidFill>
                <a:schemeClr val="lt1"/>
              </a:solidFill>
              <a:effectLst/>
              <a:uFillTx/>
              <a:latin typeface="Arial"/>
            </a:endParaRPr>
          </a:p>
        </p:txBody>
      </p:sp>
      <p:sp>
        <p:nvSpPr>
          <p:cNvPr id="320" name="Freeform 24"/>
          <p:cNvSpPr/>
          <p:nvPr/>
        </p:nvSpPr>
        <p:spPr>
          <a:xfrm>
            <a:off x="2395440" y="1598400"/>
            <a:ext cx="636120" cy="571320"/>
          </a:xfrm>
          <a:custGeom>
            <a:avLst/>
            <a:gdLst>
              <a:gd name="textAreaLeft" fmla="*/ 0 w 636120"/>
              <a:gd name="textAreaRight" fmla="*/ 637200 w 636120"/>
              <a:gd name="textAreaTop" fmla="*/ 0 h 571320"/>
              <a:gd name="textAreaBottom" fmla="*/ 572400 h 57132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chemeClr val="bg1"/>
          </a:solidFill>
          <a:ln w="1587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21" name="Freeform 26"/>
          <p:cNvSpPr/>
          <p:nvPr/>
        </p:nvSpPr>
        <p:spPr>
          <a:xfrm rot="10800000">
            <a:off x="11264040" y="3135960"/>
            <a:ext cx="636120" cy="571320"/>
          </a:xfrm>
          <a:custGeom>
            <a:avLst/>
            <a:gdLst>
              <a:gd name="textAreaLeft" fmla="*/ 0 w 636120"/>
              <a:gd name="textAreaRight" fmla="*/ 637200 w 636120"/>
              <a:gd name="textAreaTop" fmla="*/ 0 h 571320"/>
              <a:gd name="textAreaBottom" fmla="*/ 572400 h 57132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chemeClr val="bg1"/>
          </a:solidFill>
          <a:ln w="1587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22" name="PlaceHolder 2"/>
          <p:cNvSpPr>
            <a:spLocks noGrp="1"/>
          </p:cNvSpPr>
          <p:nvPr>
            <p:ph type="body" hasCustomPrompt="1"/>
          </p:nvPr>
        </p:nvSpPr>
        <p:spPr>
          <a:xfrm>
            <a:off x="4787640" y="4082040"/>
            <a:ext cx="7111440" cy="72972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2000" b="0" u="none" strike="noStrike">
                <a:solidFill>
                  <a:schemeClr val="lt1"/>
                </a:solidFill>
                <a:effectLst/>
                <a:uFillTx/>
                <a:latin typeface="Arial"/>
              </a:defRPr>
            </a:lvl1pPr>
            <a:lvl2pPr indent="0" algn="l" defTabSz="914400">
              <a:lnSpc>
                <a:spcPct val="100000"/>
              </a:lnSpc>
              <a:buNone/>
              <a:tabLst>
                <a:tab pos="0" algn="l"/>
              </a:tabLst>
              <a:defRPr lang="en-US" sz="2000" b="0" u="none" strike="noStrike">
                <a:solidFill>
                  <a:schemeClr val="lt1"/>
                </a:solidFill>
                <a:effectLst/>
                <a:uFillTx/>
                <a:latin typeface="Arial"/>
              </a:defRPr>
            </a:lvl2pPr>
          </a:lstStyle>
          <a:p>
            <a:pPr indent="0" algn="l" defTabSz="914400">
              <a:lnSpc>
                <a:spcPct val="100000"/>
              </a:lnSpc>
              <a:buNone/>
              <a:tabLst>
                <a:tab pos="0" algn="l"/>
              </a:tabLst>
            </a:pPr>
            <a:r>
              <a:rPr lang="en-US" sz="2000" b="0" u="none" strike="noStrike">
                <a:solidFill>
                  <a:schemeClr val="lt1"/>
                </a:solidFill>
                <a:effectLst/>
                <a:uFillTx/>
                <a:latin typeface="Arial"/>
              </a:rPr>
              <a:t>- Attribution</a:t>
            </a:r>
            <a:endParaRPr lang="en-US" sz="2000" b="0" u="none" strike="noStrike">
              <a:solidFill>
                <a:schemeClr val="lt1"/>
              </a:solidFill>
              <a:effectLst/>
              <a:uFillTx/>
              <a:latin typeface="Arial"/>
            </a:endParaRPr>
          </a:p>
          <a:p>
            <a:pPr indent="0" algn="l" defTabSz="914400">
              <a:lnSpc>
                <a:spcPct val="100000"/>
              </a:lnSpc>
              <a:buNone/>
              <a:tabLst>
                <a:tab pos="0" algn="l"/>
              </a:tabLst>
            </a:pPr>
            <a:r>
              <a:rPr lang="en-US" sz="2000" b="0" u="none" strike="noStrike">
                <a:solidFill>
                  <a:schemeClr val="lt1"/>
                </a:solidFill>
                <a:effectLst/>
                <a:uFillTx/>
                <a:latin typeface="Arial"/>
              </a:rPr>
              <a:t>  Second line here</a:t>
            </a:r>
            <a:endParaRPr lang="en-US" sz="2000" b="0" u="none" strike="noStrike">
              <a:solidFill>
                <a:schemeClr val="lt1"/>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Quote 3 Reference">
    <p:bg>
      <p:bgPr>
        <a:solidFill>
          <a:srgbClr val="FFFFFF"/>
        </a:solidFill>
      </p:bgPr>
    </p:bg>
    <p:spTree>
      <p:nvGrpSpPr>
        <p:cNvPr id="1" name=""/>
        <p:cNvGrpSpPr/>
        <p:nvPr/>
      </p:nvGrpSpPr>
      <p:grpSpPr>
        <a:xfrm>
          <a:off x="0" y="0"/>
          <a:ext cx="0" cy="0"/>
          <a:chOff x="0" y="0"/>
          <a:chExt cx="0" cy="0"/>
        </a:xfrm>
      </p:grpSpPr>
      <p:sp>
        <p:nvSpPr>
          <p:cNvPr id="323"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24"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A7BBA8E4-D687-47D7-B2BF-CFCB52D0B7AF}"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25"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326" name="Graphic 22"/>
          <p:cNvGrpSpPr/>
          <p:nvPr/>
        </p:nvGrpSpPr>
        <p:grpSpPr>
          <a:xfrm>
            <a:off x="201960" y="195840"/>
            <a:ext cx="798120" cy="300960"/>
            <a:chOff x="201960" y="195840"/>
            <a:chExt cx="798120" cy="300960"/>
          </a:xfrm>
        </p:grpSpPr>
        <p:sp>
          <p:nvSpPr>
            <p:cNvPr id="327"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328"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29"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30"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331" name="Rectangle 1"/>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32" name="Freeform 22"/>
          <p:cNvSpPr/>
          <p:nvPr/>
        </p:nvSpPr>
        <p:spPr>
          <a:xfrm>
            <a:off x="-10677960" y="1598400"/>
            <a:ext cx="15401520" cy="18002520"/>
          </a:xfrm>
          <a:custGeom>
            <a:avLst/>
            <a:gdLst>
              <a:gd name="textAreaLeft" fmla="*/ 0 w 15401520"/>
              <a:gd name="textAreaRight" fmla="*/ 15402600 w 15401520"/>
              <a:gd name="textAreaTop" fmla="*/ 0 h 18002520"/>
              <a:gd name="textAreaBottom" fmla="*/ 18003600 h 1800252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33" name="Rectangle 3"/>
          <p:cNvSpPr/>
          <p:nvPr/>
        </p:nvSpPr>
        <p:spPr>
          <a:xfrm>
            <a:off x="-84600" y="6218280"/>
            <a:ext cx="1227528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34" name="TextBox 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A76A4DEF-F0A3-447C-B645-676212581B11}"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35" name="Graphic 5"/>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336" name="Graphic 22"/>
          <p:cNvGrpSpPr/>
          <p:nvPr/>
        </p:nvGrpSpPr>
        <p:grpSpPr>
          <a:xfrm>
            <a:off x="201960" y="6414120"/>
            <a:ext cx="798120" cy="300960"/>
            <a:chOff x="201960" y="6414120"/>
            <a:chExt cx="798120" cy="300960"/>
          </a:xfrm>
        </p:grpSpPr>
        <p:sp>
          <p:nvSpPr>
            <p:cNvPr id="337"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338" name="Freeform 16"/>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39" name="Freeform 1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40" name="PlaceHolder 1"/>
          <p:cNvSpPr>
            <a:spLocks noGrp="1"/>
          </p:cNvSpPr>
          <p:nvPr>
            <p:ph type="title" hasCustomPrompt="1"/>
          </p:nvPr>
        </p:nvSpPr>
        <p:spPr>
          <a:xfrm>
            <a:off x="2395440" y="2361960"/>
            <a:ext cx="9503640" cy="161640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rgbClr val="F86901"/>
                </a:solidFill>
                <a:effectLst/>
                <a:uFillTx/>
                <a:latin typeface="Arial"/>
              </a:defRPr>
            </a:lvl1pPr>
          </a:lstStyle>
          <a:p>
            <a:pPr indent="0" algn="l" defTabSz="914400">
              <a:lnSpc>
                <a:spcPct val="90000"/>
              </a:lnSpc>
              <a:buNone/>
              <a:tabLst>
                <a:tab pos="0" algn="l"/>
              </a:tabLst>
            </a:pPr>
            <a:r>
              <a:rPr lang="en-US" sz="5400" b="1" u="none" strike="noStrike">
                <a:solidFill>
                  <a:srgbClr val="F86901"/>
                </a:solidFill>
                <a:effectLst/>
                <a:uFillTx/>
                <a:latin typeface="Arial"/>
              </a:rPr>
              <a:t>Quote here quote here quote here.</a:t>
            </a:r>
            <a:endParaRPr lang="en-US" sz="5400" b="1" u="none" strike="noStrike">
              <a:solidFill>
                <a:srgbClr val="F86901"/>
              </a:solidFill>
              <a:effectLst/>
              <a:uFillTx/>
              <a:latin typeface="Arial"/>
            </a:endParaRPr>
          </a:p>
        </p:txBody>
      </p:sp>
      <p:sp>
        <p:nvSpPr>
          <p:cNvPr id="341" name="Freeform 24"/>
          <p:cNvSpPr/>
          <p:nvPr/>
        </p:nvSpPr>
        <p:spPr>
          <a:xfrm>
            <a:off x="2395440" y="1598400"/>
            <a:ext cx="636120" cy="571320"/>
          </a:xfrm>
          <a:custGeom>
            <a:avLst/>
            <a:gdLst>
              <a:gd name="textAreaLeft" fmla="*/ 0 w 636120"/>
              <a:gd name="textAreaRight" fmla="*/ 637200 w 636120"/>
              <a:gd name="textAreaTop" fmla="*/ 0 h 571320"/>
              <a:gd name="textAreaBottom" fmla="*/ 572400 h 57132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rgbClr val="F86901"/>
          </a:solidFill>
          <a:ln w="1587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42" name="Freeform 26"/>
          <p:cNvSpPr/>
          <p:nvPr/>
        </p:nvSpPr>
        <p:spPr>
          <a:xfrm rot="10800000">
            <a:off x="11264040" y="3135960"/>
            <a:ext cx="636120" cy="571320"/>
          </a:xfrm>
          <a:custGeom>
            <a:avLst/>
            <a:gdLst>
              <a:gd name="textAreaLeft" fmla="*/ 0 w 636120"/>
              <a:gd name="textAreaRight" fmla="*/ 637200 w 636120"/>
              <a:gd name="textAreaTop" fmla="*/ 0 h 571320"/>
              <a:gd name="textAreaBottom" fmla="*/ 572400 h 57132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rgbClr val="F86901"/>
          </a:solidFill>
          <a:ln w="1587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43" name="PlaceHolder 2"/>
          <p:cNvSpPr>
            <a:spLocks noGrp="1"/>
          </p:cNvSpPr>
          <p:nvPr>
            <p:ph type="body" hasCustomPrompt="1"/>
          </p:nvPr>
        </p:nvSpPr>
        <p:spPr>
          <a:xfrm>
            <a:off x="4787640" y="4082040"/>
            <a:ext cx="7111440" cy="72972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2000" b="0" u="none" strike="noStrike">
                <a:solidFill>
                  <a:srgbClr val="F86901"/>
                </a:solidFill>
                <a:effectLst/>
                <a:uFillTx/>
                <a:latin typeface="Arial"/>
              </a:defRPr>
            </a:lvl1pPr>
            <a:lvl2pPr indent="0" algn="l" defTabSz="914400">
              <a:lnSpc>
                <a:spcPct val="100000"/>
              </a:lnSpc>
              <a:buNone/>
              <a:tabLst>
                <a:tab pos="0" algn="l"/>
              </a:tabLst>
              <a:defRPr lang="en-US" sz="2000" b="0" u="none" strike="noStrike">
                <a:solidFill>
                  <a:srgbClr val="F86901"/>
                </a:solidFill>
                <a:effectLst/>
                <a:uFillTx/>
                <a:latin typeface="Arial"/>
              </a:defRPr>
            </a:lvl2pPr>
          </a:lstStyle>
          <a:p>
            <a:pPr indent="0" algn="l" defTabSz="914400">
              <a:lnSpc>
                <a:spcPct val="100000"/>
              </a:lnSpc>
              <a:buNone/>
              <a:tabLst>
                <a:tab pos="0" algn="l"/>
              </a:tabLst>
            </a:pPr>
            <a:r>
              <a:rPr lang="en-US" sz="2000" b="0" u="none" strike="noStrike">
                <a:solidFill>
                  <a:srgbClr val="F86901"/>
                </a:solidFill>
                <a:effectLst/>
                <a:uFillTx/>
                <a:latin typeface="Arial"/>
              </a:rPr>
              <a:t>- Attribution</a:t>
            </a:r>
            <a:endParaRPr lang="en-US" sz="2000" b="0" u="none" strike="noStrike">
              <a:solidFill>
                <a:srgbClr val="F86901"/>
              </a:solidFill>
              <a:effectLst/>
              <a:uFillTx/>
              <a:latin typeface="Arial"/>
            </a:endParaRPr>
          </a:p>
          <a:p>
            <a:pPr indent="0" algn="l" defTabSz="914400">
              <a:lnSpc>
                <a:spcPct val="100000"/>
              </a:lnSpc>
              <a:buNone/>
              <a:tabLst>
                <a:tab pos="0" algn="l"/>
              </a:tabLst>
            </a:pPr>
            <a:r>
              <a:rPr lang="en-US" sz="2000" b="0" u="none" strike="noStrike">
                <a:solidFill>
                  <a:srgbClr val="F86901"/>
                </a:solidFill>
                <a:effectLst/>
                <a:uFillTx/>
                <a:latin typeface="Arial"/>
              </a:rPr>
              <a:t>  Second line here</a:t>
            </a:r>
            <a:endParaRPr lang="en-US" sz="2000" b="0" u="none" strike="noStrike">
              <a:solidFill>
                <a:srgbClr val="F86901"/>
              </a:solidFill>
              <a:effectLst/>
              <a:uFillTx/>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Quote 3">
    <p:bg>
      <p:bgPr>
        <a:solidFill>
          <a:srgbClr val="FFFFFF"/>
        </a:solidFill>
      </p:bgPr>
    </p:bg>
    <p:spTree>
      <p:nvGrpSpPr>
        <p:cNvPr id="1" name=""/>
        <p:cNvGrpSpPr/>
        <p:nvPr/>
      </p:nvGrpSpPr>
      <p:grpSpPr>
        <a:xfrm>
          <a:off x="0" y="0"/>
          <a:ext cx="0" cy="0"/>
          <a:chOff x="0" y="0"/>
          <a:chExt cx="0" cy="0"/>
        </a:xfrm>
      </p:grpSpPr>
      <p:sp>
        <p:nvSpPr>
          <p:cNvPr id="344"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45"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158BECEB-D8A8-4374-A161-30E8E430772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46"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347" name="Graphic 22"/>
          <p:cNvGrpSpPr/>
          <p:nvPr/>
        </p:nvGrpSpPr>
        <p:grpSpPr>
          <a:xfrm>
            <a:off x="201960" y="195840"/>
            <a:ext cx="798120" cy="300960"/>
            <a:chOff x="201960" y="195840"/>
            <a:chExt cx="798120" cy="300960"/>
          </a:xfrm>
        </p:grpSpPr>
        <p:sp>
          <p:nvSpPr>
            <p:cNvPr id="348"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349"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50"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51"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352" name="Rectangle 1"/>
          <p:cNvSpPr/>
          <p:nvPr/>
        </p:nvSpPr>
        <p:spPr>
          <a:xfrm>
            <a:off x="0" y="0"/>
            <a:ext cx="12191040" cy="68569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53" name="Freeform 2"/>
          <p:cNvSpPr/>
          <p:nvPr/>
        </p:nvSpPr>
        <p:spPr>
          <a:xfrm>
            <a:off x="-10677960" y="1598400"/>
            <a:ext cx="15401520" cy="18002520"/>
          </a:xfrm>
          <a:custGeom>
            <a:avLst/>
            <a:gdLst>
              <a:gd name="textAreaLeft" fmla="*/ 0 w 15401520"/>
              <a:gd name="textAreaRight" fmla="*/ 15402600 w 15401520"/>
              <a:gd name="textAreaTop" fmla="*/ 0 h 18002520"/>
              <a:gd name="textAreaBottom" fmla="*/ 18003600 h 1800252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54" name="Rectangle 3"/>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55" name="TextBox 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2E0F8B7E-8670-4A39-9D0F-5F607062D85D}"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56" name="Graphic 5"/>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357" name="Graphic 22"/>
          <p:cNvGrpSpPr/>
          <p:nvPr/>
        </p:nvGrpSpPr>
        <p:grpSpPr>
          <a:xfrm>
            <a:off x="201960" y="6414120"/>
            <a:ext cx="798120" cy="300960"/>
            <a:chOff x="201960" y="6414120"/>
            <a:chExt cx="798120" cy="300960"/>
          </a:xfrm>
        </p:grpSpPr>
        <p:sp>
          <p:nvSpPr>
            <p:cNvPr id="358"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359" name="Freeform 16"/>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60" name="Freeform 1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61" name="PlaceHolder 1"/>
          <p:cNvSpPr>
            <a:spLocks noGrp="1"/>
          </p:cNvSpPr>
          <p:nvPr>
            <p:ph type="title" hasCustomPrompt="1"/>
          </p:nvPr>
        </p:nvSpPr>
        <p:spPr>
          <a:xfrm>
            <a:off x="2395440" y="2361960"/>
            <a:ext cx="9503640" cy="161640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chemeClr val="lt1"/>
                </a:solidFill>
                <a:effectLst/>
                <a:uFillTx/>
                <a:latin typeface="Arial"/>
              </a:defRPr>
            </a:lvl1pPr>
          </a:lstStyle>
          <a:p>
            <a:pPr indent="0" algn="l" defTabSz="914400">
              <a:lnSpc>
                <a:spcPct val="90000"/>
              </a:lnSpc>
              <a:buNone/>
              <a:tabLst>
                <a:tab pos="0" algn="l"/>
              </a:tabLst>
            </a:pPr>
            <a:r>
              <a:rPr lang="en-US" sz="5400" b="1" u="none" strike="noStrike">
                <a:solidFill>
                  <a:schemeClr val="lt1"/>
                </a:solidFill>
                <a:effectLst/>
                <a:uFillTx/>
                <a:latin typeface="Arial"/>
              </a:rPr>
              <a:t>Quote here quote here quote here.</a:t>
            </a:r>
            <a:endParaRPr lang="en-US" sz="5400" b="1" u="none" strike="noStrike">
              <a:solidFill>
                <a:schemeClr val="lt1"/>
              </a:solidFill>
              <a:effectLst/>
              <a:uFillTx/>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Quote 3 Reference">
    <p:bg>
      <p:bgPr>
        <a:solidFill>
          <a:srgbClr val="FFFFFF"/>
        </a:solidFill>
      </p:bgPr>
    </p:bg>
    <p:spTree>
      <p:nvGrpSpPr>
        <p:cNvPr id="1" name=""/>
        <p:cNvGrpSpPr/>
        <p:nvPr/>
      </p:nvGrpSpPr>
      <p:grpSpPr>
        <a:xfrm>
          <a:off x="0" y="0"/>
          <a:ext cx="0" cy="0"/>
          <a:chOff x="0" y="0"/>
          <a:chExt cx="0" cy="0"/>
        </a:xfrm>
      </p:grpSpPr>
      <p:sp>
        <p:nvSpPr>
          <p:cNvPr id="362"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63"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712056F5-7166-4140-8119-FD60502FD6CA}"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64"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365" name="Graphic 22"/>
          <p:cNvGrpSpPr/>
          <p:nvPr/>
        </p:nvGrpSpPr>
        <p:grpSpPr>
          <a:xfrm>
            <a:off x="201960" y="195840"/>
            <a:ext cx="798120" cy="300960"/>
            <a:chOff x="201960" y="195840"/>
            <a:chExt cx="798120" cy="300960"/>
          </a:xfrm>
        </p:grpSpPr>
        <p:sp>
          <p:nvSpPr>
            <p:cNvPr id="366"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367"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68"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69"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370" name="Rectangle 1"/>
          <p:cNvSpPr/>
          <p:nvPr/>
        </p:nvSpPr>
        <p:spPr>
          <a:xfrm>
            <a:off x="0" y="0"/>
            <a:ext cx="12191040" cy="68569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71" name="Freeform 22"/>
          <p:cNvSpPr/>
          <p:nvPr/>
        </p:nvSpPr>
        <p:spPr>
          <a:xfrm>
            <a:off x="-10677960" y="1598400"/>
            <a:ext cx="15401520" cy="18002520"/>
          </a:xfrm>
          <a:custGeom>
            <a:avLst/>
            <a:gdLst>
              <a:gd name="textAreaLeft" fmla="*/ 0 w 15401520"/>
              <a:gd name="textAreaRight" fmla="*/ 15402600 w 15401520"/>
              <a:gd name="textAreaTop" fmla="*/ 0 h 18002520"/>
              <a:gd name="textAreaBottom" fmla="*/ 18003600 h 1800252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72" name="Rectangle 3"/>
          <p:cNvSpPr/>
          <p:nvPr/>
        </p:nvSpPr>
        <p:spPr>
          <a:xfrm>
            <a:off x="0" y="6212520"/>
            <a:ext cx="12191040" cy="6444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73" name="TextBox 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98CADB5C-733A-4DE7-B998-C8D630A7BE0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74" name="Graphic 5"/>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375" name="Graphic 22"/>
          <p:cNvGrpSpPr/>
          <p:nvPr/>
        </p:nvGrpSpPr>
        <p:grpSpPr>
          <a:xfrm>
            <a:off x="201960" y="6414120"/>
            <a:ext cx="798120" cy="300960"/>
            <a:chOff x="201960" y="6414120"/>
            <a:chExt cx="798120" cy="300960"/>
          </a:xfrm>
        </p:grpSpPr>
        <p:sp>
          <p:nvSpPr>
            <p:cNvPr id="376"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377" name="Freeform 16"/>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78" name="Freeform 1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79" name="PlaceHolder 1"/>
          <p:cNvSpPr>
            <a:spLocks noGrp="1"/>
          </p:cNvSpPr>
          <p:nvPr>
            <p:ph type="title" hasCustomPrompt="1"/>
          </p:nvPr>
        </p:nvSpPr>
        <p:spPr>
          <a:xfrm>
            <a:off x="2395440" y="2361960"/>
            <a:ext cx="9503640" cy="161640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chemeClr val="lt1"/>
                </a:solidFill>
                <a:effectLst/>
                <a:uFillTx/>
                <a:latin typeface="Arial"/>
              </a:defRPr>
            </a:lvl1pPr>
          </a:lstStyle>
          <a:p>
            <a:pPr indent="0" algn="l" defTabSz="914400">
              <a:lnSpc>
                <a:spcPct val="90000"/>
              </a:lnSpc>
              <a:buNone/>
              <a:tabLst>
                <a:tab pos="0" algn="l"/>
              </a:tabLst>
            </a:pPr>
            <a:r>
              <a:rPr lang="en-US" sz="5400" b="1" u="none" strike="noStrike">
                <a:solidFill>
                  <a:schemeClr val="lt1"/>
                </a:solidFill>
                <a:effectLst/>
                <a:uFillTx/>
                <a:latin typeface="Arial"/>
              </a:rPr>
              <a:t>Quote here quote here quote here.</a:t>
            </a:r>
            <a:endParaRPr lang="en-US" sz="5400" b="1" u="none" strike="noStrike">
              <a:solidFill>
                <a:schemeClr val="lt1"/>
              </a:solidFill>
              <a:effectLst/>
              <a:uFillTx/>
              <a:latin typeface="Arial"/>
            </a:endParaRPr>
          </a:p>
        </p:txBody>
      </p:sp>
      <p:sp>
        <p:nvSpPr>
          <p:cNvPr id="380" name="Freeform 24"/>
          <p:cNvSpPr/>
          <p:nvPr/>
        </p:nvSpPr>
        <p:spPr>
          <a:xfrm>
            <a:off x="2395440" y="1598400"/>
            <a:ext cx="636120" cy="571320"/>
          </a:xfrm>
          <a:custGeom>
            <a:avLst/>
            <a:gdLst>
              <a:gd name="textAreaLeft" fmla="*/ 0 w 636120"/>
              <a:gd name="textAreaRight" fmla="*/ 637200 w 636120"/>
              <a:gd name="textAreaTop" fmla="*/ 0 h 571320"/>
              <a:gd name="textAreaBottom" fmla="*/ 572400 h 57132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noFill/>
          <a:ln w="15875">
            <a:solidFill>
              <a:srgbClr val="FFFFFF"/>
            </a:solidFill>
            <a:miter/>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81" name="Freeform 26"/>
          <p:cNvSpPr/>
          <p:nvPr/>
        </p:nvSpPr>
        <p:spPr>
          <a:xfrm rot="10800000">
            <a:off x="11264040" y="3135960"/>
            <a:ext cx="636120" cy="571320"/>
          </a:xfrm>
          <a:custGeom>
            <a:avLst/>
            <a:gdLst>
              <a:gd name="textAreaLeft" fmla="*/ 0 w 636120"/>
              <a:gd name="textAreaRight" fmla="*/ 637200 w 636120"/>
              <a:gd name="textAreaTop" fmla="*/ 0 h 571320"/>
              <a:gd name="textAreaBottom" fmla="*/ 572400 h 57132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noFill/>
          <a:ln w="15875">
            <a:solidFill>
              <a:srgbClr val="FFFFFF"/>
            </a:solidFill>
            <a:miter/>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82" name="PlaceHolder 2"/>
          <p:cNvSpPr>
            <a:spLocks noGrp="1"/>
          </p:cNvSpPr>
          <p:nvPr>
            <p:ph type="body" hasCustomPrompt="1"/>
          </p:nvPr>
        </p:nvSpPr>
        <p:spPr>
          <a:xfrm>
            <a:off x="4787640" y="4082040"/>
            <a:ext cx="7111440" cy="72972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2000" b="0" u="none" strike="noStrike">
                <a:solidFill>
                  <a:schemeClr val="lt1"/>
                </a:solidFill>
                <a:effectLst/>
                <a:uFillTx/>
                <a:latin typeface="Arial"/>
              </a:defRPr>
            </a:lvl1pPr>
            <a:lvl2pPr indent="0" algn="l" defTabSz="914400">
              <a:lnSpc>
                <a:spcPct val="100000"/>
              </a:lnSpc>
              <a:buNone/>
              <a:tabLst>
                <a:tab pos="0" algn="l"/>
              </a:tabLst>
              <a:defRPr lang="en-US" sz="2000" b="0" u="none" strike="noStrike">
                <a:solidFill>
                  <a:schemeClr val="lt1"/>
                </a:solidFill>
                <a:effectLst/>
                <a:uFillTx/>
                <a:latin typeface="Arial"/>
              </a:defRPr>
            </a:lvl2pPr>
          </a:lstStyle>
          <a:p>
            <a:pPr indent="0" algn="l" defTabSz="914400">
              <a:lnSpc>
                <a:spcPct val="100000"/>
              </a:lnSpc>
              <a:buNone/>
              <a:tabLst>
                <a:tab pos="0" algn="l"/>
              </a:tabLst>
            </a:pPr>
            <a:r>
              <a:rPr lang="en-US" sz="2000" b="0" u="none" strike="noStrike">
                <a:solidFill>
                  <a:schemeClr val="lt1"/>
                </a:solidFill>
                <a:effectLst/>
                <a:uFillTx/>
                <a:latin typeface="Arial"/>
              </a:rPr>
              <a:t>- Attribution</a:t>
            </a:r>
            <a:endParaRPr lang="en-US" sz="2000" b="0" u="none" strike="noStrike">
              <a:solidFill>
                <a:schemeClr val="lt1"/>
              </a:solidFill>
              <a:effectLst/>
              <a:uFillTx/>
              <a:latin typeface="Arial"/>
            </a:endParaRPr>
          </a:p>
          <a:p>
            <a:pPr indent="0" algn="l" defTabSz="914400">
              <a:lnSpc>
                <a:spcPct val="100000"/>
              </a:lnSpc>
              <a:buNone/>
              <a:tabLst>
                <a:tab pos="0" algn="l"/>
              </a:tabLst>
            </a:pPr>
            <a:r>
              <a:rPr lang="en-US" sz="2000" b="0" u="none" strike="noStrike">
                <a:solidFill>
                  <a:schemeClr val="lt1"/>
                </a:solidFill>
                <a:effectLst/>
                <a:uFillTx/>
                <a:latin typeface="Arial"/>
              </a:rPr>
              <a:t>  Second line here</a:t>
            </a:r>
            <a:endParaRPr lang="en-US" sz="2000" b="0" u="none" strike="noStrike">
              <a:solidFill>
                <a:schemeClr val="lt1"/>
              </a:solidFill>
              <a:effectLst/>
              <a:uFillTx/>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2 Header Bottom">
    <p:bg>
      <p:bgPr>
        <a:solidFill>
          <a:srgbClr val="FFFFFF"/>
        </a:solidFill>
      </p:bgPr>
    </p:bg>
    <p:spTree>
      <p:nvGrpSpPr>
        <p:cNvPr id="1" name=""/>
        <p:cNvGrpSpPr/>
        <p:nvPr/>
      </p:nvGrpSpPr>
      <p:grpSpPr>
        <a:xfrm>
          <a:off x="0" y="0"/>
          <a:ext cx="0" cy="0"/>
          <a:chOff x="0" y="0"/>
          <a:chExt cx="0" cy="0"/>
        </a:xfrm>
      </p:grpSpPr>
      <p:sp>
        <p:nvSpPr>
          <p:cNvPr id="383"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84"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4C877B65-3EDF-4A40-A0AB-5C5922A659FB}"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85"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386" name="Graphic 22"/>
          <p:cNvGrpSpPr/>
          <p:nvPr/>
        </p:nvGrpSpPr>
        <p:grpSpPr>
          <a:xfrm>
            <a:off x="201960" y="195840"/>
            <a:ext cx="798120" cy="300960"/>
            <a:chOff x="201960" y="195840"/>
            <a:chExt cx="798120" cy="300960"/>
          </a:xfrm>
        </p:grpSpPr>
        <p:sp>
          <p:nvSpPr>
            <p:cNvPr id="387"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388"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89"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90"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391" name="Rectangle 5"/>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92" name="Rectangle 10"/>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93" name="TextBox 11"/>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7FA2F27F-7CB5-4B13-988A-C15E3460B77A}"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94" name="Graphic 12"/>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395" name="Graphic 22"/>
          <p:cNvGrpSpPr/>
          <p:nvPr/>
        </p:nvGrpSpPr>
        <p:grpSpPr>
          <a:xfrm>
            <a:off x="201960" y="6414120"/>
            <a:ext cx="798120" cy="300960"/>
            <a:chOff x="201960" y="6414120"/>
            <a:chExt cx="798120" cy="300960"/>
          </a:xfrm>
        </p:grpSpPr>
        <p:sp>
          <p:nvSpPr>
            <p:cNvPr id="396" name="Freeform 14"/>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397" name="Freeform 15"/>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98" name="Freeform 17"/>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99" name="PlaceHolder 1"/>
          <p:cNvSpPr>
            <a:spLocks noGrp="1"/>
          </p:cNvSpPr>
          <p:nvPr>
            <p:ph type="title" hasCustomPrompt="1"/>
          </p:nvPr>
        </p:nvSpPr>
        <p:spPr>
          <a:xfrm>
            <a:off x="351720" y="411840"/>
            <a:ext cx="11752200" cy="692640"/>
          </a:xfrm>
          <a:prstGeom prst="rect">
            <a:avLst/>
          </a:prstGeom>
          <a:noFill/>
          <a:ln w="0">
            <a:noFill/>
          </a:ln>
        </p:spPr>
        <p:txBody>
          <a:bodyPr lIns="0" tIns="45000" rIns="90000" bIns="45000" anchor="t">
            <a:normAutofit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
        <p:nvSpPr>
          <p:cNvPr id="400" name="PlaceHolder 2"/>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rial"/>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Arial"/>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rial"/>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Arial"/>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rial"/>
              </a:rPr>
              <a:t>Click to edit the outline text format</a:t>
            </a:r>
            <a:endParaRPr lang="en-US" sz="2800" b="0" u="none" strike="noStrike">
              <a:solidFill>
                <a:schemeClr val="dk1"/>
              </a:solidFill>
              <a:effectLst/>
              <a:uFillTx/>
              <a:latin typeface="Arial"/>
            </a:endParaRP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Arial"/>
              </a:rPr>
              <a:t>Second Outline Level</a:t>
            </a:r>
            <a:endParaRPr lang="en-US" sz="2000" b="0" u="none" strike="noStrike">
              <a:solidFill>
                <a:schemeClr val="dk1"/>
              </a:solidFill>
              <a:effectLst/>
              <a:uFillTx/>
              <a:latin typeface="Arial"/>
            </a:endParaRP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rial"/>
              </a:rPr>
              <a:t>Third Outline Level</a:t>
            </a:r>
            <a:endParaRPr lang="en-US" sz="1800" b="0" u="none" strike="noStrike">
              <a:solidFill>
                <a:schemeClr val="dk1"/>
              </a:solidFill>
              <a:effectLst/>
              <a:uFillTx/>
              <a:latin typeface="Arial"/>
            </a:endParaRP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Arial"/>
              </a:rPr>
              <a:t>Fourth Outline Level</a:t>
            </a:r>
            <a:endParaRPr lang="en-US" sz="1800" b="0" u="none" strike="noStrike">
              <a:solidFill>
                <a:schemeClr val="dk1"/>
              </a:solidFill>
              <a:effectLst/>
              <a:uFillTx/>
              <a:latin typeface="Arial"/>
            </a:endParaRP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Fifth Outline Level</a:t>
            </a:r>
            <a:endParaRPr lang="en-US" sz="2000" b="0" u="none" strike="noStrike">
              <a:solidFill>
                <a:schemeClr val="dk1"/>
              </a:solidFill>
              <a:effectLst/>
              <a:uFillTx/>
              <a:latin typeface="Arial"/>
            </a:endParaRP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Sixth Outline Level</a:t>
            </a:r>
            <a:endParaRPr lang="en-US" sz="2000" b="0" u="none" strike="noStrike">
              <a:solidFill>
                <a:schemeClr val="dk1"/>
              </a:solidFill>
              <a:effectLst/>
              <a:uFillTx/>
              <a:latin typeface="Arial"/>
            </a:endParaRP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Seventh Outline Level</a:t>
            </a:r>
            <a:endParaRPr lang="en-US" sz="2000" b="0" u="none" strike="noStrike">
              <a:solidFill>
                <a:schemeClr val="dk1"/>
              </a:solidFill>
              <a:effectLst/>
              <a:uFillTx/>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2 Header Bottom Reference">
    <p:bg>
      <p:bgPr>
        <a:solidFill>
          <a:srgbClr val="FFFFFF"/>
        </a:solidFill>
      </p:bgPr>
    </p:bg>
    <p:spTree>
      <p:nvGrpSpPr>
        <p:cNvPr id="1" name=""/>
        <p:cNvGrpSpPr/>
        <p:nvPr/>
      </p:nvGrpSpPr>
      <p:grpSpPr>
        <a:xfrm>
          <a:off x="0" y="0"/>
          <a:ext cx="0" cy="0"/>
          <a:chOff x="0" y="0"/>
          <a:chExt cx="0" cy="0"/>
        </a:xfrm>
      </p:grpSpPr>
      <p:sp>
        <p:nvSpPr>
          <p:cNvPr id="401"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02"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3404AC60-EC85-4B55-9D44-43309673929F}"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03"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404" name="Graphic 22"/>
          <p:cNvGrpSpPr/>
          <p:nvPr/>
        </p:nvGrpSpPr>
        <p:grpSpPr>
          <a:xfrm>
            <a:off x="201960" y="195840"/>
            <a:ext cx="798120" cy="300960"/>
            <a:chOff x="201960" y="195840"/>
            <a:chExt cx="798120" cy="300960"/>
          </a:xfrm>
        </p:grpSpPr>
        <p:sp>
          <p:nvSpPr>
            <p:cNvPr id="405"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406"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07"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08"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09" name="Rectangle 5"/>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10" name="Rectangle 10"/>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11" name="TextBox 11"/>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8482C489-036A-4EDD-B7AA-0D21ECC1C4C5}"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12" name="Graphic 12"/>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413" name="Graphic 22"/>
          <p:cNvGrpSpPr/>
          <p:nvPr/>
        </p:nvGrpSpPr>
        <p:grpSpPr>
          <a:xfrm>
            <a:off x="201960" y="6414120"/>
            <a:ext cx="798120" cy="300960"/>
            <a:chOff x="201960" y="6414120"/>
            <a:chExt cx="798120" cy="300960"/>
          </a:xfrm>
        </p:grpSpPr>
        <p:sp>
          <p:nvSpPr>
            <p:cNvPr id="414" name="Freeform 14"/>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415" name="Freeform 15"/>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16" name="Freeform 17"/>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17" name="PlaceHolder 1"/>
          <p:cNvSpPr>
            <a:spLocks noGrp="1"/>
          </p:cNvSpPr>
          <p:nvPr>
            <p:ph type="title" hasCustomPrompt="1"/>
          </p:nvPr>
        </p:nvSpPr>
        <p:spPr>
          <a:xfrm>
            <a:off x="351720" y="405720"/>
            <a:ext cx="11764440" cy="692640"/>
          </a:xfrm>
          <a:prstGeom prst="rect">
            <a:avLst/>
          </a:prstGeom>
          <a:noFill/>
          <a:ln w="0">
            <a:noFill/>
          </a:ln>
        </p:spPr>
        <p:txBody>
          <a:bodyPr lIns="0" tIns="45000" rIns="90000" bIns="45000" anchor="t">
            <a:normAutofit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
        <p:nvSpPr>
          <p:cNvPr id="418" name="PlaceHolder 2"/>
          <p:cNvSpPr>
            <a:spLocks noGrp="1"/>
          </p:cNvSpPr>
          <p:nvPr>
            <p:ph type="body"/>
          </p:nvPr>
        </p:nvSpPr>
        <p:spPr>
          <a:xfrm>
            <a:off x="351720" y="1805760"/>
            <a:ext cx="11764440" cy="20415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pPr>
            <a:r>
              <a:rPr lang="en-US" sz="2200" b="0" u="none" strike="noStrike">
                <a:solidFill>
                  <a:schemeClr val="dk1"/>
                </a:solidFill>
                <a:effectLst/>
                <a:uFillTx/>
                <a:latin typeface="Arial"/>
              </a:rPr>
              <a:t>Click to edit Master text styles</a:t>
            </a:r>
            <a:endParaRPr lang="en-US" sz="2200" b="1" u="none" strike="noStrike">
              <a:solidFill>
                <a:srgbClr val="F86901"/>
              </a:solidFill>
              <a:effectLst/>
              <a:uFillTx/>
              <a:latin typeface="Arial"/>
            </a:endParaRPr>
          </a:p>
          <a:p>
            <a:pPr marL="685800" lvl="1" indent="-228600" algn="l" defTabSz="914400">
              <a:lnSpc>
                <a:spcPct val="90000"/>
              </a:lnSpc>
              <a:spcBef>
                <a:spcPts val="499"/>
              </a:spcBef>
              <a:buClr>
                <a:srgbClr val="F86901"/>
              </a:buClr>
              <a:buFont typeface="Wingdings" charset="2"/>
              <a:buChar char=""/>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419" name="PlaceHolder 3"/>
          <p:cNvSpPr>
            <a:spLocks noGrp="1"/>
          </p:cNvSpPr>
          <p:nvPr>
            <p:ph type="body" hasCustomPrompt="1"/>
          </p:nvPr>
        </p:nvSpPr>
        <p:spPr>
          <a:xfrm>
            <a:off x="351720" y="1232280"/>
            <a:ext cx="11764440" cy="49896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32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3200" b="1" u="none" strike="noStrike">
                <a:solidFill>
                  <a:srgbClr val="F86901"/>
                </a:solidFill>
                <a:effectLst/>
                <a:uFillTx/>
                <a:latin typeface="Arial"/>
              </a:rPr>
              <a:t>Click to add subhead</a:t>
            </a:r>
            <a:endParaRPr lang="en-US" sz="3200" b="1" u="none" strike="noStrike">
              <a:solidFill>
                <a:srgbClr val="F86901"/>
              </a:solidFill>
              <a:effectLst/>
              <a:uFillTx/>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3 Header Bottom">
    <p:bg>
      <p:bgPr>
        <a:solidFill>
          <a:srgbClr val="FFFFFF"/>
        </a:solidFill>
      </p:bgPr>
    </p:bg>
    <p:spTree>
      <p:nvGrpSpPr>
        <p:cNvPr id="1" name=""/>
        <p:cNvGrpSpPr/>
        <p:nvPr/>
      </p:nvGrpSpPr>
      <p:grpSpPr>
        <a:xfrm>
          <a:off x="0" y="0"/>
          <a:ext cx="0" cy="0"/>
          <a:chOff x="0" y="0"/>
          <a:chExt cx="0" cy="0"/>
        </a:xfrm>
      </p:grpSpPr>
      <p:sp>
        <p:nvSpPr>
          <p:cNvPr id="420"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21"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D581512F-C354-4274-B3F0-16249B39B1C1}"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22"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423" name="Graphic 22"/>
          <p:cNvGrpSpPr/>
          <p:nvPr/>
        </p:nvGrpSpPr>
        <p:grpSpPr>
          <a:xfrm>
            <a:off x="201960" y="195840"/>
            <a:ext cx="798120" cy="300960"/>
            <a:chOff x="201960" y="195840"/>
            <a:chExt cx="798120" cy="300960"/>
          </a:xfrm>
        </p:grpSpPr>
        <p:sp>
          <p:nvSpPr>
            <p:cNvPr id="424"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425"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26"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27"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28" name="Rectangle 1"/>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29" name="Rectangle 3"/>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30" name="TextBox 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20CB1910-6895-4549-9C8F-5CDC5000ACD7}"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31" name="Graphic 5"/>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432" name="Graphic 22"/>
          <p:cNvGrpSpPr/>
          <p:nvPr/>
        </p:nvGrpSpPr>
        <p:grpSpPr>
          <a:xfrm>
            <a:off x="201960" y="6414120"/>
            <a:ext cx="798120" cy="300960"/>
            <a:chOff x="201960" y="6414120"/>
            <a:chExt cx="798120" cy="300960"/>
          </a:xfrm>
        </p:grpSpPr>
        <p:sp>
          <p:nvSpPr>
            <p:cNvPr id="433"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434" name="Freeform 8"/>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35" name="Freeform 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36" name="PlaceHolder 1"/>
          <p:cNvSpPr>
            <a:spLocks noGrp="1"/>
          </p:cNvSpPr>
          <p:nvPr>
            <p:ph type="title" hasCustomPrompt="1"/>
          </p:nvPr>
        </p:nvSpPr>
        <p:spPr>
          <a:xfrm>
            <a:off x="386640" y="445680"/>
            <a:ext cx="4714200" cy="1272240"/>
          </a:xfrm>
          <a:prstGeom prst="rect">
            <a:avLst/>
          </a:prstGeom>
          <a:noFill/>
          <a:ln w="0">
            <a:noFill/>
          </a:ln>
        </p:spPr>
        <p:txBody>
          <a:bodyPr lIns="0" tIns="0" rIns="0" bIns="0" anchor="t">
            <a:normAutofit/>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
        <p:nvSpPr>
          <p:cNvPr id="437" name="PlaceHolder 2"/>
          <p:cNvSpPr>
            <a:spLocks noGrp="1"/>
          </p:cNvSpPr>
          <p:nvPr>
            <p:ph type="body" hasCustomPrompt="1"/>
          </p:nvPr>
        </p:nvSpPr>
        <p:spPr>
          <a:xfrm>
            <a:off x="5283360" y="445680"/>
            <a:ext cx="6577920" cy="463896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4 Header Bottom Reference">
    <p:bg>
      <p:bgPr>
        <a:solidFill>
          <a:srgbClr val="FFFFFF"/>
        </a:solidFill>
      </p:bgPr>
    </p:bg>
    <p:spTree>
      <p:nvGrpSpPr>
        <p:cNvPr id="1" name=""/>
        <p:cNvGrpSpPr/>
        <p:nvPr/>
      </p:nvGrpSpPr>
      <p:grpSpPr>
        <a:xfrm>
          <a:off x="0" y="0"/>
          <a:ext cx="0" cy="0"/>
          <a:chOff x="0" y="0"/>
          <a:chExt cx="0" cy="0"/>
        </a:xfrm>
      </p:grpSpPr>
      <p:sp>
        <p:nvSpPr>
          <p:cNvPr id="438"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39"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4A9FA305-9266-4CE0-BB93-C4D33C539D2E}"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40"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441" name="Graphic 22"/>
          <p:cNvGrpSpPr/>
          <p:nvPr/>
        </p:nvGrpSpPr>
        <p:grpSpPr>
          <a:xfrm>
            <a:off x="201960" y="195840"/>
            <a:ext cx="798120" cy="300960"/>
            <a:chOff x="201960" y="195840"/>
            <a:chExt cx="798120" cy="300960"/>
          </a:xfrm>
        </p:grpSpPr>
        <p:sp>
          <p:nvSpPr>
            <p:cNvPr id="442"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443"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44"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45"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46" name="Rectangle 9"/>
          <p:cNvSpPr/>
          <p:nvPr/>
        </p:nvSpPr>
        <p:spPr>
          <a:xfrm>
            <a:off x="-7920" y="0"/>
            <a:ext cx="1219860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47" name="PlaceHolder 1"/>
          <p:cNvSpPr>
            <a:spLocks noGrp="1"/>
          </p:cNvSpPr>
          <p:nvPr>
            <p:ph type="body" hasCustomPrompt="1"/>
          </p:nvPr>
        </p:nvSpPr>
        <p:spPr>
          <a:xfrm>
            <a:off x="4000680" y="434160"/>
            <a:ext cx="7860240" cy="5348880"/>
          </a:xfrm>
          <a:prstGeom prst="rect">
            <a:avLst/>
          </a:prstGeom>
          <a:solidFill>
            <a:schemeClr val="lt1">
              <a:lumMod val="95000"/>
            </a:schemeClr>
          </a:solid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1" u="none" strike="noStrike">
              <a:solidFill>
                <a:srgbClr val="F86901"/>
              </a:solidFill>
              <a:effectLst/>
              <a:uFillTx/>
              <a:latin typeface="Arial"/>
            </a:endParaRPr>
          </a:p>
        </p:txBody>
      </p:sp>
      <p:sp>
        <p:nvSpPr>
          <p:cNvPr id="448" name="PlaceHolder 2"/>
          <p:cNvSpPr>
            <a:spLocks noGrp="1"/>
          </p:cNvSpPr>
          <p:nvPr>
            <p:ph type="title" hasCustomPrompt="1"/>
          </p:nvPr>
        </p:nvSpPr>
        <p:spPr>
          <a:xfrm>
            <a:off x="386640" y="434160"/>
            <a:ext cx="3457440" cy="1139040"/>
          </a:xfrm>
          <a:prstGeom prst="rect">
            <a:avLst/>
          </a:prstGeom>
          <a:noFill/>
          <a:ln w="0">
            <a:noFill/>
          </a:ln>
        </p:spPr>
        <p:txBody>
          <a:bodyPr lIns="0" tIns="0" rIns="0" bIns="0" anchor="t">
            <a:normAutofit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
        <p:nvSpPr>
          <p:cNvPr id="449" name="Rectangle 14"/>
          <p:cNvSpPr/>
          <p:nvPr/>
        </p:nvSpPr>
        <p:spPr>
          <a:xfrm>
            <a:off x="-7920" y="6218280"/>
            <a:ext cx="1219860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50" name="TextBox 15"/>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F4AE3D10-95D8-4E15-82A5-3DF8FF918BFE}"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51" name="Graphic 16"/>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452" name="Graphic 22"/>
          <p:cNvGrpSpPr/>
          <p:nvPr/>
        </p:nvGrpSpPr>
        <p:grpSpPr>
          <a:xfrm>
            <a:off x="201960" y="6414120"/>
            <a:ext cx="798120" cy="300960"/>
            <a:chOff x="201960" y="6414120"/>
            <a:chExt cx="798120" cy="300960"/>
          </a:xfrm>
        </p:grpSpPr>
        <p:sp>
          <p:nvSpPr>
            <p:cNvPr id="453" name="Freeform 18"/>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454" name="Freeform 19"/>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55" name="Freeform 20"/>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56" name="PlaceHolder 3"/>
          <p:cNvSpPr>
            <a:spLocks noGrp="1"/>
          </p:cNvSpPr>
          <p:nvPr>
            <p:ph type="body"/>
          </p:nvPr>
        </p:nvSpPr>
        <p:spPr>
          <a:xfrm>
            <a:off x="330120" y="2299320"/>
            <a:ext cx="3457440" cy="20415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tabLst>
                <a:tab pos="0" algn="l"/>
              </a:tabLst>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tabLst>
                <a:tab pos="0" algn="l"/>
              </a:tabLst>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tabLst>
                <a:tab pos="0" algn="l"/>
              </a:tabLst>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tabLst>
                <a:tab pos="0" algn="l"/>
              </a:tabLst>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tabLst>
                <a:tab pos="0" algn="l"/>
              </a:tabLst>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tabLst>
                <a:tab pos="0" algn="l"/>
              </a:tabLst>
            </a:pPr>
            <a:r>
              <a:rPr lang="en-US" sz="2200" b="0" u="none" strike="noStrike">
                <a:solidFill>
                  <a:schemeClr val="dk1"/>
                </a:solidFill>
                <a:effectLst/>
                <a:uFillTx/>
                <a:latin typeface="Arial"/>
              </a:rPr>
              <a:t>Click to edit Master text styles</a:t>
            </a:r>
            <a:endParaRPr lang="en-US" sz="2200" b="1" u="none" strike="noStrike">
              <a:solidFill>
                <a:srgbClr val="F86901"/>
              </a:solidFill>
              <a:effectLst/>
              <a:uFillTx/>
              <a:latin typeface="Arial"/>
            </a:endParaRPr>
          </a:p>
          <a:p>
            <a:pPr marL="685800" lvl="1" indent="-228600" algn="l" defTabSz="914400">
              <a:lnSpc>
                <a:spcPct val="90000"/>
              </a:lnSpc>
              <a:spcBef>
                <a:spcPts val="499"/>
              </a:spcBef>
              <a:buClr>
                <a:srgbClr val="F86901"/>
              </a:buClr>
              <a:buFont typeface="Wingdings" charset="2"/>
              <a:buChar char=""/>
              <a:tabLst>
                <a:tab pos="0" algn="l"/>
              </a:tabLst>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tabLst>
                <a:tab pos="0" algn="l"/>
              </a:tabLst>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tabLst>
                <a:tab pos="0" algn="l"/>
              </a:tabLst>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tabLst>
                <a:tab pos="0" algn="l"/>
              </a:tabLst>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457" name="PlaceHolder 4"/>
          <p:cNvSpPr>
            <a:spLocks noGrp="1"/>
          </p:cNvSpPr>
          <p:nvPr>
            <p:ph type="body" hasCustomPrompt="1"/>
          </p:nvPr>
        </p:nvSpPr>
        <p:spPr>
          <a:xfrm>
            <a:off x="330120" y="1780560"/>
            <a:ext cx="3514320" cy="49896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4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2400" b="1" u="none" strike="noStrike">
                <a:solidFill>
                  <a:srgbClr val="F86901"/>
                </a:solidFill>
                <a:effectLst/>
                <a:uFillTx/>
                <a:latin typeface="Arial"/>
              </a:rPr>
              <a:t>Click to add subhead</a:t>
            </a:r>
            <a:endParaRPr lang="en-US" sz="2400" b="1" u="none" strike="noStrike">
              <a:solidFill>
                <a:srgbClr val="F86901"/>
              </a:solidFill>
              <a:effectLst/>
              <a:uFillTx/>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3 Header Bottom Reference">
    <p:bg>
      <p:bgPr>
        <a:solidFill>
          <a:srgbClr val="FFFFFF"/>
        </a:solidFill>
      </p:bgPr>
    </p:bg>
    <p:spTree>
      <p:nvGrpSpPr>
        <p:cNvPr id="1" name=""/>
        <p:cNvGrpSpPr/>
        <p:nvPr/>
      </p:nvGrpSpPr>
      <p:grpSpPr>
        <a:xfrm>
          <a:off x="0" y="0"/>
          <a:ext cx="0" cy="0"/>
          <a:chOff x="0" y="0"/>
          <a:chExt cx="0" cy="0"/>
        </a:xfrm>
      </p:grpSpPr>
      <p:sp>
        <p:nvSpPr>
          <p:cNvPr id="458"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59"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E686AA0E-A294-49FC-8FD2-FA20F122BF8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60"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461" name="Graphic 22"/>
          <p:cNvGrpSpPr/>
          <p:nvPr/>
        </p:nvGrpSpPr>
        <p:grpSpPr>
          <a:xfrm>
            <a:off x="201960" y="195840"/>
            <a:ext cx="798120" cy="300960"/>
            <a:chOff x="201960" y="195840"/>
            <a:chExt cx="798120" cy="300960"/>
          </a:xfrm>
        </p:grpSpPr>
        <p:sp>
          <p:nvSpPr>
            <p:cNvPr id="462"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463"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64"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65"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66" name="Rectangle 1"/>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67" name="Rectangle 3"/>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68" name="TextBox 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2D33ED0B-F9EF-4D37-8AE1-B1F60110C9F4}"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69" name="Graphic 5"/>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470" name="Graphic 22"/>
          <p:cNvGrpSpPr/>
          <p:nvPr/>
        </p:nvGrpSpPr>
        <p:grpSpPr>
          <a:xfrm>
            <a:off x="201960" y="6414120"/>
            <a:ext cx="798120" cy="300960"/>
            <a:chOff x="201960" y="6414120"/>
            <a:chExt cx="798120" cy="300960"/>
          </a:xfrm>
        </p:grpSpPr>
        <p:sp>
          <p:nvSpPr>
            <p:cNvPr id="471"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472" name="Freeform 8"/>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73" name="Freeform 9"/>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74" name="PlaceHolder 1"/>
          <p:cNvSpPr>
            <a:spLocks noGrp="1"/>
          </p:cNvSpPr>
          <p:nvPr>
            <p:ph type="title" hasCustomPrompt="1"/>
          </p:nvPr>
        </p:nvSpPr>
        <p:spPr>
          <a:xfrm>
            <a:off x="386640" y="449280"/>
            <a:ext cx="4674600" cy="1190880"/>
          </a:xfrm>
          <a:prstGeom prst="rect">
            <a:avLst/>
          </a:prstGeom>
          <a:noFill/>
          <a:ln w="0">
            <a:noFill/>
          </a:ln>
        </p:spPr>
        <p:txBody>
          <a:bodyPr lIns="0" tIns="0" rIns="0" bIns="0" anchor="t">
            <a:normAutofit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
        <p:nvSpPr>
          <p:cNvPr id="475" name="PlaceHolder 2"/>
          <p:cNvSpPr>
            <a:spLocks noGrp="1"/>
          </p:cNvSpPr>
          <p:nvPr>
            <p:ph type="body" hasCustomPrompt="1"/>
          </p:nvPr>
        </p:nvSpPr>
        <p:spPr>
          <a:xfrm>
            <a:off x="5283360" y="445680"/>
            <a:ext cx="6577920" cy="463896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1" u="none" strike="noStrike">
              <a:solidFill>
                <a:srgbClr val="F86901"/>
              </a:solidFill>
              <a:effectLst/>
              <a:uFillTx/>
              <a:latin typeface="Arial"/>
            </a:endParaRPr>
          </a:p>
        </p:txBody>
      </p:sp>
      <p:sp>
        <p:nvSpPr>
          <p:cNvPr id="476" name="PlaceHolder 3"/>
          <p:cNvSpPr>
            <a:spLocks noGrp="1"/>
          </p:cNvSpPr>
          <p:nvPr>
            <p:ph type="body"/>
          </p:nvPr>
        </p:nvSpPr>
        <p:spPr>
          <a:xfrm>
            <a:off x="330120" y="2299320"/>
            <a:ext cx="4731120" cy="20415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tabLst>
                <a:tab pos="0" algn="l"/>
              </a:tabLst>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tabLst>
                <a:tab pos="0" algn="l"/>
              </a:tabLst>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tabLst>
                <a:tab pos="0" algn="l"/>
              </a:tabLst>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tabLst>
                <a:tab pos="0" algn="l"/>
              </a:tabLst>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tabLst>
                <a:tab pos="0" algn="l"/>
              </a:tabLst>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tabLst>
                <a:tab pos="0" algn="l"/>
              </a:tabLst>
            </a:pPr>
            <a:r>
              <a:rPr lang="en-US" sz="2200" b="0" u="none" strike="noStrike">
                <a:solidFill>
                  <a:schemeClr val="dk1"/>
                </a:solidFill>
                <a:effectLst/>
                <a:uFillTx/>
                <a:latin typeface="Arial"/>
              </a:rPr>
              <a:t>Click to edit Master text styles</a:t>
            </a:r>
            <a:endParaRPr lang="en-US" sz="2200" b="1" u="none" strike="noStrike">
              <a:solidFill>
                <a:srgbClr val="F86901"/>
              </a:solidFill>
              <a:effectLst/>
              <a:uFillTx/>
              <a:latin typeface="Arial"/>
            </a:endParaRPr>
          </a:p>
          <a:p>
            <a:pPr marL="685800" lvl="1" indent="-228600" algn="l" defTabSz="914400">
              <a:lnSpc>
                <a:spcPct val="90000"/>
              </a:lnSpc>
              <a:spcBef>
                <a:spcPts val="499"/>
              </a:spcBef>
              <a:buClr>
                <a:srgbClr val="F86901"/>
              </a:buClr>
              <a:buFont typeface="Wingdings" charset="2"/>
              <a:buChar char=""/>
              <a:tabLst>
                <a:tab pos="0" algn="l"/>
              </a:tabLst>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tabLst>
                <a:tab pos="0" algn="l"/>
              </a:tabLst>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tabLst>
                <a:tab pos="0" algn="l"/>
              </a:tabLst>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tabLst>
                <a:tab pos="0" algn="l"/>
              </a:tabLst>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477" name="PlaceHolder 4"/>
          <p:cNvSpPr>
            <a:spLocks noGrp="1"/>
          </p:cNvSpPr>
          <p:nvPr>
            <p:ph type="body" hasCustomPrompt="1"/>
          </p:nvPr>
        </p:nvSpPr>
        <p:spPr>
          <a:xfrm>
            <a:off x="330120" y="1780560"/>
            <a:ext cx="4731120" cy="49896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4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2400" b="1" u="none" strike="noStrike">
                <a:solidFill>
                  <a:srgbClr val="F86901"/>
                </a:solidFill>
                <a:effectLst/>
                <a:uFillTx/>
                <a:latin typeface="Arial"/>
              </a:rPr>
              <a:t>Click to add subhead</a:t>
            </a:r>
            <a:endParaRPr lang="en-US" sz="2400" b="1" u="none" strike="noStrike">
              <a:solidFill>
                <a:srgbClr val="F86901"/>
              </a:solidFill>
              <a:effectLst/>
              <a:uFillTx/>
              <a:latin typeface="Arial"/>
            </a:endParaRP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Photo with White Border Header Bottom">
    <p:bg>
      <p:bgPr>
        <a:solidFill>
          <a:srgbClr val="FFFFFF"/>
        </a:solidFill>
      </p:bgPr>
    </p:bg>
    <p:spTree>
      <p:nvGrpSpPr>
        <p:cNvPr id="1" name=""/>
        <p:cNvGrpSpPr/>
        <p:nvPr/>
      </p:nvGrpSpPr>
      <p:grpSpPr>
        <a:xfrm>
          <a:off x="0" y="0"/>
          <a:ext cx="0" cy="0"/>
          <a:chOff x="0" y="0"/>
          <a:chExt cx="0" cy="0"/>
        </a:xfrm>
      </p:grpSpPr>
      <p:sp>
        <p:nvSpPr>
          <p:cNvPr id="478"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79"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035790F8-ABF9-4F5A-909A-06B1799C8527}"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80"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481" name="Graphic 22"/>
          <p:cNvGrpSpPr/>
          <p:nvPr/>
        </p:nvGrpSpPr>
        <p:grpSpPr>
          <a:xfrm>
            <a:off x="201960" y="195840"/>
            <a:ext cx="798120" cy="300960"/>
            <a:chOff x="201960" y="195840"/>
            <a:chExt cx="798120" cy="300960"/>
          </a:xfrm>
        </p:grpSpPr>
        <p:sp>
          <p:nvSpPr>
            <p:cNvPr id="482"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483"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84"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85"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86" name="Rectangle 5"/>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87" name="Rectangle 10"/>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88" name="TextBox 11"/>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AFAA27CF-F52A-4124-BD6D-757D80F2FC43}"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89" name="Graphic 12"/>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490" name="Graphic 22"/>
          <p:cNvGrpSpPr/>
          <p:nvPr/>
        </p:nvGrpSpPr>
        <p:grpSpPr>
          <a:xfrm>
            <a:off x="201960" y="6414120"/>
            <a:ext cx="798120" cy="300960"/>
            <a:chOff x="201960" y="6414120"/>
            <a:chExt cx="798120" cy="300960"/>
          </a:xfrm>
        </p:grpSpPr>
        <p:sp>
          <p:nvSpPr>
            <p:cNvPr id="491" name="Freeform 14"/>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492" name="Freeform 15"/>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93" name="Freeform 17"/>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94" name="PlaceHolder 1"/>
          <p:cNvSpPr>
            <a:spLocks noGrp="1"/>
          </p:cNvSpPr>
          <p:nvPr>
            <p:ph type="body" hasCustomPrompt="1"/>
          </p:nvPr>
        </p:nvSpPr>
        <p:spPr>
          <a:xfrm>
            <a:off x="272160" y="279720"/>
            <a:ext cx="11741760" cy="504036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495" name="PlaceHolder 2"/>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Arial"/>
              </a:defRPr>
            </a:lvl1pPr>
          </a:lstStyle>
          <a:p>
            <a:pPr indent="0" algn="l">
              <a:lnSpc>
                <a:spcPct val="100000"/>
              </a:lnSpc>
              <a:buNone/>
              <a:tabLst>
                <a:tab pos="0" algn="l"/>
              </a:tabLst>
            </a:pPr>
            <a:r>
              <a:rPr lang="en-US" sz="1800" b="0" u="none" strike="noStrike">
                <a:solidFill>
                  <a:schemeClr val="dk1"/>
                </a:solidFill>
                <a:effectLst/>
                <a:uFillTx/>
                <a:latin typeface="Arial"/>
              </a:rPr>
              <a:t>Click to edit the title text format</a:t>
            </a:r>
            <a:endParaRPr lang="en-US" sz="1800" b="0" u="none" strike="noStrike">
              <a:solidFill>
                <a:schemeClr val="dk1"/>
              </a:solidFill>
              <a:effectLst/>
              <a:uFillTx/>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Full Photo with White Border Header Bottom">
    <p:bg>
      <p:bgPr>
        <a:solidFill>
          <a:srgbClr val="FFFFFF"/>
        </a:solidFill>
      </p:bgPr>
    </p:bg>
    <p:spTree>
      <p:nvGrpSpPr>
        <p:cNvPr id="1" name=""/>
        <p:cNvGrpSpPr/>
        <p:nvPr/>
      </p:nvGrpSpPr>
      <p:grpSpPr>
        <a:xfrm>
          <a:off x="0" y="0"/>
          <a:ext cx="0" cy="0"/>
          <a:chOff x="0" y="0"/>
          <a:chExt cx="0" cy="0"/>
        </a:xfrm>
      </p:grpSpPr>
      <p:sp>
        <p:nvSpPr>
          <p:cNvPr id="496"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97"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68191AF4-61E9-4BFF-9801-CB4B8ADADEDF}"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98"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499" name="Graphic 22"/>
          <p:cNvGrpSpPr/>
          <p:nvPr/>
        </p:nvGrpSpPr>
        <p:grpSpPr>
          <a:xfrm>
            <a:off x="201960" y="195840"/>
            <a:ext cx="798120" cy="300960"/>
            <a:chOff x="201960" y="195840"/>
            <a:chExt cx="798120" cy="300960"/>
          </a:xfrm>
        </p:grpSpPr>
        <p:sp>
          <p:nvSpPr>
            <p:cNvPr id="500"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501"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02"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03"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504" name="Rectangle 5"/>
          <p:cNvSpPr/>
          <p:nvPr/>
        </p:nvSpPr>
        <p:spPr>
          <a:xfrm>
            <a:off x="-504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05" name="Rectangle 10"/>
          <p:cNvSpPr/>
          <p:nvPr/>
        </p:nvSpPr>
        <p:spPr>
          <a:xfrm>
            <a:off x="-5040" y="6218280"/>
            <a:ext cx="1219572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06" name="TextBox 11"/>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4A39AC72-6E59-4EBA-AD5A-702759EF54A5}"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07" name="Graphic 12"/>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508" name="Graphic 22"/>
          <p:cNvGrpSpPr/>
          <p:nvPr/>
        </p:nvGrpSpPr>
        <p:grpSpPr>
          <a:xfrm>
            <a:off x="201960" y="6414120"/>
            <a:ext cx="798120" cy="300960"/>
            <a:chOff x="201960" y="6414120"/>
            <a:chExt cx="798120" cy="300960"/>
          </a:xfrm>
        </p:grpSpPr>
        <p:sp>
          <p:nvSpPr>
            <p:cNvPr id="509" name="Freeform 14"/>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510" name="Freeform 15"/>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11" name="Freeform 17"/>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12" name="PlaceHolder 1"/>
          <p:cNvSpPr>
            <a:spLocks noGrp="1"/>
          </p:cNvSpPr>
          <p:nvPr>
            <p:ph type="body" hasCustomPrompt="1"/>
          </p:nvPr>
        </p:nvSpPr>
        <p:spPr>
          <a:xfrm>
            <a:off x="272160" y="941760"/>
            <a:ext cx="11741760" cy="504036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513" name="PlaceHolder 2"/>
          <p:cNvSpPr>
            <a:spLocks noGrp="1"/>
          </p:cNvSpPr>
          <p:nvPr>
            <p:ph type="title" hasCustomPrompt="1"/>
          </p:nvPr>
        </p:nvSpPr>
        <p:spPr>
          <a:xfrm>
            <a:off x="272160" y="169920"/>
            <a:ext cx="11741760" cy="692640"/>
          </a:xfrm>
          <a:prstGeom prst="rect">
            <a:avLst/>
          </a:prstGeom>
          <a:noFill/>
          <a:ln w="0">
            <a:noFill/>
          </a:ln>
        </p:spPr>
        <p:txBody>
          <a:bodyPr lIns="0" tIns="45000" rIns="90000" bIns="45000" anchor="t">
            <a:normAutofit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Photo With Bar On Bottom">
    <p:bg>
      <p:bgPr>
        <a:solidFill>
          <a:srgbClr val="FFFFFF"/>
        </a:solidFill>
      </p:bgPr>
    </p:bg>
    <p:spTree>
      <p:nvGrpSpPr>
        <p:cNvPr id="1" name=""/>
        <p:cNvGrpSpPr/>
        <p:nvPr/>
      </p:nvGrpSpPr>
      <p:grpSpPr>
        <a:xfrm>
          <a:off x="0" y="0"/>
          <a:ext cx="0" cy="0"/>
          <a:chOff x="0" y="0"/>
          <a:chExt cx="0" cy="0"/>
        </a:xfrm>
      </p:grpSpPr>
      <p:sp>
        <p:nvSpPr>
          <p:cNvPr id="514"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15"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7395CA21-7597-45F7-A90C-810223839649}"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16"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517" name="Graphic 22"/>
          <p:cNvGrpSpPr/>
          <p:nvPr/>
        </p:nvGrpSpPr>
        <p:grpSpPr>
          <a:xfrm>
            <a:off x="201960" y="195840"/>
            <a:ext cx="798120" cy="300960"/>
            <a:chOff x="201960" y="195840"/>
            <a:chExt cx="798120" cy="300960"/>
          </a:xfrm>
        </p:grpSpPr>
        <p:sp>
          <p:nvSpPr>
            <p:cNvPr id="518"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519"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20"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21"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522" name="Text Placeholder 18"/>
          <p:cNvSpPr/>
          <p:nvPr/>
        </p:nvSpPr>
        <p:spPr>
          <a:xfrm>
            <a:off x="0" y="5511960"/>
            <a:ext cx="12191040" cy="1400040"/>
          </a:xfrm>
          <a:prstGeom prst="rect">
            <a:avLst/>
          </a:prstGeom>
          <a:noFill/>
          <a:ln w="0">
            <a:noFill/>
          </a:ln>
        </p:spPr>
        <p:style>
          <a:lnRef idx="0"/>
          <a:fillRef idx="0"/>
          <a:effectRef idx="0"/>
          <a:fontRef idx="minor"/>
        </p:style>
        <p:txBody>
          <a:bodyPr lIns="90000" tIns="45000" rIns="90000" bIns="45000" anchor="t">
            <a:normAutofit/>
          </a:bodyPr>
          <a:p>
            <a:pPr algn="ctr" defTabSz="914400">
              <a:lnSpc>
                <a:spcPct val="90000"/>
              </a:lnSpc>
              <a:spcBef>
                <a:spcPts val="1001"/>
              </a:spcBef>
              <a:tabLst>
                <a:tab pos="0" algn="l"/>
              </a:tabLst>
            </a:pPr>
            <a:r>
              <a:rPr lang="en-US" sz="3600" b="0" i="1" u="none" strike="noStrike">
                <a:solidFill>
                  <a:srgbClr val="FF0000"/>
                </a:solidFill>
                <a:effectLst/>
                <a:uFillTx/>
                <a:latin typeface="MS Gothic"/>
                <a:ea typeface="MS Gothic"/>
              </a:rPr>
              <a:t>Please do not put content in this space.   </a:t>
            </a:r>
            <a:endParaRPr lang="en-US" sz="3600" b="0" u="none" strike="noStrike">
              <a:solidFill>
                <a:srgbClr val="000000"/>
              </a:solidFill>
              <a:effectLst/>
              <a:uFillTx/>
              <a:latin typeface="Arial"/>
            </a:endParaRPr>
          </a:p>
          <a:p>
            <a:pPr algn="ctr" defTabSz="914400">
              <a:lnSpc>
                <a:spcPct val="90000"/>
              </a:lnSpc>
              <a:spcBef>
                <a:spcPts val="1001"/>
              </a:spcBef>
              <a:tabLst>
                <a:tab pos="0" algn="l"/>
              </a:tabLst>
            </a:pPr>
            <a:r>
              <a:rPr lang="en-US" sz="3600" b="0" i="1" u="none" strike="noStrike">
                <a:solidFill>
                  <a:srgbClr val="FF0000"/>
                </a:solidFill>
                <a:effectLst/>
                <a:uFillTx/>
                <a:latin typeface="MS Gothic"/>
                <a:ea typeface="MS Gothic"/>
              </a:rPr>
              <a:t>It is reserved for live captioning.</a:t>
            </a:r>
            <a:endParaRPr lang="en-US" sz="3600" b="0" u="none" strike="noStrike">
              <a:solidFill>
                <a:srgbClr val="000000"/>
              </a:solidFill>
              <a:effectLst/>
              <a:uFillTx/>
              <a:latin typeface="Arial"/>
            </a:endParaRPr>
          </a:p>
        </p:txBody>
      </p:sp>
      <p:sp>
        <p:nvSpPr>
          <p:cNvPr id="523" name="PlaceHolder 1"/>
          <p:cNvSpPr>
            <a:spLocks noGrp="1"/>
          </p:cNvSpPr>
          <p:nvPr>
            <p:ph type="body" hasCustomPrompt="1"/>
          </p:nvPr>
        </p:nvSpPr>
        <p:spPr>
          <a:xfrm>
            <a:off x="0" y="0"/>
            <a:ext cx="12191040" cy="621720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524" name="Rectangle 10"/>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25" name="TextBox 11"/>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919078DA-4238-445C-AC25-9A28964C076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26" name="Graphic 12"/>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527" name="Graphic 22"/>
          <p:cNvGrpSpPr/>
          <p:nvPr/>
        </p:nvGrpSpPr>
        <p:grpSpPr>
          <a:xfrm>
            <a:off x="201960" y="6414120"/>
            <a:ext cx="798120" cy="300960"/>
            <a:chOff x="201960" y="6414120"/>
            <a:chExt cx="798120" cy="300960"/>
          </a:xfrm>
        </p:grpSpPr>
        <p:sp>
          <p:nvSpPr>
            <p:cNvPr id="528" name="Freeform 14"/>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529" name="Freeform 15"/>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30" name="Freeform 17"/>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Photo">
    <p:bg>
      <p:bgPr>
        <a:solidFill>
          <a:srgbClr val="FFFFFF"/>
        </a:solidFill>
      </p:bgPr>
    </p:bg>
    <p:spTree>
      <p:nvGrpSpPr>
        <p:cNvPr id="1" name=""/>
        <p:cNvGrpSpPr/>
        <p:nvPr/>
      </p:nvGrpSpPr>
      <p:grpSpPr>
        <a:xfrm>
          <a:off x="0" y="0"/>
          <a:ext cx="0" cy="0"/>
          <a:chOff x="0" y="0"/>
          <a:chExt cx="0" cy="0"/>
        </a:xfrm>
      </p:grpSpPr>
      <p:sp>
        <p:nvSpPr>
          <p:cNvPr id="531"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32"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44D1E89E-320F-446E-AF46-A0509B8F453B}"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33"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534" name="Graphic 22"/>
          <p:cNvGrpSpPr/>
          <p:nvPr/>
        </p:nvGrpSpPr>
        <p:grpSpPr>
          <a:xfrm>
            <a:off x="201960" y="195840"/>
            <a:ext cx="798120" cy="300960"/>
            <a:chOff x="201960" y="195840"/>
            <a:chExt cx="798120" cy="300960"/>
          </a:xfrm>
        </p:grpSpPr>
        <p:sp>
          <p:nvSpPr>
            <p:cNvPr id="535"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536"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37"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38"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539" name="Rectangle 5"/>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40" name="Rectangle 10"/>
          <p:cNvSpPr/>
          <p:nvPr/>
        </p:nvSpPr>
        <p:spPr>
          <a:xfrm>
            <a:off x="0" y="621828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41" name="TextBox 11"/>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F69628FC-F0D2-4D31-9F3C-53A8E975B8BD}"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42" name="Graphic 12"/>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543" name="Graphic 22"/>
          <p:cNvGrpSpPr/>
          <p:nvPr/>
        </p:nvGrpSpPr>
        <p:grpSpPr>
          <a:xfrm>
            <a:off x="201960" y="6414120"/>
            <a:ext cx="798120" cy="300960"/>
            <a:chOff x="201960" y="6414120"/>
            <a:chExt cx="798120" cy="300960"/>
          </a:xfrm>
        </p:grpSpPr>
        <p:sp>
          <p:nvSpPr>
            <p:cNvPr id="544" name="Freeform 14"/>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545" name="Freeform 15"/>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46" name="Freeform 17"/>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47" name="PlaceHolder 1"/>
          <p:cNvSpPr>
            <a:spLocks noGrp="1"/>
          </p:cNvSpPr>
          <p:nvPr>
            <p:ph type="body" hasCustomPrompt="1"/>
          </p:nvPr>
        </p:nvSpPr>
        <p:spPr>
          <a:xfrm>
            <a:off x="-25200" y="0"/>
            <a:ext cx="12215880" cy="688428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548" name="PlaceHolder 2"/>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Arial"/>
              </a:defRPr>
            </a:lvl1pPr>
          </a:lstStyle>
          <a:p>
            <a:pPr indent="0" algn="l">
              <a:lnSpc>
                <a:spcPct val="100000"/>
              </a:lnSpc>
              <a:buNone/>
              <a:tabLst>
                <a:tab pos="0" algn="l"/>
              </a:tabLst>
            </a:pPr>
            <a:r>
              <a:rPr lang="en-US" sz="1800" b="0" u="none" strike="noStrike">
                <a:solidFill>
                  <a:schemeClr val="dk1"/>
                </a:solidFill>
                <a:effectLst/>
                <a:uFillTx/>
                <a:latin typeface="Arial"/>
              </a:rPr>
              <a:t>Click to edit the title text format</a:t>
            </a:r>
            <a:endParaRPr lang="en-US" sz="1800" b="0" u="none" strike="noStrike">
              <a:solidFill>
                <a:schemeClr val="dk1"/>
              </a:solidFill>
              <a:effectLst/>
              <a:uFillTx/>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 Photos Header Bottom">
    <p:bg>
      <p:bgPr>
        <a:solidFill>
          <a:srgbClr val="FFFFFF"/>
        </a:solidFill>
      </p:bgPr>
    </p:bg>
    <p:spTree>
      <p:nvGrpSpPr>
        <p:cNvPr id="1" name=""/>
        <p:cNvGrpSpPr/>
        <p:nvPr/>
      </p:nvGrpSpPr>
      <p:grpSpPr>
        <a:xfrm>
          <a:off x="0" y="0"/>
          <a:ext cx="0" cy="0"/>
          <a:chOff x="0" y="0"/>
          <a:chExt cx="0" cy="0"/>
        </a:xfrm>
      </p:grpSpPr>
      <p:sp>
        <p:nvSpPr>
          <p:cNvPr id="549"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50"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14AD1A9A-FBBA-49F7-BE02-EACF6AFFC98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51"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552" name="Graphic 22"/>
          <p:cNvGrpSpPr/>
          <p:nvPr/>
        </p:nvGrpSpPr>
        <p:grpSpPr>
          <a:xfrm>
            <a:off x="201960" y="195840"/>
            <a:ext cx="798120" cy="300960"/>
            <a:chOff x="201960" y="195840"/>
            <a:chExt cx="798120" cy="300960"/>
          </a:xfrm>
        </p:grpSpPr>
        <p:sp>
          <p:nvSpPr>
            <p:cNvPr id="553"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554"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55"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56"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557" name="Rectangle 1"/>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58" name="Rectangle 3"/>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59" name="TextBox 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1C627013-C5D4-4789-A827-9D1643030A04}"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60" name="Graphic 5"/>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561" name="Graphic 22"/>
          <p:cNvGrpSpPr/>
          <p:nvPr/>
        </p:nvGrpSpPr>
        <p:grpSpPr>
          <a:xfrm>
            <a:off x="201960" y="6414120"/>
            <a:ext cx="798120" cy="300960"/>
            <a:chOff x="201960" y="6414120"/>
            <a:chExt cx="798120" cy="300960"/>
          </a:xfrm>
        </p:grpSpPr>
        <p:sp>
          <p:nvSpPr>
            <p:cNvPr id="562"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563" name="Freeform 8"/>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64" name="Freeform 11"/>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65" name="PlaceHolder 1"/>
          <p:cNvSpPr>
            <a:spLocks noGrp="1"/>
          </p:cNvSpPr>
          <p:nvPr>
            <p:ph type="body" hasCustomPrompt="1"/>
          </p:nvPr>
        </p:nvSpPr>
        <p:spPr>
          <a:xfrm>
            <a:off x="6256800" y="270000"/>
            <a:ext cx="5733000" cy="565164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566" name="PlaceHolder 2"/>
          <p:cNvSpPr>
            <a:spLocks noGrp="1"/>
          </p:cNvSpPr>
          <p:nvPr>
            <p:ph type="body" hasCustomPrompt="1"/>
          </p:nvPr>
        </p:nvSpPr>
        <p:spPr>
          <a:xfrm>
            <a:off x="272160" y="270000"/>
            <a:ext cx="5740560" cy="565200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567" name="PlaceHolder 3"/>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Arial"/>
              </a:defRPr>
            </a:lvl1pPr>
          </a:lstStyle>
          <a:p>
            <a:pPr indent="0" algn="l">
              <a:lnSpc>
                <a:spcPct val="100000"/>
              </a:lnSpc>
              <a:buNone/>
              <a:tabLst>
                <a:tab pos="0" algn="l"/>
              </a:tabLst>
            </a:pPr>
            <a:r>
              <a:rPr lang="en-US" sz="1800" b="0" u="none" strike="noStrike">
                <a:solidFill>
                  <a:schemeClr val="dk1"/>
                </a:solidFill>
                <a:effectLst/>
                <a:uFillTx/>
                <a:latin typeface="Arial"/>
              </a:rPr>
              <a:t>Click to edit the title text format</a:t>
            </a:r>
            <a:endParaRPr lang="en-US" sz="1800" b="0" u="none" strike="noStrike">
              <a:solidFill>
                <a:schemeClr val="dk1"/>
              </a:solidFill>
              <a:effectLst/>
              <a:uFillTx/>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ouble Text Boxes Header Bottom Reference">
    <p:bg>
      <p:bgPr>
        <a:solidFill>
          <a:srgbClr val="FFFFFF"/>
        </a:solidFill>
      </p:bgPr>
    </p:bg>
    <p:spTree>
      <p:nvGrpSpPr>
        <p:cNvPr id="1" name=""/>
        <p:cNvGrpSpPr/>
        <p:nvPr/>
      </p:nvGrpSpPr>
      <p:grpSpPr>
        <a:xfrm>
          <a:off x="0" y="0"/>
          <a:ext cx="0" cy="0"/>
          <a:chOff x="0" y="0"/>
          <a:chExt cx="0" cy="0"/>
        </a:xfrm>
      </p:grpSpPr>
      <p:sp>
        <p:nvSpPr>
          <p:cNvPr id="568" name="Rectangle 5"/>
          <p:cNvSpPr/>
          <p:nvPr/>
        </p:nvSpPr>
        <p:spPr>
          <a:xfrm>
            <a:off x="0" y="0"/>
            <a:ext cx="12191040" cy="6663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69" name="TextBox 10"/>
          <p:cNvSpPr/>
          <p:nvPr/>
        </p:nvSpPr>
        <p:spPr>
          <a:xfrm>
            <a:off x="11689200" y="26964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E45DA79E-F5F6-45C6-BFAA-D871D2655D11}"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70" name="Graphic 11"/>
          <p:cNvPicPr/>
          <p:nvPr/>
        </p:nvPicPr>
        <p:blipFill>
          <a:blip r:embed="rId2">
            <a:extLst>
              <a:ext uri="{96DAC541-7B7A-43D3-8B79-37D633B846F1}">
                <asvg:svgBlip xmlns:asvg="http://schemas.microsoft.com/office/drawing/2016/SVG/main" r:embed="rId3"/>
              </a:ext>
            </a:extLst>
          </a:blip>
          <a:stretch/>
        </p:blipFill>
        <p:spPr>
          <a:xfrm>
            <a:off x="9069840" y="240840"/>
            <a:ext cx="2699640" cy="239040"/>
          </a:xfrm>
          <a:prstGeom prst="rect">
            <a:avLst/>
          </a:prstGeom>
          <a:noFill/>
          <a:ln w="0">
            <a:noFill/>
          </a:ln>
        </p:spPr>
      </p:pic>
      <p:grpSp>
        <p:nvGrpSpPr>
          <p:cNvPr id="571" name="Graphic 22"/>
          <p:cNvGrpSpPr/>
          <p:nvPr/>
        </p:nvGrpSpPr>
        <p:grpSpPr>
          <a:xfrm>
            <a:off x="201960" y="195840"/>
            <a:ext cx="798120" cy="300960"/>
            <a:chOff x="201960" y="195840"/>
            <a:chExt cx="798120" cy="300960"/>
          </a:xfrm>
        </p:grpSpPr>
        <p:sp>
          <p:nvSpPr>
            <p:cNvPr id="572" name="Freeform 2"/>
            <p:cNvSpPr/>
            <p:nvPr/>
          </p:nvSpPr>
          <p:spPr>
            <a:xfrm>
              <a:off x="540720" y="19584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573" name="Freeform 3"/>
            <p:cNvSpPr/>
            <p:nvPr/>
          </p:nvSpPr>
          <p:spPr>
            <a:xfrm>
              <a:off x="718920" y="19620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74" name="Freeform 4"/>
            <p:cNvSpPr/>
            <p:nvPr/>
          </p:nvSpPr>
          <p:spPr>
            <a:xfrm>
              <a:off x="201960" y="19584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75" name="Text Placeholder 14"/>
          <p:cNvSpPr/>
          <p:nvPr/>
        </p:nvSpPr>
        <p:spPr>
          <a:xfrm>
            <a:off x="386640" y="3434040"/>
            <a:ext cx="2464920" cy="95364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576" name="Rectangle 1"/>
          <p:cNvSpPr/>
          <p:nvPr/>
        </p:nvSpPr>
        <p:spPr>
          <a:xfrm>
            <a:off x="0" y="0"/>
            <a:ext cx="12191040" cy="6856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77" name="Rectangle 3"/>
          <p:cNvSpPr/>
          <p:nvPr/>
        </p:nvSpPr>
        <p:spPr>
          <a:xfrm>
            <a:off x="0" y="6218280"/>
            <a:ext cx="12191040" cy="6386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78" name="TextBox 4"/>
          <p:cNvSpPr/>
          <p:nvPr/>
        </p:nvSpPr>
        <p:spPr>
          <a:xfrm>
            <a:off x="11689200" y="6487920"/>
            <a:ext cx="476640" cy="23904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93E906F6-2A3F-4172-9473-D01398D8292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79" name="Graphic 5"/>
          <p:cNvPicPr/>
          <p:nvPr/>
        </p:nvPicPr>
        <p:blipFill>
          <a:blip r:embed="rId4">
            <a:extLst>
              <a:ext uri="{96DAC541-7B7A-43D3-8B79-37D633B846F1}">
                <asvg:svgBlip xmlns:asvg="http://schemas.microsoft.com/office/drawing/2016/SVG/main" r:embed="rId5"/>
              </a:ext>
            </a:extLst>
          </a:blip>
          <a:stretch/>
        </p:blipFill>
        <p:spPr>
          <a:xfrm>
            <a:off x="9069840" y="6459120"/>
            <a:ext cx="2699640" cy="239040"/>
          </a:xfrm>
          <a:prstGeom prst="rect">
            <a:avLst/>
          </a:prstGeom>
          <a:noFill/>
          <a:ln w="0">
            <a:noFill/>
          </a:ln>
        </p:spPr>
      </p:pic>
      <p:grpSp>
        <p:nvGrpSpPr>
          <p:cNvPr id="580" name="Graphic 22"/>
          <p:cNvGrpSpPr/>
          <p:nvPr/>
        </p:nvGrpSpPr>
        <p:grpSpPr>
          <a:xfrm>
            <a:off x="201960" y="6414120"/>
            <a:ext cx="798120" cy="300960"/>
            <a:chOff x="201960" y="6414120"/>
            <a:chExt cx="798120" cy="300960"/>
          </a:xfrm>
        </p:grpSpPr>
        <p:sp>
          <p:nvSpPr>
            <p:cNvPr id="581" name="Freeform 7"/>
            <p:cNvSpPr/>
            <p:nvPr/>
          </p:nvSpPr>
          <p:spPr>
            <a:xfrm>
              <a:off x="540720" y="6414120"/>
              <a:ext cx="136080" cy="300600"/>
            </a:xfrm>
            <a:custGeom>
              <a:avLst/>
              <a:gdLst>
                <a:gd name="textAreaLeft" fmla="*/ 0 w 136080"/>
                <a:gd name="textAreaRight" fmla="*/ 137160 w 136080"/>
                <a:gd name="textAreaTop" fmla="*/ 0 h 300600"/>
                <a:gd name="textAreaBottom" fmla="*/ 301680 h 3006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040" tIns="45000" rIns="68040" bIns="45000" anchor="ctr">
              <a:noAutofit/>
            </a:bodyPr>
            <a:p>
              <a:endParaRPr lang="en-US" sz="1800" b="0" u="none" strike="noStrike">
                <a:solidFill>
                  <a:schemeClr val="dk1"/>
                </a:solidFill>
                <a:effectLst/>
                <a:uFillTx/>
                <a:latin typeface="Arial"/>
              </a:endParaRPr>
            </a:p>
          </p:txBody>
        </p:sp>
        <p:sp>
          <p:nvSpPr>
            <p:cNvPr id="582" name="Freeform 8"/>
            <p:cNvSpPr/>
            <p:nvPr/>
          </p:nvSpPr>
          <p:spPr>
            <a:xfrm>
              <a:off x="718920" y="6414480"/>
              <a:ext cx="281160" cy="300600"/>
            </a:xfrm>
            <a:custGeom>
              <a:avLst/>
              <a:gdLst>
                <a:gd name="textAreaLeft" fmla="*/ 0 w 281160"/>
                <a:gd name="textAreaRight" fmla="*/ 282240 w 281160"/>
                <a:gd name="textAreaTop" fmla="*/ 0 h 300600"/>
                <a:gd name="textAreaBottom" fmla="*/ 301680 h 30060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83" name="Freeform 11"/>
            <p:cNvSpPr/>
            <p:nvPr/>
          </p:nvSpPr>
          <p:spPr>
            <a:xfrm>
              <a:off x="201960" y="6414120"/>
              <a:ext cx="298080" cy="300600"/>
            </a:xfrm>
            <a:custGeom>
              <a:avLst/>
              <a:gdLst>
                <a:gd name="textAreaLeft" fmla="*/ 0 w 298080"/>
                <a:gd name="textAreaRight" fmla="*/ 299160 w 298080"/>
                <a:gd name="textAreaTop" fmla="*/ 0 h 300600"/>
                <a:gd name="textAreaBottom" fmla="*/ 301680 h 3006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slideLayout" Target="../slideLayouts/slideLayout16.xml"/><Relationship Id="rId16" Type="http://schemas.openxmlformats.org/officeDocument/2006/relationships/slideLayout" Target="../slideLayouts/slideLayout17.xml"/><Relationship Id="rId17" Type="http://schemas.openxmlformats.org/officeDocument/2006/relationships/slideLayout" Target="../slideLayouts/slideLayout18.xml"/><Relationship Id="rId18" Type="http://schemas.openxmlformats.org/officeDocument/2006/relationships/slideLayout" Target="../slideLayouts/slideLayout19.xml"/><Relationship Id="rId19" Type="http://schemas.openxmlformats.org/officeDocument/2006/relationships/slideLayout" Target="../slideLayouts/slideLayout20.xml"/><Relationship Id="rId20" Type="http://schemas.openxmlformats.org/officeDocument/2006/relationships/slideLayout" Target="../slideLayouts/slideLayout21.xml"/><Relationship Id="rId21" Type="http://schemas.openxmlformats.org/officeDocument/2006/relationships/slideLayout" Target="../slideLayouts/slideLayout22.xml"/><Relationship Id="rId22" Type="http://schemas.openxmlformats.org/officeDocument/2006/relationships/slideLayout" Target="../slideLayouts/slideLayout23.xml"/><Relationship Id="rId23" Type="http://schemas.openxmlformats.org/officeDocument/2006/relationships/slideLayout" Target="../slideLayouts/slideLayout24.xml"/><Relationship Id="rId24" Type="http://schemas.openxmlformats.org/officeDocument/2006/relationships/slideLayout" Target="../slideLayouts/slideLayout25.xml"/><Relationship Id="rId25" Type="http://schemas.openxmlformats.org/officeDocument/2006/relationships/slideLayout" Target="../slideLayouts/slideLayout26.xml"/><Relationship Id="rId26" Type="http://schemas.openxmlformats.org/officeDocument/2006/relationships/slideLayout" Target="../slideLayouts/slideLayout27.xml"/><Relationship Id="rId27" Type="http://schemas.openxmlformats.org/officeDocument/2006/relationships/slideLayout" Target="../slideLayouts/slideLayout28.xml"/><Relationship Id="rId28" Type="http://schemas.openxmlformats.org/officeDocument/2006/relationships/slideLayout" Target="../slideLayouts/slideLayout29.xml"/><Relationship Id="rId29" Type="http://schemas.openxmlformats.org/officeDocument/2006/relationships/slideLayout" Target="../slideLayouts/slideLayout30.xml"/><Relationship Id="rId30" Type="http://schemas.openxmlformats.org/officeDocument/2006/relationships/slideLayout" Target="../slideLayouts/slideLayout3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0" r:id="rId20"/>
    <p:sldLayoutId id="2147483671" r:id="rId21"/>
    <p:sldLayoutId id="2147483672" r:id="rId22"/>
    <p:sldLayoutId id="2147483673" r:id="rId23"/>
    <p:sldLayoutId id="2147483674" r:id="rId24"/>
    <p:sldLayoutId id="2147483675" r:id="rId25"/>
    <p:sldLayoutId id="2147483676" r:id="rId26"/>
    <p:sldLayoutId id="2147483677" r:id="rId27"/>
    <p:sldLayoutId id="2147483678" r:id="rId28"/>
    <p:sldLayoutId id="2147483679" r:id="rId29"/>
    <p:sldLayoutId id="2147483680" r:id="rId30"/>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3.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30.xml"/><Relationship Id="rId4"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6.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9.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0" name="PlaceHolder 1"/>
          <p:cNvSpPr>
            <a:spLocks noGrp="1"/>
          </p:cNvSpPr>
          <p:nvPr>
            <p:ph type="title" hasCustomPrompt="1"/>
          </p:nvPr>
        </p:nvSpPr>
        <p:spPr>
          <a:xfrm>
            <a:off x="6235920" y="1199880"/>
            <a:ext cx="5698800" cy="2899080"/>
          </a:xfrm>
          <a:prstGeom prst="rect">
            <a:avLst/>
          </a:prstGeom>
          <a:noFill/>
          <a:ln w="0">
            <a:noFill/>
          </a:ln>
        </p:spPr>
        <p:txBody>
          <a:bodyPr lIns="90000" tIns="45000" rIns="90000" bIns="45000" anchor="b">
            <a:noAutofit/>
          </a:bodyPr>
          <a:p>
            <a:pPr indent="0" algn="r" defTabSz="914400">
              <a:lnSpc>
                <a:spcPct val="90000"/>
              </a:lnSpc>
              <a:buNone/>
              <a:tabLst>
                <a:tab pos="0" algn="l"/>
              </a:tabLst>
            </a:pPr>
            <a:r>
              <a:rPr lang="en-US" sz="2800" b="1" u="none" strike="noStrike">
                <a:solidFill>
                  <a:schemeClr val="lt1"/>
                </a:solidFill>
                <a:effectLst/>
                <a:uFillTx/>
                <a:latin typeface="Arial"/>
              </a:rPr>
              <a:t>Dynamic Flexible Job Shop Scheduling via Deep Reinforcement Learning</a:t>
            </a:r>
            <a:endParaRPr lang="en-US" sz="2800" b="1" u="none" strike="noStrike">
              <a:solidFill>
                <a:schemeClr val="lt1"/>
              </a:solidFill>
              <a:effectLst/>
              <a:uFillTx/>
              <a:latin typeface="Arial"/>
            </a:endParaRPr>
          </a:p>
        </p:txBody>
      </p:sp>
      <p:sp>
        <p:nvSpPr>
          <p:cNvPr id="591" name="PlaceHolder 2"/>
          <p:cNvSpPr>
            <a:spLocks noGrp="1"/>
          </p:cNvSpPr>
          <p:nvPr>
            <p:ph type="subTitle" hasCustomPrompt="1"/>
          </p:nvPr>
        </p:nvSpPr>
        <p:spPr>
          <a:xfrm>
            <a:off x="6235920" y="4200120"/>
            <a:ext cx="5698800" cy="1449000"/>
          </a:xfrm>
          <a:prstGeom prst="rect">
            <a:avLst/>
          </a:prstGeom>
          <a:noFill/>
          <a:ln w="0">
            <a:noFill/>
          </a:ln>
        </p:spPr>
        <p:txBody>
          <a:bodyPr lIns="90000" tIns="45000" rIns="90000" bIns="45000" anchor="t">
            <a:noAutofit/>
          </a:bodyPr>
          <a:p>
            <a:pPr indent="0" algn="r" defTabSz="914400">
              <a:lnSpc>
                <a:spcPct val="90000"/>
              </a:lnSpc>
              <a:spcBef>
                <a:spcPts val="1001"/>
              </a:spcBef>
              <a:buNone/>
              <a:tabLst>
                <a:tab pos="0" algn="l"/>
              </a:tabLst>
            </a:pPr>
            <a:r>
              <a:rPr lang="en-US" sz="1800" b="1" u="none" strike="noStrike">
                <a:solidFill>
                  <a:schemeClr val="lt1"/>
                </a:solidFill>
                <a:effectLst/>
                <a:uFillTx/>
                <a:latin typeface="Arial"/>
              </a:rPr>
              <a:t>Unity/AGV Simulation - Capstone Planning Presentation</a:t>
            </a:r>
            <a:endParaRPr lang="en-US" sz="1800" b="0" u="none" strike="noStrike">
              <a:solidFill>
                <a:srgbClr val="000000"/>
              </a:solidFill>
              <a:effectLst/>
              <a:uFillTx/>
              <a:latin typeface="Arial"/>
            </a:endParaRPr>
          </a:p>
          <a:p>
            <a:pPr indent="0" algn="r" defTabSz="914400">
              <a:lnSpc>
                <a:spcPct val="90000"/>
              </a:lnSpc>
              <a:spcBef>
                <a:spcPts val="1001"/>
              </a:spcBef>
              <a:buNone/>
              <a:tabLst>
                <a:tab pos="0" algn="l"/>
              </a:tabLst>
            </a:pPr>
            <a:r>
              <a:rPr lang="en-US" sz="1400" b="0" u="none" strike="noStrike">
                <a:solidFill>
                  <a:schemeClr val="lt1"/>
                </a:solidFill>
                <a:effectLst/>
                <a:uFillTx/>
                <a:latin typeface="Arial"/>
              </a:rPr>
              <a:t>Mike Eaton  ·  Advisor: Dr. Michael Kuhl  ·  Solo Capstone</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Project Overview</a:t>
            </a:r>
            <a:endParaRPr lang="en-US" sz="3200" b="0" u="none" strike="noStrike">
              <a:solidFill>
                <a:srgbClr val="000000"/>
              </a:solidFill>
              <a:effectLst/>
              <a:uFillTx/>
              <a:latin typeface="Arial"/>
            </a:endParaRPr>
          </a:p>
        </p:txBody>
      </p:sp>
      <p:sp>
        <p:nvSpPr>
          <p:cNvPr id="593" name="Oval 2"/>
          <p:cNvSpPr/>
          <p:nvPr/>
        </p:nvSpPr>
        <p:spPr>
          <a:xfrm>
            <a:off x="548640" y="141732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594" name="TextBox 3"/>
          <p:cNvSpPr/>
          <p:nvPr/>
        </p:nvSpPr>
        <p:spPr>
          <a:xfrm>
            <a:off x="1115640" y="137160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650" b="1" u="none" strike="noStrike">
                <a:solidFill>
                  <a:srgbClr val="0E2841"/>
                </a:solidFill>
                <a:effectLst/>
                <a:uFillTx/>
                <a:latin typeface="Arial"/>
              </a:rPr>
              <a:t>Dynamic Flexible Job Shop Scheduling (FJSP)</a:t>
            </a:r>
            <a:endParaRPr lang="en-US" sz="165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Machines fail mid-episode, jobs arrive unpredictably - any schedule committed at episode start goes stale</a:t>
            </a:r>
            <a:endParaRPr lang="en-US" sz="1350" b="0" u="none" strike="noStrike">
              <a:solidFill>
                <a:srgbClr val="000000"/>
              </a:solidFill>
              <a:effectLst/>
              <a:uFillTx/>
              <a:latin typeface="Arial"/>
            </a:endParaRPr>
          </a:p>
        </p:txBody>
      </p:sp>
      <p:sp>
        <p:nvSpPr>
          <p:cNvPr id="595" name="Oval 4"/>
          <p:cNvSpPr/>
          <p:nvPr/>
        </p:nvSpPr>
        <p:spPr>
          <a:xfrm>
            <a:off x="548640" y="233172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596" name="TextBox 5"/>
          <p:cNvSpPr/>
          <p:nvPr/>
        </p:nvSpPr>
        <p:spPr>
          <a:xfrm>
            <a:off x="1115640" y="2286000"/>
            <a:ext cx="9581760" cy="482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650" b="1" u="none" strike="noStrike">
                <a:solidFill>
                  <a:srgbClr val="0E2841"/>
                </a:solidFill>
                <a:effectLst/>
                <a:uFillTx/>
                <a:latin typeface="Arial"/>
              </a:rPr>
              <a:t>Jobs physically transported by a fleet of AGVs (Automated Guided Vehicles)</a:t>
            </a:r>
            <a:endParaRPr lang="en-US" sz="165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Emergent from simulation, not modeled, as in classic DES / scheduling literature</a:t>
            </a:r>
            <a:endParaRPr lang="en-US" sz="1350" b="0" u="none" strike="noStrike">
              <a:solidFill>
                <a:srgbClr val="000000"/>
              </a:solidFill>
              <a:effectLst/>
              <a:uFillTx/>
              <a:latin typeface="Arial"/>
            </a:endParaRPr>
          </a:p>
        </p:txBody>
      </p:sp>
      <p:sp>
        <p:nvSpPr>
          <p:cNvPr id="597" name="Oval 6"/>
          <p:cNvSpPr/>
          <p:nvPr/>
        </p:nvSpPr>
        <p:spPr>
          <a:xfrm>
            <a:off x="548640" y="324612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598" name="TextBox 7"/>
          <p:cNvSpPr/>
          <p:nvPr/>
        </p:nvSpPr>
        <p:spPr>
          <a:xfrm>
            <a:off x="1115640" y="320040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650" b="1" u="none" strike="noStrike">
                <a:solidFill>
                  <a:srgbClr val="0E2841"/>
                </a:solidFill>
                <a:effectLst/>
                <a:uFillTx/>
                <a:latin typeface="Arial"/>
              </a:rPr>
              <a:t>Built in Unity/C# with ML-Agents</a:t>
            </a:r>
            <a:endParaRPr lang="en-US" sz="165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Trained via a Python-side PPO (Proximal Policy Optimization) agent</a:t>
            </a:r>
            <a:endParaRPr lang="en-US" sz="135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Each decision point, the agent (or a baseline heuristic) picks from a set of composite Priority Dispatching Rules (PDRs)</a:t>
            </a:r>
            <a:endParaRPr lang="en-US" sz="1350" b="0" u="none" strike="noStrike">
              <a:solidFill>
                <a:srgbClr val="000000"/>
              </a:solidFill>
              <a:effectLst/>
              <a:uFillTx/>
              <a:latin typeface="Arial"/>
            </a:endParaRPr>
          </a:p>
        </p:txBody>
      </p:sp>
      <p:sp>
        <p:nvSpPr>
          <p:cNvPr id="599" name="Rounded Rectangle 8"/>
          <p:cNvSpPr/>
          <p:nvPr/>
        </p:nvSpPr>
        <p:spPr>
          <a:xfrm>
            <a:off x="548640" y="4892040"/>
            <a:ext cx="4936680" cy="86760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91440" rIns="90000" bIns="91440" anchor="ctr">
            <a:noAutofit/>
          </a:bodyPr>
          <a:p>
            <a:pPr algn="ctr" defTabSz="914400">
              <a:lnSpc>
                <a:spcPct val="100000"/>
              </a:lnSpc>
            </a:pPr>
            <a:r>
              <a:rPr lang="en-US" sz="1300" b="1" u="none" strike="noStrike">
                <a:solidFill>
                  <a:srgbClr val="F76904"/>
                </a:solidFill>
                <a:effectLst/>
                <a:uFillTx/>
                <a:latin typeface="Arial"/>
              </a:rPr>
              <a:t>Goal 1</a:t>
            </a:r>
            <a:endParaRPr lang="en-US" sz="1300" b="0" u="none" strike="noStrike">
              <a:solidFill>
                <a:srgbClr val="FFFFFF"/>
              </a:solidFill>
              <a:effectLst/>
              <a:uFillTx/>
              <a:latin typeface="Arial"/>
            </a:endParaRPr>
          </a:p>
          <a:p>
            <a:pPr defTabSz="914400">
              <a:lnSpc>
                <a:spcPct val="100000"/>
              </a:lnSpc>
            </a:pPr>
            <a:r>
              <a:rPr lang="en-US" sz="1250" b="0" u="none" strike="noStrike">
                <a:solidFill>
                  <a:srgbClr val="FFFFFF"/>
                </a:solidFill>
                <a:effectLst/>
                <a:uFillTx/>
                <a:latin typeface="Arial"/>
              </a:rPr>
              <a:t>Match standard heuristics under ideal, obstacle-free conditions</a:t>
            </a:r>
            <a:endParaRPr lang="en-US" sz="1250" b="0" u="none" strike="noStrike">
              <a:solidFill>
                <a:srgbClr val="FFFFFF"/>
              </a:solidFill>
              <a:effectLst/>
              <a:uFillTx/>
              <a:latin typeface="Arial"/>
            </a:endParaRPr>
          </a:p>
        </p:txBody>
      </p:sp>
      <p:sp>
        <p:nvSpPr>
          <p:cNvPr id="600" name="Rounded Rectangle 9"/>
          <p:cNvSpPr/>
          <p:nvPr/>
        </p:nvSpPr>
        <p:spPr>
          <a:xfrm>
            <a:off x="5760720" y="4892040"/>
            <a:ext cx="4936680" cy="86760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91440" rIns="90000" bIns="91440" anchor="ctr">
            <a:noAutofit/>
          </a:bodyPr>
          <a:p>
            <a:pPr algn="ctr" defTabSz="914400">
              <a:lnSpc>
                <a:spcPct val="100000"/>
              </a:lnSpc>
            </a:pPr>
            <a:r>
              <a:rPr lang="en-US" sz="1300" b="1" u="none" strike="noStrike">
                <a:solidFill>
                  <a:srgbClr val="F76904"/>
                </a:solidFill>
                <a:effectLst/>
                <a:uFillTx/>
                <a:latin typeface="Arial"/>
              </a:rPr>
              <a:t>Goal 2</a:t>
            </a:r>
            <a:endParaRPr lang="en-US" sz="1300" b="0" u="none" strike="noStrike">
              <a:solidFill>
                <a:srgbClr val="FFFFFF"/>
              </a:solidFill>
              <a:effectLst/>
              <a:uFillTx/>
              <a:latin typeface="Arial"/>
            </a:endParaRPr>
          </a:p>
          <a:p>
            <a:pPr defTabSz="914400">
              <a:lnSpc>
                <a:spcPct val="100000"/>
              </a:lnSpc>
            </a:pPr>
            <a:r>
              <a:rPr lang="en-US" sz="1250" b="0" u="none" strike="noStrike">
                <a:solidFill>
                  <a:srgbClr val="FFFFFF"/>
                </a:solidFill>
                <a:effectLst/>
                <a:uFillTx/>
                <a:latin typeface="Arial"/>
              </a:rPr>
              <a:t>Outperform them under dynamic, transport-constrained conditions</a:t>
            </a:r>
            <a:endParaRPr lang="en-US" sz="12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000" b="1" u="none" strike="noStrike">
                <a:solidFill>
                  <a:srgbClr val="0E2841"/>
                </a:solidFill>
                <a:effectLst/>
                <a:uFillTx/>
                <a:latin typeface="Arial"/>
              </a:rPr>
              <a:t>Why Simulate in Unity, Not DES?</a:t>
            </a:r>
            <a:endParaRPr lang="en-US" sz="3000" b="0" u="none" strike="noStrike">
              <a:solidFill>
                <a:srgbClr val="000000"/>
              </a:solidFill>
              <a:effectLst/>
              <a:uFillTx/>
              <a:latin typeface="Arial"/>
            </a:endParaRPr>
          </a:p>
        </p:txBody>
      </p:sp>
      <p:sp>
        <p:nvSpPr>
          <p:cNvPr id="602" name="Rounded Rectangle 2"/>
          <p:cNvSpPr/>
          <p:nvPr/>
        </p:nvSpPr>
        <p:spPr>
          <a:xfrm>
            <a:off x="548640" y="1234440"/>
            <a:ext cx="5073840" cy="3245040"/>
          </a:xfrm>
          <a:prstGeom prst="roundRect">
            <a:avLst>
              <a:gd name="adj" fmla="val 6000"/>
            </a:avLst>
          </a:prstGeom>
          <a:solidFill>
            <a:srgbClr val="E8E8E8"/>
          </a:solidFill>
          <a:ln>
            <a:noFill/>
          </a:ln>
        </p:spPr>
        <p:style>
          <a:lnRef idx="1">
            <a:schemeClr val="accent1"/>
          </a:lnRef>
          <a:fillRef idx="3">
            <a:schemeClr val="accent1"/>
          </a:fillRef>
          <a:effectRef idx="2">
            <a:schemeClr val="accent1"/>
          </a:effectRef>
          <a:fontRef idx="minor"/>
        </p:style>
        <p:txBody>
          <a:bodyPr lIns="292680" tIns="292680" rIns="292680" bIns="292680" anchor="t">
            <a:noAutofit/>
          </a:bodyPr>
          <a:p>
            <a:pPr algn="ctr" defTabSz="914400">
              <a:lnSpc>
                <a:spcPct val="100000"/>
              </a:lnSpc>
            </a:pPr>
            <a:r>
              <a:rPr lang="en-US" sz="1700" b="1" u="none" strike="noStrike">
                <a:solidFill>
                  <a:srgbClr val="0E2841"/>
                </a:solidFill>
                <a:effectLst/>
                <a:uFillTx/>
                <a:latin typeface="Arial"/>
              </a:rPr>
              <a:t>Classical DES (Discrete-Event Simulation - e.g. Simio)</a:t>
            </a:r>
            <a:endParaRPr lang="en-US" sz="1700" b="0" u="none" strike="noStrike">
              <a:solidFill>
                <a:srgbClr val="000000"/>
              </a:solidFill>
              <a:effectLst/>
              <a:uFillTx/>
              <a:latin typeface="Arial"/>
            </a:endParaRPr>
          </a:p>
          <a:p>
            <a:pPr marL="182880" indent="-182880" defTabSz="914400">
              <a:lnSpc>
                <a:spcPct val="100000"/>
              </a:lnSpc>
              <a:spcBef>
                <a:spcPts val="1199"/>
              </a:spcBef>
              <a:buClr>
                <a:srgbClr val="333A40"/>
              </a:buClr>
              <a:buFont typeface="Arial"/>
              <a:buChar char="–"/>
            </a:pPr>
            <a:r>
              <a:rPr lang="en-US" sz="1350" b="0" u="none" strike="noStrike">
                <a:solidFill>
                  <a:srgbClr val="333A40"/>
                </a:solidFill>
                <a:effectLst/>
                <a:uFillTx/>
                <a:latin typeface="Arial"/>
              </a:rPr>
              <a:t>AGVs modeled as a resource with a hand-tuned travel-time distribution</a:t>
            </a:r>
            <a:endParaRPr lang="en-US" sz="1350" b="0" u="none" strike="noStrike">
              <a:solidFill>
                <a:srgbClr val="000000"/>
              </a:solidFill>
              <a:effectLst/>
              <a:uFillTx/>
              <a:latin typeface="Arial"/>
            </a:endParaRPr>
          </a:p>
          <a:p>
            <a:pPr marL="182880" indent="-182880" defTabSz="914400">
              <a:lnSpc>
                <a:spcPct val="100000"/>
              </a:lnSpc>
              <a:spcBef>
                <a:spcPts val="1199"/>
              </a:spcBef>
              <a:buClr>
                <a:srgbClr val="333A40"/>
              </a:buClr>
              <a:buFont typeface="Arial"/>
              <a:buChar char="–"/>
            </a:pPr>
            <a:r>
              <a:rPr lang="en-US" sz="1350" b="0" u="none" strike="noStrike">
                <a:solidFill>
                  <a:srgbClr val="333A40"/>
                </a:solidFill>
                <a:effectLst/>
                <a:uFillTx/>
                <a:latin typeface="Arial"/>
              </a:rPr>
              <a:t>Congestion, blocking, and path conflicts are invisible to the simulator</a:t>
            </a:r>
            <a:endParaRPr lang="en-US" sz="1350" b="0" u="none" strike="noStrike">
              <a:solidFill>
                <a:srgbClr val="000000"/>
              </a:solidFill>
              <a:effectLst/>
              <a:uFillTx/>
              <a:latin typeface="Arial"/>
            </a:endParaRPr>
          </a:p>
          <a:p>
            <a:pPr marL="182880" indent="-182880" defTabSz="914400">
              <a:lnSpc>
                <a:spcPct val="100000"/>
              </a:lnSpc>
              <a:spcBef>
                <a:spcPts val="1199"/>
              </a:spcBef>
              <a:buClr>
                <a:srgbClr val="333A40"/>
              </a:buClr>
              <a:buFont typeface="Arial"/>
              <a:buChar char="–"/>
            </a:pPr>
            <a:r>
              <a:rPr lang="en-US" sz="1350" b="0" u="none" strike="noStrike">
                <a:solidFill>
                  <a:srgbClr val="333A40"/>
                </a:solidFill>
                <a:effectLst/>
                <a:uFillTx/>
                <a:latin typeface="Arial"/>
              </a:rPr>
              <a:t>Schedules that look optimal in simulation can be physically infeasible on a real floor</a:t>
            </a:r>
            <a:endParaRPr lang="en-US" sz="1350" b="0" u="none" strike="noStrike">
              <a:solidFill>
                <a:srgbClr val="000000"/>
              </a:solidFill>
              <a:effectLst/>
              <a:uFillTx/>
              <a:latin typeface="Arial"/>
            </a:endParaRPr>
          </a:p>
        </p:txBody>
      </p:sp>
      <p:sp>
        <p:nvSpPr>
          <p:cNvPr id="603" name="Rounded Rectangle 3"/>
          <p:cNvSpPr/>
          <p:nvPr/>
        </p:nvSpPr>
        <p:spPr>
          <a:xfrm>
            <a:off x="5943600" y="1234440"/>
            <a:ext cx="5073840" cy="324504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292680" tIns="292680" rIns="292680" bIns="292680" anchor="t">
            <a:noAutofit/>
          </a:bodyPr>
          <a:p>
            <a:pPr algn="ctr" defTabSz="914400">
              <a:lnSpc>
                <a:spcPct val="100000"/>
              </a:lnSpc>
            </a:pPr>
            <a:r>
              <a:rPr lang="en-US" sz="1700" b="1" u="none" strike="noStrike">
                <a:solidFill>
                  <a:srgbClr val="F76904"/>
                </a:solidFill>
                <a:effectLst/>
                <a:uFillTx/>
                <a:latin typeface="Arial"/>
              </a:rPr>
              <a:t>This Project (Unity Physics)</a:t>
            </a:r>
            <a:endParaRPr lang="en-US" sz="1700" b="0" u="none" strike="noStrike">
              <a:solidFill>
                <a:srgbClr val="FFFFFF"/>
              </a:solidFill>
              <a:effectLst/>
              <a:uFillTx/>
              <a:latin typeface="Arial"/>
            </a:endParaRPr>
          </a:p>
          <a:p>
            <a:pPr marL="182880" indent="-182880" defTabSz="914400">
              <a:lnSpc>
                <a:spcPct val="100000"/>
              </a:lnSpc>
              <a:spcBef>
                <a:spcPts val="1199"/>
              </a:spcBef>
              <a:buClr>
                <a:srgbClr val="FFFFFF"/>
              </a:buClr>
              <a:buFont typeface="Arial"/>
              <a:buChar char="–"/>
            </a:pPr>
            <a:r>
              <a:rPr lang="en-US" sz="1350" b="0" u="none" strike="noStrike">
                <a:solidFill>
                  <a:srgbClr val="FFFFFF"/>
                </a:solidFill>
                <a:effectLst/>
                <a:uFillTx/>
                <a:latin typeface="Arial"/>
              </a:rPr>
              <a:t>Machines have real grid positions; AGVs run a real kinematic model (rotate-then-translate, NavMesh pathfinding)</a:t>
            </a:r>
            <a:endParaRPr lang="en-US" sz="1350" b="0" u="none" strike="noStrike">
              <a:solidFill>
                <a:srgbClr val="FFFFFF"/>
              </a:solidFill>
              <a:effectLst/>
              <a:uFillTx/>
              <a:latin typeface="Arial"/>
            </a:endParaRPr>
          </a:p>
          <a:p>
            <a:pPr marL="182880" indent="-182880" defTabSz="914400">
              <a:lnSpc>
                <a:spcPct val="100000"/>
              </a:lnSpc>
              <a:spcBef>
                <a:spcPts val="1199"/>
              </a:spcBef>
              <a:buClr>
                <a:srgbClr val="FFFFFF"/>
              </a:buClr>
              <a:buFont typeface="Arial"/>
              <a:buChar char="–"/>
            </a:pPr>
            <a:r>
              <a:rPr lang="en-US" sz="1350" b="0" u="none" strike="noStrike">
                <a:solidFill>
                  <a:srgbClr val="FFFFFF"/>
                </a:solidFill>
                <a:effectLst/>
                <a:uFillTx/>
                <a:latin typeface="Arial"/>
              </a:rPr>
              <a:t>Congestion and travel time are emergent outputs of the sim, not tuned inputs</a:t>
            </a:r>
            <a:endParaRPr lang="en-US" sz="1350" b="0" u="none" strike="noStrike">
              <a:solidFill>
                <a:srgbClr val="FFFFFF"/>
              </a:solidFill>
              <a:effectLst/>
              <a:uFillTx/>
              <a:latin typeface="Arial"/>
            </a:endParaRPr>
          </a:p>
          <a:p>
            <a:pPr marL="182880" indent="-182880" defTabSz="914400">
              <a:lnSpc>
                <a:spcPct val="100000"/>
              </a:lnSpc>
              <a:spcBef>
                <a:spcPts val="1199"/>
              </a:spcBef>
              <a:buClr>
                <a:srgbClr val="FFFFFF"/>
              </a:buClr>
              <a:buFont typeface="Arial"/>
              <a:buChar char="–"/>
            </a:pPr>
            <a:r>
              <a:rPr lang="en-US" sz="1350" b="0" u="none" strike="noStrike">
                <a:solidFill>
                  <a:srgbClr val="FFFFFF"/>
                </a:solidFill>
                <a:effectLst/>
                <a:uFillTx/>
                <a:latin typeface="Arial"/>
              </a:rPr>
              <a:t>Deadlock-free routing via zone reservations (TrafficZoneManager)</a:t>
            </a:r>
            <a:endParaRPr lang="en-US" sz="1350" b="0" u="none" strike="noStrike">
              <a:solidFill>
                <a:srgbClr val="FFFFFF"/>
              </a:solidFill>
              <a:effectLst/>
              <a:uFillTx/>
              <a:latin typeface="Arial"/>
            </a:endParaRPr>
          </a:p>
        </p:txBody>
      </p:sp>
      <p:sp>
        <p:nvSpPr>
          <p:cNvPr id="604" name="Rounded Rectangle 4"/>
          <p:cNvSpPr/>
          <p:nvPr/>
        </p:nvSpPr>
        <p:spPr>
          <a:xfrm>
            <a:off x="548640" y="4709160"/>
            <a:ext cx="10514520" cy="1050480"/>
          </a:xfrm>
          <a:prstGeom prst="roundRect">
            <a:avLst>
              <a:gd name="adj" fmla="val 6000"/>
            </a:avLst>
          </a:prstGeom>
          <a:solidFill>
            <a:srgbClr val="F76904"/>
          </a:solidFill>
          <a:ln>
            <a:noFill/>
          </a:ln>
        </p:spPr>
        <p:style>
          <a:lnRef idx="1">
            <a:schemeClr val="accent1"/>
          </a:lnRef>
          <a:fillRef idx="3">
            <a:schemeClr val="accent1"/>
          </a:fillRef>
          <a:effectRef idx="2">
            <a:schemeClr val="accent1"/>
          </a:effectRef>
          <a:fontRef idx="minor"/>
        </p:style>
        <p:txBody>
          <a:bodyPr lIns="255960" tIns="255960" rIns="255960" bIns="255960" anchor="ctr">
            <a:noAutofit/>
          </a:bodyPr>
          <a:p>
            <a:pPr algn="ctr" defTabSz="914400">
              <a:lnSpc>
                <a:spcPct val="100000"/>
              </a:lnSpc>
            </a:pPr>
            <a:r>
              <a:rPr lang="en-US" sz="1500" b="1" u="none" strike="noStrike">
                <a:solidFill>
                  <a:srgbClr val="FFFFFF"/>
                </a:solidFill>
                <a:effectLst/>
                <a:uFillTx/>
                <a:latin typeface="Arial"/>
              </a:rPr>
              <a:t>To the best of our knowledge, no existing work combines a high-fidelity 3D physics sim with a standard RL (Gymnasium-style) interface for the DFJSP - that combination is the primary contribution.</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5"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Original Research Questions (from DSCI-601)</a:t>
            </a:r>
            <a:endParaRPr lang="en-US" sz="3200" b="0" u="none" strike="noStrike">
              <a:solidFill>
                <a:srgbClr val="000000"/>
              </a:solidFill>
              <a:effectLst/>
              <a:uFillTx/>
              <a:latin typeface="Arial"/>
            </a:endParaRPr>
          </a:p>
        </p:txBody>
      </p:sp>
      <p:sp>
        <p:nvSpPr>
          <p:cNvPr id="606" name="Oval 2"/>
          <p:cNvSpPr/>
          <p:nvPr/>
        </p:nvSpPr>
        <p:spPr>
          <a:xfrm>
            <a:off x="548640" y="1691640"/>
            <a:ext cx="383040" cy="38304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07" name="TextBox 3"/>
          <p:cNvSpPr/>
          <p:nvPr/>
        </p:nvSpPr>
        <p:spPr>
          <a:xfrm>
            <a:off x="1115640" y="164592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RQ1</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Can PPO match standard heuristics under ideal, obstacle-free conditions?</a:t>
            </a:r>
            <a:endParaRPr lang="en-US" sz="1400" b="0" u="none" strike="noStrike">
              <a:solidFill>
                <a:srgbClr val="000000"/>
              </a:solidFill>
              <a:effectLst/>
              <a:uFillTx/>
              <a:latin typeface="Arial"/>
            </a:endParaRPr>
          </a:p>
        </p:txBody>
      </p:sp>
      <p:sp>
        <p:nvSpPr>
          <p:cNvPr id="608" name="Oval 4"/>
          <p:cNvSpPr/>
          <p:nvPr/>
        </p:nvSpPr>
        <p:spPr>
          <a:xfrm>
            <a:off x="548640" y="2865240"/>
            <a:ext cx="383040" cy="38304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09" name="TextBox 5"/>
          <p:cNvSpPr/>
          <p:nvPr/>
        </p:nvSpPr>
        <p:spPr>
          <a:xfrm>
            <a:off x="1115640" y="281952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RQ2</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How does the heuristic/PPO gap evolve as spatial obstacles are introduced?</a:t>
            </a:r>
            <a:endParaRPr lang="en-US" sz="1400" b="0" u="none" strike="noStrike">
              <a:solidFill>
                <a:srgbClr val="000000"/>
              </a:solidFill>
              <a:effectLst/>
              <a:uFillTx/>
              <a:latin typeface="Arial"/>
            </a:endParaRPr>
          </a:p>
        </p:txBody>
      </p:sp>
      <p:sp>
        <p:nvSpPr>
          <p:cNvPr id="610" name="Oval 6"/>
          <p:cNvSpPr/>
          <p:nvPr/>
        </p:nvSpPr>
        <p:spPr>
          <a:xfrm>
            <a:off x="548640" y="4038480"/>
            <a:ext cx="383040" cy="38304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11" name="TextBox 7"/>
          <p:cNvSpPr/>
          <p:nvPr/>
        </p:nvSpPr>
        <p:spPr>
          <a:xfrm>
            <a:off x="1115640" y="399276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RQ3</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Do spatial penalties trade machine utilization for better logistical flow?</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 name="TextBox 1"/>
          <p:cNvSpPr/>
          <p:nvPr/>
        </p:nvSpPr>
        <p:spPr>
          <a:xfrm>
            <a:off x="548640" y="543960"/>
            <a:ext cx="11090520" cy="48816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Progress - Realism &amp; Failure Modeling (May-June)</a:t>
            </a:r>
            <a:endParaRPr lang="en-US" sz="3200" b="0" u="none" strike="noStrike">
              <a:solidFill>
                <a:srgbClr val="000000"/>
              </a:solidFill>
              <a:effectLst/>
              <a:uFillTx/>
              <a:latin typeface="Arial"/>
            </a:endParaRPr>
          </a:p>
        </p:txBody>
      </p:sp>
      <p:sp>
        <p:nvSpPr>
          <p:cNvPr id="613" name="Oval 2"/>
          <p:cNvSpPr/>
          <p:nvPr/>
        </p:nvSpPr>
        <p:spPr>
          <a:xfrm>
            <a:off x="548640" y="169164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14" name="TextBox 3"/>
          <p:cNvSpPr/>
          <p:nvPr/>
        </p:nvSpPr>
        <p:spPr>
          <a:xfrm>
            <a:off x="1115640" y="164592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Machine failure → repair → fix cycle added</a:t>
            </a:r>
            <a:endParaRPr lang="en-US" sz="1700" b="0" u="none" strike="noStrike">
              <a:solidFill>
                <a:srgbClr val="000000"/>
              </a:solidFill>
              <a:effectLst/>
              <a:uFillTx/>
              <a:latin typeface="Arial"/>
            </a:endParaRPr>
          </a:p>
        </p:txBody>
      </p:sp>
      <p:sp>
        <p:nvSpPr>
          <p:cNvPr id="615" name="Oval 4"/>
          <p:cNvSpPr/>
          <p:nvPr/>
        </p:nvSpPr>
        <p:spPr>
          <a:xfrm>
            <a:off x="548640" y="286524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16" name="TextBox 5"/>
          <p:cNvSpPr/>
          <p:nvPr/>
        </p:nvSpPr>
        <p:spPr>
          <a:xfrm>
            <a:off x="1115640" y="2819520"/>
            <a:ext cx="9581760" cy="4978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Added Poisson job arrivals</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The shop now stays continuously loaded</a:t>
            </a:r>
            <a:endParaRPr lang="en-US" sz="1400" b="0" u="none" strike="noStrike">
              <a:solidFill>
                <a:srgbClr val="000000"/>
              </a:solidFill>
              <a:effectLst/>
              <a:uFillTx/>
              <a:latin typeface="Arial"/>
            </a:endParaRPr>
          </a:p>
        </p:txBody>
      </p:sp>
      <p:sp>
        <p:nvSpPr>
          <p:cNvPr id="617" name="Oval 6"/>
          <p:cNvSpPr/>
          <p:nvPr/>
        </p:nvSpPr>
        <p:spPr>
          <a:xfrm>
            <a:off x="548640" y="403848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18" name="TextBox 7"/>
          <p:cNvSpPr/>
          <p:nvPr/>
        </p:nvSpPr>
        <p:spPr>
          <a:xfrm>
            <a:off x="1115640" y="399276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Logging expanded</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Per-machine utilization, per-instance IDs, deterministic vs. dynamic failure comparisons</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9"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000" b="1" u="none" strike="noStrike">
                <a:solidFill>
                  <a:srgbClr val="0E2841"/>
                </a:solidFill>
                <a:effectLst/>
                <a:uFillTx/>
                <a:latin typeface="Arial"/>
              </a:rPr>
              <a:t>The Makespan-Convergence Saga</a:t>
            </a:r>
            <a:endParaRPr lang="en-US" sz="3000" b="0" u="none" strike="noStrike">
              <a:solidFill>
                <a:srgbClr val="000000"/>
              </a:solidFill>
              <a:effectLst/>
              <a:uFillTx/>
              <a:latin typeface="Arial"/>
            </a:endParaRPr>
          </a:p>
        </p:txBody>
      </p:sp>
      <p:sp>
        <p:nvSpPr>
          <p:cNvPr id="620" name="Oval 2"/>
          <p:cNvSpPr/>
          <p:nvPr/>
        </p:nvSpPr>
        <p:spPr>
          <a:xfrm>
            <a:off x="548640" y="141732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21" name="TextBox 3"/>
          <p:cNvSpPr/>
          <p:nvPr/>
        </p:nvSpPr>
        <p:spPr>
          <a:xfrm>
            <a:off x="1115640" y="1371600"/>
            <a:ext cx="464400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450" b="1" u="none" strike="noStrike">
                <a:solidFill>
                  <a:srgbClr val="0E2841"/>
                </a:solidFill>
                <a:effectLst/>
                <a:uFillTx/>
                <a:latin typeface="Arial"/>
              </a:rPr>
              <a:t>1. Jobs-in-transit undercounted</a:t>
            </a:r>
            <a:endParaRPr lang="en-US" sz="1450" b="0" u="none" strike="noStrike">
              <a:solidFill>
                <a:srgbClr val="000000"/>
              </a:solidFill>
              <a:effectLst/>
              <a:uFillTx/>
              <a:latin typeface="Arial"/>
            </a:endParaRPr>
          </a:p>
          <a:p>
            <a:pPr defTabSz="914400">
              <a:lnSpc>
                <a:spcPct val="100000"/>
              </a:lnSpc>
              <a:spcBef>
                <a:spcPts val="201"/>
              </a:spcBef>
            </a:pPr>
            <a:r>
              <a:rPr lang="en-US" sz="1200" b="0" u="none" strike="noStrike">
                <a:solidFill>
                  <a:srgbClr val="333A40"/>
                </a:solidFill>
                <a:effectLst/>
                <a:uFillTx/>
                <a:latin typeface="Arial"/>
              </a:rPr>
              <a:t>Jobs weren't counted toward the destination machine's in-progress work - first fix that stopped all 9 rules converging to identical makespan</a:t>
            </a:r>
            <a:endParaRPr lang="en-US" sz="1200" b="0" u="none" strike="noStrike">
              <a:solidFill>
                <a:srgbClr val="000000"/>
              </a:solidFill>
              <a:effectLst/>
              <a:uFillTx/>
              <a:latin typeface="Arial"/>
            </a:endParaRPr>
          </a:p>
        </p:txBody>
      </p:sp>
      <p:sp>
        <p:nvSpPr>
          <p:cNvPr id="622" name="Oval 4"/>
          <p:cNvSpPr/>
          <p:nvPr/>
        </p:nvSpPr>
        <p:spPr>
          <a:xfrm>
            <a:off x="548640" y="281952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23" name="TextBox 5"/>
          <p:cNvSpPr/>
          <p:nvPr/>
        </p:nvSpPr>
        <p:spPr>
          <a:xfrm>
            <a:off x="1115640" y="2773800"/>
            <a:ext cx="464400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450" b="1" u="none" strike="noStrike">
                <a:solidFill>
                  <a:srgbClr val="0E2841"/>
                </a:solidFill>
                <a:effectLst/>
                <a:uFillTx/>
                <a:latin typeface="Arial"/>
              </a:rPr>
              <a:t>2. Decision-per-frame artifact</a:t>
            </a:r>
            <a:endParaRPr lang="en-US" sz="1450" b="0" u="none" strike="noStrike">
              <a:solidFill>
                <a:srgbClr val="000000"/>
              </a:solidFill>
              <a:effectLst/>
              <a:uFillTx/>
              <a:latin typeface="Arial"/>
            </a:endParaRPr>
          </a:p>
          <a:p>
            <a:pPr defTabSz="914400">
              <a:lnSpc>
                <a:spcPct val="100000"/>
              </a:lnSpc>
              <a:spcBef>
                <a:spcPts val="201"/>
              </a:spcBef>
            </a:pPr>
            <a:r>
              <a:rPr lang="en-US" sz="1200" b="0" u="none" strike="noStrike">
                <a:solidFill>
                  <a:srgbClr val="333A40"/>
                </a:solidFill>
                <a:effectLst/>
                <a:uFillTx/>
                <a:latin typeface="Arial"/>
              </a:rPr>
              <a:t>Only one dispatching decision per simulated frame; at 100x speed that starved machines and AGVs. Fixed via a queue that drains all ready decisions per frame - convergence came back, pointing to a deeper confound</a:t>
            </a:r>
            <a:endParaRPr lang="en-US" sz="1200" b="0" u="none" strike="noStrike">
              <a:solidFill>
                <a:srgbClr val="000000"/>
              </a:solidFill>
              <a:effectLst/>
              <a:uFillTx/>
              <a:latin typeface="Arial"/>
            </a:endParaRPr>
          </a:p>
        </p:txBody>
      </p:sp>
      <p:sp>
        <p:nvSpPr>
          <p:cNvPr id="624" name="Oval 6"/>
          <p:cNvSpPr/>
          <p:nvPr/>
        </p:nvSpPr>
        <p:spPr>
          <a:xfrm>
            <a:off x="548640" y="422136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25" name="TextBox 7"/>
          <p:cNvSpPr/>
          <p:nvPr/>
        </p:nvSpPr>
        <p:spPr>
          <a:xfrm>
            <a:off x="1115640" y="4175640"/>
            <a:ext cx="464400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450" b="1" u="none" strike="noStrike">
                <a:solidFill>
                  <a:srgbClr val="0E2841"/>
                </a:solidFill>
                <a:effectLst/>
                <a:uFillTx/>
                <a:latin typeface="Arial"/>
              </a:rPr>
              <a:t>3. Queue-selection degeneracy</a:t>
            </a:r>
            <a:endParaRPr lang="en-US" sz="1450" b="0" u="none" strike="noStrike">
              <a:solidFill>
                <a:srgbClr val="000000"/>
              </a:solidFill>
              <a:effectLst/>
              <a:uFillTx/>
              <a:latin typeface="Arial"/>
            </a:endParaRPr>
          </a:p>
          <a:p>
            <a:pPr defTabSz="914400">
              <a:lnSpc>
                <a:spcPct val="100000"/>
              </a:lnSpc>
              <a:spcBef>
                <a:spcPts val="201"/>
              </a:spcBef>
            </a:pPr>
            <a:r>
              <a:rPr lang="en-US" sz="1200" b="0" u="none" strike="noStrike">
                <a:solidFill>
                  <a:srgbClr val="333A40"/>
                </a:solidFill>
                <a:effectLst/>
                <a:uFillTx/>
                <a:latin typeface="Arial"/>
              </a:rPr>
              <a:t>Proc times were short relative to inter-arrival time, so machine queues almost always had exactly one job - no real choice for any rule to make. Rebalancing that ratio finally produced real rule differentiation</a:t>
            </a:r>
            <a:endParaRPr lang="en-US" sz="1200" b="0" u="none" strike="noStrike">
              <a:solidFill>
                <a:srgbClr val="000000"/>
              </a:solidFill>
              <a:effectLst/>
              <a:uFillTx/>
              <a:latin typeface="Arial"/>
            </a:endParaRPr>
          </a:p>
        </p:txBody>
      </p:sp>
      <p:pic>
        <p:nvPicPr>
          <p:cNvPr id="626" name="Picture 8" descr="time_in_system_cv_by_rule.png"/>
          <p:cNvPicPr/>
          <p:nvPr/>
        </p:nvPicPr>
        <p:blipFill>
          <a:blip r:embed="rId1"/>
          <a:stretch/>
        </p:blipFill>
        <p:spPr>
          <a:xfrm>
            <a:off x="6080760" y="1691640"/>
            <a:ext cx="5558400" cy="2586960"/>
          </a:xfrm>
          <a:prstGeom prst="rect">
            <a:avLst/>
          </a:prstGeom>
          <a:noFill/>
          <a:ln w="0">
            <a:noFill/>
          </a:ln>
        </p:spPr>
      </p:pic>
      <p:sp>
        <p:nvSpPr>
          <p:cNvPr id="627" name="TextBox 9"/>
          <p:cNvSpPr/>
          <p:nvPr/>
        </p:nvSpPr>
        <p:spPr>
          <a:xfrm>
            <a:off x="6080760" y="4416840"/>
            <a:ext cx="5558400" cy="2732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150" b="0" u="none" strike="noStrike">
                <a:solidFill>
                  <a:srgbClr val="333A40"/>
                </a:solidFill>
                <a:effectLst/>
                <a:uFillTx/>
                <a:latin typeface="Arial"/>
              </a:rPr>
              <a:t>7/9 rules converge near CV (coefficient of variation) ≈ 0.18–0.20; the two </a:t>
            </a:r>
            <a:r>
              <a:rPr lang="en-US" sz="1150" b="0" u="none" strike="noStrike">
                <a:solidFill>
                  <a:srgbClr val="333A40"/>
                </a:solidFill>
                <a:effectLst/>
                <a:uFillTx/>
                <a:latin typeface="Arial"/>
              </a:rPr>
              <a:t>max-queue rules land near 0.20–0.21 post-fix - down from ~0.35–0.36 </a:t>
            </a:r>
            <a:r>
              <a:rPr lang="en-US" sz="1150" b="0" u="none" strike="noStrike">
                <a:solidFill>
                  <a:srgbClr val="333A40"/>
                </a:solidFill>
                <a:effectLst/>
                <a:uFillTx/>
                <a:latin typeface="Arial"/>
              </a:rPr>
              <a:t>pre-fix</a:t>
            </a:r>
            <a:endParaRPr lang="en-US" sz="1150" b="0" u="none" strike="noStrike">
              <a:solidFill>
                <a:srgbClr val="000000"/>
              </a:solidFill>
              <a:effectLst/>
              <a:uFillTx/>
              <a:latin typeface="Arial"/>
            </a:endParaRPr>
          </a:p>
        </p:txBody>
      </p:sp>
      <p:sp>
        <p:nvSpPr>
          <p:cNvPr id="628" name="TextBox 10"/>
          <p:cNvSpPr/>
          <p:nvPr/>
        </p:nvSpPr>
        <p:spPr>
          <a:xfrm>
            <a:off x="6080760" y="5219640"/>
            <a:ext cx="5558400" cy="2732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250" b="1" u="none" strike="noStrike">
                <a:solidFill>
                  <a:srgbClr val="F76904"/>
                </a:solidFill>
                <a:effectLst/>
                <a:uFillTx/>
                <a:latin typeface="Arial"/>
              </a:rPr>
              <a:t>The fix that finally revealed real differences between rules</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9"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800" b="1" u="none" strike="noStrike">
                <a:solidFill>
                  <a:srgbClr val="0E2841"/>
                </a:solidFill>
                <a:effectLst/>
                <a:uFillTx/>
                <a:latin typeface="Arial"/>
              </a:rPr>
              <a:t>Reframing: Maybe Convergence Isn't the Problem</a:t>
            </a:r>
            <a:endParaRPr lang="en-US" sz="2800" b="0" u="none" strike="noStrike">
              <a:solidFill>
                <a:srgbClr val="000000"/>
              </a:solidFill>
              <a:effectLst/>
              <a:uFillTx/>
              <a:latin typeface="Arial"/>
            </a:endParaRPr>
          </a:p>
        </p:txBody>
      </p:sp>
      <p:sp>
        <p:nvSpPr>
          <p:cNvPr id="630" name="Oval 2"/>
          <p:cNvSpPr/>
          <p:nvPr/>
        </p:nvSpPr>
        <p:spPr>
          <a:xfrm>
            <a:off x="548640" y="160020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31" name="TextBox 3"/>
          <p:cNvSpPr/>
          <p:nvPr/>
        </p:nvSpPr>
        <p:spPr>
          <a:xfrm>
            <a:off x="1115640" y="155448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00" b="1" u="none" strike="noStrike">
                <a:solidFill>
                  <a:srgbClr val="0E2841"/>
                </a:solidFill>
                <a:effectLst/>
                <a:uFillTx/>
                <a:latin typeface="Arial"/>
              </a:rPr>
              <a:t>The real question isn't why rules won't differentiate within a scenario</a:t>
            </a:r>
            <a:endParaRPr lang="en-US" sz="1500" b="0" u="none" strike="noStrike">
              <a:solidFill>
                <a:srgbClr val="000000"/>
              </a:solidFill>
              <a:effectLst/>
              <a:uFillTx/>
              <a:latin typeface="Arial"/>
            </a:endParaRPr>
          </a:p>
          <a:p>
            <a:pPr defTabSz="914400">
              <a:lnSpc>
                <a:spcPct val="100000"/>
              </a:lnSpc>
              <a:spcBef>
                <a:spcPts val="201"/>
              </a:spcBef>
            </a:pPr>
            <a:r>
              <a:rPr lang="en-US" sz="1250" b="0" u="none" strike="noStrike">
                <a:solidFill>
                  <a:srgbClr val="333A40"/>
                </a:solidFill>
                <a:effectLst/>
                <a:uFillTx/>
                <a:latin typeface="Arial"/>
              </a:rPr>
              <a:t>It's whether they differentiate across different factory-floor scenarios (machine breakdowns, burst arrivals) - the more meaningful test of whether rule choice, or a learned policy, actually matters</a:t>
            </a:r>
            <a:endParaRPr lang="en-US" sz="1250" b="0" u="none" strike="noStrike">
              <a:solidFill>
                <a:srgbClr val="000000"/>
              </a:solidFill>
              <a:effectLst/>
              <a:uFillTx/>
              <a:latin typeface="Arial"/>
            </a:endParaRPr>
          </a:p>
        </p:txBody>
      </p:sp>
      <p:sp>
        <p:nvSpPr>
          <p:cNvPr id="632" name="Oval 4"/>
          <p:cNvSpPr/>
          <p:nvPr/>
        </p:nvSpPr>
        <p:spPr>
          <a:xfrm>
            <a:off x="548640" y="286524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33" name="TextBox 5"/>
          <p:cNvSpPr/>
          <p:nvPr/>
        </p:nvSpPr>
        <p:spPr>
          <a:xfrm>
            <a:off x="1115640" y="281952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00" b="1" u="none" strike="noStrike">
                <a:solidFill>
                  <a:srgbClr val="0E2841"/>
                </a:solidFill>
                <a:effectLst/>
                <a:uFillTx/>
                <a:latin typeface="Arial"/>
              </a:rPr>
              <a:t>Built burst-arrival support this past week</a:t>
            </a:r>
            <a:endParaRPr lang="en-US" sz="1500" b="0" u="none" strike="noStrike">
              <a:solidFill>
                <a:srgbClr val="000000"/>
              </a:solidFill>
              <a:effectLst/>
              <a:uFillTx/>
              <a:latin typeface="Arial"/>
            </a:endParaRPr>
          </a:p>
          <a:p>
            <a:pPr defTabSz="914400">
              <a:lnSpc>
                <a:spcPct val="100000"/>
              </a:lnSpc>
              <a:spcBef>
                <a:spcPts val="201"/>
              </a:spcBef>
            </a:pPr>
            <a:r>
              <a:rPr lang="en-US" sz="1250" b="0" u="none" strike="noStrike">
                <a:solidFill>
                  <a:srgbClr val="333A40"/>
                </a:solidFill>
                <a:effectLst/>
                <a:uFillTx/>
                <a:latin typeface="Arial"/>
              </a:rPr>
              <a:t>Multiple jobs can now arrive in one event, not just one at a time - configurable mean burst size</a:t>
            </a:r>
            <a:endParaRPr lang="en-US" sz="1250" b="0" u="none" strike="noStrike">
              <a:solidFill>
                <a:srgbClr val="000000"/>
              </a:solidFill>
              <a:effectLst/>
              <a:uFillTx/>
              <a:latin typeface="Arial"/>
            </a:endParaRPr>
          </a:p>
        </p:txBody>
      </p:sp>
      <p:sp>
        <p:nvSpPr>
          <p:cNvPr id="634" name="Oval 6"/>
          <p:cNvSpPr/>
          <p:nvPr/>
        </p:nvSpPr>
        <p:spPr>
          <a:xfrm>
            <a:off x="548640" y="412992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35" name="TextBox 7"/>
          <p:cNvSpPr/>
          <p:nvPr/>
        </p:nvSpPr>
        <p:spPr>
          <a:xfrm>
            <a:off x="1115640" y="408420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00" b="1" u="none" strike="noStrike">
                <a:solidFill>
                  <a:srgbClr val="0E2841"/>
                </a:solidFill>
                <a:effectLst/>
                <a:uFillTx/>
                <a:latin typeface="Arial"/>
              </a:rPr>
              <a:t>Currently running a scenario-coverage sweep</a:t>
            </a:r>
            <a:endParaRPr lang="en-US" sz="1500" b="0" u="none" strike="noStrike">
              <a:solidFill>
                <a:srgbClr val="000000"/>
              </a:solidFill>
              <a:effectLst/>
              <a:uFillTx/>
              <a:latin typeface="Arial"/>
            </a:endParaRPr>
          </a:p>
          <a:p>
            <a:pPr defTabSz="914400">
              <a:lnSpc>
                <a:spcPct val="100000"/>
              </a:lnSpc>
              <a:spcBef>
                <a:spcPts val="201"/>
              </a:spcBef>
            </a:pPr>
            <a:r>
              <a:rPr lang="en-US" sz="1250" b="0" u="none" strike="noStrike">
                <a:solidFill>
                  <a:srgbClr val="333A40"/>
                </a:solidFill>
                <a:effectLst/>
                <a:uFillTx/>
                <a:latin typeface="Arial"/>
              </a:rPr>
              <a:t>Baseline / low machine-failure / high machine-failure / burst / high-failure+burst - to see where, if anywhere, rule choice actually shows up</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6"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900" b="1" u="none" strike="noStrike">
                <a:solidFill>
                  <a:srgbClr val="0E2841"/>
                </a:solidFill>
                <a:effectLst/>
                <a:uFillTx/>
                <a:latin typeface="Arial"/>
              </a:rPr>
              <a:t>Methodology Fix: Steady-State Sampling</a:t>
            </a:r>
            <a:endParaRPr lang="en-US" sz="2900" b="0" u="none" strike="noStrike">
              <a:solidFill>
                <a:srgbClr val="000000"/>
              </a:solidFill>
              <a:effectLst/>
              <a:uFillTx/>
              <a:latin typeface="Arial"/>
            </a:endParaRPr>
          </a:p>
        </p:txBody>
      </p:sp>
      <p:sp>
        <p:nvSpPr>
          <p:cNvPr id="637" name="TextBox 2"/>
          <p:cNvSpPr/>
          <p:nvPr/>
        </p:nvSpPr>
        <p:spPr>
          <a:xfrm>
            <a:off x="548640" y="1051560"/>
            <a:ext cx="10880280" cy="1050480"/>
          </a:xfrm>
          <a:prstGeom prst="rect">
            <a:avLst/>
          </a:prstGeom>
          <a:noFill/>
          <a:ln w="0">
            <a:noFill/>
          </a:ln>
        </p:spPr>
        <p:style>
          <a:lnRef idx="0"/>
          <a:fillRef idx="0"/>
          <a:effectRef idx="0"/>
          <a:fontRef idx="minor"/>
        </p:style>
        <p:txBody>
          <a:bodyPr lIns="0" tIns="0" rIns="0" bIns="0" anchor="t">
            <a:spAutoFit/>
          </a:bodyPr>
          <a:p>
            <a:pPr marL="228600" indent="-228600" defTabSz="914400">
              <a:lnSpc>
                <a:spcPct val="100000"/>
              </a:lnSpc>
              <a:spcAft>
                <a:spcPts val="300"/>
              </a:spcAft>
              <a:buClr>
                <a:srgbClr val="0E2841"/>
              </a:buClr>
              <a:buFont typeface="Arial"/>
              <a:buChar char="–"/>
            </a:pPr>
            <a:r>
              <a:rPr lang="en-US" sz="1300" b="0" u="none" strike="noStrike">
                <a:solidFill>
                  <a:srgbClr val="0E2841"/>
                </a:solidFill>
                <a:effectLst/>
                <a:uFillTx/>
                <a:latin typeface="Arial"/>
              </a:rPr>
              <a:t>Swapped primary metric from makespan to time-in-system / flow-time - under continuous Poisson arrivals the shop never fully drains</a:t>
            </a:r>
            <a:endParaRPr lang="en-US" sz="1300" b="0" u="none" strike="noStrike">
              <a:solidFill>
                <a:srgbClr val="000000"/>
              </a:solidFill>
              <a:effectLst/>
              <a:uFillTx/>
              <a:latin typeface="Arial"/>
            </a:endParaRPr>
          </a:p>
          <a:p>
            <a:pPr marL="228600" indent="-228600" defTabSz="914400">
              <a:lnSpc>
                <a:spcPct val="100000"/>
              </a:lnSpc>
              <a:spcAft>
                <a:spcPts val="300"/>
              </a:spcAft>
              <a:buClr>
                <a:srgbClr val="0E2841"/>
              </a:buClr>
              <a:buFont typeface="Arial"/>
              <a:buChar char="–"/>
            </a:pPr>
            <a:r>
              <a:rPr lang="en-US" sz="1300" b="0" u="none" strike="noStrike">
                <a:solidFill>
                  <a:srgbClr val="0E2841"/>
                </a:solidFill>
                <a:effectLst/>
                <a:uFillTx/>
                <a:latin typeface="Arial"/>
              </a:rPr>
              <a:t>Now analyze only steady-state, post-warmup behavior, for a fixed simulation duration instead of running until every rule's queue fully drains</a:t>
            </a:r>
            <a:endParaRPr lang="en-US" sz="1300" b="0" u="none" strike="noStrike">
              <a:solidFill>
                <a:srgbClr val="000000"/>
              </a:solidFill>
              <a:effectLst/>
              <a:uFillTx/>
              <a:latin typeface="Arial"/>
            </a:endParaRPr>
          </a:p>
          <a:p>
            <a:pPr marL="228600" indent="-228600" defTabSz="914400">
              <a:lnSpc>
                <a:spcPct val="100000"/>
              </a:lnSpc>
              <a:spcAft>
                <a:spcPts val="300"/>
              </a:spcAft>
              <a:buClr>
                <a:srgbClr val="0E2841"/>
              </a:buClr>
              <a:buFont typeface="Arial"/>
              <a:buChar char="–"/>
            </a:pPr>
            <a:r>
              <a:rPr lang="en-US" sz="1300" b="0" u="none" strike="noStrike">
                <a:solidFill>
                  <a:srgbClr val="0E2841"/>
                </a:solidFill>
                <a:effectLst/>
                <a:uFillTx/>
                <a:latin typeface="Arial"/>
              </a:rPr>
              <a:t>Side benefit: full-sweep runtime dropped from 10+ hours to roughly 1–2 hours</a:t>
            </a:r>
            <a:endParaRPr lang="en-US" sz="1300" b="0" u="none" strike="noStrike">
              <a:solidFill>
                <a:srgbClr val="000000"/>
              </a:solidFill>
              <a:effectLst/>
              <a:uFillTx/>
              <a:latin typeface="Arial"/>
            </a:endParaRPr>
          </a:p>
        </p:txBody>
      </p:sp>
      <p:sp>
        <p:nvSpPr>
          <p:cNvPr id="638" name="TextBox 3"/>
          <p:cNvSpPr/>
          <p:nvPr/>
        </p:nvSpPr>
        <p:spPr>
          <a:xfrm>
            <a:off x="548640" y="2011680"/>
            <a:ext cx="5256720" cy="2732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300" b="1" u="none" strike="noStrike">
                <a:solidFill>
                  <a:srgbClr val="DA291B"/>
                </a:solidFill>
                <a:effectLst/>
                <a:uFillTx/>
                <a:latin typeface="Arial"/>
              </a:rPr>
              <a:t>BEFORE - uncapped, run-until-drain</a:t>
            </a:r>
            <a:endParaRPr lang="en-US" sz="1300" b="0" u="none" strike="noStrike">
              <a:solidFill>
                <a:srgbClr val="000000"/>
              </a:solidFill>
              <a:effectLst/>
              <a:uFillTx/>
              <a:latin typeface="Arial"/>
            </a:endParaRPr>
          </a:p>
        </p:txBody>
      </p:sp>
      <p:sp>
        <p:nvSpPr>
          <p:cNvPr id="639" name="TextBox 4"/>
          <p:cNvSpPr/>
          <p:nvPr/>
        </p:nvSpPr>
        <p:spPr>
          <a:xfrm>
            <a:off x="6263640" y="2011680"/>
            <a:ext cx="5256720" cy="2732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300" b="1" u="none" strike="noStrike">
                <a:solidFill>
                  <a:srgbClr val="009BBD"/>
                </a:solidFill>
                <a:effectLst/>
                <a:uFillTx/>
                <a:latin typeface="Arial"/>
              </a:rPr>
              <a:t>AFTER - tuned rate, fixed duration</a:t>
            </a:r>
            <a:endParaRPr lang="en-US" sz="1300" b="0" u="none" strike="noStrike">
              <a:solidFill>
                <a:srgbClr val="000000"/>
              </a:solidFill>
              <a:effectLst/>
              <a:uFillTx/>
              <a:latin typeface="Arial"/>
            </a:endParaRPr>
          </a:p>
        </p:txBody>
      </p:sp>
      <p:pic>
        <p:nvPicPr>
          <p:cNvPr id="640" name="Picture 5" descr="wip_isolated_med_capctl_cap400.png"/>
          <p:cNvPicPr/>
          <p:nvPr/>
        </p:nvPicPr>
        <p:blipFill>
          <a:blip r:embed="rId1"/>
          <a:stretch/>
        </p:blipFill>
        <p:spPr>
          <a:xfrm>
            <a:off x="548640" y="2331720"/>
            <a:ext cx="5256720" cy="2252160"/>
          </a:xfrm>
          <a:prstGeom prst="rect">
            <a:avLst/>
          </a:prstGeom>
          <a:noFill/>
          <a:ln w="0">
            <a:noFill/>
          </a:ln>
        </p:spPr>
      </p:pic>
      <p:pic>
        <p:nvPicPr>
          <p:cNvPr id="641" name="Picture 6" descr="wip_isolated_agv07_single_steady_l008.png"/>
          <p:cNvPicPr/>
          <p:nvPr/>
        </p:nvPicPr>
        <p:blipFill>
          <a:blip r:embed="rId2"/>
          <a:stretch/>
        </p:blipFill>
        <p:spPr>
          <a:xfrm>
            <a:off x="6263640" y="2331720"/>
            <a:ext cx="5256720" cy="2252160"/>
          </a:xfrm>
          <a:prstGeom prst="rect">
            <a:avLst/>
          </a:prstGeom>
          <a:noFill/>
          <a:ln w="0">
            <a:noFill/>
          </a:ln>
        </p:spPr>
      </p:pic>
      <p:sp>
        <p:nvSpPr>
          <p:cNvPr id="642" name="TextBox 7"/>
          <p:cNvSpPr/>
          <p:nvPr/>
        </p:nvSpPr>
        <p:spPr>
          <a:xfrm>
            <a:off x="548640" y="4800600"/>
            <a:ext cx="5256720" cy="2732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100" b="0" u="none" strike="noStrike">
                <a:solidFill>
                  <a:srgbClr val="333A40"/>
                </a:solidFill>
                <a:effectLst/>
                <a:uFillTx/>
                <a:latin typeface="Arial"/>
              </a:rPr>
              <a:t>WIP (work-in-progress) ramps ~10,000s then drains ~38,000s more; all 9 rules overlap indistinguishably</a:t>
            </a:r>
            <a:endParaRPr lang="en-US" sz="1100" b="0" u="none" strike="noStrike">
              <a:solidFill>
                <a:srgbClr val="000000"/>
              </a:solidFill>
              <a:effectLst/>
              <a:uFillTx/>
              <a:latin typeface="Arial"/>
            </a:endParaRPr>
          </a:p>
        </p:txBody>
      </p:sp>
      <p:sp>
        <p:nvSpPr>
          <p:cNvPr id="643" name="TextBox 8"/>
          <p:cNvSpPr/>
          <p:nvPr/>
        </p:nvSpPr>
        <p:spPr>
          <a:xfrm>
            <a:off x="6263640" y="4800600"/>
            <a:ext cx="5256720" cy="2732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100" b="0" u="none" strike="noStrike">
                <a:solidFill>
                  <a:srgbClr val="333A40"/>
                </a:solidFill>
                <a:effectLst/>
                <a:uFillTx/>
                <a:latin typeface="Arial"/>
              </a:rPr>
              <a:t>Steady oscillating WIP that never drains; the two max-queue rules visibly separate (~10–14 WIP vs. 5–10 for the rest)</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4"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Research Questions for This Semester</a:t>
            </a:r>
            <a:endParaRPr lang="en-US" sz="3200" b="0" u="none" strike="noStrike">
              <a:solidFill>
                <a:srgbClr val="000000"/>
              </a:solidFill>
              <a:effectLst/>
              <a:uFillTx/>
              <a:latin typeface="Arial"/>
            </a:endParaRPr>
          </a:p>
        </p:txBody>
      </p:sp>
      <p:sp>
        <p:nvSpPr>
          <p:cNvPr id="645" name="Oval 2"/>
          <p:cNvSpPr/>
          <p:nvPr/>
        </p:nvSpPr>
        <p:spPr>
          <a:xfrm>
            <a:off x="548640" y="1600200"/>
            <a:ext cx="383040" cy="38304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46" name="TextBox 3"/>
          <p:cNvSpPr/>
          <p:nvPr/>
        </p:nvSpPr>
        <p:spPr>
          <a:xfrm>
            <a:off x="1115640" y="155448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RQ-A</a:t>
            </a:r>
            <a:endParaRPr lang="en-US" sz="170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Under a documented, realistic AGV:machine ratio, can a flow-time-aware PPO reward outperform static PDRs on flow time and transport efficiency?</a:t>
            </a:r>
            <a:endParaRPr lang="en-US" sz="1350" b="0" u="none" strike="noStrike">
              <a:solidFill>
                <a:srgbClr val="000000"/>
              </a:solidFill>
              <a:effectLst/>
              <a:uFillTx/>
              <a:latin typeface="Arial"/>
            </a:endParaRPr>
          </a:p>
        </p:txBody>
      </p:sp>
      <p:sp>
        <p:nvSpPr>
          <p:cNvPr id="647" name="Oval 4"/>
          <p:cNvSpPr/>
          <p:nvPr/>
        </p:nvSpPr>
        <p:spPr>
          <a:xfrm>
            <a:off x="548640" y="2880360"/>
            <a:ext cx="383040" cy="38304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48" name="TextBox 5"/>
          <p:cNvSpPr/>
          <p:nvPr/>
        </p:nvSpPr>
        <p:spPr>
          <a:xfrm>
            <a:off x="1115640" y="283464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RQ-B</a:t>
            </a:r>
            <a:endParaRPr lang="en-US" sz="170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Does incorporating the AGV congestion / transport-wait signals already available through the observation bridge into the reward function change dispatching behavior, relative to the original spatial-penalty hypothesis? (Reward design itself is still open - this hasn't been implemented yet.)</a:t>
            </a:r>
            <a:endParaRPr lang="en-US" sz="1350" b="0" u="none" strike="noStrike">
              <a:solidFill>
                <a:srgbClr val="000000"/>
              </a:solidFill>
              <a:effectLst/>
              <a:uFillTx/>
              <a:latin typeface="Arial"/>
            </a:endParaRPr>
          </a:p>
        </p:txBody>
      </p:sp>
      <p:sp>
        <p:nvSpPr>
          <p:cNvPr id="649" name="Oval 29"/>
          <p:cNvSpPr/>
          <p:nvPr/>
        </p:nvSpPr>
        <p:spPr>
          <a:xfrm>
            <a:off x="548640" y="4160520"/>
            <a:ext cx="383040" cy="38304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50" name="TextBox 30"/>
          <p:cNvSpPr/>
          <p:nvPr/>
        </p:nvSpPr>
        <p:spPr>
          <a:xfrm>
            <a:off x="1115640" y="411480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RQ-C</a:t>
            </a:r>
            <a:endParaRPr lang="en-US" sz="170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Under dynamic factory-floor stressors (machine breakdowns, burst arrivals), does dispatching-rule choice - or a learned policy - produce meaningfully different outcomes, and can a PPO agent learn to adapt across scenarios where static rules can't?</a:t>
            </a:r>
            <a:endParaRPr lang="en-US" sz="1350" b="0" u="none" strike="noStrike">
              <a:solidFill>
                <a:srgbClr val="000000"/>
              </a:solidFill>
              <a:effectLst/>
              <a:uFillTx/>
              <a:latin typeface="Arial"/>
            </a:endParaRPr>
          </a:p>
        </p:txBody>
      </p:sp>
      <p:sp>
        <p:nvSpPr>
          <p:cNvPr id="651" name="TextBox 6"/>
          <p:cNvSpPr/>
          <p:nvPr/>
        </p:nvSpPr>
        <p:spPr>
          <a:xfrm>
            <a:off x="548640" y="5394960"/>
            <a:ext cx="10331640" cy="6390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(Also profiling training compute this semester - CPU vs. GPU cost, parallelism - a practical planning check, not a primary research driver.)</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2"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Deliverables Overview</a:t>
            </a:r>
            <a:endParaRPr lang="en-US" sz="3200" b="0" u="none" strike="noStrike">
              <a:solidFill>
                <a:srgbClr val="000000"/>
              </a:solidFill>
              <a:effectLst/>
              <a:uFillTx/>
              <a:latin typeface="Arial"/>
            </a:endParaRPr>
          </a:p>
        </p:txBody>
      </p:sp>
      <p:sp>
        <p:nvSpPr>
          <p:cNvPr id="653" name="Rounded Rectangle 2"/>
          <p:cNvSpPr/>
          <p:nvPr/>
        </p:nvSpPr>
        <p:spPr>
          <a:xfrm>
            <a:off x="548640" y="1463040"/>
            <a:ext cx="5073840" cy="289908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320040" tIns="320040" rIns="320040" bIns="320040" anchor="t">
            <a:noAutofit/>
          </a:bodyPr>
          <a:p>
            <a:pPr algn="ctr" defTabSz="914400">
              <a:lnSpc>
                <a:spcPct val="100000"/>
              </a:lnSpc>
            </a:pPr>
            <a:r>
              <a:rPr lang="en-US" sz="1500" b="1" u="none" strike="noStrike">
                <a:solidFill>
                  <a:srgbClr val="F76904"/>
                </a:solidFill>
                <a:effectLst/>
                <a:uFillTx/>
                <a:latin typeface="Arial"/>
              </a:rPr>
              <a:t>DELIVERABLE 1</a:t>
            </a:r>
            <a:endParaRPr lang="en-US" sz="1500" b="0" u="none" strike="noStrike">
              <a:solidFill>
                <a:srgbClr val="FFFFFF"/>
              </a:solidFill>
              <a:effectLst/>
              <a:uFillTx/>
              <a:latin typeface="Arial"/>
            </a:endParaRPr>
          </a:p>
          <a:p>
            <a:pPr defTabSz="914400">
              <a:lnSpc>
                <a:spcPct val="100000"/>
              </a:lnSpc>
              <a:spcBef>
                <a:spcPts val="1001"/>
              </a:spcBef>
            </a:pPr>
            <a:r>
              <a:rPr lang="en-US" sz="1900" b="1" u="none" strike="noStrike">
                <a:solidFill>
                  <a:srgbClr val="FFFFFF"/>
                </a:solidFill>
                <a:effectLst/>
                <a:uFillTx/>
                <a:latin typeface="Arial"/>
              </a:rPr>
              <a:t>The Finished Simulation Software</a:t>
            </a:r>
            <a:endParaRPr lang="en-US" sz="1900" b="0" u="none" strike="noStrike">
              <a:solidFill>
                <a:srgbClr val="FFFFFF"/>
              </a:solidFill>
              <a:effectLst/>
              <a:uFillTx/>
              <a:latin typeface="Arial"/>
            </a:endParaRPr>
          </a:p>
          <a:p>
            <a:pPr defTabSz="914400">
              <a:lnSpc>
                <a:spcPct val="100000"/>
              </a:lnSpc>
              <a:spcBef>
                <a:spcPts val="1001"/>
              </a:spcBef>
            </a:pPr>
            <a:r>
              <a:rPr lang="en-US" sz="1350" b="0" u="none" strike="noStrike">
                <a:solidFill>
                  <a:srgbClr val="D8E0E8"/>
                </a:solidFill>
                <a:effectLst/>
                <a:uFillTx/>
                <a:latin typeface="Arial"/>
              </a:rPr>
              <a:t>A built, working executable - open-sourced on GitHub.</a:t>
            </a:r>
            <a:endParaRPr lang="en-US" sz="1350" b="0" u="none" strike="noStrike">
              <a:solidFill>
                <a:srgbClr val="FFFFFF"/>
              </a:solidFill>
              <a:effectLst/>
              <a:uFillTx/>
              <a:latin typeface="Arial"/>
            </a:endParaRPr>
          </a:p>
        </p:txBody>
      </p:sp>
      <p:sp>
        <p:nvSpPr>
          <p:cNvPr id="654" name="Rounded Rectangle 3"/>
          <p:cNvSpPr/>
          <p:nvPr/>
        </p:nvSpPr>
        <p:spPr>
          <a:xfrm>
            <a:off x="5943600" y="1463040"/>
            <a:ext cx="5073840" cy="289908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320040" tIns="320040" rIns="320040" bIns="320040" anchor="t">
            <a:noAutofit/>
          </a:bodyPr>
          <a:p>
            <a:pPr algn="ctr" defTabSz="914400">
              <a:lnSpc>
                <a:spcPct val="100000"/>
              </a:lnSpc>
            </a:pPr>
            <a:r>
              <a:rPr lang="en-US" sz="1500" b="1" u="none" strike="noStrike">
                <a:solidFill>
                  <a:srgbClr val="F76904"/>
                </a:solidFill>
                <a:effectLst/>
                <a:uFillTx/>
                <a:latin typeface="Arial"/>
              </a:rPr>
              <a:t>DELIVERABLE 2</a:t>
            </a:r>
            <a:endParaRPr lang="en-US" sz="1500" b="0" u="none" strike="noStrike">
              <a:solidFill>
                <a:srgbClr val="FFFFFF"/>
              </a:solidFill>
              <a:effectLst/>
              <a:uFillTx/>
              <a:latin typeface="Arial"/>
            </a:endParaRPr>
          </a:p>
          <a:p>
            <a:pPr defTabSz="914400">
              <a:lnSpc>
                <a:spcPct val="100000"/>
              </a:lnSpc>
              <a:spcBef>
                <a:spcPts val="1001"/>
              </a:spcBef>
            </a:pPr>
            <a:r>
              <a:rPr lang="en-US" sz="1900" b="1" u="none" strike="noStrike">
                <a:solidFill>
                  <a:srgbClr val="FFFFFF"/>
                </a:solidFill>
                <a:effectLst/>
                <a:uFillTx/>
                <a:latin typeface="Arial"/>
              </a:rPr>
              <a:t>A Capstone Thesis Paper</a:t>
            </a:r>
            <a:endParaRPr lang="en-US" sz="1900" b="0" u="none" strike="noStrike">
              <a:solidFill>
                <a:srgbClr val="FFFFFF"/>
              </a:solidFill>
              <a:effectLst/>
              <a:uFillTx/>
              <a:latin typeface="Arial"/>
            </a:endParaRPr>
          </a:p>
          <a:p>
            <a:pPr defTabSz="914400">
              <a:lnSpc>
                <a:spcPct val="100000"/>
              </a:lnSpc>
              <a:spcBef>
                <a:spcPts val="1001"/>
              </a:spcBef>
            </a:pPr>
            <a:r>
              <a:rPr lang="en-US" sz="1350" b="0" u="none" strike="noStrike">
                <a:solidFill>
                  <a:srgbClr val="D8E0E8"/>
                </a:solidFill>
                <a:effectLst/>
                <a:uFillTx/>
                <a:latin typeface="Arial"/>
              </a:rPr>
              <a:t>Conference submission as a subgoal - targeting the Winter Simulation Conference, paper deadline around April 2027.</a:t>
            </a:r>
            <a:endParaRPr lang="en-US" sz="1350" b="0" u="none" strike="noStrike">
              <a:solidFill>
                <a:srgbClr val="FFFFFF"/>
              </a:solidFill>
              <a:effectLst/>
              <a:uFillTx/>
              <a:latin typeface="Arial"/>
            </a:endParaRPr>
          </a:p>
        </p:txBody>
      </p:sp>
      <p:sp>
        <p:nvSpPr>
          <p:cNvPr id="655" name="TextBox 4"/>
          <p:cNvSpPr/>
          <p:nvPr/>
        </p:nvSpPr>
        <p:spPr>
          <a:xfrm>
            <a:off x="548640" y="4637520"/>
            <a:ext cx="10148760" cy="2732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400" b="0" i="1" u="none" strike="noStrike">
                <a:solidFill>
                  <a:srgbClr val="717479"/>
                </a:solidFill>
                <a:effectLst/>
                <a:uFillTx/>
                <a:latin typeface="Arial"/>
              </a:rPr>
              <a:t>Everything on the following slides is the path to these two things</a:t>
            </a:r>
            <a:endParaRPr lang="en-US" sz="1400" b="0" u="none" strike="noStrike">
              <a:solidFill>
                <a:srgbClr val="000000"/>
              </a:solidFill>
              <a:effectLst/>
              <a:uFillTx/>
              <a:latin typeface="Arial"/>
            </a:endParaRPr>
          </a:p>
        </p:txBody>
      </p:sp>
      <p:sp>
        <p:nvSpPr>
          <p:cNvPr id="656" name="Rounded Rectangle 5"/>
          <p:cNvSpPr/>
          <p:nvPr/>
        </p:nvSpPr>
        <p:spPr>
          <a:xfrm>
            <a:off x="548640" y="5161680"/>
            <a:ext cx="10468800" cy="898920"/>
          </a:xfrm>
          <a:prstGeom prst="roundRect">
            <a:avLst>
              <a:gd name="adj" fmla="val 6000"/>
            </a:avLst>
          </a:prstGeom>
          <a:solidFill>
            <a:srgbClr val="E8E8E8"/>
          </a:solidFill>
          <a:ln>
            <a:noFill/>
          </a:ln>
        </p:spPr>
        <p:style>
          <a:lnRef idx="1">
            <a:schemeClr val="accent1"/>
          </a:lnRef>
          <a:fillRef idx="3">
            <a:schemeClr val="accent1"/>
          </a:fillRef>
          <a:effectRef idx="2">
            <a:schemeClr val="accent1"/>
          </a:effectRef>
          <a:fontRef idx="minor"/>
        </p:style>
        <p:txBody>
          <a:bodyPr lIns="228600" tIns="146160" rIns="228600" bIns="146160" anchor="t">
            <a:noAutofit/>
          </a:bodyPr>
          <a:p>
            <a:pPr defTabSz="914400">
              <a:lnSpc>
                <a:spcPct val="100000"/>
              </a:lnSpc>
            </a:pPr>
            <a:r>
              <a:rPr lang="en-US" sz="1200" b="1" u="none" strike="noStrike">
                <a:solidFill>
                  <a:srgbClr val="F76904"/>
                </a:solidFill>
                <a:effectLst/>
                <a:uFillTx/>
                <a:latin typeface="Arial"/>
              </a:rPr>
              <a:t>COMPLETED SO FAR</a:t>
            </a:r>
            <a:endParaRPr lang="en-US" sz="1200" b="0" u="none" strike="noStrike">
              <a:solidFill>
                <a:srgbClr val="000000"/>
              </a:solidFill>
              <a:effectLst/>
              <a:uFillTx/>
              <a:latin typeface="Arial"/>
            </a:endParaRPr>
          </a:p>
          <a:p>
            <a:pPr defTabSz="914400">
              <a:lnSpc>
                <a:spcPct val="100000"/>
              </a:lnSpc>
              <a:spcBef>
                <a:spcPts val="201"/>
              </a:spcBef>
            </a:pPr>
            <a:r>
              <a:rPr lang="en-US" sz="1150" b="0" u="none" strike="noStrike">
                <a:solidFill>
                  <a:srgbClr val="333A40"/>
                </a:solidFill>
                <a:effectLst/>
                <a:uFillTx/>
                <a:latin typeface="Arial"/>
              </a:rPr>
              <a:t>Realistic Unity simulation (failure modeling, dynamic + burst arrivals, AGV logistics); corrected flow-time/steady-state measurement methodology; verified PDR differentiation under the fixed pipeline.</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7"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500" b="1" u="none" strike="noStrike">
                <a:solidFill>
                  <a:srgbClr val="0E2841"/>
                </a:solidFill>
                <a:effectLst/>
                <a:uFillTx/>
                <a:latin typeface="Arial"/>
              </a:rPr>
              <a:t>Stage 1 - Foundation: Rework Reward + Lock Down Remaining Bugs</a:t>
            </a:r>
            <a:endParaRPr lang="en-US" sz="2500" b="0" u="none" strike="noStrike">
              <a:solidFill>
                <a:srgbClr val="000000"/>
              </a:solidFill>
              <a:effectLst/>
              <a:uFillTx/>
              <a:latin typeface="Arial"/>
            </a:endParaRPr>
          </a:p>
        </p:txBody>
      </p:sp>
      <p:sp>
        <p:nvSpPr>
          <p:cNvPr id="658" name="Oval 2"/>
          <p:cNvSpPr/>
          <p:nvPr/>
        </p:nvSpPr>
        <p:spPr>
          <a:xfrm>
            <a:off x="548640" y="160020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59" name="TextBox 3"/>
          <p:cNvSpPr/>
          <p:nvPr/>
        </p:nvSpPr>
        <p:spPr>
          <a:xfrm>
            <a:off x="1115640" y="155448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Completes the simulation deliverable</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Reward rework plus remaining bugfixes finish the working software project</a:t>
            </a:r>
            <a:endParaRPr lang="en-US" sz="1300" b="0" u="none" strike="noStrike">
              <a:solidFill>
                <a:srgbClr val="000000"/>
              </a:solidFill>
              <a:effectLst/>
              <a:uFillTx/>
              <a:latin typeface="Arial"/>
            </a:endParaRPr>
          </a:p>
        </p:txBody>
      </p:sp>
      <p:sp>
        <p:nvSpPr>
          <p:cNvPr id="660" name="Oval 4"/>
          <p:cNvSpPr/>
          <p:nvPr/>
        </p:nvSpPr>
        <p:spPr>
          <a:xfrm>
            <a:off x="548640" y="253764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61" name="TextBox 5"/>
          <p:cNvSpPr/>
          <p:nvPr/>
        </p:nvSpPr>
        <p:spPr>
          <a:xfrm>
            <a:off x="1115640" y="249192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In progress - underway now</a:t>
            </a:r>
            <a:endParaRPr lang="en-US" sz="1300" b="0" u="none" strike="noStrike">
              <a:solidFill>
                <a:srgbClr val="000000"/>
              </a:solidFill>
              <a:effectLst/>
              <a:uFillTx/>
              <a:latin typeface="Arial"/>
            </a:endParaRPr>
          </a:p>
        </p:txBody>
      </p:sp>
      <p:sp>
        <p:nvSpPr>
          <p:cNvPr id="662" name="Rounded Rectangle 6"/>
          <p:cNvSpPr/>
          <p:nvPr/>
        </p:nvSpPr>
        <p:spPr>
          <a:xfrm>
            <a:off x="548640" y="3840480"/>
            <a:ext cx="1091520" cy="327960"/>
          </a:xfrm>
          <a:prstGeom prst="roundRect">
            <a:avLst>
              <a:gd name="adj" fmla="val 50000"/>
            </a:avLst>
          </a:prstGeom>
          <a:solidFill>
            <a:srgbClr val="F6BE00"/>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IN PROGRESS</a:t>
            </a:r>
            <a:endParaRPr lang="en-US" sz="1100" b="0" u="none" strike="noStrike">
              <a:solidFill>
                <a:srgbClr val="000000"/>
              </a:solidFill>
              <a:effectLst/>
              <a:uFillTx/>
              <a:latin typeface="Arial"/>
            </a:endParaRPr>
          </a:p>
        </p:txBody>
      </p:sp>
      <p:sp>
        <p:nvSpPr>
          <p:cNvPr id="663" name="TextBox 7"/>
          <p:cNvSpPr/>
          <p:nvPr/>
        </p:nvSpPr>
        <p:spPr>
          <a:xfrm>
            <a:off x="1869840" y="3822120"/>
            <a:ext cx="8228520" cy="3646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Target: milestone, 10/19/2026</a:t>
            </a:r>
            <a:endParaRPr lang="en-US" sz="1350" b="0" u="none" strike="noStrike">
              <a:solidFill>
                <a:srgbClr val="000000"/>
              </a:solidFill>
              <a:effectLst/>
              <a:uFillTx/>
              <a:latin typeface="Arial"/>
            </a:endParaRPr>
          </a:p>
        </p:txBody>
      </p:sp>
      <p:sp>
        <p:nvSpPr>
          <p:cNvPr id="664" name="TextBox 8"/>
          <p:cNvSpPr/>
          <p:nvPr/>
        </p:nvSpPr>
        <p:spPr>
          <a:xfrm>
            <a:off x="548640" y="4251960"/>
            <a:ext cx="10057320" cy="3189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No related RQ - this stage is prerequisite work</a:t>
            </a:r>
            <a:endParaRPr lang="en-US" sz="1200" b="0" u="none" strike="noStrike">
              <a:solidFill>
                <a:srgbClr val="000000"/>
              </a:solidFill>
              <a:effectLst/>
              <a:uFillTx/>
              <a:latin typeface="Arial"/>
            </a:endParaRPr>
          </a:p>
        </p:txBody>
      </p:sp>
      <p:sp>
        <p:nvSpPr>
          <p:cNvPr id="665" name="Rounded Rectangle 9"/>
          <p:cNvSpPr/>
          <p:nvPr/>
        </p:nvSpPr>
        <p:spPr>
          <a:xfrm>
            <a:off x="548640" y="4709160"/>
            <a:ext cx="10148760" cy="867600"/>
          </a:xfrm>
          <a:prstGeom prst="roundRect">
            <a:avLst>
              <a:gd name="adj" fmla="val 6000"/>
            </a:avLst>
          </a:prstGeom>
          <a:solidFill>
            <a:srgbClr val="E8E8E8"/>
          </a:solidFill>
          <a:ln>
            <a:noFill/>
          </a:ln>
        </p:spPr>
        <p:style>
          <a:lnRef idx="1">
            <a:schemeClr val="accent1"/>
          </a:lnRef>
          <a:fillRef idx="3">
            <a:schemeClr val="accent1"/>
          </a:fillRef>
          <a:effectRef idx="2">
            <a:schemeClr val="accent1"/>
          </a:effectRef>
          <a:fontRef idx="minor"/>
        </p:style>
        <p:txBody>
          <a:bodyPr lIns="82440" tIns="82440" rIns="82440" bIns="82440" anchor="ctr">
            <a:noAutofit/>
          </a:bodyPr>
          <a:p>
            <a:pPr algn="ctr" defTabSz="914400">
              <a:lnSpc>
                <a:spcPct val="100000"/>
              </a:lnSpc>
            </a:pPr>
            <a:r>
              <a:rPr lang="en-US" sz="1250" b="1" u="none" strike="noStrike">
                <a:solidFill>
                  <a:srgbClr val="F76904"/>
                </a:solidFill>
                <a:effectLst/>
                <a:uFillTx/>
                <a:latin typeface="Arial"/>
              </a:rPr>
              <a:t>Stretch goal: </a:t>
            </a:r>
            <a:r>
              <a:rPr lang="en-US" sz="1250" b="0" i="1" u="none" strike="noStrike">
                <a:solidFill>
                  <a:srgbClr val="333A40"/>
                </a:solidFill>
                <a:effectLst/>
                <a:uFillTx/>
                <a:latin typeface="Arial"/>
              </a:rPr>
              <a:t>revisit AGV traffic-zone reservation logic (ordered lock acquisition / timeout-and-retry) so advanced users could stress-test past the documented AGV:machine ratio ceiling - optional, time-permitting, not committed.</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6"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700" b="1" u="none" strike="noStrike">
                <a:solidFill>
                  <a:srgbClr val="0E2841"/>
                </a:solidFill>
                <a:effectLst/>
                <a:uFillTx/>
                <a:latin typeface="Arial"/>
              </a:rPr>
              <a:t>Stage 2 - Train on a Very Small Problem Subset</a:t>
            </a:r>
            <a:endParaRPr lang="en-US" sz="2700" b="0" u="none" strike="noStrike">
              <a:solidFill>
                <a:srgbClr val="000000"/>
              </a:solidFill>
              <a:effectLst/>
              <a:uFillTx/>
              <a:latin typeface="Arial"/>
            </a:endParaRPr>
          </a:p>
        </p:txBody>
      </p:sp>
      <p:sp>
        <p:nvSpPr>
          <p:cNvPr id="667" name="Oval 2"/>
          <p:cNvSpPr/>
          <p:nvPr/>
        </p:nvSpPr>
        <p:spPr>
          <a:xfrm>
            <a:off x="548640" y="160020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68" name="TextBox 3"/>
          <p:cNvSpPr/>
          <p:nvPr/>
        </p:nvSpPr>
        <p:spPr>
          <a:xfrm>
            <a:off x="1115640" y="155448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First real PPO training pass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Sanity-check that the agent learns anything at all before scaling up</a:t>
            </a:r>
            <a:endParaRPr lang="en-US" sz="1300" b="0" u="none" strike="noStrike">
              <a:solidFill>
                <a:srgbClr val="000000"/>
              </a:solidFill>
              <a:effectLst/>
              <a:uFillTx/>
              <a:latin typeface="Arial"/>
            </a:endParaRPr>
          </a:p>
        </p:txBody>
      </p:sp>
      <p:sp>
        <p:nvSpPr>
          <p:cNvPr id="669" name="Oval 4"/>
          <p:cNvSpPr/>
          <p:nvPr/>
        </p:nvSpPr>
        <p:spPr>
          <a:xfrm>
            <a:off x="548640" y="292608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70" name="TextBox 5"/>
          <p:cNvSpPr/>
          <p:nvPr/>
        </p:nvSpPr>
        <p:spPr>
          <a:xfrm>
            <a:off x="1115640" y="288036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Not started - depends on Stage 1</a:t>
            </a:r>
            <a:endParaRPr lang="en-US" sz="1300" b="0" u="none" strike="noStrike">
              <a:solidFill>
                <a:srgbClr val="000000"/>
              </a:solidFill>
              <a:effectLst/>
              <a:uFillTx/>
              <a:latin typeface="Arial"/>
            </a:endParaRPr>
          </a:p>
        </p:txBody>
      </p:sp>
      <p:sp>
        <p:nvSpPr>
          <p:cNvPr id="671" name="Rounded Rectangle 6"/>
          <p:cNvSpPr/>
          <p:nvPr/>
        </p:nvSpPr>
        <p:spPr>
          <a:xfrm>
            <a:off x="548640" y="5074920"/>
            <a:ext cx="1091520" cy="327960"/>
          </a:xfrm>
          <a:prstGeom prst="roundRect">
            <a:avLst>
              <a:gd name="adj" fmla="val 50000"/>
            </a:avLst>
          </a:prstGeom>
          <a:solidFill>
            <a:srgbClr val="717479"/>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NOT STARTED</a:t>
            </a:r>
            <a:endParaRPr lang="en-US" sz="1100" b="0" u="none" strike="noStrike">
              <a:solidFill>
                <a:srgbClr val="FFFFFF"/>
              </a:solidFill>
              <a:effectLst/>
              <a:uFillTx/>
              <a:latin typeface="Arial"/>
            </a:endParaRPr>
          </a:p>
        </p:txBody>
      </p:sp>
      <p:sp>
        <p:nvSpPr>
          <p:cNvPr id="672" name="TextBox 7"/>
          <p:cNvSpPr/>
          <p:nvPr/>
        </p:nvSpPr>
        <p:spPr>
          <a:xfrm>
            <a:off x="1869840" y="5056560"/>
            <a:ext cx="8228520" cy="3646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Target: standup, 11/2/2026</a:t>
            </a:r>
            <a:endParaRPr lang="en-US" sz="1350" b="0" u="none" strike="noStrike">
              <a:solidFill>
                <a:srgbClr val="000000"/>
              </a:solidFill>
              <a:effectLst/>
              <a:uFillTx/>
              <a:latin typeface="Arial"/>
            </a:endParaRPr>
          </a:p>
        </p:txBody>
      </p:sp>
      <p:sp>
        <p:nvSpPr>
          <p:cNvPr id="673" name="TextBox 8"/>
          <p:cNvSpPr/>
          <p:nvPr/>
        </p:nvSpPr>
        <p:spPr>
          <a:xfrm>
            <a:off x="548640" y="5486400"/>
            <a:ext cx="10057320" cy="3189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Related RQ: RQ-A</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4"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700" b="1" u="none" strike="noStrike">
                <a:solidFill>
                  <a:srgbClr val="0E2841"/>
                </a:solidFill>
                <a:effectLst/>
                <a:uFillTx/>
                <a:latin typeface="Arial"/>
              </a:rPr>
              <a:t>Stage 3 - Train on Basic Job Data with Dynamic Arrivals</a:t>
            </a:r>
            <a:endParaRPr lang="en-US" sz="2700" b="0" u="none" strike="noStrike">
              <a:solidFill>
                <a:srgbClr val="000000"/>
              </a:solidFill>
              <a:effectLst/>
              <a:uFillTx/>
              <a:latin typeface="Arial"/>
            </a:endParaRPr>
          </a:p>
        </p:txBody>
      </p:sp>
      <p:sp>
        <p:nvSpPr>
          <p:cNvPr id="675" name="Oval 2"/>
          <p:cNvSpPr/>
          <p:nvPr/>
        </p:nvSpPr>
        <p:spPr>
          <a:xfrm>
            <a:off x="548640" y="160020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76" name="TextBox 3"/>
          <p:cNvSpPr/>
          <p:nvPr/>
        </p:nvSpPr>
        <p:spPr>
          <a:xfrm>
            <a:off x="1115640" y="155448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Middle complexity step</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Dynamic arrivals only - no machine failures, no burst arrivals yet</a:t>
            </a:r>
            <a:endParaRPr lang="en-US" sz="1300" b="0" u="none" strike="noStrike">
              <a:solidFill>
                <a:srgbClr val="000000"/>
              </a:solidFill>
              <a:effectLst/>
              <a:uFillTx/>
              <a:latin typeface="Arial"/>
            </a:endParaRPr>
          </a:p>
        </p:txBody>
      </p:sp>
      <p:sp>
        <p:nvSpPr>
          <p:cNvPr id="677" name="Oval 4"/>
          <p:cNvSpPr/>
          <p:nvPr/>
        </p:nvSpPr>
        <p:spPr>
          <a:xfrm>
            <a:off x="548640" y="292608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78" name="TextBox 5"/>
          <p:cNvSpPr/>
          <p:nvPr/>
        </p:nvSpPr>
        <p:spPr>
          <a:xfrm>
            <a:off x="1115640" y="288036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Not started - depends on Stage 2</a:t>
            </a:r>
            <a:endParaRPr lang="en-US" sz="1300" b="0" u="none" strike="noStrike">
              <a:solidFill>
                <a:srgbClr val="000000"/>
              </a:solidFill>
              <a:effectLst/>
              <a:uFillTx/>
              <a:latin typeface="Arial"/>
            </a:endParaRPr>
          </a:p>
        </p:txBody>
      </p:sp>
      <p:sp>
        <p:nvSpPr>
          <p:cNvPr id="679" name="Rounded Rectangle 6"/>
          <p:cNvSpPr/>
          <p:nvPr/>
        </p:nvSpPr>
        <p:spPr>
          <a:xfrm>
            <a:off x="548640" y="5074920"/>
            <a:ext cx="1091520" cy="327960"/>
          </a:xfrm>
          <a:prstGeom prst="roundRect">
            <a:avLst>
              <a:gd name="adj" fmla="val 50000"/>
            </a:avLst>
          </a:prstGeom>
          <a:solidFill>
            <a:srgbClr val="717479"/>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NOT STARTED</a:t>
            </a:r>
            <a:endParaRPr lang="en-US" sz="1100" b="0" u="none" strike="noStrike">
              <a:solidFill>
                <a:srgbClr val="FFFFFF"/>
              </a:solidFill>
              <a:effectLst/>
              <a:uFillTx/>
              <a:latin typeface="Arial"/>
            </a:endParaRPr>
          </a:p>
        </p:txBody>
      </p:sp>
      <p:sp>
        <p:nvSpPr>
          <p:cNvPr id="680" name="TextBox 7"/>
          <p:cNvSpPr/>
          <p:nvPr/>
        </p:nvSpPr>
        <p:spPr>
          <a:xfrm>
            <a:off x="1869840" y="5056560"/>
            <a:ext cx="8228520" cy="3646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Target: milestone, 11/16/2026</a:t>
            </a:r>
            <a:endParaRPr lang="en-US" sz="1350" b="0" u="none" strike="noStrike">
              <a:solidFill>
                <a:srgbClr val="000000"/>
              </a:solidFill>
              <a:effectLst/>
              <a:uFillTx/>
              <a:latin typeface="Arial"/>
            </a:endParaRPr>
          </a:p>
        </p:txBody>
      </p:sp>
      <p:sp>
        <p:nvSpPr>
          <p:cNvPr id="681" name="TextBox 8"/>
          <p:cNvSpPr/>
          <p:nvPr/>
        </p:nvSpPr>
        <p:spPr>
          <a:xfrm>
            <a:off x="548640" y="5486400"/>
            <a:ext cx="10057320" cy="3189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Related RQ: RQ-A, RQ-C</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2"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700" b="1" u="none" strike="noStrike">
                <a:solidFill>
                  <a:srgbClr val="0E2841"/>
                </a:solidFill>
                <a:effectLst/>
                <a:uFillTx/>
                <a:latin typeface="Arial"/>
              </a:rPr>
              <a:t>Stage 4 - Train on the Full DFJSP</a:t>
            </a:r>
            <a:endParaRPr lang="en-US" sz="2700" b="0" u="none" strike="noStrike">
              <a:solidFill>
                <a:srgbClr val="000000"/>
              </a:solidFill>
              <a:effectLst/>
              <a:uFillTx/>
              <a:latin typeface="Arial"/>
            </a:endParaRPr>
          </a:p>
        </p:txBody>
      </p:sp>
      <p:sp>
        <p:nvSpPr>
          <p:cNvPr id="683" name="Oval 2"/>
          <p:cNvSpPr/>
          <p:nvPr/>
        </p:nvSpPr>
        <p:spPr>
          <a:xfrm>
            <a:off x="548640" y="160020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84" name="TextBox 3"/>
          <p:cNvSpPr/>
          <p:nvPr/>
        </p:nvSpPr>
        <p:spPr>
          <a:xfrm>
            <a:off x="1115640" y="155448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Full realism</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Dynamic arrivals, machine failures, and burst arrivals all enabled together</a:t>
            </a:r>
            <a:endParaRPr lang="en-US" sz="1300" b="0" u="none" strike="noStrike">
              <a:solidFill>
                <a:srgbClr val="000000"/>
              </a:solidFill>
              <a:effectLst/>
              <a:uFillTx/>
              <a:latin typeface="Arial"/>
            </a:endParaRPr>
          </a:p>
        </p:txBody>
      </p:sp>
      <p:sp>
        <p:nvSpPr>
          <p:cNvPr id="685" name="Oval 4"/>
          <p:cNvSpPr/>
          <p:nvPr/>
        </p:nvSpPr>
        <p:spPr>
          <a:xfrm>
            <a:off x="548640" y="292608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86" name="TextBox 5"/>
          <p:cNvSpPr/>
          <p:nvPr/>
        </p:nvSpPr>
        <p:spPr>
          <a:xfrm>
            <a:off x="1115640" y="288036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Not started - depends on Stage 3</a:t>
            </a:r>
            <a:endParaRPr lang="en-US" sz="1300" b="0" u="none" strike="noStrike">
              <a:solidFill>
                <a:srgbClr val="000000"/>
              </a:solidFill>
              <a:effectLst/>
              <a:uFillTx/>
              <a:latin typeface="Arial"/>
            </a:endParaRPr>
          </a:p>
        </p:txBody>
      </p:sp>
      <p:sp>
        <p:nvSpPr>
          <p:cNvPr id="687" name="Rounded Rectangle 6"/>
          <p:cNvSpPr/>
          <p:nvPr/>
        </p:nvSpPr>
        <p:spPr>
          <a:xfrm>
            <a:off x="548640" y="5074920"/>
            <a:ext cx="1091520" cy="327960"/>
          </a:xfrm>
          <a:prstGeom prst="roundRect">
            <a:avLst>
              <a:gd name="adj" fmla="val 50000"/>
            </a:avLst>
          </a:prstGeom>
          <a:solidFill>
            <a:srgbClr val="717479"/>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NOT STARTED</a:t>
            </a:r>
            <a:endParaRPr lang="en-US" sz="1100" b="0" u="none" strike="noStrike">
              <a:solidFill>
                <a:srgbClr val="FFFFFF"/>
              </a:solidFill>
              <a:effectLst/>
              <a:uFillTx/>
              <a:latin typeface="Arial"/>
            </a:endParaRPr>
          </a:p>
        </p:txBody>
      </p:sp>
      <p:sp>
        <p:nvSpPr>
          <p:cNvPr id="688" name="TextBox 7"/>
          <p:cNvSpPr/>
          <p:nvPr/>
        </p:nvSpPr>
        <p:spPr>
          <a:xfrm>
            <a:off x="1869840" y="5056560"/>
            <a:ext cx="8228520" cy="3646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Target: rough draft, 11/23/2026 (results in hand for the draft)</a:t>
            </a:r>
            <a:endParaRPr lang="en-US" sz="1350" b="0" u="none" strike="noStrike">
              <a:solidFill>
                <a:srgbClr val="000000"/>
              </a:solidFill>
              <a:effectLst/>
              <a:uFillTx/>
              <a:latin typeface="Arial"/>
            </a:endParaRPr>
          </a:p>
        </p:txBody>
      </p:sp>
      <p:sp>
        <p:nvSpPr>
          <p:cNvPr id="689" name="TextBox 8"/>
          <p:cNvSpPr/>
          <p:nvPr/>
        </p:nvSpPr>
        <p:spPr>
          <a:xfrm>
            <a:off x="548640" y="5486400"/>
            <a:ext cx="10057320" cy="3189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Related RQ: RQ-A, RQ-B, RQ-C</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500" b="1" u="none" strike="noStrike">
                <a:solidFill>
                  <a:srgbClr val="0E2841"/>
                </a:solidFill>
                <a:effectLst/>
                <a:uFillTx/>
                <a:latin typeface="Arial"/>
              </a:rPr>
              <a:t>Stage 5 - Evaluate vs. Best Static PDR; Consolidate Paper Draft</a:t>
            </a:r>
            <a:endParaRPr lang="en-US" sz="2500" b="0" u="none" strike="noStrike">
              <a:solidFill>
                <a:srgbClr val="000000"/>
              </a:solidFill>
              <a:effectLst/>
              <a:uFillTx/>
              <a:latin typeface="Arial"/>
            </a:endParaRPr>
          </a:p>
        </p:txBody>
      </p:sp>
      <p:sp>
        <p:nvSpPr>
          <p:cNvPr id="691" name="Oval 2"/>
          <p:cNvSpPr/>
          <p:nvPr/>
        </p:nvSpPr>
        <p:spPr>
          <a:xfrm>
            <a:off x="548640" y="160020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92" name="TextBox 3"/>
          <p:cNvSpPr/>
          <p:nvPr/>
        </p:nvSpPr>
        <p:spPr>
          <a:xfrm>
            <a:off x="1115640" y="155448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Direct comparison</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Trained agent vs. the best-performing static PDR from this summer's results</a:t>
            </a:r>
            <a:endParaRPr lang="en-US" sz="1300" b="0" u="none" strike="noStrike">
              <a:solidFill>
                <a:srgbClr val="000000"/>
              </a:solidFill>
              <a:effectLst/>
              <a:uFillTx/>
              <a:latin typeface="Arial"/>
            </a:endParaRPr>
          </a:p>
        </p:txBody>
      </p:sp>
      <p:sp>
        <p:nvSpPr>
          <p:cNvPr id="693" name="Oval 4"/>
          <p:cNvSpPr/>
          <p:nvPr/>
        </p:nvSpPr>
        <p:spPr>
          <a:xfrm>
            <a:off x="548640" y="263664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94" name="TextBox 5"/>
          <p:cNvSpPr/>
          <p:nvPr/>
        </p:nvSpPr>
        <p:spPr>
          <a:xfrm>
            <a:off x="1115640" y="259092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Ties back to original RQ1–RQ3</a:t>
            </a:r>
            <a:endParaRPr lang="en-US" sz="1550" b="0" u="none" strike="noStrike">
              <a:solidFill>
                <a:srgbClr val="000000"/>
              </a:solidFill>
              <a:effectLst/>
              <a:uFillTx/>
              <a:latin typeface="Arial"/>
            </a:endParaRPr>
          </a:p>
        </p:txBody>
      </p:sp>
      <p:sp>
        <p:nvSpPr>
          <p:cNvPr id="695" name="Oval 6"/>
          <p:cNvSpPr/>
          <p:nvPr/>
        </p:nvSpPr>
        <p:spPr>
          <a:xfrm>
            <a:off x="548640" y="367272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96" name="TextBox 7"/>
          <p:cNvSpPr/>
          <p:nvPr/>
        </p:nvSpPr>
        <p:spPr>
          <a:xfrm>
            <a:off x="1115640" y="362700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Not started - depends on Stage 4</a:t>
            </a:r>
            <a:endParaRPr lang="en-US" sz="1300" b="0" u="none" strike="noStrike">
              <a:solidFill>
                <a:srgbClr val="000000"/>
              </a:solidFill>
              <a:effectLst/>
              <a:uFillTx/>
              <a:latin typeface="Arial"/>
            </a:endParaRPr>
          </a:p>
        </p:txBody>
      </p:sp>
      <p:sp>
        <p:nvSpPr>
          <p:cNvPr id="697" name="Rounded Rectangle 8"/>
          <p:cNvSpPr/>
          <p:nvPr/>
        </p:nvSpPr>
        <p:spPr>
          <a:xfrm>
            <a:off x="548640" y="5074920"/>
            <a:ext cx="1091520" cy="327960"/>
          </a:xfrm>
          <a:prstGeom prst="roundRect">
            <a:avLst>
              <a:gd name="adj" fmla="val 50000"/>
            </a:avLst>
          </a:prstGeom>
          <a:solidFill>
            <a:srgbClr val="717479"/>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NOT STARTED</a:t>
            </a:r>
            <a:endParaRPr lang="en-US" sz="1100" b="0" u="none" strike="noStrike">
              <a:solidFill>
                <a:srgbClr val="FFFFFF"/>
              </a:solidFill>
              <a:effectLst/>
              <a:uFillTx/>
              <a:latin typeface="Arial"/>
            </a:endParaRPr>
          </a:p>
        </p:txBody>
      </p:sp>
      <p:sp>
        <p:nvSpPr>
          <p:cNvPr id="698" name="TextBox 9"/>
          <p:cNvSpPr/>
          <p:nvPr/>
        </p:nvSpPr>
        <p:spPr>
          <a:xfrm>
            <a:off x="1869840" y="5056560"/>
            <a:ext cx="8228520" cy="3646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a:t>
            </a:r>
            <a:r>
              <a:rPr lang="en-US" sz="1350" b="1" u="none" strike="noStrike">
                <a:solidFill>
                  <a:srgbClr val="0E2841"/>
                </a:solidFill>
                <a:effectLst/>
                <a:uFillTx/>
                <a:latin typeface="Arial"/>
              </a:rPr>
              <a:t>rg</a:t>
            </a:r>
            <a:r>
              <a:rPr lang="en-US" sz="1350" b="1" u="none" strike="noStrike">
                <a:solidFill>
                  <a:srgbClr val="0E2841"/>
                </a:solidFill>
                <a:effectLst/>
                <a:uFillTx/>
                <a:latin typeface="Arial"/>
              </a:rPr>
              <a:t>et: </a:t>
            </a:r>
            <a:r>
              <a:rPr lang="en-US" sz="1350" b="1" u="none" strike="noStrike">
                <a:solidFill>
                  <a:srgbClr val="0E2841"/>
                </a:solidFill>
                <a:effectLst/>
                <a:uFillTx/>
                <a:latin typeface="Arial"/>
              </a:rPr>
              <a:t>st</a:t>
            </a:r>
            <a:r>
              <a:rPr lang="en-US" sz="1350" b="1" u="none" strike="noStrike">
                <a:solidFill>
                  <a:srgbClr val="0E2841"/>
                </a:solidFill>
                <a:effectLst/>
                <a:uFillTx/>
                <a:latin typeface="Arial"/>
              </a:rPr>
              <a:t>an</a:t>
            </a:r>
            <a:r>
              <a:rPr lang="en-US" sz="1350" b="1" u="none" strike="noStrike">
                <a:solidFill>
                  <a:srgbClr val="0E2841"/>
                </a:solidFill>
                <a:effectLst/>
                <a:uFillTx/>
                <a:latin typeface="Arial"/>
              </a:rPr>
              <a:t>du</a:t>
            </a:r>
            <a:r>
              <a:rPr lang="en-US" sz="1350" b="1" u="none" strike="noStrike">
                <a:solidFill>
                  <a:srgbClr val="0E2841"/>
                </a:solidFill>
                <a:effectLst/>
                <a:uFillTx/>
                <a:latin typeface="Arial"/>
              </a:rPr>
              <a:t>p, </a:t>
            </a:r>
            <a:r>
              <a:rPr lang="en-US" sz="1350" b="1" u="none" strike="noStrike">
                <a:solidFill>
                  <a:srgbClr val="0E2841"/>
                </a:solidFill>
                <a:effectLst/>
                <a:uFillTx/>
                <a:latin typeface="Arial"/>
              </a:rPr>
              <a:t>11</a:t>
            </a:r>
            <a:r>
              <a:rPr lang="en-US" sz="1350" b="1" u="none" strike="noStrike">
                <a:solidFill>
                  <a:srgbClr val="0E2841"/>
                </a:solidFill>
                <a:effectLst/>
                <a:uFillTx/>
                <a:latin typeface="Arial"/>
              </a:rPr>
              <a:t>/3</a:t>
            </a:r>
            <a:r>
              <a:rPr lang="en-US" sz="1350" b="1" u="none" strike="noStrike">
                <a:solidFill>
                  <a:srgbClr val="0E2841"/>
                </a:solidFill>
                <a:effectLst/>
                <a:uFillTx/>
                <a:latin typeface="Arial"/>
              </a:rPr>
              <a:t>0/</a:t>
            </a:r>
            <a:r>
              <a:rPr lang="en-US" sz="1350" b="1" u="none" strike="noStrike">
                <a:solidFill>
                  <a:srgbClr val="0E2841"/>
                </a:solidFill>
                <a:effectLst/>
                <a:uFillTx/>
                <a:latin typeface="Arial"/>
              </a:rPr>
              <a:t>20</a:t>
            </a:r>
            <a:r>
              <a:rPr lang="en-US" sz="1350" b="1" u="none" strike="noStrike">
                <a:solidFill>
                  <a:srgbClr val="0E2841"/>
                </a:solidFill>
                <a:effectLst/>
                <a:uFillTx/>
                <a:latin typeface="Arial"/>
              </a:rPr>
              <a:t>26</a:t>
            </a:r>
            <a:endParaRPr lang="en-US" sz="1350" b="0" u="none" strike="noStrike">
              <a:solidFill>
                <a:srgbClr val="000000"/>
              </a:solidFill>
              <a:effectLst/>
              <a:uFillTx/>
              <a:latin typeface="Arial"/>
            </a:endParaRPr>
          </a:p>
        </p:txBody>
      </p:sp>
      <p:sp>
        <p:nvSpPr>
          <p:cNvPr id="699" name="TextBox 10"/>
          <p:cNvSpPr/>
          <p:nvPr/>
        </p:nvSpPr>
        <p:spPr>
          <a:xfrm>
            <a:off x="548640" y="5486400"/>
            <a:ext cx="10057320" cy="3189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Related RQ: RQ-A, RQ-B, RQ-C, and the original RQ1–3</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0"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700" b="1" u="none" strike="noStrike">
                <a:solidFill>
                  <a:srgbClr val="0E2841"/>
                </a:solidFill>
                <a:effectLst/>
                <a:uFillTx/>
                <a:latin typeface="Arial"/>
              </a:rPr>
              <a:t>Stage 6 - Final Demo: Simulation, Trained Model, Paper</a:t>
            </a:r>
            <a:endParaRPr lang="en-US" sz="2700" b="0" u="none" strike="noStrike">
              <a:solidFill>
                <a:srgbClr val="000000"/>
              </a:solidFill>
              <a:effectLst/>
              <a:uFillTx/>
              <a:latin typeface="Arial"/>
            </a:endParaRPr>
          </a:p>
        </p:txBody>
      </p:sp>
      <p:sp>
        <p:nvSpPr>
          <p:cNvPr id="701" name="Oval 2"/>
          <p:cNvSpPr/>
          <p:nvPr/>
        </p:nvSpPr>
        <p:spPr>
          <a:xfrm>
            <a:off x="548640" y="160020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702" name="TextBox 3"/>
          <p:cNvSpPr/>
          <p:nvPr/>
        </p:nvSpPr>
        <p:spPr>
          <a:xfrm>
            <a:off x="1115640" y="155448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All three deliverable pieces come together</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Working simulation, trained agent, and capstone paper</a:t>
            </a:r>
            <a:endParaRPr lang="en-US" sz="1300" b="0" u="none" strike="noStrike">
              <a:solidFill>
                <a:srgbClr val="000000"/>
              </a:solidFill>
              <a:effectLst/>
              <a:uFillTx/>
              <a:latin typeface="Arial"/>
            </a:endParaRPr>
          </a:p>
        </p:txBody>
      </p:sp>
      <p:sp>
        <p:nvSpPr>
          <p:cNvPr id="703" name="Oval 4"/>
          <p:cNvSpPr/>
          <p:nvPr/>
        </p:nvSpPr>
        <p:spPr>
          <a:xfrm>
            <a:off x="548640" y="2926080"/>
            <a:ext cx="383040" cy="38304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704" name="TextBox 5"/>
          <p:cNvSpPr/>
          <p:nvPr/>
        </p:nvSpPr>
        <p:spPr>
          <a:xfrm>
            <a:off x="1115640" y="2880360"/>
            <a:ext cx="9581760" cy="1004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Not started - depends on Stage 5</a:t>
            </a:r>
            <a:endParaRPr lang="en-US" sz="1300" b="0" u="none" strike="noStrike">
              <a:solidFill>
                <a:srgbClr val="000000"/>
              </a:solidFill>
              <a:effectLst/>
              <a:uFillTx/>
              <a:latin typeface="Arial"/>
            </a:endParaRPr>
          </a:p>
        </p:txBody>
      </p:sp>
      <p:sp>
        <p:nvSpPr>
          <p:cNvPr id="705" name="Rounded Rectangle 6"/>
          <p:cNvSpPr/>
          <p:nvPr/>
        </p:nvSpPr>
        <p:spPr>
          <a:xfrm>
            <a:off x="548640" y="5074920"/>
            <a:ext cx="1091520" cy="327960"/>
          </a:xfrm>
          <a:prstGeom prst="roundRect">
            <a:avLst>
              <a:gd name="adj" fmla="val 50000"/>
            </a:avLst>
          </a:prstGeom>
          <a:solidFill>
            <a:srgbClr val="717479"/>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NOT STARTED</a:t>
            </a:r>
            <a:endParaRPr lang="en-US" sz="1100" b="0" u="none" strike="noStrike">
              <a:solidFill>
                <a:srgbClr val="FFFFFF"/>
              </a:solidFill>
              <a:effectLst/>
              <a:uFillTx/>
              <a:latin typeface="Arial"/>
            </a:endParaRPr>
          </a:p>
        </p:txBody>
      </p:sp>
      <p:sp>
        <p:nvSpPr>
          <p:cNvPr id="706" name="TextBox 7"/>
          <p:cNvSpPr/>
          <p:nvPr/>
        </p:nvSpPr>
        <p:spPr>
          <a:xfrm>
            <a:off x="1869840" y="5056560"/>
            <a:ext cx="8228520" cy="3646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Target: final demo, 12/9/2026</a:t>
            </a:r>
            <a:endParaRPr lang="en-US" sz="1350" b="0" u="none" strike="noStrike">
              <a:solidFill>
                <a:srgbClr val="000000"/>
              </a:solidFill>
              <a:effectLst/>
              <a:uFillTx/>
              <a:latin typeface="Arial"/>
            </a:endParaRPr>
          </a:p>
        </p:txBody>
      </p:sp>
      <p:sp>
        <p:nvSpPr>
          <p:cNvPr id="707" name="TextBox 8"/>
          <p:cNvSpPr/>
          <p:nvPr/>
        </p:nvSpPr>
        <p:spPr>
          <a:xfrm>
            <a:off x="548640" y="5486400"/>
            <a:ext cx="10057320" cy="3189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Related RQ: RQ-A, RQ-B, RQ-C, and the original RQ1–3</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Architecture</a:t>
            </a:r>
            <a:endParaRPr lang="en-US" sz="3200" b="0" u="none" strike="noStrike">
              <a:solidFill>
                <a:srgbClr val="000000"/>
              </a:solidFill>
              <a:effectLst/>
              <a:uFillTx/>
              <a:latin typeface="Arial"/>
            </a:endParaRPr>
          </a:p>
        </p:txBody>
      </p:sp>
      <p:pic>
        <p:nvPicPr>
          <p:cNvPr id="709" name="Picture 2" descr="architecture.png"/>
          <p:cNvPicPr/>
          <p:nvPr/>
        </p:nvPicPr>
        <p:blipFill>
          <a:blip r:embed="rId1"/>
          <a:stretch/>
        </p:blipFill>
        <p:spPr>
          <a:xfrm>
            <a:off x="2280600" y="1234440"/>
            <a:ext cx="7626600" cy="4708080"/>
          </a:xfrm>
          <a:prstGeom prst="rect">
            <a:avLst/>
          </a:prstGeom>
          <a:noFill/>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0"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Architecture: What’s New Since DSCI-601</a:t>
            </a:r>
            <a:endParaRPr lang="en-US" sz="3200" b="0" u="none" strike="noStrike">
              <a:solidFill>
                <a:srgbClr val="000000"/>
              </a:solidFill>
              <a:effectLst/>
              <a:uFillTx/>
              <a:latin typeface="Arial"/>
            </a:endParaRPr>
          </a:p>
        </p:txBody>
      </p:sp>
      <p:sp>
        <p:nvSpPr>
          <p:cNvPr id="711" name="TextBox 2"/>
          <p:cNvSpPr/>
          <p:nvPr/>
        </p:nvSpPr>
        <p:spPr>
          <a:xfrm>
            <a:off x="548640" y="960120"/>
            <a:ext cx="11090520" cy="438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00" b="0" u="none" strike="noStrike">
                <a:solidFill>
                  <a:srgbClr val="717479"/>
                </a:solidFill>
                <a:effectLst/>
                <a:uFillTx/>
                <a:latin typeface="Arial"/>
              </a:rPr>
              <a:t>The high-level architecture (Unity → Gymnasium/gRPC bridge → Python actor-critic) is stable - what’s grown is the orchestration and realism layer underneath it.</a:t>
            </a:r>
            <a:endParaRPr lang="en-US" sz="1300" b="0" u="none" strike="noStrike">
              <a:solidFill>
                <a:srgbClr val="000000"/>
              </a:solidFill>
              <a:effectLst/>
              <a:uFillTx/>
              <a:latin typeface="Arial"/>
            </a:endParaRPr>
          </a:p>
        </p:txBody>
      </p:sp>
      <p:sp>
        <p:nvSpPr>
          <p:cNvPr id="712" name="Oval 3"/>
          <p:cNvSpPr/>
          <p:nvPr/>
        </p:nvSpPr>
        <p:spPr>
          <a:xfrm>
            <a:off x="548640" y="1590120"/>
            <a:ext cx="318960" cy="31896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1</a:t>
            </a:r>
            <a:endParaRPr lang="en-US" sz="1300" b="0" u="none" strike="noStrike">
              <a:solidFill>
                <a:srgbClr val="FFFFFF"/>
              </a:solidFill>
              <a:effectLst/>
              <a:uFillTx/>
              <a:latin typeface="Arial"/>
            </a:endParaRPr>
          </a:p>
        </p:txBody>
      </p:sp>
      <p:sp>
        <p:nvSpPr>
          <p:cNvPr id="713" name="TextBox 4"/>
          <p:cNvSpPr/>
          <p:nvPr/>
        </p:nvSpPr>
        <p:spPr>
          <a:xfrm>
            <a:off x="1029960" y="1500120"/>
            <a:ext cx="10609200" cy="49896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FailureCoordinator</a:t>
            </a:r>
            <a:r>
              <a:rPr lang="en-US" sz="1300" b="0" u="none" strike="noStrike">
                <a:solidFill>
                  <a:srgbClr val="333A40"/>
                </a:solidFill>
                <a:effectLst/>
                <a:uFillTx/>
                <a:latin typeface="Arial"/>
              </a:rPr>
              <a:t> - new this cycle, orchestrates machine failure → repair → fix</a:t>
            </a:r>
            <a:endParaRPr lang="en-US" sz="1300" b="0" u="none" strike="noStrike">
              <a:solidFill>
                <a:srgbClr val="000000"/>
              </a:solidFill>
              <a:effectLst/>
              <a:uFillTx/>
              <a:latin typeface="Arial"/>
            </a:endParaRPr>
          </a:p>
        </p:txBody>
      </p:sp>
      <p:sp>
        <p:nvSpPr>
          <p:cNvPr id="714" name="Oval 5"/>
          <p:cNvSpPr/>
          <p:nvPr/>
        </p:nvSpPr>
        <p:spPr>
          <a:xfrm>
            <a:off x="548640" y="2090160"/>
            <a:ext cx="318960" cy="31896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2</a:t>
            </a:r>
            <a:endParaRPr lang="en-US" sz="1300" b="0" u="none" strike="noStrike">
              <a:solidFill>
                <a:srgbClr val="FFFFFF"/>
              </a:solidFill>
              <a:effectLst/>
              <a:uFillTx/>
              <a:latin typeface="Arial"/>
            </a:endParaRPr>
          </a:p>
        </p:txBody>
      </p:sp>
      <p:sp>
        <p:nvSpPr>
          <p:cNvPr id="715" name="TextBox 6"/>
          <p:cNvSpPr/>
          <p:nvPr/>
        </p:nvSpPr>
        <p:spPr>
          <a:xfrm>
            <a:off x="1029960" y="2000160"/>
            <a:ext cx="10609200" cy="49896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FlagHarvester</a:t>
            </a:r>
            <a:r>
              <a:rPr lang="en-US" sz="1300" b="0" u="none" strike="noStrike">
                <a:solidFill>
                  <a:srgbClr val="333A40"/>
                </a:solidFill>
                <a:effectLst/>
                <a:uFillTx/>
                <a:latin typeface="Arial"/>
              </a:rPr>
              <a:t> - recovers stalled AGVs/jobs after congestion or failure events</a:t>
            </a:r>
            <a:endParaRPr lang="en-US" sz="1300" b="0" u="none" strike="noStrike">
              <a:solidFill>
                <a:srgbClr val="000000"/>
              </a:solidFill>
              <a:effectLst/>
              <a:uFillTx/>
              <a:latin typeface="Arial"/>
            </a:endParaRPr>
          </a:p>
        </p:txBody>
      </p:sp>
      <p:sp>
        <p:nvSpPr>
          <p:cNvPr id="716" name="Oval 7"/>
          <p:cNvSpPr/>
          <p:nvPr/>
        </p:nvSpPr>
        <p:spPr>
          <a:xfrm>
            <a:off x="548640" y="2589840"/>
            <a:ext cx="318960" cy="31896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3</a:t>
            </a:r>
            <a:endParaRPr lang="en-US" sz="1300" b="0" u="none" strike="noStrike">
              <a:solidFill>
                <a:srgbClr val="FFFFFF"/>
              </a:solidFill>
              <a:effectLst/>
              <a:uFillTx/>
              <a:latin typeface="Arial"/>
            </a:endParaRPr>
          </a:p>
        </p:txBody>
      </p:sp>
      <p:sp>
        <p:nvSpPr>
          <p:cNvPr id="717" name="TextBox 8"/>
          <p:cNvSpPr/>
          <p:nvPr/>
        </p:nvSpPr>
        <p:spPr>
          <a:xfrm>
            <a:off x="1029960" y="2499840"/>
            <a:ext cx="10609200" cy="49896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StochasticEventManager</a:t>
            </a:r>
            <a:r>
              <a:rPr lang="en-US" sz="1300" b="0" u="none" strike="noStrike">
                <a:solidFill>
                  <a:srgbClr val="333A40"/>
                </a:solidFill>
                <a:effectLst/>
                <a:uFillTx/>
                <a:latin typeface="Arial"/>
              </a:rPr>
              <a:t> - two independent RNG streams (failures, arrivals) plus new burst-arrival sampling</a:t>
            </a:r>
            <a:endParaRPr lang="en-US" sz="1300" b="0" u="none" strike="noStrike">
              <a:solidFill>
                <a:srgbClr val="000000"/>
              </a:solidFill>
              <a:effectLst/>
              <a:uFillTx/>
              <a:latin typeface="Arial"/>
            </a:endParaRPr>
          </a:p>
        </p:txBody>
      </p:sp>
      <p:sp>
        <p:nvSpPr>
          <p:cNvPr id="718" name="Oval 9"/>
          <p:cNvSpPr/>
          <p:nvPr/>
        </p:nvSpPr>
        <p:spPr>
          <a:xfrm>
            <a:off x="548640" y="3089880"/>
            <a:ext cx="318960" cy="31896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4</a:t>
            </a:r>
            <a:endParaRPr lang="en-US" sz="1300" b="0" u="none" strike="noStrike">
              <a:solidFill>
                <a:srgbClr val="FFFFFF"/>
              </a:solidFill>
              <a:effectLst/>
              <a:uFillTx/>
              <a:latin typeface="Arial"/>
            </a:endParaRPr>
          </a:p>
        </p:txBody>
      </p:sp>
      <p:sp>
        <p:nvSpPr>
          <p:cNvPr id="719" name="TextBox 10"/>
          <p:cNvSpPr/>
          <p:nvPr/>
        </p:nvSpPr>
        <p:spPr>
          <a:xfrm>
            <a:off x="1029960" y="2999880"/>
            <a:ext cx="10609200" cy="49896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FactoryOrchestrator’s decision loop</a:t>
            </a:r>
            <a:r>
              <a:rPr lang="en-US" sz="1300" b="0" u="none" strike="noStrike">
                <a:solidFill>
                  <a:srgbClr val="333A40"/>
                </a:solidFill>
                <a:effectLst/>
                <a:uFillTx/>
                <a:latin typeface="Arial"/>
              </a:rPr>
              <a:t> - now drains a full queue of ready decisions per frame, not just one</a:t>
            </a:r>
            <a:endParaRPr lang="en-US" sz="1300" b="0" u="none" strike="noStrike">
              <a:solidFill>
                <a:srgbClr val="000000"/>
              </a:solidFill>
              <a:effectLst/>
              <a:uFillTx/>
              <a:latin typeface="Arial"/>
            </a:endParaRPr>
          </a:p>
        </p:txBody>
      </p:sp>
      <p:sp>
        <p:nvSpPr>
          <p:cNvPr id="720" name="Oval 11"/>
          <p:cNvSpPr/>
          <p:nvPr/>
        </p:nvSpPr>
        <p:spPr>
          <a:xfrm>
            <a:off x="548640" y="3589920"/>
            <a:ext cx="318960" cy="31896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5</a:t>
            </a:r>
            <a:endParaRPr lang="en-US" sz="1300" b="0" u="none" strike="noStrike">
              <a:solidFill>
                <a:srgbClr val="FFFFFF"/>
              </a:solidFill>
              <a:effectLst/>
              <a:uFillTx/>
              <a:latin typeface="Arial"/>
            </a:endParaRPr>
          </a:p>
        </p:txBody>
      </p:sp>
      <p:sp>
        <p:nvSpPr>
          <p:cNvPr id="721" name="TextBox 12"/>
          <p:cNvSpPr/>
          <p:nvPr/>
        </p:nvSpPr>
        <p:spPr>
          <a:xfrm>
            <a:off x="1029960" y="3499920"/>
            <a:ext cx="10609200" cy="49896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EpisodeTracker + 8-file ResultsLogger</a:t>
            </a:r>
            <a:r>
              <a:rPr lang="en-US" sz="1300" b="0" u="none" strike="noStrike">
                <a:solidFill>
                  <a:srgbClr val="333A40"/>
                </a:solidFill>
                <a:effectLst/>
                <a:uFillTx/>
                <a:latin typeface="Arial"/>
              </a:rPr>
              <a:t> - new this cycle (see “The Logging Explosion”)</a:t>
            </a:r>
            <a:endParaRPr lang="en-US" sz="1300" b="0" u="none" strike="noStrike">
              <a:solidFill>
                <a:srgbClr val="000000"/>
              </a:solidFill>
              <a:effectLst/>
              <a:uFillTx/>
              <a:latin typeface="Arial"/>
            </a:endParaRPr>
          </a:p>
        </p:txBody>
      </p:sp>
      <p:sp>
        <p:nvSpPr>
          <p:cNvPr id="722" name="Rounded Rectangle 13"/>
          <p:cNvSpPr/>
          <p:nvPr/>
        </p:nvSpPr>
        <p:spPr>
          <a:xfrm>
            <a:off x="548640" y="4320000"/>
            <a:ext cx="3543840" cy="77904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182880" tIns="91440" rIns="182880" bIns="91440" anchor="ctr">
            <a:noAutofit/>
          </a:bodyPr>
          <a:p>
            <a:pPr algn="ctr" defTabSz="914400">
              <a:lnSpc>
                <a:spcPct val="100000"/>
              </a:lnSpc>
            </a:pPr>
            <a:r>
              <a:rPr lang="en-US" sz="1300" b="1" u="none" strike="noStrike">
                <a:solidFill>
                  <a:srgbClr val="F76904"/>
                </a:solidFill>
                <a:effectLst/>
                <a:uFillTx/>
                <a:latin typeface="Arial"/>
              </a:rPr>
              <a:t>UNITY / C#</a:t>
            </a:r>
            <a:endParaRPr lang="en-US" sz="1300" b="0" u="none" strike="noStrike">
              <a:solidFill>
                <a:srgbClr val="FFFFFF"/>
              </a:solidFill>
              <a:effectLst/>
              <a:uFillTx/>
              <a:latin typeface="Arial"/>
            </a:endParaRPr>
          </a:p>
          <a:p>
            <a:pPr algn="ctr" defTabSz="914400">
              <a:lnSpc>
                <a:spcPct val="100000"/>
              </a:lnSpc>
            </a:pPr>
            <a:r>
              <a:rPr lang="en-US" sz="1150" b="0" u="none" strike="noStrike">
                <a:solidFill>
                  <a:srgbClr val="FFFFFF"/>
                </a:solidFill>
                <a:effectLst/>
                <a:uFillTx/>
                <a:latin typeface="Arial"/>
              </a:rPr>
              <a:t>Simulation + physics</a:t>
            </a:r>
            <a:endParaRPr lang="en-US" sz="1150" b="0" u="none" strike="noStrike">
              <a:solidFill>
                <a:srgbClr val="FFFFFF"/>
              </a:solidFill>
              <a:effectLst/>
              <a:uFillTx/>
              <a:latin typeface="Arial"/>
            </a:endParaRPr>
          </a:p>
        </p:txBody>
      </p:sp>
      <p:sp>
        <p:nvSpPr>
          <p:cNvPr id="723" name="Rounded Rectangle 14"/>
          <p:cNvSpPr/>
          <p:nvPr/>
        </p:nvSpPr>
        <p:spPr>
          <a:xfrm>
            <a:off x="4322160" y="4320000"/>
            <a:ext cx="3543840" cy="77904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182880" tIns="91440" rIns="182880" bIns="91440" anchor="ctr">
            <a:noAutofit/>
          </a:bodyPr>
          <a:p>
            <a:pPr algn="ctr" defTabSz="914400">
              <a:lnSpc>
                <a:spcPct val="100000"/>
              </a:lnSpc>
            </a:pPr>
            <a:r>
              <a:rPr lang="en-US" sz="1300" b="1" u="none" strike="noStrike">
                <a:solidFill>
                  <a:srgbClr val="F76904"/>
                </a:solidFill>
                <a:effectLst/>
                <a:uFillTx/>
                <a:latin typeface="Arial"/>
              </a:rPr>
              <a:t>ML-AGENTS GYMNASIUM/gRPC</a:t>
            </a:r>
            <a:endParaRPr lang="en-US" sz="1300" b="0" u="none" strike="noStrike">
              <a:solidFill>
                <a:srgbClr val="FFFFFF"/>
              </a:solidFill>
              <a:effectLst/>
              <a:uFillTx/>
              <a:latin typeface="Arial"/>
            </a:endParaRPr>
          </a:p>
          <a:p>
            <a:pPr algn="ctr" defTabSz="914400">
              <a:lnSpc>
                <a:spcPct val="100000"/>
              </a:lnSpc>
            </a:pPr>
            <a:r>
              <a:rPr lang="en-US" sz="1150" b="0" u="none" strike="noStrike">
                <a:solidFill>
                  <a:srgbClr val="FFFFFF"/>
                </a:solidFill>
                <a:effectLst/>
                <a:uFillTx/>
                <a:latin typeface="Arial"/>
              </a:rPr>
              <a:t>The Unity ↔ Python bridge</a:t>
            </a:r>
            <a:endParaRPr lang="en-US" sz="1150" b="0" u="none" strike="noStrike">
              <a:solidFill>
                <a:srgbClr val="FFFFFF"/>
              </a:solidFill>
              <a:effectLst/>
              <a:uFillTx/>
              <a:latin typeface="Arial"/>
            </a:endParaRPr>
          </a:p>
        </p:txBody>
      </p:sp>
      <p:sp>
        <p:nvSpPr>
          <p:cNvPr id="724" name="Rounded Rectangle 15"/>
          <p:cNvSpPr/>
          <p:nvPr/>
        </p:nvSpPr>
        <p:spPr>
          <a:xfrm>
            <a:off x="8095320" y="4320000"/>
            <a:ext cx="3543840" cy="77904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182880" tIns="91440" rIns="182880" bIns="91440" anchor="ctr">
            <a:noAutofit/>
          </a:bodyPr>
          <a:p>
            <a:pPr algn="ctr" defTabSz="914400">
              <a:lnSpc>
                <a:spcPct val="100000"/>
              </a:lnSpc>
            </a:pPr>
            <a:r>
              <a:rPr lang="en-US" sz="1300" b="1" u="none" strike="noStrike">
                <a:solidFill>
                  <a:srgbClr val="F76904"/>
                </a:solidFill>
                <a:effectLst/>
                <a:uFillTx/>
                <a:latin typeface="Arial"/>
              </a:rPr>
              <a:t>PYTHON / PYTORCH</a:t>
            </a:r>
            <a:endParaRPr lang="en-US" sz="1300" b="0" u="none" strike="noStrike">
              <a:solidFill>
                <a:srgbClr val="FFFFFF"/>
              </a:solidFill>
              <a:effectLst/>
              <a:uFillTx/>
              <a:latin typeface="Arial"/>
            </a:endParaRPr>
          </a:p>
          <a:p>
            <a:pPr algn="ctr" defTabSz="914400">
              <a:lnSpc>
                <a:spcPct val="100000"/>
              </a:lnSpc>
            </a:pPr>
            <a:r>
              <a:rPr lang="en-US" sz="1150" b="0" u="none" strike="noStrike">
                <a:solidFill>
                  <a:srgbClr val="FFFFFF"/>
                </a:solidFill>
                <a:effectLst/>
                <a:uFillTx/>
                <a:latin typeface="Arial"/>
              </a:rPr>
              <a:t>PPO actor-critic</a:t>
            </a:r>
            <a:endParaRPr lang="en-US" sz="11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5"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Domain Model</a:t>
            </a:r>
            <a:endParaRPr lang="en-US" sz="3200" b="0" u="none" strike="noStrike">
              <a:solidFill>
                <a:srgbClr val="000000"/>
              </a:solidFill>
              <a:effectLst/>
              <a:uFillTx/>
              <a:latin typeface="Arial"/>
            </a:endParaRPr>
          </a:p>
        </p:txBody>
      </p:sp>
      <p:pic>
        <p:nvPicPr>
          <p:cNvPr id="726" name="Picture 2" descr="domain.png"/>
          <p:cNvPicPr/>
          <p:nvPr/>
        </p:nvPicPr>
        <p:blipFill>
          <a:blip r:embed="rId1"/>
          <a:stretch/>
        </p:blipFill>
        <p:spPr>
          <a:xfrm>
            <a:off x="1644480" y="1234440"/>
            <a:ext cx="8899200" cy="4708080"/>
          </a:xfrm>
          <a:prstGeom prst="rect">
            <a:avLst/>
          </a:prstGeom>
          <a:noFill/>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7"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Domain Model: What’s New Since DSCI-601</a:t>
            </a:r>
            <a:endParaRPr lang="en-US" sz="3200" b="0" u="none" strike="noStrike">
              <a:solidFill>
                <a:srgbClr val="000000"/>
              </a:solidFill>
              <a:effectLst/>
              <a:uFillTx/>
              <a:latin typeface="Arial"/>
            </a:endParaRPr>
          </a:p>
        </p:txBody>
      </p:sp>
      <p:sp>
        <p:nvSpPr>
          <p:cNvPr id="728" name="TextBox 2"/>
          <p:cNvSpPr/>
          <p:nvPr/>
        </p:nvSpPr>
        <p:spPr>
          <a:xfrm>
            <a:off x="548640" y="960120"/>
            <a:ext cx="11090520" cy="438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00" b="0" u="none" strike="noStrike">
                <a:solidFill>
                  <a:srgbClr val="717479"/>
                </a:solidFill>
                <a:effectLst/>
                <a:uFillTx/>
                <a:latin typeface="Arial"/>
              </a:rPr>
              <a:t>The entity structure (Job → Operation → Machine, AGV ↔ Traffic/Parking Zone) hasn’t changed - what’s grown is the state tracked on each entity.</a:t>
            </a:r>
            <a:endParaRPr lang="en-US" sz="1300" b="0" u="none" strike="noStrike">
              <a:solidFill>
                <a:srgbClr val="000000"/>
              </a:solidFill>
              <a:effectLst/>
              <a:uFillTx/>
              <a:latin typeface="Arial"/>
            </a:endParaRPr>
          </a:p>
        </p:txBody>
      </p:sp>
      <p:sp>
        <p:nvSpPr>
          <p:cNvPr id="729" name="Oval 3"/>
          <p:cNvSpPr/>
          <p:nvPr/>
        </p:nvSpPr>
        <p:spPr>
          <a:xfrm>
            <a:off x="548640" y="1699920"/>
            <a:ext cx="318960" cy="31896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1</a:t>
            </a:r>
            <a:endParaRPr lang="en-US" sz="1300" b="0" u="none" strike="noStrike">
              <a:solidFill>
                <a:srgbClr val="FFFFFF"/>
              </a:solidFill>
              <a:effectLst/>
              <a:uFillTx/>
              <a:latin typeface="Arial"/>
            </a:endParaRPr>
          </a:p>
        </p:txBody>
      </p:sp>
      <p:sp>
        <p:nvSpPr>
          <p:cNvPr id="730" name="TextBox 4"/>
          <p:cNvSpPr/>
          <p:nvPr/>
        </p:nvSpPr>
        <p:spPr>
          <a:xfrm>
            <a:off x="1029960" y="1550160"/>
            <a:ext cx="10609200" cy="6188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Job</a:t>
            </a:r>
            <a:r>
              <a:rPr lang="en-US" sz="1300" b="0" u="none" strike="noStrike">
                <a:solidFill>
                  <a:srgbClr val="333A40"/>
                </a:solidFill>
                <a:effectLst/>
                <a:uFillTx/>
                <a:latin typeface="Arial"/>
              </a:rPr>
              <a:t> - now carries is_dynamic, arrival_time/exit_time, flow_time, and burst-arrival group membership</a:t>
            </a:r>
            <a:endParaRPr lang="en-US" sz="1300" b="0" u="none" strike="noStrike">
              <a:solidFill>
                <a:srgbClr val="000000"/>
              </a:solidFill>
              <a:effectLst/>
              <a:uFillTx/>
              <a:latin typeface="Arial"/>
            </a:endParaRPr>
          </a:p>
        </p:txBody>
      </p:sp>
      <p:sp>
        <p:nvSpPr>
          <p:cNvPr id="731" name="Oval 5"/>
          <p:cNvSpPr/>
          <p:nvPr/>
        </p:nvSpPr>
        <p:spPr>
          <a:xfrm>
            <a:off x="548640" y="2319840"/>
            <a:ext cx="318960" cy="31896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2</a:t>
            </a:r>
            <a:endParaRPr lang="en-US" sz="1300" b="0" u="none" strike="noStrike">
              <a:solidFill>
                <a:srgbClr val="FFFFFF"/>
              </a:solidFill>
              <a:effectLst/>
              <a:uFillTx/>
              <a:latin typeface="Arial"/>
            </a:endParaRPr>
          </a:p>
        </p:txBody>
      </p:sp>
      <p:sp>
        <p:nvSpPr>
          <p:cNvPr id="732" name="TextBox 6"/>
          <p:cNvSpPr/>
          <p:nvPr/>
        </p:nvSpPr>
        <p:spPr>
          <a:xfrm>
            <a:off x="1029960" y="2170080"/>
            <a:ext cx="10609200" cy="6188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Machine</a:t>
            </a:r>
            <a:r>
              <a:rPr lang="en-US" sz="1300" b="0" u="none" strike="noStrike">
                <a:solidFill>
                  <a:srgbClr val="333A40"/>
                </a:solidFill>
                <a:effectLst/>
                <a:uFillTx/>
                <a:latin typeface="Arial"/>
              </a:rPr>
              <a:t> - now carries failure/repair state: Weibull time-to-failure, log-normal repair duration, availability_rate</a:t>
            </a:r>
            <a:endParaRPr lang="en-US" sz="1300" b="0" u="none" strike="noStrike">
              <a:solidFill>
                <a:srgbClr val="000000"/>
              </a:solidFill>
              <a:effectLst/>
              <a:uFillTx/>
              <a:latin typeface="Arial"/>
            </a:endParaRPr>
          </a:p>
        </p:txBody>
      </p:sp>
      <p:sp>
        <p:nvSpPr>
          <p:cNvPr id="733" name="Oval 7"/>
          <p:cNvSpPr/>
          <p:nvPr/>
        </p:nvSpPr>
        <p:spPr>
          <a:xfrm>
            <a:off x="548640" y="2940120"/>
            <a:ext cx="318960" cy="31896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3</a:t>
            </a:r>
            <a:endParaRPr lang="en-US" sz="1300" b="0" u="none" strike="noStrike">
              <a:solidFill>
                <a:srgbClr val="FFFFFF"/>
              </a:solidFill>
              <a:effectLst/>
              <a:uFillTx/>
              <a:latin typeface="Arial"/>
            </a:endParaRPr>
          </a:p>
        </p:txBody>
      </p:sp>
      <p:sp>
        <p:nvSpPr>
          <p:cNvPr id="734" name="TextBox 8"/>
          <p:cNvSpPr/>
          <p:nvPr/>
        </p:nvSpPr>
        <p:spPr>
          <a:xfrm>
            <a:off x="1029960" y="2790000"/>
            <a:ext cx="10609200" cy="6188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AGV</a:t>
            </a:r>
            <a:r>
              <a:rPr lang="en-US" sz="1300" b="0" u="none" strike="noStrike">
                <a:solidFill>
                  <a:srgbClr val="333A40"/>
                </a:solidFill>
                <a:effectLst/>
                <a:uFillTx/>
                <a:latin typeface="Arial"/>
              </a:rPr>
              <a:t> - now carries congestion_fraction, reroute_count, stall_recovery_count</a:t>
            </a:r>
            <a:endParaRPr lang="en-US" sz="1300" b="0" u="none" strike="noStrike">
              <a:solidFill>
                <a:srgbClr val="000000"/>
              </a:solidFill>
              <a:effectLst/>
              <a:uFillTx/>
              <a:latin typeface="Arial"/>
            </a:endParaRPr>
          </a:p>
        </p:txBody>
      </p:sp>
      <p:sp>
        <p:nvSpPr>
          <p:cNvPr id="735" name="Oval 9"/>
          <p:cNvSpPr/>
          <p:nvPr/>
        </p:nvSpPr>
        <p:spPr>
          <a:xfrm>
            <a:off x="548640" y="3560040"/>
            <a:ext cx="318960" cy="31896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4</a:t>
            </a:r>
            <a:endParaRPr lang="en-US" sz="1300" b="0" u="none" strike="noStrike">
              <a:solidFill>
                <a:srgbClr val="FFFFFF"/>
              </a:solidFill>
              <a:effectLst/>
              <a:uFillTx/>
              <a:latin typeface="Arial"/>
            </a:endParaRPr>
          </a:p>
        </p:txBody>
      </p:sp>
      <p:sp>
        <p:nvSpPr>
          <p:cNvPr id="736" name="TextBox 10"/>
          <p:cNvSpPr/>
          <p:nvPr/>
        </p:nvSpPr>
        <p:spPr>
          <a:xfrm>
            <a:off x="1029960" y="3409920"/>
            <a:ext cx="10609200" cy="6188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Episode</a:t>
            </a:r>
            <a:r>
              <a:rPr lang="en-US" sz="1300" b="0" u="none" strike="noStrike">
                <a:solidFill>
                  <a:srgbClr val="333A40"/>
                </a:solidFill>
                <a:effectLst/>
                <a:uFillTx/>
                <a:latin typeface="Arial"/>
              </a:rPr>
              <a:t> - now carries deadlock_detected / deadlock_sim_time, a new terminal-state outcome</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7"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Timeline / Gantt</a:t>
            </a:r>
            <a:endParaRPr lang="en-US" sz="3200" b="0" u="none" strike="noStrike">
              <a:solidFill>
                <a:srgbClr val="000000"/>
              </a:solidFill>
              <a:effectLst/>
              <a:uFillTx/>
              <a:latin typeface="Arial"/>
            </a:endParaRPr>
          </a:p>
        </p:txBody>
      </p:sp>
      <p:sp>
        <p:nvSpPr>
          <p:cNvPr id="738" name="TextBox 2"/>
          <p:cNvSpPr/>
          <p:nvPr/>
        </p:nvSpPr>
        <p:spPr>
          <a:xfrm>
            <a:off x="548640" y="960120"/>
            <a:ext cx="10514520" cy="2732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00" b="0" u="none" strike="noStrike">
                <a:solidFill>
                  <a:srgbClr val="717479"/>
                </a:solidFill>
                <a:effectLst/>
                <a:uFillTx/>
                <a:latin typeface="Arial"/>
              </a:rPr>
              <a:t>Six stages from foundation to final demo</a:t>
            </a:r>
            <a:endParaRPr lang="en-US" sz="1300" b="0" u="none" strike="noStrike">
              <a:solidFill>
                <a:srgbClr val="000000"/>
              </a:solidFill>
              <a:effectLst/>
              <a:uFillTx/>
              <a:latin typeface="Arial"/>
            </a:endParaRPr>
          </a:p>
        </p:txBody>
      </p:sp>
      <p:cxnSp>
        <p:nvCxnSpPr>
          <p:cNvPr id="739" name="Connector 3"/>
          <p:cNvCxnSpPr/>
          <p:nvPr/>
        </p:nvCxnSpPr>
        <p:spPr>
          <a:xfrm>
            <a:off x="5170320" y="1398960"/>
            <a:ext cx="1080" cy="3731760"/>
          </a:xfrm>
          <a:prstGeom prst="straightConnector1">
            <a:avLst/>
          </a:prstGeom>
          <a:ln w="15875">
            <a:solidFill>
              <a:srgbClr val="0E2841"/>
            </a:solidFill>
            <a:prstDash val="dash"/>
            <a:round/>
          </a:ln>
        </p:spPr>
      </p:cxnSp>
      <p:sp>
        <p:nvSpPr>
          <p:cNvPr id="740" name="Diamond 4"/>
          <p:cNvSpPr/>
          <p:nvPr/>
        </p:nvSpPr>
        <p:spPr>
          <a:xfrm>
            <a:off x="5115600" y="1316880"/>
            <a:ext cx="108720" cy="108720"/>
          </a:xfrm>
          <a:prstGeom prst="diamond">
            <a:avLst/>
          </a:prstGeom>
          <a:solidFill>
            <a:srgbClr val="0E2841"/>
          </a:solidFill>
          <a:ln>
            <a:noFill/>
          </a:ln>
        </p:spPr>
        <p:style>
          <a:lnRef idx="1">
            <a:schemeClr val="accent1"/>
          </a:lnRef>
          <a:fillRef idx="3">
            <a:schemeClr val="accent1"/>
          </a:fillRef>
          <a:effectRef idx="2">
            <a:schemeClr val="accent1"/>
          </a:effectRef>
          <a:fontRef idx="minor"/>
        </p:style>
        <p:txBody>
          <a:bodyPr lIns="54360" tIns="9720" rIns="54360" bIns="9720" anchor="ctr">
            <a:noAutofit/>
          </a:bodyPr>
          <a:p>
            <a:endParaRPr lang="en-US" sz="1800" b="0" u="none" strike="noStrike">
              <a:solidFill>
                <a:schemeClr val="lt1"/>
              </a:solidFill>
              <a:effectLst/>
              <a:uFillTx/>
              <a:latin typeface="Arial"/>
            </a:endParaRPr>
          </a:p>
        </p:txBody>
      </p:sp>
      <p:cxnSp>
        <p:nvCxnSpPr>
          <p:cNvPr id="741" name="Connector 5"/>
          <p:cNvCxnSpPr/>
          <p:nvPr/>
        </p:nvCxnSpPr>
        <p:spPr>
          <a:xfrm>
            <a:off x="6986880" y="1398960"/>
            <a:ext cx="1080" cy="3731760"/>
          </a:xfrm>
          <a:prstGeom prst="straightConnector1">
            <a:avLst/>
          </a:prstGeom>
          <a:ln w="15875">
            <a:solidFill>
              <a:srgbClr val="F76904"/>
            </a:solidFill>
            <a:prstDash val="dash"/>
            <a:round/>
          </a:ln>
        </p:spPr>
      </p:cxnSp>
      <p:sp>
        <p:nvSpPr>
          <p:cNvPr id="742" name="Diamond 6"/>
          <p:cNvSpPr/>
          <p:nvPr/>
        </p:nvSpPr>
        <p:spPr>
          <a:xfrm>
            <a:off x="6932160" y="1316880"/>
            <a:ext cx="108720" cy="108720"/>
          </a:xfrm>
          <a:prstGeom prst="diamond">
            <a:avLst/>
          </a:prstGeom>
          <a:solidFill>
            <a:srgbClr val="F76904"/>
          </a:solidFill>
          <a:ln>
            <a:noFill/>
          </a:ln>
        </p:spPr>
        <p:style>
          <a:lnRef idx="1">
            <a:schemeClr val="accent1"/>
          </a:lnRef>
          <a:fillRef idx="3">
            <a:schemeClr val="accent1"/>
          </a:fillRef>
          <a:effectRef idx="2">
            <a:schemeClr val="accent1"/>
          </a:effectRef>
          <a:fontRef idx="minor"/>
        </p:style>
        <p:txBody>
          <a:bodyPr lIns="54360" tIns="9720" rIns="54360" bIns="9720" anchor="ctr">
            <a:noAutofit/>
          </a:bodyPr>
          <a:p>
            <a:endParaRPr lang="en-US" sz="1800" b="0" u="none" strike="noStrike">
              <a:solidFill>
                <a:schemeClr val="lt1"/>
              </a:solidFill>
              <a:effectLst/>
              <a:uFillTx/>
              <a:latin typeface="Arial"/>
            </a:endParaRPr>
          </a:p>
        </p:txBody>
      </p:sp>
      <p:cxnSp>
        <p:nvCxnSpPr>
          <p:cNvPr id="743" name="Connector 7"/>
          <p:cNvCxnSpPr/>
          <p:nvPr/>
        </p:nvCxnSpPr>
        <p:spPr>
          <a:xfrm>
            <a:off x="8197920" y="1398960"/>
            <a:ext cx="1080" cy="3731760"/>
          </a:xfrm>
          <a:prstGeom prst="straightConnector1">
            <a:avLst/>
          </a:prstGeom>
          <a:ln w="15875">
            <a:solidFill>
              <a:srgbClr val="0E2841"/>
            </a:solidFill>
            <a:prstDash val="dash"/>
            <a:round/>
          </a:ln>
        </p:spPr>
      </p:cxnSp>
      <p:sp>
        <p:nvSpPr>
          <p:cNvPr id="744" name="Diamond 8"/>
          <p:cNvSpPr/>
          <p:nvPr/>
        </p:nvSpPr>
        <p:spPr>
          <a:xfrm>
            <a:off x="8143200" y="1316880"/>
            <a:ext cx="108720" cy="108720"/>
          </a:xfrm>
          <a:prstGeom prst="diamond">
            <a:avLst/>
          </a:prstGeom>
          <a:solidFill>
            <a:srgbClr val="0E2841"/>
          </a:solidFill>
          <a:ln>
            <a:noFill/>
          </a:ln>
        </p:spPr>
        <p:style>
          <a:lnRef idx="1">
            <a:schemeClr val="accent1"/>
          </a:lnRef>
          <a:fillRef idx="3">
            <a:schemeClr val="accent1"/>
          </a:fillRef>
          <a:effectRef idx="2">
            <a:schemeClr val="accent1"/>
          </a:effectRef>
          <a:fontRef idx="minor"/>
        </p:style>
        <p:txBody>
          <a:bodyPr lIns="54360" tIns="9720" rIns="54360" bIns="9720" anchor="ctr">
            <a:noAutofit/>
          </a:bodyPr>
          <a:p>
            <a:endParaRPr lang="en-US" sz="1800" b="0" u="none" strike="noStrike">
              <a:solidFill>
                <a:schemeClr val="lt1"/>
              </a:solidFill>
              <a:effectLst/>
              <a:uFillTx/>
              <a:latin typeface="Arial"/>
            </a:endParaRPr>
          </a:p>
        </p:txBody>
      </p:sp>
      <p:cxnSp>
        <p:nvCxnSpPr>
          <p:cNvPr id="745" name="Connector 9"/>
          <p:cNvCxnSpPr/>
          <p:nvPr/>
        </p:nvCxnSpPr>
        <p:spPr>
          <a:xfrm>
            <a:off x="9409320" y="1398960"/>
            <a:ext cx="1080" cy="3731760"/>
          </a:xfrm>
          <a:prstGeom prst="straightConnector1">
            <a:avLst/>
          </a:prstGeom>
          <a:ln w="15875">
            <a:solidFill>
              <a:srgbClr val="F76904"/>
            </a:solidFill>
            <a:prstDash val="dash"/>
            <a:round/>
          </a:ln>
        </p:spPr>
      </p:cxnSp>
      <p:sp>
        <p:nvSpPr>
          <p:cNvPr id="746" name="Diamond 10"/>
          <p:cNvSpPr/>
          <p:nvPr/>
        </p:nvSpPr>
        <p:spPr>
          <a:xfrm>
            <a:off x="9354600" y="1316880"/>
            <a:ext cx="108720" cy="108720"/>
          </a:xfrm>
          <a:prstGeom prst="diamond">
            <a:avLst/>
          </a:prstGeom>
          <a:solidFill>
            <a:srgbClr val="F76904"/>
          </a:solidFill>
          <a:ln>
            <a:noFill/>
          </a:ln>
        </p:spPr>
        <p:style>
          <a:lnRef idx="1">
            <a:schemeClr val="accent1"/>
          </a:lnRef>
          <a:fillRef idx="3">
            <a:schemeClr val="accent1"/>
          </a:fillRef>
          <a:effectRef idx="2">
            <a:schemeClr val="accent1"/>
          </a:effectRef>
          <a:fontRef idx="minor"/>
        </p:style>
        <p:txBody>
          <a:bodyPr lIns="54360" tIns="9720" rIns="54360" bIns="9720" anchor="ctr">
            <a:noAutofit/>
          </a:bodyPr>
          <a:p>
            <a:endParaRPr lang="en-US" sz="1800" b="0" u="none" strike="noStrike">
              <a:solidFill>
                <a:schemeClr val="lt1"/>
              </a:solidFill>
              <a:effectLst/>
              <a:uFillTx/>
              <a:latin typeface="Arial"/>
            </a:endParaRPr>
          </a:p>
        </p:txBody>
      </p:sp>
      <p:cxnSp>
        <p:nvCxnSpPr>
          <p:cNvPr id="747" name="Connector 11"/>
          <p:cNvCxnSpPr/>
          <p:nvPr/>
        </p:nvCxnSpPr>
        <p:spPr>
          <a:xfrm>
            <a:off x="10014840" y="1398960"/>
            <a:ext cx="1080" cy="3731760"/>
          </a:xfrm>
          <a:prstGeom prst="straightConnector1">
            <a:avLst/>
          </a:prstGeom>
          <a:ln w="15875">
            <a:solidFill>
              <a:srgbClr val="F6BE00"/>
            </a:solidFill>
            <a:prstDash val="dash"/>
            <a:round/>
          </a:ln>
        </p:spPr>
      </p:cxnSp>
      <p:sp>
        <p:nvSpPr>
          <p:cNvPr id="748" name="Diamond 12"/>
          <p:cNvSpPr/>
          <p:nvPr/>
        </p:nvSpPr>
        <p:spPr>
          <a:xfrm>
            <a:off x="9960120" y="1316880"/>
            <a:ext cx="108720" cy="108720"/>
          </a:xfrm>
          <a:prstGeom prst="diamond">
            <a:avLst/>
          </a:prstGeom>
          <a:solidFill>
            <a:srgbClr val="F6BE00"/>
          </a:solidFill>
          <a:ln>
            <a:noFill/>
          </a:ln>
        </p:spPr>
        <p:style>
          <a:lnRef idx="1">
            <a:schemeClr val="accent1"/>
          </a:lnRef>
          <a:fillRef idx="3">
            <a:schemeClr val="accent1"/>
          </a:fillRef>
          <a:effectRef idx="2">
            <a:schemeClr val="accent1"/>
          </a:effectRef>
          <a:fontRef idx="minor"/>
        </p:style>
        <p:txBody>
          <a:bodyPr lIns="54360" tIns="9720" rIns="54360" bIns="9720" anchor="ctr">
            <a:noAutofit/>
          </a:bodyPr>
          <a:p>
            <a:endParaRPr lang="en-US" sz="1800" b="0" u="none" strike="noStrike">
              <a:solidFill>
                <a:schemeClr val="lt1"/>
              </a:solidFill>
              <a:effectLst/>
              <a:uFillTx/>
              <a:latin typeface="Arial"/>
            </a:endParaRPr>
          </a:p>
        </p:txBody>
      </p:sp>
      <p:cxnSp>
        <p:nvCxnSpPr>
          <p:cNvPr id="749" name="Connector 13"/>
          <p:cNvCxnSpPr/>
          <p:nvPr/>
        </p:nvCxnSpPr>
        <p:spPr>
          <a:xfrm>
            <a:off x="10620360" y="1398960"/>
            <a:ext cx="1080" cy="3731760"/>
          </a:xfrm>
          <a:prstGeom prst="straightConnector1">
            <a:avLst/>
          </a:prstGeom>
          <a:ln w="15875">
            <a:solidFill>
              <a:srgbClr val="0E2841"/>
            </a:solidFill>
            <a:prstDash val="dash"/>
            <a:round/>
          </a:ln>
        </p:spPr>
      </p:cxnSp>
      <p:sp>
        <p:nvSpPr>
          <p:cNvPr id="750" name="Diamond 14"/>
          <p:cNvSpPr/>
          <p:nvPr/>
        </p:nvSpPr>
        <p:spPr>
          <a:xfrm>
            <a:off x="10565640" y="1316880"/>
            <a:ext cx="108720" cy="108720"/>
          </a:xfrm>
          <a:prstGeom prst="diamond">
            <a:avLst/>
          </a:prstGeom>
          <a:solidFill>
            <a:srgbClr val="0E2841"/>
          </a:solidFill>
          <a:ln>
            <a:noFill/>
          </a:ln>
        </p:spPr>
        <p:style>
          <a:lnRef idx="1">
            <a:schemeClr val="accent1"/>
          </a:lnRef>
          <a:fillRef idx="3">
            <a:schemeClr val="accent1"/>
          </a:fillRef>
          <a:effectRef idx="2">
            <a:schemeClr val="accent1"/>
          </a:effectRef>
          <a:fontRef idx="minor"/>
        </p:style>
        <p:txBody>
          <a:bodyPr lIns="54360" tIns="9720" rIns="54360" bIns="9720" anchor="ctr">
            <a:noAutofit/>
          </a:bodyPr>
          <a:p>
            <a:endParaRPr lang="en-US" sz="1800" b="0" u="none" strike="noStrike">
              <a:solidFill>
                <a:schemeClr val="lt1"/>
              </a:solidFill>
              <a:effectLst/>
              <a:uFillTx/>
              <a:latin typeface="Arial"/>
            </a:endParaRPr>
          </a:p>
        </p:txBody>
      </p:sp>
      <p:cxnSp>
        <p:nvCxnSpPr>
          <p:cNvPr id="751" name="Connector 15"/>
          <p:cNvCxnSpPr/>
          <p:nvPr/>
        </p:nvCxnSpPr>
        <p:spPr>
          <a:xfrm>
            <a:off x="11399040" y="1398960"/>
            <a:ext cx="1080" cy="3731760"/>
          </a:xfrm>
          <a:prstGeom prst="straightConnector1">
            <a:avLst/>
          </a:prstGeom>
          <a:ln w="15875">
            <a:solidFill>
              <a:srgbClr val="DA291B"/>
            </a:solidFill>
            <a:prstDash val="dash"/>
            <a:round/>
          </a:ln>
        </p:spPr>
      </p:cxnSp>
      <p:sp>
        <p:nvSpPr>
          <p:cNvPr id="752" name="Diamond 16"/>
          <p:cNvSpPr/>
          <p:nvPr/>
        </p:nvSpPr>
        <p:spPr>
          <a:xfrm>
            <a:off x="11344320" y="1316880"/>
            <a:ext cx="108720" cy="108720"/>
          </a:xfrm>
          <a:prstGeom prst="diamond">
            <a:avLst/>
          </a:prstGeom>
          <a:solidFill>
            <a:srgbClr val="DA291B"/>
          </a:solidFill>
          <a:ln>
            <a:noFill/>
          </a:ln>
        </p:spPr>
        <p:style>
          <a:lnRef idx="1">
            <a:schemeClr val="accent1"/>
          </a:lnRef>
          <a:fillRef idx="3">
            <a:schemeClr val="accent1"/>
          </a:fillRef>
          <a:effectRef idx="2">
            <a:schemeClr val="accent1"/>
          </a:effectRef>
          <a:fontRef idx="minor"/>
        </p:style>
        <p:txBody>
          <a:bodyPr lIns="54360" tIns="9720" rIns="54360" bIns="9720" anchor="ctr">
            <a:noAutofit/>
          </a:bodyPr>
          <a:p>
            <a:endParaRPr lang="en-US" sz="1800" b="0" u="none" strike="noStrike">
              <a:solidFill>
                <a:schemeClr val="lt1"/>
              </a:solidFill>
              <a:effectLst/>
              <a:uFillTx/>
              <a:latin typeface="Arial"/>
            </a:endParaRPr>
          </a:p>
        </p:txBody>
      </p:sp>
      <p:sp>
        <p:nvSpPr>
          <p:cNvPr id="753" name="TextBox 17"/>
          <p:cNvSpPr/>
          <p:nvPr/>
        </p:nvSpPr>
        <p:spPr>
          <a:xfrm>
            <a:off x="502920" y="1508760"/>
            <a:ext cx="2239200" cy="41940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1. Foundation: reward + bugfixes</a:t>
            </a:r>
            <a:endParaRPr lang="en-US" sz="1250" b="0" u="none" strike="noStrike">
              <a:solidFill>
                <a:srgbClr val="000000"/>
              </a:solidFill>
              <a:effectLst/>
              <a:uFillTx/>
              <a:latin typeface="Arial"/>
            </a:endParaRPr>
          </a:p>
        </p:txBody>
      </p:sp>
      <p:sp>
        <p:nvSpPr>
          <p:cNvPr id="754" name="Rounded Rectangle 18"/>
          <p:cNvSpPr/>
          <p:nvPr/>
        </p:nvSpPr>
        <p:spPr>
          <a:xfrm>
            <a:off x="2921040" y="1508760"/>
            <a:ext cx="4064760" cy="41940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55" name="TextBox 19"/>
          <p:cNvSpPr/>
          <p:nvPr/>
        </p:nvSpPr>
        <p:spPr>
          <a:xfrm>
            <a:off x="502920" y="2371320"/>
            <a:ext cx="2239200" cy="41940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2. Train: small subset</a:t>
            </a:r>
            <a:endParaRPr lang="en-US" sz="1250" b="0" u="none" strike="noStrike">
              <a:solidFill>
                <a:srgbClr val="000000"/>
              </a:solidFill>
              <a:effectLst/>
              <a:uFillTx/>
              <a:latin typeface="Arial"/>
            </a:endParaRPr>
          </a:p>
        </p:txBody>
      </p:sp>
      <p:sp>
        <p:nvSpPr>
          <p:cNvPr id="756" name="Rounded Rectangle 20"/>
          <p:cNvSpPr/>
          <p:nvPr/>
        </p:nvSpPr>
        <p:spPr>
          <a:xfrm>
            <a:off x="6987240" y="2371320"/>
            <a:ext cx="1209960" cy="419400"/>
          </a:xfrm>
          <a:prstGeom prst="roundRect">
            <a:avLst>
              <a:gd name="adj" fmla="val 25000"/>
            </a:avLst>
          </a:prstGeom>
          <a:solidFill>
            <a:srgbClr val="009B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57" name="TextBox 21"/>
          <p:cNvSpPr/>
          <p:nvPr/>
        </p:nvSpPr>
        <p:spPr>
          <a:xfrm>
            <a:off x="502920" y="2883240"/>
            <a:ext cx="2239200" cy="41940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3. Train: dynamic arrivals</a:t>
            </a:r>
            <a:endParaRPr lang="en-US" sz="1250" b="0" u="none" strike="noStrike">
              <a:solidFill>
                <a:srgbClr val="000000"/>
              </a:solidFill>
              <a:effectLst/>
              <a:uFillTx/>
              <a:latin typeface="Arial"/>
            </a:endParaRPr>
          </a:p>
        </p:txBody>
      </p:sp>
      <p:sp>
        <p:nvSpPr>
          <p:cNvPr id="758" name="Rounded Rectangle 22"/>
          <p:cNvSpPr/>
          <p:nvPr/>
        </p:nvSpPr>
        <p:spPr>
          <a:xfrm>
            <a:off x="8198280" y="2883240"/>
            <a:ext cx="1209960" cy="41940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59" name="TextBox 23"/>
          <p:cNvSpPr/>
          <p:nvPr/>
        </p:nvSpPr>
        <p:spPr>
          <a:xfrm>
            <a:off x="502920" y="3395520"/>
            <a:ext cx="2239200" cy="41940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4. Train: full DFJSP</a:t>
            </a:r>
            <a:endParaRPr lang="en-US" sz="1250" b="0" u="none" strike="noStrike">
              <a:solidFill>
                <a:srgbClr val="000000"/>
              </a:solidFill>
              <a:effectLst/>
              <a:uFillTx/>
              <a:latin typeface="Arial"/>
            </a:endParaRPr>
          </a:p>
        </p:txBody>
      </p:sp>
      <p:sp>
        <p:nvSpPr>
          <p:cNvPr id="760" name="Rounded Rectangle 24"/>
          <p:cNvSpPr/>
          <p:nvPr/>
        </p:nvSpPr>
        <p:spPr>
          <a:xfrm>
            <a:off x="9409320" y="3395520"/>
            <a:ext cx="604440" cy="41940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61" name="TextBox 25"/>
          <p:cNvSpPr/>
          <p:nvPr/>
        </p:nvSpPr>
        <p:spPr>
          <a:xfrm>
            <a:off x="502920" y="4060080"/>
            <a:ext cx="2239200" cy="41940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5. Evaluate + paper draft</a:t>
            </a:r>
            <a:endParaRPr lang="en-US" sz="1250" b="0" u="none" strike="noStrike">
              <a:solidFill>
                <a:srgbClr val="000000"/>
              </a:solidFill>
              <a:effectLst/>
              <a:uFillTx/>
              <a:latin typeface="Arial"/>
            </a:endParaRPr>
          </a:p>
        </p:txBody>
      </p:sp>
      <p:sp>
        <p:nvSpPr>
          <p:cNvPr id="762" name="Rounded Rectangle 26"/>
          <p:cNvSpPr/>
          <p:nvPr/>
        </p:nvSpPr>
        <p:spPr>
          <a:xfrm>
            <a:off x="10014840" y="4060080"/>
            <a:ext cx="604440" cy="41940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63" name="TextBox 27"/>
          <p:cNvSpPr/>
          <p:nvPr/>
        </p:nvSpPr>
        <p:spPr>
          <a:xfrm>
            <a:off x="502920" y="4572000"/>
            <a:ext cx="2239200" cy="41940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6. Final demo</a:t>
            </a:r>
            <a:endParaRPr lang="en-US" sz="1250" b="0" u="none" strike="noStrike">
              <a:solidFill>
                <a:srgbClr val="000000"/>
              </a:solidFill>
              <a:effectLst/>
              <a:uFillTx/>
              <a:latin typeface="Arial"/>
            </a:endParaRPr>
          </a:p>
        </p:txBody>
      </p:sp>
      <p:sp>
        <p:nvSpPr>
          <p:cNvPr id="764" name="Rounded Rectangle 28"/>
          <p:cNvSpPr/>
          <p:nvPr/>
        </p:nvSpPr>
        <p:spPr>
          <a:xfrm>
            <a:off x="10620360" y="4572000"/>
            <a:ext cx="777600" cy="419400"/>
          </a:xfrm>
          <a:prstGeom prst="roundRect">
            <a:avLst>
              <a:gd name="adj" fmla="val 25000"/>
            </a:avLst>
          </a:prstGeom>
          <a:solidFill>
            <a:srgbClr val="F76904"/>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cxnSp>
        <p:nvCxnSpPr>
          <p:cNvPr id="765" name="Connector 29"/>
          <p:cNvCxnSpPr/>
          <p:nvPr/>
        </p:nvCxnSpPr>
        <p:spPr>
          <a:xfrm>
            <a:off x="2834640" y="5111280"/>
            <a:ext cx="1080" cy="101880"/>
          </a:xfrm>
          <a:prstGeom prst="straightConnector1">
            <a:avLst/>
          </a:prstGeom>
          <a:ln w="12700">
            <a:solidFill>
              <a:srgbClr val="717479"/>
            </a:solidFill>
            <a:round/>
          </a:ln>
        </p:spPr>
      </p:cxnSp>
      <p:sp>
        <p:nvSpPr>
          <p:cNvPr id="766" name="TextBox 30"/>
          <p:cNvSpPr/>
          <p:nvPr/>
        </p:nvSpPr>
        <p:spPr>
          <a:xfrm>
            <a:off x="2468880" y="5285160"/>
            <a:ext cx="730440" cy="273240"/>
          </a:xfrm>
          <a:prstGeom prst="rect">
            <a:avLst/>
          </a:prstGeom>
          <a:noFill/>
          <a:ln w="0">
            <a:noFill/>
          </a:ln>
        </p:spPr>
        <p:style>
          <a:lnRef idx="0"/>
          <a:fillRef idx="0"/>
          <a:effectRef idx="0"/>
          <a:fontRef idx="minor"/>
        </p:style>
        <p:txBody>
          <a:bodyPr wrap="none" lIns="0" tIns="0" rIns="0" bIns="0" anchor="t">
            <a:spAutoFit/>
          </a:bodyPr>
          <a:p>
            <a:pPr algn="ctr" defTabSz="914400">
              <a:lnSpc>
                <a:spcPct val="100000"/>
              </a:lnSpc>
            </a:pPr>
            <a:r>
              <a:rPr lang="en-US" sz="1050" b="1" u="none" strike="noStrike">
                <a:solidFill>
                  <a:srgbClr val="717479"/>
                </a:solidFill>
                <a:effectLst/>
                <a:uFillTx/>
                <a:latin typeface="Arial"/>
              </a:rPr>
              <a:t>Sep</a:t>
            </a:r>
            <a:endParaRPr lang="en-US" sz="1050" b="0" u="none" strike="noStrike">
              <a:solidFill>
                <a:srgbClr val="000000"/>
              </a:solidFill>
              <a:effectLst/>
              <a:uFillTx/>
              <a:latin typeface="Arial"/>
            </a:endParaRPr>
          </a:p>
        </p:txBody>
      </p:sp>
      <p:cxnSp>
        <p:nvCxnSpPr>
          <p:cNvPr id="767" name="Connector 31"/>
          <p:cNvCxnSpPr/>
          <p:nvPr/>
        </p:nvCxnSpPr>
        <p:spPr>
          <a:xfrm>
            <a:off x="5429880" y="5111280"/>
            <a:ext cx="1080" cy="101880"/>
          </a:xfrm>
          <a:prstGeom prst="straightConnector1">
            <a:avLst/>
          </a:prstGeom>
          <a:ln w="12700">
            <a:solidFill>
              <a:srgbClr val="717479"/>
            </a:solidFill>
            <a:round/>
          </a:ln>
        </p:spPr>
      </p:cxnSp>
      <p:sp>
        <p:nvSpPr>
          <p:cNvPr id="768" name="TextBox 32"/>
          <p:cNvSpPr/>
          <p:nvPr/>
        </p:nvSpPr>
        <p:spPr>
          <a:xfrm>
            <a:off x="5064120" y="5285160"/>
            <a:ext cx="730440" cy="273240"/>
          </a:xfrm>
          <a:prstGeom prst="rect">
            <a:avLst/>
          </a:prstGeom>
          <a:noFill/>
          <a:ln w="0">
            <a:noFill/>
          </a:ln>
        </p:spPr>
        <p:style>
          <a:lnRef idx="0"/>
          <a:fillRef idx="0"/>
          <a:effectRef idx="0"/>
          <a:fontRef idx="minor"/>
        </p:style>
        <p:txBody>
          <a:bodyPr wrap="none" lIns="0" tIns="0" rIns="0" bIns="0" anchor="t">
            <a:spAutoFit/>
          </a:bodyPr>
          <a:p>
            <a:pPr algn="ctr" defTabSz="914400">
              <a:lnSpc>
                <a:spcPct val="100000"/>
              </a:lnSpc>
            </a:pPr>
            <a:r>
              <a:rPr lang="en-US" sz="1050" b="1" u="none" strike="noStrike">
                <a:solidFill>
                  <a:srgbClr val="717479"/>
                </a:solidFill>
                <a:effectLst/>
                <a:uFillTx/>
                <a:latin typeface="Arial"/>
              </a:rPr>
              <a:t>Oct</a:t>
            </a:r>
            <a:endParaRPr lang="en-US" sz="1050" b="0" u="none" strike="noStrike">
              <a:solidFill>
                <a:srgbClr val="000000"/>
              </a:solidFill>
              <a:effectLst/>
              <a:uFillTx/>
              <a:latin typeface="Arial"/>
            </a:endParaRPr>
          </a:p>
        </p:txBody>
      </p:sp>
      <p:cxnSp>
        <p:nvCxnSpPr>
          <p:cNvPr id="769" name="Connector 33"/>
          <p:cNvCxnSpPr/>
          <p:nvPr/>
        </p:nvCxnSpPr>
        <p:spPr>
          <a:xfrm>
            <a:off x="8111520" y="5111280"/>
            <a:ext cx="1080" cy="101880"/>
          </a:xfrm>
          <a:prstGeom prst="straightConnector1">
            <a:avLst/>
          </a:prstGeom>
          <a:ln w="12700">
            <a:solidFill>
              <a:srgbClr val="717479"/>
            </a:solidFill>
            <a:round/>
          </a:ln>
        </p:spPr>
      </p:cxnSp>
      <p:sp>
        <p:nvSpPr>
          <p:cNvPr id="770" name="TextBox 34"/>
          <p:cNvSpPr/>
          <p:nvPr/>
        </p:nvSpPr>
        <p:spPr>
          <a:xfrm>
            <a:off x="7746120" y="5285160"/>
            <a:ext cx="730440" cy="273240"/>
          </a:xfrm>
          <a:prstGeom prst="rect">
            <a:avLst/>
          </a:prstGeom>
          <a:noFill/>
          <a:ln w="0">
            <a:noFill/>
          </a:ln>
        </p:spPr>
        <p:style>
          <a:lnRef idx="0"/>
          <a:fillRef idx="0"/>
          <a:effectRef idx="0"/>
          <a:fontRef idx="minor"/>
        </p:style>
        <p:txBody>
          <a:bodyPr wrap="none" lIns="0" tIns="0" rIns="0" bIns="0" anchor="t">
            <a:spAutoFit/>
          </a:bodyPr>
          <a:p>
            <a:pPr algn="ctr" defTabSz="914400">
              <a:lnSpc>
                <a:spcPct val="100000"/>
              </a:lnSpc>
            </a:pPr>
            <a:r>
              <a:rPr lang="en-US" sz="1050" b="1" u="none" strike="noStrike">
                <a:solidFill>
                  <a:srgbClr val="717479"/>
                </a:solidFill>
                <a:effectLst/>
                <a:uFillTx/>
                <a:latin typeface="Arial"/>
              </a:rPr>
              <a:t>Nov</a:t>
            </a:r>
            <a:endParaRPr lang="en-US" sz="1050" b="0" u="none" strike="noStrike">
              <a:solidFill>
                <a:srgbClr val="000000"/>
              </a:solidFill>
              <a:effectLst/>
              <a:uFillTx/>
              <a:latin typeface="Arial"/>
            </a:endParaRPr>
          </a:p>
        </p:txBody>
      </p:sp>
      <p:cxnSp>
        <p:nvCxnSpPr>
          <p:cNvPr id="771" name="Connector 35"/>
          <p:cNvCxnSpPr/>
          <p:nvPr/>
        </p:nvCxnSpPr>
        <p:spPr>
          <a:xfrm>
            <a:off x="10706760" y="5111280"/>
            <a:ext cx="1080" cy="101880"/>
          </a:xfrm>
          <a:prstGeom prst="straightConnector1">
            <a:avLst/>
          </a:prstGeom>
          <a:ln w="12700">
            <a:solidFill>
              <a:srgbClr val="717479"/>
            </a:solidFill>
            <a:round/>
          </a:ln>
        </p:spPr>
      </p:cxnSp>
      <p:sp>
        <p:nvSpPr>
          <p:cNvPr id="772" name="TextBox 36"/>
          <p:cNvSpPr/>
          <p:nvPr/>
        </p:nvSpPr>
        <p:spPr>
          <a:xfrm>
            <a:off x="10341360" y="5285160"/>
            <a:ext cx="730440" cy="273240"/>
          </a:xfrm>
          <a:prstGeom prst="rect">
            <a:avLst/>
          </a:prstGeom>
          <a:noFill/>
          <a:ln w="0">
            <a:noFill/>
          </a:ln>
        </p:spPr>
        <p:style>
          <a:lnRef idx="0"/>
          <a:fillRef idx="0"/>
          <a:effectRef idx="0"/>
          <a:fontRef idx="minor"/>
        </p:style>
        <p:txBody>
          <a:bodyPr wrap="none" lIns="0" tIns="0" rIns="0" bIns="0" anchor="t">
            <a:spAutoFit/>
          </a:bodyPr>
          <a:p>
            <a:pPr algn="ctr" defTabSz="914400">
              <a:lnSpc>
                <a:spcPct val="100000"/>
              </a:lnSpc>
            </a:pPr>
            <a:r>
              <a:rPr lang="en-US" sz="1050" b="1" u="none" strike="noStrike">
                <a:solidFill>
                  <a:srgbClr val="717479"/>
                </a:solidFill>
                <a:effectLst/>
                <a:uFillTx/>
                <a:latin typeface="Arial"/>
              </a:rPr>
              <a:t>Dec</a:t>
            </a:r>
            <a:endParaRPr lang="en-US" sz="1050" b="0" u="none" strike="noStrike">
              <a:solidFill>
                <a:srgbClr val="000000"/>
              </a:solidFill>
              <a:effectLst/>
              <a:uFillTx/>
              <a:latin typeface="Arial"/>
            </a:endParaRPr>
          </a:p>
        </p:txBody>
      </p:sp>
      <p:cxnSp>
        <p:nvCxnSpPr>
          <p:cNvPr id="773" name="Connector 37"/>
          <p:cNvCxnSpPr/>
          <p:nvPr/>
        </p:nvCxnSpPr>
        <p:spPr>
          <a:xfrm>
            <a:off x="2834640" y="5111280"/>
            <a:ext cx="8825040" cy="1080"/>
          </a:xfrm>
          <a:prstGeom prst="straightConnector1">
            <a:avLst/>
          </a:prstGeom>
          <a:ln w="12700">
            <a:solidFill>
              <a:srgbClr val="E8E8E8"/>
            </a:solidFill>
            <a:round/>
          </a:ln>
        </p:spPr>
      </p:cxnSp>
      <p:sp>
        <p:nvSpPr>
          <p:cNvPr id="774" name="TextBox 38"/>
          <p:cNvSpPr/>
          <p:nvPr/>
        </p:nvSpPr>
        <p:spPr>
          <a:xfrm>
            <a:off x="4713120" y="5577840"/>
            <a:ext cx="913320" cy="3830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0E2841"/>
                </a:solidFill>
                <a:effectLst/>
                <a:uFillTx/>
                <a:latin typeface="Arial"/>
              </a:rPr>
              <a:t>Standup</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0E2841"/>
                </a:solidFill>
                <a:effectLst/>
                <a:uFillTx/>
                <a:latin typeface="Arial"/>
              </a:rPr>
              <a:t>9/28</a:t>
            </a:r>
            <a:endParaRPr lang="en-US" sz="900" b="0" u="none" strike="noStrike">
              <a:solidFill>
                <a:srgbClr val="000000"/>
              </a:solidFill>
              <a:effectLst/>
              <a:uFillTx/>
              <a:latin typeface="Arial"/>
            </a:endParaRPr>
          </a:p>
        </p:txBody>
      </p:sp>
      <p:sp>
        <p:nvSpPr>
          <p:cNvPr id="775" name="TextBox 39"/>
          <p:cNvSpPr/>
          <p:nvPr/>
        </p:nvSpPr>
        <p:spPr>
          <a:xfrm>
            <a:off x="6530040" y="5577840"/>
            <a:ext cx="913320" cy="3830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F76904"/>
                </a:solidFill>
                <a:effectLst/>
                <a:uFillTx/>
                <a:latin typeface="Arial"/>
              </a:rPr>
              <a:t>Milestone</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F76904"/>
                </a:solidFill>
                <a:effectLst/>
                <a:uFillTx/>
                <a:latin typeface="Arial"/>
              </a:rPr>
              <a:t>10/19</a:t>
            </a:r>
            <a:endParaRPr lang="en-US" sz="900" b="0" u="none" strike="noStrike">
              <a:solidFill>
                <a:srgbClr val="000000"/>
              </a:solidFill>
              <a:effectLst/>
              <a:uFillTx/>
              <a:latin typeface="Arial"/>
            </a:endParaRPr>
          </a:p>
        </p:txBody>
      </p:sp>
      <p:sp>
        <p:nvSpPr>
          <p:cNvPr id="776" name="TextBox 40"/>
          <p:cNvSpPr/>
          <p:nvPr/>
        </p:nvSpPr>
        <p:spPr>
          <a:xfrm>
            <a:off x="7741080" y="5577840"/>
            <a:ext cx="913320" cy="3830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0E2841"/>
                </a:solidFill>
                <a:effectLst/>
                <a:uFillTx/>
                <a:latin typeface="Arial"/>
              </a:rPr>
              <a:t>Standup</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0E2841"/>
                </a:solidFill>
                <a:effectLst/>
                <a:uFillTx/>
                <a:latin typeface="Arial"/>
              </a:rPr>
              <a:t>11/2</a:t>
            </a:r>
            <a:endParaRPr lang="en-US" sz="900" b="0" u="none" strike="noStrike">
              <a:solidFill>
                <a:srgbClr val="000000"/>
              </a:solidFill>
              <a:effectLst/>
              <a:uFillTx/>
              <a:latin typeface="Arial"/>
            </a:endParaRPr>
          </a:p>
        </p:txBody>
      </p:sp>
      <p:sp>
        <p:nvSpPr>
          <p:cNvPr id="777" name="TextBox 41"/>
          <p:cNvSpPr/>
          <p:nvPr/>
        </p:nvSpPr>
        <p:spPr>
          <a:xfrm>
            <a:off x="8952120" y="5577840"/>
            <a:ext cx="913320" cy="3830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F76904"/>
                </a:solidFill>
                <a:effectLst/>
                <a:uFillTx/>
                <a:latin typeface="Arial"/>
              </a:rPr>
              <a:t>Milestone</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F76904"/>
                </a:solidFill>
                <a:effectLst/>
                <a:uFillTx/>
                <a:latin typeface="Arial"/>
              </a:rPr>
              <a:t>11/16</a:t>
            </a:r>
            <a:endParaRPr lang="en-US" sz="900" b="0" u="none" strike="noStrike">
              <a:solidFill>
                <a:srgbClr val="000000"/>
              </a:solidFill>
              <a:effectLst/>
              <a:uFillTx/>
              <a:latin typeface="Arial"/>
            </a:endParaRPr>
          </a:p>
        </p:txBody>
      </p:sp>
      <p:sp>
        <p:nvSpPr>
          <p:cNvPr id="778" name="TextBox 42"/>
          <p:cNvSpPr/>
          <p:nvPr/>
        </p:nvSpPr>
        <p:spPr>
          <a:xfrm>
            <a:off x="9557640" y="5577840"/>
            <a:ext cx="913320" cy="3830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F6BE00"/>
                </a:solidFill>
                <a:effectLst/>
                <a:uFillTx/>
                <a:latin typeface="Arial"/>
              </a:rPr>
              <a:t>Draft</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F6BE00"/>
                </a:solidFill>
                <a:effectLst/>
                <a:uFillTx/>
                <a:latin typeface="Arial"/>
              </a:rPr>
              <a:t>11/23</a:t>
            </a:r>
            <a:endParaRPr lang="en-US" sz="900" b="0" u="none" strike="noStrike">
              <a:solidFill>
                <a:srgbClr val="000000"/>
              </a:solidFill>
              <a:effectLst/>
              <a:uFillTx/>
              <a:latin typeface="Arial"/>
            </a:endParaRPr>
          </a:p>
        </p:txBody>
      </p:sp>
      <p:sp>
        <p:nvSpPr>
          <p:cNvPr id="779" name="TextBox 43"/>
          <p:cNvSpPr/>
          <p:nvPr/>
        </p:nvSpPr>
        <p:spPr>
          <a:xfrm>
            <a:off x="10163160" y="5577840"/>
            <a:ext cx="913320" cy="3830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0E2841"/>
                </a:solidFill>
                <a:effectLst/>
                <a:uFillTx/>
                <a:latin typeface="Arial"/>
              </a:rPr>
              <a:t>Standup</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0E2841"/>
                </a:solidFill>
                <a:effectLst/>
                <a:uFillTx/>
                <a:latin typeface="Arial"/>
              </a:rPr>
              <a:t>11/30</a:t>
            </a:r>
            <a:endParaRPr lang="en-US" sz="900" b="0" u="none" strike="noStrike">
              <a:solidFill>
                <a:srgbClr val="000000"/>
              </a:solidFill>
              <a:effectLst/>
              <a:uFillTx/>
              <a:latin typeface="Arial"/>
            </a:endParaRPr>
          </a:p>
        </p:txBody>
      </p:sp>
      <p:sp>
        <p:nvSpPr>
          <p:cNvPr id="780" name="TextBox 44"/>
          <p:cNvSpPr/>
          <p:nvPr/>
        </p:nvSpPr>
        <p:spPr>
          <a:xfrm>
            <a:off x="10941840" y="5577840"/>
            <a:ext cx="913320" cy="38304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DA291B"/>
                </a:solidFill>
                <a:effectLst/>
                <a:uFillTx/>
                <a:latin typeface="Arial"/>
              </a:rPr>
              <a:t>Demo</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DA291B"/>
                </a:solidFill>
                <a:effectLst/>
                <a:uFillTx/>
                <a:latin typeface="Arial"/>
              </a:rPr>
              <a:t>12/9</a:t>
            </a:r>
            <a:endParaRPr lang="en-US" sz="900" b="0" u="none" strike="noStrike">
              <a:solidFill>
                <a:srgbClr val="000000"/>
              </a:solidFill>
              <a:effectLst/>
              <a:uFillTx/>
              <a:latin typeface="Arial"/>
            </a:endParaRPr>
          </a:p>
        </p:txBody>
      </p:sp>
      <p:sp>
        <p:nvSpPr>
          <p:cNvPr id="781" name="Sub Bar 45"/>
          <p:cNvSpPr/>
          <p:nvPr/>
        </p:nvSpPr>
        <p:spPr>
          <a:xfrm>
            <a:off x="2921040" y="1974960"/>
            <a:ext cx="4064760" cy="15120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0" tIns="0" rIns="0" bIns="0" anchor="ctr">
            <a:noAutofit/>
          </a:bodyPr>
          <a:p>
            <a:pPr algn="ctr" defTabSz="914400">
              <a:lnSpc>
                <a:spcPct val="100000"/>
              </a:lnSpc>
            </a:pPr>
            <a:r>
              <a:rPr lang="en-US" sz="700" b="1" u="none" strike="noStrike">
                <a:solidFill>
                  <a:srgbClr val="FFFFFF"/>
                </a:solidFill>
                <a:effectLst/>
                <a:uFillTx/>
                <a:latin typeface="Arial"/>
              </a:rPr>
              <a:t>Reward redesign</a:t>
            </a:r>
            <a:endParaRPr lang="en-US" sz="700" b="0" u="none" strike="noStrike">
              <a:solidFill>
                <a:srgbClr val="FFFFFF"/>
              </a:solidFill>
              <a:effectLst/>
              <a:uFillTx/>
              <a:latin typeface="Arial"/>
            </a:endParaRPr>
          </a:p>
        </p:txBody>
      </p:sp>
      <p:sp>
        <p:nvSpPr>
          <p:cNvPr id="782" name="Sub Bar 46"/>
          <p:cNvSpPr/>
          <p:nvPr/>
        </p:nvSpPr>
        <p:spPr>
          <a:xfrm>
            <a:off x="2921040" y="2173320"/>
            <a:ext cx="4064760" cy="151200"/>
          </a:xfrm>
          <a:prstGeom prst="roundRect">
            <a:avLst>
              <a:gd name="adj" fmla="val 25000"/>
            </a:avLst>
          </a:prstGeom>
          <a:solidFill>
            <a:srgbClr val="F76904"/>
          </a:solidFill>
          <a:ln>
            <a:noFill/>
          </a:ln>
        </p:spPr>
        <p:style>
          <a:lnRef idx="1">
            <a:schemeClr val="accent1"/>
          </a:lnRef>
          <a:fillRef idx="3">
            <a:schemeClr val="accent1"/>
          </a:fillRef>
          <a:effectRef idx="2">
            <a:schemeClr val="accent1"/>
          </a:effectRef>
          <a:fontRef idx="minor"/>
        </p:style>
        <p:txBody>
          <a:bodyPr lIns="0" tIns="0" rIns="0" bIns="0" anchor="ctr">
            <a:noAutofit/>
          </a:bodyPr>
          <a:p>
            <a:pPr algn="ctr" defTabSz="914400">
              <a:lnSpc>
                <a:spcPct val="100000"/>
              </a:lnSpc>
            </a:pPr>
            <a:r>
              <a:rPr lang="en-US" sz="700" b="1" u="none" strike="noStrike">
                <a:solidFill>
                  <a:srgbClr val="FFFFFF"/>
                </a:solidFill>
                <a:effectLst/>
                <a:uFillTx/>
                <a:latin typeface="Arial"/>
              </a:rPr>
              <a:t>Bug lockdown</a:t>
            </a:r>
            <a:endParaRPr lang="en-US" sz="700" b="0" u="none" strike="noStrike">
              <a:solidFill>
                <a:srgbClr val="FFFFFF"/>
              </a:solidFill>
              <a:effectLst/>
              <a:uFillTx/>
              <a:latin typeface="Arial"/>
            </a:endParaRPr>
          </a:p>
        </p:txBody>
      </p:sp>
      <p:sp>
        <p:nvSpPr>
          <p:cNvPr id="783" name="Sub Bar 47"/>
          <p:cNvSpPr/>
          <p:nvPr/>
        </p:nvSpPr>
        <p:spPr>
          <a:xfrm>
            <a:off x="9409320" y="3861720"/>
            <a:ext cx="200880" cy="15120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0" tIns="0" rIns="0" bIns="0" anchor="ctr">
            <a:noAutofit/>
          </a:bodyPr>
          <a:p>
            <a:endParaRPr lang="en-US" sz="1800" b="0" u="none" strike="noStrike">
              <a:solidFill>
                <a:schemeClr val="lt1"/>
              </a:solidFill>
              <a:effectLst/>
              <a:uFillTx/>
              <a:latin typeface="Arial"/>
            </a:endParaRPr>
          </a:p>
        </p:txBody>
      </p:sp>
      <p:sp>
        <p:nvSpPr>
          <p:cNvPr id="784" name="Sub Bar 48"/>
          <p:cNvSpPr/>
          <p:nvPr/>
        </p:nvSpPr>
        <p:spPr>
          <a:xfrm>
            <a:off x="9611280" y="3861720"/>
            <a:ext cx="200880" cy="151200"/>
          </a:xfrm>
          <a:prstGeom prst="roundRect">
            <a:avLst>
              <a:gd name="adj" fmla="val 25000"/>
            </a:avLst>
          </a:prstGeom>
          <a:solidFill>
            <a:srgbClr val="F76904"/>
          </a:solidFill>
          <a:ln>
            <a:noFill/>
          </a:ln>
        </p:spPr>
        <p:style>
          <a:lnRef idx="1">
            <a:schemeClr val="accent1"/>
          </a:lnRef>
          <a:fillRef idx="3">
            <a:schemeClr val="accent1"/>
          </a:fillRef>
          <a:effectRef idx="2">
            <a:schemeClr val="accent1"/>
          </a:effectRef>
          <a:fontRef idx="minor"/>
        </p:style>
        <p:txBody>
          <a:bodyPr lIns="0" tIns="0" rIns="0" bIns="0" anchor="ctr">
            <a:noAutofit/>
          </a:bodyPr>
          <a:p>
            <a:endParaRPr lang="en-US" sz="1800" b="0" u="none" strike="noStrike">
              <a:solidFill>
                <a:schemeClr val="lt1"/>
              </a:solidFill>
              <a:effectLst/>
              <a:uFillTx/>
              <a:latin typeface="Arial"/>
            </a:endParaRPr>
          </a:p>
        </p:txBody>
      </p:sp>
      <p:sp>
        <p:nvSpPr>
          <p:cNvPr id="785" name="Sub Bar 49"/>
          <p:cNvSpPr/>
          <p:nvPr/>
        </p:nvSpPr>
        <p:spPr>
          <a:xfrm>
            <a:off x="9813240" y="3861720"/>
            <a:ext cx="200880" cy="151200"/>
          </a:xfrm>
          <a:prstGeom prst="roundRect">
            <a:avLst>
              <a:gd name="adj" fmla="val 25000"/>
            </a:avLst>
          </a:prstGeom>
          <a:solidFill>
            <a:srgbClr val="F6BE00"/>
          </a:solidFill>
          <a:ln>
            <a:noFill/>
          </a:ln>
        </p:spPr>
        <p:style>
          <a:lnRef idx="1">
            <a:schemeClr val="accent1"/>
          </a:lnRef>
          <a:fillRef idx="3">
            <a:schemeClr val="accent1"/>
          </a:fillRef>
          <a:effectRef idx="2">
            <a:schemeClr val="accent1"/>
          </a:effectRef>
          <a:fontRef idx="minor"/>
        </p:style>
        <p:txBody>
          <a:bodyPr lIns="0" tIns="0" rIns="0" bIns="0" anchor="ctr">
            <a:noAutofit/>
          </a:bodyPr>
          <a:p>
            <a:endParaRPr lang="en-US" sz="1800" b="0" u="none" strike="noStrike">
              <a:solidFill>
                <a:schemeClr val="lt1"/>
              </a:solidFill>
              <a:effectLst/>
              <a:uFillTx/>
              <a:latin typeface="Arial"/>
            </a:endParaRPr>
          </a:p>
        </p:txBody>
      </p:sp>
      <p:sp>
        <p:nvSpPr>
          <p:cNvPr id="786" name="TextBox 50"/>
          <p:cNvSpPr/>
          <p:nvPr/>
        </p:nvSpPr>
        <p:spPr>
          <a:xfrm>
            <a:off x="10114920" y="3861720"/>
            <a:ext cx="1527480" cy="151200"/>
          </a:xfrm>
          <a:prstGeom prst="rect">
            <a:avLst/>
          </a:prstGeom>
          <a:noFill/>
          <a:ln w="0">
            <a:noFill/>
          </a:ln>
        </p:spPr>
        <p:style>
          <a:lnRef idx="0"/>
          <a:fillRef idx="0"/>
          <a:effectRef idx="0"/>
          <a:fontRef idx="minor"/>
        </p:style>
        <p:txBody>
          <a:bodyPr wrap="none" lIns="0" tIns="0" rIns="0" bIns="0" anchor="ctr">
            <a:noAutofit/>
          </a:bodyPr>
          <a:p>
            <a:pPr defTabSz="914400">
              <a:lnSpc>
                <a:spcPct val="100000"/>
              </a:lnSpc>
            </a:pPr>
            <a:r>
              <a:rPr lang="en-US" sz="700" b="0" i="1" u="none" strike="noStrike">
                <a:solidFill>
                  <a:srgbClr val="717479"/>
                </a:solidFill>
                <a:effectLst/>
                <a:uFillTx/>
                <a:latin typeface="Arial"/>
              </a:rPr>
              <a:t>3 sub-steps - highest risk</a:t>
            </a:r>
            <a:endParaRPr lang="en-US" sz="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7" name="TextBox 1"/>
          <p:cNvSpPr/>
          <p:nvPr/>
        </p:nvSpPr>
        <p:spPr>
          <a:xfrm>
            <a:off x="548640" y="320040"/>
            <a:ext cx="11090520" cy="71208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800" b="1" u="none" strike="noStrike">
                <a:solidFill>
                  <a:srgbClr val="0E2841"/>
                </a:solidFill>
                <a:effectLst/>
                <a:uFillTx/>
                <a:latin typeface="Arial"/>
              </a:rPr>
              <a:t>Appendix - Full Logging Schema</a:t>
            </a:r>
            <a:endParaRPr lang="en-US" sz="2800" b="0" u="none" strike="noStrike">
              <a:solidFill>
                <a:srgbClr val="000000"/>
              </a:solidFill>
              <a:effectLst/>
              <a:uFillTx/>
              <a:latin typeface="Arial"/>
            </a:endParaRPr>
          </a:p>
        </p:txBody>
      </p:sp>
      <p:sp>
        <p:nvSpPr>
          <p:cNvPr id="788" name="TextBox 2"/>
          <p:cNvSpPr/>
          <p:nvPr/>
        </p:nvSpPr>
        <p:spPr>
          <a:xfrm>
            <a:off x="548640" y="960120"/>
            <a:ext cx="10514520" cy="2732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50" b="0" u="none" strike="noStrike">
                <a:solidFill>
                  <a:srgbClr val="717479"/>
                </a:solidFill>
                <a:effectLst/>
                <a:uFillTx/>
                <a:latin typeface="Arial"/>
              </a:rPr>
              <a:t>For anyone who wants the gory detail - the full column list behind “The Logging Explosion”</a:t>
            </a:r>
            <a:endParaRPr lang="en-US" sz="1250" b="0" u="none" strike="noStrike">
              <a:solidFill>
                <a:srgbClr val="000000"/>
              </a:solidFill>
              <a:effectLst/>
              <a:uFillTx/>
              <a:latin typeface="Arial"/>
            </a:endParaRPr>
          </a:p>
        </p:txBody>
      </p:sp>
      <p:sp>
        <p:nvSpPr>
          <p:cNvPr id="789" name="Rounded Rectangle 3"/>
          <p:cNvSpPr/>
          <p:nvPr/>
        </p:nvSpPr>
        <p:spPr>
          <a:xfrm>
            <a:off x="548640" y="1417320"/>
            <a:ext cx="7634160" cy="4433760"/>
          </a:xfrm>
          <a:prstGeom prst="roundRect">
            <a:avLst>
              <a:gd name="adj" fmla="val 6000"/>
            </a:avLst>
          </a:prstGeom>
          <a:solidFill>
            <a:srgbClr val="E8E8E8"/>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90" name="TextBox 4"/>
          <p:cNvSpPr/>
          <p:nvPr/>
        </p:nvSpPr>
        <p:spPr>
          <a:xfrm>
            <a:off x="749880" y="1581840"/>
            <a:ext cx="3519360" cy="4104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000" b="1" u="none" strike="noStrike">
                <a:solidFill>
                  <a:srgbClr val="0E2841"/>
                </a:solidFill>
                <a:effectLst/>
                <a:uFillTx/>
                <a:latin typeface="Courier New"/>
              </a:rPr>
              <a:t>results.csv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jobs, machines, total_ops, agvCount, decisions, total_reward, timescale, parking_method, pre_dispatching_method, stochastic_tag, weibull_k, weibull_lambda, mean_ttf_theoretical, repair_log_mu, repair_log_sigma, episode_failures, total_repair_time, dynamic_arrivals, arrival_lambda, mean_interarrival_theoretical, mean_interarrival_realised, last_arrival_sim_time, mean_flow_time, p95_flow_time, max_flow_time, mean_transport_wait, jobs_censored, deadlock_detected, deadlock_sim_time</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agv_performance.csv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agv_id, total_trips, mean_trip_duration, time_idle, time_waiting_route, time_traveling, time_loading, time_unloading, total_path_length, reroute_count, congestion_fraction, stall_recovery_count</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decision_log.csv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sim_time, decision_index, decision_type, subject_id, chosen_id, candidate_count, is_degenerate, candidate_ids, candidate_stat_a, candidate_stat_b, candidate_stat_c</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job_completions.csv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job_id, is_dynamic, completed, arrival_time, exit_time, flow_time, total_operations, completed_ops, work_content, time_needs_routing, time_waiting_pickup, time_in_transit, time_queued, time_processing</a:t>
            </a:r>
            <a:endParaRPr lang="en-US" sz="780" b="0" u="none" strike="noStrike">
              <a:solidFill>
                <a:srgbClr val="000000"/>
              </a:solidFill>
              <a:effectLst/>
              <a:uFillTx/>
              <a:latin typeface="Arial"/>
            </a:endParaRPr>
          </a:p>
        </p:txBody>
      </p:sp>
      <p:sp>
        <p:nvSpPr>
          <p:cNvPr id="791" name="TextBox 5"/>
          <p:cNvSpPr/>
          <p:nvPr/>
        </p:nvSpPr>
        <p:spPr>
          <a:xfrm>
            <a:off x="4453200" y="1581840"/>
            <a:ext cx="3519360" cy="4104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000" b="1" u="none" strike="noStrike">
                <a:solidFill>
                  <a:srgbClr val="0E2841"/>
                </a:solidFill>
                <a:effectLst/>
                <a:uFillTx/>
                <a:latin typeface="Courier New"/>
              </a:rPr>
              <a:t>job_operations.csv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job_id, is_dynamic, arrival_time, op_index, machine_type_required, eligible_machine_count, min_proc_time, max_proc_time, mean_proc_time, proc_time_spread, travel_time, queue_entry_time, proc_start_time, proc_end_time, realized_proc_time, queue_wait_time</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machine_utilization.csv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machine_id, machine_type, ops_completed, time_processing, time_operational, utilization_rate, idle_time, idle_rate, availability_rate, failure_count, total_repair_time</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segment_congestion.csv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zone_id, zone_name, aisle_type, flow_direction, traversal_count, block_events, total_block_time, mean_block_time, block_rate</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throughput.csv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window_start, window_end, window_seconds, jobs_completed, throughput_per_sec, throughput_per_min, cumulative_completed, work_in_progress</a:t>
            </a:r>
            <a:endParaRPr lang="en-US" sz="780" b="0" u="none" strike="noStrike">
              <a:solidFill>
                <a:srgbClr val="000000"/>
              </a:solidFill>
              <a:effectLst/>
              <a:uFillTx/>
              <a:latin typeface="Arial"/>
            </a:endParaRPr>
          </a:p>
        </p:txBody>
      </p:sp>
      <p:sp>
        <p:nvSpPr>
          <p:cNvPr id="792" name="Rounded Rectangle 6"/>
          <p:cNvSpPr/>
          <p:nvPr/>
        </p:nvSpPr>
        <p:spPr>
          <a:xfrm>
            <a:off x="8503920" y="1417320"/>
            <a:ext cx="3135240" cy="443376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255960" tIns="255960" rIns="255960" bIns="255960" anchor="t">
            <a:noAutofit/>
          </a:bodyPr>
          <a:p>
            <a:pPr algn="ctr" defTabSz="914400">
              <a:lnSpc>
                <a:spcPct val="100000"/>
              </a:lnSpc>
            </a:pPr>
            <a:r>
              <a:rPr lang="en-US" sz="1300" b="1" u="none" strike="noStrike">
                <a:solidFill>
                  <a:srgbClr val="F76904"/>
                </a:solidFill>
                <a:effectLst/>
                <a:uFillTx/>
                <a:latin typeface="Arial"/>
              </a:rPr>
              <a:t>OPEN ITEM</a:t>
            </a:r>
            <a:endParaRPr lang="en-US" sz="1300" b="0" u="none" strike="noStrike">
              <a:solidFill>
                <a:srgbClr val="FFFFFF"/>
              </a:solidFill>
              <a:effectLst/>
              <a:uFillTx/>
              <a:latin typeface="Arial"/>
            </a:endParaRPr>
          </a:p>
          <a:p>
            <a:pPr defTabSz="914400">
              <a:lnSpc>
                <a:spcPct val="100000"/>
              </a:lnSpc>
              <a:spcBef>
                <a:spcPts val="1001"/>
              </a:spcBef>
            </a:pPr>
            <a:r>
              <a:rPr lang="en-US" sz="1350" b="1" u="none" strike="noStrike">
                <a:solidFill>
                  <a:srgbClr val="FFFFFF"/>
                </a:solidFill>
                <a:effectLst/>
                <a:uFillTx/>
                <a:latin typeface="Arial"/>
              </a:rPr>
              <a:t>Exploring a research cluster for long-running PPO training.</a:t>
            </a:r>
            <a:endParaRPr lang="en-US" sz="1350" b="0" u="none" strike="noStrike">
              <a:solidFill>
                <a:srgbClr val="FFFFFF"/>
              </a:solidFill>
              <a:effectLst/>
              <a:uFillTx/>
              <a:latin typeface="Arial"/>
            </a:endParaRPr>
          </a:p>
          <a:p>
            <a:pPr defTabSz="914400">
              <a:lnSpc>
                <a:spcPct val="100000"/>
              </a:lnSpc>
              <a:spcBef>
                <a:spcPts val="1001"/>
              </a:spcBef>
            </a:pPr>
            <a:r>
              <a:rPr lang="en-US" sz="1250" b="0" u="none" strike="noStrike">
                <a:solidFill>
                  <a:srgbClr val="D8E0E8"/>
                </a:solidFill>
                <a:effectLst/>
                <a:uFillTx/>
                <a:latin typeface="Arial"/>
              </a:rPr>
              <a:t>Whether it supports scheduling multi-day jobs is still unresolved.</a:t>
            </a:r>
            <a:endParaRPr lang="en-US" sz="1250" b="0" u="none" strike="noStrike">
              <a:solidFill>
                <a:srgbClr val="FFFFFF"/>
              </a:solidFill>
              <a:effectLst/>
              <a:uFillTx/>
              <a:latin typeface="Arial"/>
            </a:endParaRPr>
          </a:p>
          <a:p>
            <a:pPr defTabSz="914400">
              <a:lnSpc>
                <a:spcPct val="100000"/>
              </a:lnSpc>
              <a:spcBef>
                <a:spcPts val="1001"/>
              </a:spcBef>
            </a:pPr>
            <a:r>
              <a:rPr lang="en-US" sz="1150" b="0" i="1" u="none" strike="noStrike">
                <a:solidFill>
                  <a:srgbClr val="B8C4D0"/>
                </a:solidFill>
                <a:effectLst/>
                <a:uFillTx/>
                <a:latin typeface="Arial"/>
              </a:rPr>
              <a:t>Feeds Stage 4 / the compute-profiling aside.</a:t>
            </a:r>
            <a:endParaRPr lang="en-US" sz="11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3" name="PlaceHolder 1"/>
          <p:cNvSpPr>
            <a:spLocks noGrp="1"/>
          </p:cNvSpPr>
          <p:nvPr>
            <p:ph type="title" hasCustomPrompt="1"/>
          </p:nvPr>
        </p:nvSpPr>
        <p:spPr>
          <a:xfrm>
            <a:off x="-6840" y="130320"/>
            <a:ext cx="12201480" cy="931320"/>
          </a:xfrm>
          <a:prstGeom prst="rect">
            <a:avLst/>
          </a:prstGeom>
          <a:noFill/>
          <a:ln w="0">
            <a:noFill/>
          </a:ln>
        </p:spPr>
        <p:txBody>
          <a:bodyPr lIns="90000" tIns="45000" rIns="90000" bIns="45000" anchor="t">
            <a:noAutofit/>
          </a:bodyPr>
          <a:p>
            <a:pPr indent="0" algn="ctr" defTabSz="914400">
              <a:lnSpc>
                <a:spcPct val="90000"/>
              </a:lnSpc>
              <a:buNone/>
              <a:tabLst>
                <a:tab pos="0" algn="l"/>
              </a:tabLst>
            </a:pPr>
            <a:r>
              <a:rPr lang="en-US" sz="5400" b="1" u="none" strike="noStrike">
                <a:solidFill>
                  <a:srgbClr val="F86901"/>
                </a:solidFill>
                <a:effectLst/>
                <a:uFillTx/>
                <a:latin typeface="Arial"/>
              </a:rPr>
              <a:t>Thank You</a:t>
            </a:r>
            <a:endParaRPr lang="en-US" sz="5400" b="1" u="none" strike="noStrike">
              <a:solidFill>
                <a:srgbClr val="F86901"/>
              </a:solidFill>
              <a:effectLst/>
              <a:uFillTx/>
              <a:latin typeface="Arial"/>
            </a:endParaRPr>
          </a:p>
        </p:txBody>
      </p:sp>
      <p:sp>
        <p:nvSpPr>
          <p:cNvPr id="794" name="Rectangle 2"/>
          <p:cNvSpPr/>
          <p:nvPr/>
        </p:nvSpPr>
        <p:spPr>
          <a:xfrm>
            <a:off x="0" y="914400"/>
            <a:ext cx="12197160" cy="5320800"/>
          </a:xfrm>
          <a:prstGeom prst="rect">
            <a:avLst/>
          </a:prstGeom>
          <a:solidFill>
            <a:srgbClr val="0E2841"/>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95" name="Oval 3"/>
          <p:cNvSpPr/>
          <p:nvPr/>
        </p:nvSpPr>
        <p:spPr>
          <a:xfrm>
            <a:off x="5029200" y="2560320"/>
            <a:ext cx="2010600" cy="20106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96" name="Oval 4"/>
          <p:cNvSpPr/>
          <p:nvPr/>
        </p:nvSpPr>
        <p:spPr>
          <a:xfrm>
            <a:off x="5257800" y="2788920"/>
            <a:ext cx="1553400" cy="1553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0" tIns="0" rIns="0" bIns="0" anchor="ctr">
            <a:noAutofit/>
          </a:bodyPr>
          <a:p>
            <a:pPr algn="ctr" defTabSz="914400">
              <a:lnSpc>
                <a:spcPct val="100000"/>
              </a:lnSpc>
            </a:pPr>
            <a:r>
              <a:rPr lang="en-US" sz="6000" b="1" u="none" strike="noStrike">
                <a:solidFill>
                  <a:srgbClr val="0E2841"/>
                </a:solidFill>
                <a:effectLst/>
                <a:uFillTx/>
                <a:latin typeface="Arial"/>
              </a:rPr>
              <a:t>?</a:t>
            </a:r>
            <a:endParaRPr lang="en-US" sz="6000" b="0" u="none" strike="noStrike">
              <a:solidFill>
                <a:srgbClr val="000000"/>
              </a:solidFill>
              <a:effectLst/>
              <a:uFillTx/>
              <a:latin typeface="Arial"/>
            </a:endParaRPr>
          </a:p>
        </p:txBody>
      </p:sp>
      <p:sp>
        <p:nvSpPr>
          <p:cNvPr id="797" name="TextBox 5"/>
          <p:cNvSpPr/>
          <p:nvPr/>
        </p:nvSpPr>
        <p:spPr>
          <a:xfrm>
            <a:off x="3291840" y="4800600"/>
            <a:ext cx="5485320" cy="54756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2800" b="1" u="none" strike="noStrike">
                <a:solidFill>
                  <a:srgbClr val="FFFFFF"/>
                </a:solidFill>
                <a:effectLst/>
                <a:uFillTx/>
                <a:latin typeface="Arial"/>
              </a:rPr>
              <a:t>Questions?</a:t>
            </a:r>
            <a:endParaRPr lang="en-US" sz="2800" b="0" u="none" strike="noStrike">
              <a:solidFill>
                <a:srgbClr val="000000"/>
              </a:solidFill>
              <a:effectLst/>
              <a:uFillTx/>
              <a:latin typeface="Arial"/>
            </a:endParaRPr>
          </a:p>
        </p:txBody>
      </p:sp>
      <p:sp>
        <p:nvSpPr>
          <p:cNvPr id="798" name="TextBox 6"/>
          <p:cNvSpPr/>
          <p:nvPr/>
        </p:nvSpPr>
        <p:spPr>
          <a:xfrm>
            <a:off x="3291840" y="5394960"/>
            <a:ext cx="5485320" cy="45612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300" b="0" u="none" strike="noStrike">
                <a:solidFill>
                  <a:srgbClr val="E8E8E8"/>
                </a:solidFill>
                <a:effectLst/>
                <a:uFillTx/>
                <a:latin typeface="Arial"/>
              </a:rPr>
              <a:t>Mike Eaton  ·  meaton96@gmail.com</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RIT colors">
      <a:dk1>
        <a:srgbClr val="000000"/>
      </a:dk1>
      <a:lt1>
        <a:srgbClr val="FFFFFF"/>
      </a:lt1>
      <a:dk2>
        <a:srgbClr val="0E2841"/>
      </a:dk2>
      <a:lt2>
        <a:srgbClr val="E8E8E8"/>
      </a:lt2>
      <a:accent1>
        <a:srgbClr val="F76904"/>
      </a:accent1>
      <a:accent2>
        <a:srgbClr val="F6BE00"/>
      </a:accent2>
      <a:accent3>
        <a:srgbClr val="C3D500"/>
      </a:accent3>
      <a:accent4>
        <a:srgbClr val="009BBD"/>
      </a:accent4>
      <a:accent5>
        <a:srgbClr val="DA291B"/>
      </a:accent5>
      <a:accent6>
        <a:srgbClr val="7D54C7"/>
      </a:accent6>
      <a:hlink>
        <a:srgbClr val="F76904"/>
      </a:hlink>
      <a:folHlink>
        <a:srgbClr val="717479"/>
      </a:folHlink>
    </a:clrScheme>
    <a:fontScheme name="Arial">
      <a:majorFont>
        <a:latin typeface="Arial" panose="020B0604020202020204" pitchFamily="0" charset="1"/>
        <a:ea typeface=""/>
        <a:cs typeface=""/>
      </a:majorFont>
      <a:minorFont>
        <a:latin typeface="Arial" panose="020B06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RIT colors">
      <a:dk1>
        <a:srgbClr val="000000"/>
      </a:dk1>
      <a:lt1>
        <a:srgbClr val="FFFFFF"/>
      </a:lt1>
      <a:dk2>
        <a:srgbClr val="0E2841"/>
      </a:dk2>
      <a:lt2>
        <a:srgbClr val="E8E8E8"/>
      </a:lt2>
      <a:accent1>
        <a:srgbClr val="F76904"/>
      </a:accent1>
      <a:accent2>
        <a:srgbClr val="F6BE00"/>
      </a:accent2>
      <a:accent3>
        <a:srgbClr val="C3D500"/>
      </a:accent3>
      <a:accent4>
        <a:srgbClr val="009BBD"/>
      </a:accent4>
      <a:accent5>
        <a:srgbClr val="DA291B"/>
      </a:accent5>
      <a:accent6>
        <a:srgbClr val="7D54C7"/>
      </a:accent6>
      <a:hlink>
        <a:srgbClr val="F76904"/>
      </a:hlink>
      <a:folHlink>
        <a:srgbClr val="717479"/>
      </a:folHlink>
    </a:clrScheme>
    <a:fontScheme name="Arial">
      <a:majorFont>
        <a:latin typeface="Arial" panose="020B0604020202020204" pitchFamily="0" charset="1"/>
        <a:ea typeface=""/>
        <a:cs typeface=""/>
      </a:majorFont>
      <a:minorFont>
        <a:latin typeface="Arial" panose="020B06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19</TotalTime>
  <Application>LibreOffice/26.2.5.2$Linux_X86_64 LibreOffice_project/6d2b0d33fb0f5da53a12f98bed3e9973e56ff1f0</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2025-11-12T16:51:16Z</dcterms:created>
  <dc:creator>Jeff Arbegast</dc:creator>
  <dc:description/>
  <dc:language>en-US</dc:language>
  <cp:lastModifiedBy/>
  <dcterms:modified xsi:type="dcterms:W3CDTF">2026-09-07T13:48:37Z</dcterms:modified>
  <cp:revision>6</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31</vt:i4>
  </property>
</Properties>
</file>