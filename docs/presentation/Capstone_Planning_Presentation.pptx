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3.xml" ContentType="application/vnd.openxmlformats-officedocument.presentationml.slideMaster+xml"/>
  <Override PartName="/ppt/theme/theme1.xml" ContentType="application/vnd.openxmlformats-officedocument.theme+xml"/>
  <Override PartName="/ppt/theme/theme2.xml" ContentType="application/vnd.openxmlformats-officedocument.theme+xml"/>
  <Override PartName="/ppt/theme/theme32.xml" ContentType="application/vnd.openxmlformats-officedocument.theme+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8.xml" ContentType="application/vnd.openxmlformats-officedocument.presentationml.slideLayout+xml"/>
  <Override PartName="/ppt/slideLayouts/slideLayout6.xml" ContentType="application/vnd.openxmlformats-officedocument.presentationml.slideLayout+xml"/>
  <Override PartName="/ppt/slideLayouts/slideLayout18.xml" ContentType="application/vnd.openxmlformats-officedocument.presentationml.slideLayout+xml"/>
  <Override PartName="/ppt/slideLayouts/slideLayout12.xml" ContentType="application/vnd.openxmlformats-officedocument.presentationml.slideLayout+xml"/>
  <Override PartName="/ppt/slideLayouts/slideLayout8.xml" ContentType="application/vnd.openxmlformats-officedocument.presentationml.slideLayout+xml"/>
  <Override PartName="/ppt/slideLayouts/slideLayout25.xml" ContentType="application/vnd.openxmlformats-officedocument.presentationml.slideLayout+xml"/>
  <Override PartName="/ppt/slideLayouts/slideLayout10.xml" ContentType="application/vnd.openxmlformats-officedocument.presentationml.slideLayout+xml"/>
  <Override PartName="/ppt/slideLayouts/slideLayout13.xml" ContentType="application/vnd.openxmlformats-officedocument.presentationml.slideLayout+xml"/>
  <Override PartName="/ppt/slideLayouts/slideLayout27.xml" ContentType="application/vnd.openxmlformats-officedocument.presentationml.slideLayout+xml"/>
  <Override PartName="/ppt/slideLayouts/slideLayout7.xml" ContentType="application/vnd.openxmlformats-officedocument.presentationml.slideLayout+xml"/>
  <Override PartName="/ppt/slideLayouts/slideLayout20.xml" ContentType="application/vnd.openxmlformats-officedocument.presentationml.slideLayout+xml"/>
  <Override PartName="/ppt/slideLayouts/slideLayout5.xml" ContentType="application/vnd.openxmlformats-officedocument.presentationml.slideLayout+xml"/>
  <Override PartName="/ppt/slideLayouts/slideLayout30.xml" ContentType="application/vnd.openxmlformats-officedocument.presentationml.slideLayout+xml"/>
  <Override PartName="/ppt/slideLayouts/slideLayout4.xml" ContentType="application/vnd.openxmlformats-officedocument.presentationml.slideLayout+xml"/>
  <Override PartName="/ppt/slideLayouts/slideLayout31.xml" ContentType="application/vnd.openxmlformats-officedocument.presentationml.slideLayout+xml"/>
  <Override PartName="/ppt/slideLayouts/slideLayout2.xml" ContentType="application/vnd.openxmlformats-officedocument.presentationml.slideLayout+xml"/>
  <Override PartName="/ppt/slideLayouts/slideLayout9.xml" ContentType="application/vnd.openxmlformats-officedocument.presentationml.slideLayout+xml"/>
  <Override PartName="/ppt/slideLayouts/slideLayout15.xml" ContentType="application/vnd.openxmlformats-officedocument.presentationml.slideLayout+xml"/>
  <Override PartName="/ppt/slideLayouts/slideLayout24.xml" ContentType="application/vnd.openxmlformats-officedocument.presentationml.slideLayout+xml"/>
  <Override PartName="/ppt/slideLayouts/slideLayout1.xml" ContentType="application/vnd.openxmlformats-officedocument.presentationml.slideLayout+xml"/>
  <Override PartName="/ppt/slideLayouts/slideLayout11.xml" ContentType="application/vnd.openxmlformats-officedocument.presentationml.slideLayout+xml"/>
  <Override PartName="/ppt/slideLayouts/slideLayout23.xml" ContentType="application/vnd.openxmlformats-officedocument.presentationml.slideLayout+xml"/>
  <Override PartName="/ppt/slideLayouts/slideLayout14.xml" ContentType="application/vnd.openxmlformats-officedocument.presentationml.slideLayout+xml"/>
  <Override PartName="/ppt/slideLayouts/slideLayout3.xml" ContentType="application/vnd.openxmlformats-officedocument.presentationml.slideLayout+xml"/>
  <Override PartName="/ppt/slideLayouts/slideLayout29.xml" ContentType="application/vnd.openxmlformats-officedocument.presentationml.slideLayout+xml"/>
  <Override PartName="/ppt/slideLayouts/slideLayout26.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9.xml" ContentType="application/vnd.openxmlformats-officedocument.presentationml.slideLayout+xml"/>
  <Override PartName="/ppt/presProps.xml" ContentType="application/vnd.openxmlformats-officedocument.presentationml.presProps+xml"/>
  <Override PartName="/ppt/media/image2.svg" ContentType="image/svg"/>
  <Override PartName="/ppt/notesMasters/notesMaster1.xml" ContentType="application/vnd.openxmlformats-officedocument.presentationml.notesMaster+xml"/>
  <Override PartName="/ppt/slides/slide12.xml" ContentType="application/vnd.openxmlformats-officedocument.presentationml.slide+xml"/>
  <Override PartName="/ppt/slides/slide8.xml" ContentType="application/vnd.openxmlformats-officedocument.presentationml.slide+xml"/>
  <Override PartName="/ppt/slides/slide10.xml" ContentType="application/vnd.openxmlformats-officedocument.presentationml.slide+xml"/>
  <Override PartName="/ppt/slides/slide6.xml" ContentType="application/vnd.openxmlformats-officedocument.presentationml.slide+xml"/>
  <Override PartName="/ppt/slides/slide14.xml" ContentType="application/vnd.openxmlformats-officedocument.presentationml.slide+xml"/>
  <Override PartName="/ppt/slides/slide21.xml" ContentType="application/vnd.openxmlformats-officedocument.presentationml.slide+xml"/>
  <Override PartName="/ppt/slides/slide15.xml" ContentType="application/vnd.openxmlformats-officedocument.presentationml.slide+xml"/>
  <Override PartName="/ppt/slides/slide3.xml" ContentType="application/vnd.openxmlformats-officedocument.presentationml.slide+xml"/>
  <Override PartName="/ppt/slides/slide20.xml" ContentType="application/vnd.openxmlformats-officedocument.presentationml.slide+xml"/>
  <Override PartName="/ppt/slides/slide18.xml" ContentType="application/vnd.openxmlformats-officedocument.presentationml.slide+xml"/>
  <Override PartName="/ppt/slides/slide1.xml" ContentType="application/vnd.openxmlformats-officedocument.presentationml.slide+xml"/>
  <Override PartName="/ppt/slides/slide16.xml" ContentType="application/vnd.openxmlformats-officedocument.presentationml.slide+xml"/>
  <Override PartName="/ppt/slides/slide7.xml" ContentType="application/vnd.openxmlformats-officedocument.presentationml.slide+xml"/>
  <Override PartName="/ppt/slides/slide2.xml" ContentType="application/vnd.openxmlformats-officedocument.presentationml.slide+xml"/>
  <Override PartName="/ppt/slides/slide17.xml" ContentType="application/vnd.openxmlformats-officedocument.presentationml.slide+xml"/>
  <Override PartName="/ppt/slides/slide13.xml" ContentType="application/vnd.openxmlformats-officedocument.presentationml.slide+xml"/>
  <Override PartName="/ppt/slides/slide9.xml" ContentType="application/vnd.openxmlformats-officedocument.presentationml.slide+xml"/>
  <Override PartName="/ppt/slides/slide4.xml" ContentType="application/vnd.openxmlformats-officedocument.presentationml.slide+xml"/>
  <Override PartName="/ppt/slides/slide11.xml" ContentType="application/vnd.openxmlformats-officedocument.presentationml.slide+xml"/>
  <Override PartName="/ppt/slides/slide19.xml" ContentType="application/vnd.openxmlformats-officedocument.presentationml.slide+xml"/>
  <Override PartName="/ppt/slides/slide23.xml" ContentType="application/vnd.openxmlformats-officedocument.presentationml.slide+xml"/>
  <Override PartName="/ppt/slides/slide22.xml" ContentType="application/vnd.openxmlformats-officedocument.presentationml.slide+xml"/>
  <Override PartName="/ppt/slides/slide5.xml" ContentType="application/vnd.openxmlformats-officedocument.presentationml.slide+xml"/>
  <Override PartName="/ppt/notesSlides/notesSlide12.xml" ContentType="application/vnd.openxmlformats-officedocument.presentationml.notesSlide+xml"/>
  <Override PartName="/ppt/notesSlides/notesSlide9.xml" ContentType="application/vnd.openxmlformats-officedocument.presentationml.notesSlide+xml"/>
  <Override PartName="/ppt/notesSlides/notesSlide5.xml" ContentType="application/vnd.openxmlformats-officedocument.presentationml.notesSlide+xml"/>
  <Override PartName="/ppt/notesSlides/notesSlide4.xml" ContentType="application/vnd.openxmlformats-officedocument.presentationml.notesSlide+xml"/>
  <Override PartName="/ppt/notesSlides/notesSlide23.xml" ContentType="application/vnd.openxmlformats-officedocument.presentationml.notesSlide+xml"/>
  <Override PartName="/ppt/notesSlides/notesSlide16.xml" ContentType="application/vnd.openxmlformats-officedocument.presentationml.notesSlide+xml"/>
  <Override PartName="/ppt/notesSlides/notesSlide7.xml" ContentType="application/vnd.openxmlformats-officedocument.presentationml.notesSlide+xml"/>
  <Override PartName="/ppt/notesSlides/notesSlide21.xml" ContentType="application/vnd.openxmlformats-officedocument.presentationml.notesSlide+xml"/>
  <Override PartName="/ppt/notesSlides/notesSlide10.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18.xml" ContentType="application/vnd.openxmlformats-officedocument.presentationml.notesSlide+xml"/>
  <Override PartName="/ppt/notesSlides/notesSlide17.xml" ContentType="application/vnd.openxmlformats-officedocument.presentationml.notesSlide+xml"/>
  <Override PartName="/ppt/notesSlides/notesSlide6.xml" ContentType="application/vnd.openxmlformats-officedocument.presentationml.notesSlide+xml"/>
  <Override PartName="/ppt/notesSlides/notesSlide22.xml" ContentType="application/vnd.openxmlformats-officedocument.presentationml.notesSlide+xml"/>
  <Override PartName="/ppt/notesSlides/notesSlide15.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11.xml" ContentType="application/vnd.openxmlformats-officedocument.presentationml.notesSlide+xml"/>
  <Override PartName="/ppt/notesSlides/notesSlide8.xml" ContentType="application/vnd.openxmlformats-officedocument.presentationml.notesSlide+xml"/>
  <Override PartName="/ppt/notesSlides/notesSlide3.xml" ContentType="application/vnd.openxmlformats-officedocument.presentationml.notesSlide+xml"/>
  <Override PartName="/ppt/notesSlides/notesSlide13.xml" ContentType="application/vnd.openxmlformats-officedocument.presentationml.notesSlide+xml"/>
  <Override PartName="/ppt/notesSlides/notesSlide1.xml" ContentType="application/vnd.openxmlformats-officedocument.presentationml.notesSlide+xml"/>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custom-properties" Target="docProps/custom.xml"/><Relationship Id="rId4" Type="http://schemas.openxmlformats.org/officeDocument/2006/relationships/officeDocument" Target="ppt/presentation.xml"/>
</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sldMasterIdLst>
    <p:sldMasterId id="2147483648" r:id="rId2"/>
    <p:sldMasterId id="2147483651"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 id="270" r:id="rId19"/>
    <p:sldId id="271" r:id="rId20"/>
    <p:sldId id="272" r:id="rId21"/>
    <p:sldId id="273" r:id="rId22"/>
    <p:sldId id="274" r:id="rId23"/>
    <p:sldId id="275" r:id="rId24"/>
    <p:sldId id="276" r:id="rId25"/>
    <p:sldId id="277" r:id="rId26"/>
    <p:sldId id="278" r:id="rId27"/>
  </p:sldIdLst>
  <p:sldSz cx="12192000" cy="6858000"/>
  <p:notesSz cx="6858000" cy="9144000"/>
</p:presentation>
</file>

<file path=ppt/presProps.xml><?xml version="1.0" encoding="utf-8"?>
<p:presentationPr xmlns:a="http://schemas.openxmlformats.org/drawingml/2006/main" xmlns:p="http://schemas.openxmlformats.org/presentationml/2006/main" xmlns:r="http://schemas.openxmlformats.org/officeDocument/2006/relationships">
  <p:showPr showNarration="1"/>
</p:presentationPr>
</file>

<file path=ppt/_rels/presentation.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slideMaster" Target="slideMasters/slideMaster3.xml"/><Relationship Id="rId4" Type="http://schemas.openxmlformats.org/officeDocument/2006/relationships/notesMaster" Target="notesMasters/notesMaster1.xml"/><Relationship Id="rId5" Type="http://schemas.openxmlformats.org/officeDocument/2006/relationships/slide" Target="slides/slide1.xml"/><Relationship Id="rId6" Type="http://schemas.openxmlformats.org/officeDocument/2006/relationships/slide" Target="slides/slide2.xml"/><Relationship Id="rId7" Type="http://schemas.openxmlformats.org/officeDocument/2006/relationships/slide" Target="slides/slide3.xml"/><Relationship Id="rId8" Type="http://schemas.openxmlformats.org/officeDocument/2006/relationships/slide" Target="slides/slide4.xml"/><Relationship Id="rId9" Type="http://schemas.openxmlformats.org/officeDocument/2006/relationships/slide" Target="slides/slide5.xml"/><Relationship Id="rId10" Type="http://schemas.openxmlformats.org/officeDocument/2006/relationships/slide" Target="slides/slide6.xml"/><Relationship Id="rId11" Type="http://schemas.openxmlformats.org/officeDocument/2006/relationships/slide" Target="slides/slide7.xml"/><Relationship Id="rId12" Type="http://schemas.openxmlformats.org/officeDocument/2006/relationships/slide" Target="slides/slide8.xml"/><Relationship Id="rId13" Type="http://schemas.openxmlformats.org/officeDocument/2006/relationships/slide" Target="slides/slide9.xml"/><Relationship Id="rId14" Type="http://schemas.openxmlformats.org/officeDocument/2006/relationships/slide" Target="slides/slide10.xml"/><Relationship Id="rId15" Type="http://schemas.openxmlformats.org/officeDocument/2006/relationships/slide" Target="slides/slide11.xml"/><Relationship Id="rId16" Type="http://schemas.openxmlformats.org/officeDocument/2006/relationships/slide" Target="slides/slide12.xml"/><Relationship Id="rId17" Type="http://schemas.openxmlformats.org/officeDocument/2006/relationships/slide" Target="slides/slide13.xml"/><Relationship Id="rId18" Type="http://schemas.openxmlformats.org/officeDocument/2006/relationships/slide" Target="slides/slide14.xml"/><Relationship Id="rId19" Type="http://schemas.openxmlformats.org/officeDocument/2006/relationships/slide" Target="slides/slide15.xml"/><Relationship Id="rId20" Type="http://schemas.openxmlformats.org/officeDocument/2006/relationships/slide" Target="slides/slide16.xml"/><Relationship Id="rId21" Type="http://schemas.openxmlformats.org/officeDocument/2006/relationships/slide" Target="slides/slide17.xml"/><Relationship Id="rId22" Type="http://schemas.openxmlformats.org/officeDocument/2006/relationships/slide" Target="slides/slide18.xml"/><Relationship Id="rId23" Type="http://schemas.openxmlformats.org/officeDocument/2006/relationships/slide" Target="slides/slide19.xml"/><Relationship Id="rId24" Type="http://schemas.openxmlformats.org/officeDocument/2006/relationships/slide" Target="slides/slide20.xml"/><Relationship Id="rId25" Type="http://schemas.openxmlformats.org/officeDocument/2006/relationships/slide" Target="slides/slide21.xml"/><Relationship Id="rId26" Type="http://schemas.openxmlformats.org/officeDocument/2006/relationships/slide" Target="slides/slide22.xml"/><Relationship Id="rId27" Type="http://schemas.openxmlformats.org/officeDocument/2006/relationships/slide" Target="slides/slide23.xml"/><Relationship Id="rId28" Type="http://schemas.openxmlformats.org/officeDocument/2006/relationships/presProps" Target="presProps.xml"/>
</Relationships>
</file>

<file path=ppt/notesMasters/_rels/notesMaster1.xml.rels><?xml version="1.0" encoding="UTF-8"?>
<Relationships xmlns="http://schemas.openxmlformats.org/package/2006/relationships"><Relationship Id="rId1" Type="http://schemas.openxmlformats.org/officeDocument/2006/relationships/theme" Target="../theme/theme32.xml"/>
</Relationships>
</file>

<file path=ppt/notesMasters/notesMaster1.xml><?xml version="1.0" encoding="utf-8"?>
<p:notes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84" name="PlaceHolder 1"/>
          <p:cNvSpPr>
            <a:spLocks noGrp="1"/>
          </p:cNvSpPr>
          <p:nvPr>
            <p:ph type="sldImg"/>
          </p:nvPr>
        </p:nvSpPr>
        <p:spPr>
          <a:xfrm>
            <a:off x="216000" y="812520"/>
            <a:ext cx="7127280" cy="4008960"/>
          </a:xfrm>
          <a:prstGeom prst="rect">
            <a:avLst/>
          </a:prstGeom>
          <a:noFill/>
          <a:ln w="0">
            <a:noFill/>
          </a:ln>
        </p:spPr>
        <p:txBody>
          <a:bodyPr lIns="0" tIns="0" rIns="0" bIns="0" anchor="ctr">
            <a:noAutofit/>
          </a:bodyPr>
          <a:p>
            <a:pPr algn="r" defTabSz="914400">
              <a:lnSpc>
                <a:spcPct val="90000"/>
              </a:lnSpc>
              <a:tabLst>
                <a:tab pos="0" algn="l"/>
              </a:tabLst>
            </a:pPr>
            <a:r>
              <a:rPr lang="en-US" sz="6000" b="1" u="none" strike="noStrike">
                <a:solidFill>
                  <a:schemeClr val="lt1"/>
                </a:solidFill>
                <a:effectLst/>
                <a:uFillTx/>
                <a:latin typeface="Arial"/>
              </a:rPr>
              <a:t>Click to move the slide</a:t>
            </a:r>
            <a:endParaRPr lang="en-US" sz="6000" b="1" u="none" strike="noStrike">
              <a:solidFill>
                <a:schemeClr val="lt1"/>
              </a:solidFill>
              <a:effectLst/>
              <a:uFillTx/>
              <a:latin typeface="Arial"/>
            </a:endParaRPr>
          </a:p>
        </p:txBody>
      </p:sp>
      <p:sp>
        <p:nvSpPr>
          <p:cNvPr id="585" name="PlaceHolder 2"/>
          <p:cNvSpPr>
            <a:spLocks noGrp="1"/>
          </p:cNvSpPr>
          <p:nvPr>
            <p:ph type="body"/>
          </p:nvPr>
        </p:nvSpPr>
        <p:spPr>
          <a:xfrm>
            <a:off x="756000" y="5078520"/>
            <a:ext cx="6047640" cy="4811040"/>
          </a:xfrm>
          <a:prstGeom prst="rect">
            <a:avLst/>
          </a:prstGeom>
          <a:noFill/>
          <a:ln w="0">
            <a:noFill/>
          </a:ln>
        </p:spPr>
        <p:txBody>
          <a:bodyPr lIns="0" tIns="0" rIns="0" bIns="0" anchor="t">
            <a:noAutofit/>
          </a:bodyPr>
          <a:p>
            <a:pPr indent="0" algn="l">
              <a:buNone/>
            </a:pPr>
            <a:r>
              <a:rPr lang="en-US" sz="2000" b="0" u="none" strike="noStrike">
                <a:solidFill>
                  <a:srgbClr val="000000"/>
                </a:solidFill>
                <a:effectLst/>
                <a:uFillTx/>
                <a:latin typeface="Arial"/>
              </a:rPr>
              <a:t>Click to edit the notes format</a:t>
            </a:r>
            <a:endParaRPr lang="en-US" sz="2000" b="0" u="none" strike="noStrike">
              <a:solidFill>
                <a:srgbClr val="000000"/>
              </a:solidFill>
              <a:effectLst/>
              <a:uFillTx/>
              <a:latin typeface="Arial"/>
            </a:endParaRPr>
          </a:p>
        </p:txBody>
      </p:sp>
      <p:sp>
        <p:nvSpPr>
          <p:cNvPr id="586" name="PlaceHolder 3"/>
          <p:cNvSpPr>
            <a:spLocks noGrp="1"/>
          </p:cNvSpPr>
          <p:nvPr>
            <p:ph type="hdr"/>
          </p:nvPr>
        </p:nvSpPr>
        <p:spPr>
          <a:xfrm>
            <a:off x="0" y="0"/>
            <a:ext cx="3280680" cy="534240"/>
          </a:xfrm>
          <a:prstGeom prst="rect">
            <a:avLst/>
          </a:prstGeom>
          <a:noFill/>
          <a:ln w="0">
            <a:noFill/>
          </a:ln>
        </p:spPr>
        <p:txBody>
          <a:bodyPr lIns="0" tIns="0" rIns="0" bIns="0" anchor="t">
            <a:noAutofit/>
          </a:bodyPr>
          <a:p>
            <a:pPr indent="0" algn="l">
              <a:buNone/>
            </a:pPr>
            <a:r>
              <a:rPr lang="en-US" sz="1400" b="0" u="none" strike="noStrike">
                <a:solidFill>
                  <a:srgbClr val="000000"/>
                </a:solidFill>
                <a:effectLst/>
                <a:uFillTx/>
                <a:latin typeface="Times New Roman"/>
              </a:rPr>
              <a:t>&lt;header&gt;</a:t>
            </a:r>
            <a:endParaRPr lang="en-US" sz="1400" b="0" u="none" strike="noStrike">
              <a:solidFill>
                <a:srgbClr val="000000"/>
              </a:solidFill>
              <a:effectLst/>
              <a:uFillTx/>
              <a:latin typeface="Times New Roman"/>
            </a:endParaRPr>
          </a:p>
        </p:txBody>
      </p:sp>
      <p:sp>
        <p:nvSpPr>
          <p:cNvPr id="587" name="PlaceHolder 4"/>
          <p:cNvSpPr>
            <a:spLocks noGrp="1"/>
          </p:cNvSpPr>
          <p:nvPr>
            <p:ph type="dt" idx="1"/>
          </p:nvPr>
        </p:nvSpPr>
        <p:spPr>
          <a:xfrm>
            <a:off x="4278960" y="0"/>
            <a:ext cx="3280680" cy="534240"/>
          </a:xfrm>
          <a:prstGeom prst="rect">
            <a:avLst/>
          </a:prstGeom>
          <a:noFill/>
          <a:ln w="0">
            <a:noFill/>
          </a:ln>
        </p:spPr>
        <p:txBody>
          <a:bodyPr lIns="0" tIns="0" rIns="0" bIns="0" anchor="t">
            <a:noAutofit/>
          </a:bodyPr>
          <a:lstStyle>
            <a:lvl1pPr indent="0" algn="r">
              <a:buNone/>
              <a:defRPr lang="en-US" sz="1400" b="0" u="none" strike="noStrike">
                <a:solidFill>
                  <a:srgbClr val="000000"/>
                </a:solidFill>
                <a:effectLst/>
                <a:uFillTx/>
                <a:latin typeface="Times New Roman"/>
              </a:defRPr>
            </a:lvl1pPr>
          </a:lstStyle>
          <a:p>
            <a:pPr indent="0" algn="r">
              <a:buNone/>
            </a:pPr>
            <a:r>
              <a:rPr lang="en-US" sz="1400" b="0" u="none" strike="noStrike">
                <a:solidFill>
                  <a:srgbClr val="000000"/>
                </a:solidFill>
                <a:effectLst/>
                <a:uFillTx/>
                <a:latin typeface="Times New Roman"/>
              </a:rPr>
              <a:t>&lt;date/time&gt;</a:t>
            </a:r>
            <a:endParaRPr lang="en-US" sz="1400" b="0" u="none" strike="noStrike">
              <a:solidFill>
                <a:srgbClr val="000000"/>
              </a:solidFill>
              <a:effectLst/>
              <a:uFillTx/>
              <a:latin typeface="Times New Roman"/>
            </a:endParaRPr>
          </a:p>
        </p:txBody>
      </p:sp>
      <p:sp>
        <p:nvSpPr>
          <p:cNvPr id="588" name="PlaceHolder 5"/>
          <p:cNvSpPr>
            <a:spLocks noGrp="1"/>
          </p:cNvSpPr>
          <p:nvPr>
            <p:ph type="ftr" idx="2"/>
          </p:nvPr>
        </p:nvSpPr>
        <p:spPr>
          <a:xfrm>
            <a:off x="0" y="10157400"/>
            <a:ext cx="3280680" cy="534240"/>
          </a:xfrm>
          <a:prstGeom prst="rect">
            <a:avLst/>
          </a:prstGeom>
          <a:noFill/>
          <a:ln w="0">
            <a:noFill/>
          </a:ln>
        </p:spPr>
        <p:txBody>
          <a:bodyPr lIns="0" tIns="0" rIns="0" bIns="0" anchor="b">
            <a:noAutofit/>
          </a:bodyPr>
          <a:lstStyle>
            <a:lvl1pPr indent="0" algn="l">
              <a:buNone/>
              <a:defRPr lang="en-US" sz="1400" b="0" u="none" strike="noStrike">
                <a:solidFill>
                  <a:srgbClr val="000000"/>
                </a:solidFill>
                <a:effectLst/>
                <a:uFillTx/>
                <a:latin typeface="Times New Roman"/>
              </a:defRPr>
            </a:lvl1pPr>
          </a:lstStyle>
          <a:p>
            <a:pPr indent="0" algn="l">
              <a:buNone/>
            </a:pPr>
            <a:r>
              <a:rPr lang="en-US" sz="1400" b="0" u="none" strike="noStrike">
                <a:solidFill>
                  <a:srgbClr val="000000"/>
                </a:solidFill>
                <a:effectLst/>
                <a:uFillTx/>
                <a:latin typeface="Times New Roman"/>
              </a:rPr>
              <a:t>&lt;footer&gt;</a:t>
            </a:r>
            <a:endParaRPr lang="en-US" sz="1400" b="0" u="none" strike="noStrike">
              <a:solidFill>
                <a:srgbClr val="000000"/>
              </a:solidFill>
              <a:effectLst/>
              <a:uFillTx/>
              <a:latin typeface="Times New Roman"/>
            </a:endParaRPr>
          </a:p>
        </p:txBody>
      </p:sp>
      <p:sp>
        <p:nvSpPr>
          <p:cNvPr id="589" name="PlaceHolder 6"/>
          <p:cNvSpPr>
            <a:spLocks noGrp="1"/>
          </p:cNvSpPr>
          <p:nvPr>
            <p:ph type="sldNum" idx="3"/>
          </p:nvPr>
        </p:nvSpPr>
        <p:spPr>
          <a:xfrm>
            <a:off x="4278960" y="10157400"/>
            <a:ext cx="3280680" cy="534240"/>
          </a:xfrm>
          <a:prstGeom prst="rect">
            <a:avLst/>
          </a:prstGeom>
          <a:noFill/>
          <a:ln w="0">
            <a:noFill/>
          </a:ln>
        </p:spPr>
        <p:txBody>
          <a:bodyPr lIns="0" tIns="0" rIns="0" bIns="0" anchor="b">
            <a:noAutofit/>
          </a:bodyPr>
          <a:lstStyle>
            <a:lvl1pPr indent="0" algn="r">
              <a:buNone/>
              <a:defRPr lang="en-US" sz="1400" b="0" u="none" strike="noStrike">
                <a:solidFill>
                  <a:srgbClr val="000000"/>
                </a:solidFill>
                <a:effectLst/>
                <a:uFillTx/>
                <a:latin typeface="Times New Roman"/>
              </a:defRPr>
            </a:lvl1pPr>
          </a:lstStyle>
          <a:p>
            <a:pPr indent="0" algn="r">
              <a:buNone/>
            </a:pPr>
            <a:fld id="{0E8F76BE-ACC2-4584-952B-CBB21502270A}" type="slidenum">
              <a:rPr lang="en-US" sz="1400" b="0" u="none" strike="noStrike">
                <a:solidFill>
                  <a:srgbClr val="000000"/>
                </a:solidFill>
                <a:effectLst/>
                <a:uFillTx/>
                <a:latin typeface="Times New Roman"/>
              </a:rPr>
              <a:t>&lt;number&gt;</a:t>
            </a:fld>
            <a:endParaRPr lang="en-US" sz="1400" b="0" u="none" strike="noStrike">
              <a:solidFill>
                <a:srgbClr val="000000"/>
              </a:solidFill>
              <a:effectLst/>
              <a:uFillTx/>
              <a:latin typeface="Times New Roman"/>
            </a:endParaRPr>
          </a:p>
        </p:txBody>
      </p:sp>
    </p:spTree>
  </p:cSld>
  <p:clrMap bg1="lt1" bg2="lt2" tx1="dk1" tx2="dk2" accent1="accent1" accent2="accent2" accent3="accent3" accent4="accent4" accent5="accent5" accent6="accent6" hlink="hlink" folHlink="folHlink"/>
</p:notesMaster>
</file>

<file path=ppt/notesSlides/_rels/notesSlide1.xml.rels><?xml version="1.0" encoding="UTF-8"?>
<Relationships xmlns="http://schemas.openxmlformats.org/package/2006/relationships"><Relationship Id="rId1" Type="http://schemas.openxmlformats.org/officeDocument/2006/relationships/slide" Target="../slides/slide1.xml"/><Relationship Id="rId2" Type="http://schemas.openxmlformats.org/officeDocument/2006/relationships/notesMaster" Target="../notesMasters/notesMaster1.xml"/>
</Relationships>
</file>

<file path=ppt/notesSlides/_rels/notesSlide2.xml.rels><?xml version="1.0" encoding="UTF-8"?>
<Relationships xmlns="http://schemas.openxmlformats.org/package/2006/relationships"><Relationship Id="rId1" Type="http://schemas.openxmlformats.org/officeDocument/2006/relationships/slide" Target="../slides/slide2.xml"/><Relationship Id="rId2" Type="http://schemas.openxmlformats.org/officeDocument/2006/relationships/notesMaster" Target="../notesMasters/notesMaster1.xml"/>
</Relationships>
</file>

<file path=ppt/notesSlides/_rels/notesSlide3.xml.rels><?xml version="1.0" encoding="UTF-8"?>
<Relationships xmlns="http://schemas.openxmlformats.org/package/2006/relationships"><Relationship Id="rId1" Type="http://schemas.openxmlformats.org/officeDocument/2006/relationships/slide" Target="../slides/slide3.xml"/><Relationship Id="rId2" Type="http://schemas.openxmlformats.org/officeDocument/2006/relationships/notesMaster" Target="../notesMasters/notesMaster1.xml"/>
</Relationships>
</file>

<file path=ppt/notesSlides/_rels/notesSlide4.xml.rels><?xml version="1.0" encoding="UTF-8"?>
<Relationships xmlns="http://schemas.openxmlformats.org/package/2006/relationships"><Relationship Id="rId1" Type="http://schemas.openxmlformats.org/officeDocument/2006/relationships/slide" Target="../slides/slide4.xml"/><Relationship Id="rId2" Type="http://schemas.openxmlformats.org/officeDocument/2006/relationships/notesMaster" Target="../notesMasters/notesMaster1.xml"/>
</Relationships>
</file>

<file path=ppt/notesSlides/_rels/notesSlide5.xml.rels><?xml version="1.0" encoding="UTF-8"?>
<Relationships xmlns="http://schemas.openxmlformats.org/package/2006/relationships"><Relationship Id="rId1" Type="http://schemas.openxmlformats.org/officeDocument/2006/relationships/slide" Target="../slides/slide5.xml"/><Relationship Id="rId2" Type="http://schemas.openxmlformats.org/officeDocument/2006/relationships/notesMaster" Target="../notesMasters/notesMaster1.xml"/>
</Relationships>
</file>

<file path=ppt/notesSlides/_rels/notesSlide6.xml.rels><?xml version="1.0" encoding="UTF-8"?>
<Relationships xmlns="http://schemas.openxmlformats.org/package/2006/relationships"><Relationship Id="rId1" Type="http://schemas.openxmlformats.org/officeDocument/2006/relationships/slide" Target="../slides/slide6.xml"/><Relationship Id="rId2" Type="http://schemas.openxmlformats.org/officeDocument/2006/relationships/notesMaster" Target="../notesMasters/notesMaster1.xml"/>
</Relationships>
</file>

<file path=ppt/notesSlides/_rels/notesSlide7.xml.rels><?xml version="1.0" encoding="UTF-8"?>
<Relationships xmlns="http://schemas.openxmlformats.org/package/2006/relationships"><Relationship Id="rId1" Type="http://schemas.openxmlformats.org/officeDocument/2006/relationships/slide" Target="../slides/slide7.xml"/><Relationship Id="rId2" Type="http://schemas.openxmlformats.org/officeDocument/2006/relationships/notesMaster" Target="../notesMasters/notesMaster1.xml"/>
</Relationships>
</file>

<file path=ppt/notesSlides/_rels/notesSlide8.xml.rels><?xml version="1.0" encoding="UTF-8"?>
<Relationships xmlns="http://schemas.openxmlformats.org/package/2006/relationships"><Relationship Id="rId1" Type="http://schemas.openxmlformats.org/officeDocument/2006/relationships/slide" Target="../slides/slide8.xml"/><Relationship Id="rId2" Type="http://schemas.openxmlformats.org/officeDocument/2006/relationships/notesMaster" Target="../notesMasters/notesMaster1.xml"/>
</Relationships>
</file>

<file path=ppt/notesSlides/_rels/notesSlide9.xml.rels><?xml version="1.0" encoding="UTF-8"?>
<Relationships xmlns="http://schemas.openxmlformats.org/package/2006/relationships"><Relationship Id="rId1" Type="http://schemas.openxmlformats.org/officeDocument/2006/relationships/slide" Target="../slides/slide9.xml"/><Relationship Id="rId2" Type="http://schemas.openxmlformats.org/officeDocument/2006/relationships/notesMaster" Target="../notesMasters/notesMaster1.xml"/>
</Relationships>
</file>

<file path=ppt/notesSlides/_rels/notesSlide10.xml.rels><?xml version="1.0" encoding="UTF-8"?>
<Relationships xmlns="http://schemas.openxmlformats.org/package/2006/relationships"><Relationship Id="rId1" Type="http://schemas.openxmlformats.org/officeDocument/2006/relationships/slide" Target="../slides/slide10.xml"/><Relationship Id="rId2" Type="http://schemas.openxmlformats.org/officeDocument/2006/relationships/notesMaster" Target="../notesMasters/notesMaster1.xml"/>
</Relationships>
</file>

<file path=ppt/notesSlides/_rels/notesSlide11.xml.rels><?xml version="1.0" encoding="UTF-8"?>
<Relationships xmlns="http://schemas.openxmlformats.org/package/2006/relationships"><Relationship Id="rId1" Type="http://schemas.openxmlformats.org/officeDocument/2006/relationships/slide" Target="../slides/slide11.xml"/><Relationship Id="rId2" Type="http://schemas.openxmlformats.org/officeDocument/2006/relationships/notesMaster" Target="../notesMasters/notesMaster1.xml"/>
</Relationships>
</file>

<file path=ppt/notesSlides/_rels/notesSlide12.xml.rels><?xml version="1.0" encoding="UTF-8"?>
<Relationships xmlns="http://schemas.openxmlformats.org/package/2006/relationships"><Relationship Id="rId1" Type="http://schemas.openxmlformats.org/officeDocument/2006/relationships/slide" Target="../slides/slide12.xml"/><Relationship Id="rId2" Type="http://schemas.openxmlformats.org/officeDocument/2006/relationships/notesMaster" Target="../notesMasters/notesMaster1.xml"/>
</Relationships>
</file>

<file path=ppt/notesSlides/_rels/notesSlide13.xml.rels><?xml version="1.0" encoding="UTF-8"?>
<Relationships xmlns="http://schemas.openxmlformats.org/package/2006/relationships"><Relationship Id="rId1" Type="http://schemas.openxmlformats.org/officeDocument/2006/relationships/slide" Target="../slides/slide13.xml"/><Relationship Id="rId2" Type="http://schemas.openxmlformats.org/officeDocument/2006/relationships/notesMaster" Target="../notesMasters/notesMaster1.xml"/>
</Relationships>
</file>

<file path=ppt/notesSlides/_rels/notesSlide14.xml.rels><?xml version="1.0" encoding="UTF-8"?>
<Relationships xmlns="http://schemas.openxmlformats.org/package/2006/relationships"><Relationship Id="rId1" Type="http://schemas.openxmlformats.org/officeDocument/2006/relationships/slide" Target="../slides/slide14.xml"/><Relationship Id="rId2" Type="http://schemas.openxmlformats.org/officeDocument/2006/relationships/notesMaster" Target="../notesMasters/notesMaster1.xml"/>
</Relationships>
</file>

<file path=ppt/notesSlides/_rels/notesSlide15.xml.rels><?xml version="1.0" encoding="UTF-8"?>
<Relationships xmlns="http://schemas.openxmlformats.org/package/2006/relationships"><Relationship Id="rId1" Type="http://schemas.openxmlformats.org/officeDocument/2006/relationships/slide" Target="../slides/slide15.xml"/><Relationship Id="rId2" Type="http://schemas.openxmlformats.org/officeDocument/2006/relationships/notesMaster" Target="../notesMasters/notesMaster1.xml"/>
</Relationships>
</file>

<file path=ppt/notesSlides/_rels/notesSlide16.xml.rels><?xml version="1.0" encoding="UTF-8"?>
<Relationships xmlns="http://schemas.openxmlformats.org/package/2006/relationships"><Relationship Id="rId1" Type="http://schemas.openxmlformats.org/officeDocument/2006/relationships/slide" Target="../slides/slide16.xml"/><Relationship Id="rId2" Type="http://schemas.openxmlformats.org/officeDocument/2006/relationships/notesMaster" Target="../notesMasters/notesMaster1.xml"/>
</Relationships>
</file>

<file path=ppt/notesSlides/_rels/notesSlide17.xml.rels><?xml version="1.0" encoding="UTF-8"?>
<Relationships xmlns="http://schemas.openxmlformats.org/package/2006/relationships"><Relationship Id="rId1" Type="http://schemas.openxmlformats.org/officeDocument/2006/relationships/slide" Target="../slides/slide17.xml"/><Relationship Id="rId2" Type="http://schemas.openxmlformats.org/officeDocument/2006/relationships/notesMaster" Target="../notesMasters/notesMaster1.xml"/>
</Relationships>
</file>

<file path=ppt/notesSlides/_rels/notesSlide18.xml.rels><?xml version="1.0" encoding="UTF-8"?>
<Relationships xmlns="http://schemas.openxmlformats.org/package/2006/relationships"><Relationship Id="rId1" Type="http://schemas.openxmlformats.org/officeDocument/2006/relationships/slide" Target="../slides/slide18.xml"/><Relationship Id="rId2" Type="http://schemas.openxmlformats.org/officeDocument/2006/relationships/notesMaster" Target="../notesMasters/notesMaster1.xml"/>
</Relationships>
</file>

<file path=ppt/notesSlides/_rels/notesSlide19.xml.rels><?xml version="1.0" encoding="UTF-8"?>
<Relationships xmlns="http://schemas.openxmlformats.org/package/2006/relationships"><Relationship Id="rId1" Type="http://schemas.openxmlformats.org/officeDocument/2006/relationships/slide" Target="../slides/slide19.xml"/><Relationship Id="rId2" Type="http://schemas.openxmlformats.org/officeDocument/2006/relationships/notesMaster" Target="../notesMasters/notesMaster1.xml"/>
</Relationships>
</file>

<file path=ppt/notesSlides/_rels/notesSlide20.xml.rels><?xml version="1.0" encoding="UTF-8"?>
<Relationships xmlns="http://schemas.openxmlformats.org/package/2006/relationships"><Relationship Id="rId1" Type="http://schemas.openxmlformats.org/officeDocument/2006/relationships/slide" Target="../slides/slide20.xml"/><Relationship Id="rId2" Type="http://schemas.openxmlformats.org/officeDocument/2006/relationships/notesMaster" Target="../notesMasters/notesMaster1.xml"/>
</Relationships>
</file>

<file path=ppt/notesSlides/_rels/notesSlide21.xml.rels><?xml version="1.0" encoding="UTF-8"?>
<Relationships xmlns="http://schemas.openxmlformats.org/package/2006/relationships"><Relationship Id="rId1" Type="http://schemas.openxmlformats.org/officeDocument/2006/relationships/slide" Target="../slides/slide21.xml"/><Relationship Id="rId2" Type="http://schemas.openxmlformats.org/officeDocument/2006/relationships/notesMaster" Target="../notesMasters/notesMaster1.xml"/>
</Relationships>
</file>

<file path=ppt/notesSlides/_rels/notesSlide22.xml.rels><?xml version="1.0" encoding="UTF-8"?>
<Relationships xmlns="http://schemas.openxmlformats.org/package/2006/relationships"><Relationship Id="rId1" Type="http://schemas.openxmlformats.org/officeDocument/2006/relationships/slide" Target="../slides/slide22.xml"/><Relationship Id="rId2" Type="http://schemas.openxmlformats.org/officeDocument/2006/relationships/notesMaster" Target="../notesMasters/notesMaster1.xml"/>
</Relationships>
</file>

<file path=ppt/notesSlides/_rels/notesSlide23.xml.rels><?xml version="1.0" encoding="UTF-8"?>
<Relationships xmlns="http://schemas.openxmlformats.org/package/2006/relationships"><Relationship Id="rId1" Type="http://schemas.openxmlformats.org/officeDocument/2006/relationships/slide" Target="../slides/slide23.xml"/><Relationship Id="rId2" Type="http://schemas.openxmlformats.org/officeDocument/2006/relationships/notesMaster" Target="../notesMasters/notesMaster1.xml"/>
</Relationships>
</file>

<file path=ppt/notesSlides/notesSlide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99" name="PlaceHolder 1"/>
          <p:cNvSpPr>
            <a:spLocks noGrp="1"/>
          </p:cNvSpPr>
          <p:nvPr>
            <p:ph type="sldImg"/>
          </p:nvPr>
        </p:nvSpPr>
        <p:spPr>
          <a:xfrm>
            <a:off x="685800" y="1143000"/>
            <a:ext cx="5484960" cy="3084840"/>
          </a:xfrm>
          <a:prstGeom prst="rect">
            <a:avLst/>
          </a:prstGeom>
          <a:ln w="0">
            <a:noFill/>
          </a:ln>
        </p:spPr>
      </p:sp>
      <p:sp>
        <p:nvSpPr>
          <p:cNvPr id="800" name="PlaceHolder 2"/>
          <p:cNvSpPr>
            <a:spLocks noGrp="1"/>
          </p:cNvSpPr>
          <p:nvPr>
            <p:ph type="body"/>
          </p:nvPr>
        </p:nvSpPr>
        <p:spPr>
          <a:xfrm>
            <a:off x="685800" y="4400640"/>
            <a:ext cx="5484960" cy="3598920"/>
          </a:xfrm>
          <a:prstGeom prst="rect">
            <a:avLst/>
          </a:prstGeom>
          <a:noFill/>
          <a:ln w="0">
            <a:noFill/>
          </a:ln>
        </p:spPr>
        <p:txBody>
          <a:bodyPr lIns="91440" tIns="45720" rIns="91440" bIns="45720" anchor="t">
            <a:noAutofit/>
          </a:bodyPr>
          <a:p>
            <a:pPr indent="0" algn="l">
              <a:lnSpc>
                <a:spcPct val="100000"/>
              </a:lnSpc>
              <a:buNone/>
              <a:tabLst>
                <a:tab pos="0" algn="l"/>
              </a:tabLst>
            </a:pPr>
            <a:r>
              <a:rPr lang="en-US" sz="2000" b="0" u="none" strike="noStrike">
                <a:solidFill>
                  <a:srgbClr val="000000"/>
                </a:solidFill>
                <a:effectLst/>
                <a:uFillTx/>
                <a:latin typeface="Arial"/>
              </a:rPr>
              <a:t>Solo capstone, no external sponsor. This talk covers what's changed since DSCI-601 last spring, the key methodological fixes from this summer, and the plan for this semester (reward rework, staged training, evaluation, and the thesis paper).</a:t>
            </a:r>
            <a:endParaRPr lang="en-US" sz="2000" b="0" u="none" strike="noStrike">
              <a:solidFill>
                <a:srgbClr val="000000"/>
              </a:solidFill>
              <a:effectLst/>
              <a:uFillTx/>
              <a:latin typeface="Arial"/>
            </a:endParaRPr>
          </a:p>
        </p:txBody>
      </p:sp>
      <p:sp>
        <p:nvSpPr>
          <p:cNvPr id="801" name="PlaceHolder 3"/>
          <p:cNvSpPr>
            <a:spLocks noGrp="1"/>
          </p:cNvSpPr>
          <p:nvPr>
            <p:ph type="sldNum" idx="4"/>
          </p:nvPr>
        </p:nvSpPr>
        <p:spPr>
          <a:xfrm>
            <a:off x="3884760" y="8685360"/>
            <a:ext cx="2970360" cy="457200"/>
          </a:xfrm>
          <a:prstGeom prst="rect">
            <a:avLst/>
          </a:prstGeom>
          <a:noFill/>
          <a:ln w="0">
            <a:noFill/>
          </a:ln>
        </p:spPr>
        <p:txBody>
          <a:bodyPr lIns="91440" tIns="45720" rIns="91440" bIns="45720" anchor="b">
            <a:noAutofit/>
          </a:bodyPr>
          <a:lstStyle>
            <a:lvl1pPr indent="0" algn="r">
              <a:lnSpc>
                <a:spcPct val="100000"/>
              </a:lnSpc>
              <a:buNone/>
              <a:tabLst>
                <a:tab pos="0" algn="l"/>
              </a:tabLst>
              <a:defRPr lang="en-US" sz="1200" b="0" u="none" strike="noStrike">
                <a:solidFill>
                  <a:srgbClr val="000000"/>
                </a:solidFill>
                <a:effectLst/>
                <a:uFillTx/>
                <a:latin typeface="Times New Roman"/>
              </a:defRPr>
            </a:lvl1pPr>
          </a:lstStyle>
          <a:p>
            <a:pPr indent="0" algn="r">
              <a:lnSpc>
                <a:spcPct val="100000"/>
              </a:lnSpc>
              <a:buNone/>
              <a:tabLst>
                <a:tab pos="0" algn="l"/>
              </a:tabLst>
            </a:pPr>
            <a:fld id="{DD8676FB-986A-4E15-9B3A-B5177507636F}" type="slidenum">
              <a:rPr lang="en-US" sz="1200" b="0" u="none" strike="noStrike">
                <a:solidFill>
                  <a:srgbClr val="000000"/>
                </a:solidFill>
                <a:effectLst/>
                <a:uFillTx/>
                <a:latin typeface="Times New Roman"/>
              </a:rPr>
              <a:t>&lt;number&gt;</a:t>
            </a:fld>
            <a:endParaRPr lang="en-US" sz="1200" b="0" u="none" strike="noStrike">
              <a:solidFill>
                <a:srgbClr val="000000"/>
              </a:solidFill>
              <a:effectLst/>
              <a:uFillTx/>
              <a:latin typeface="Times New Roman"/>
            </a:endParaRPr>
          </a:p>
        </p:txBody>
      </p:sp>
    </p:spTree>
  </p:cSld>
</p:notes>
</file>

<file path=ppt/notesSlides/notesSlide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02" name="PlaceHolder 1"/>
          <p:cNvSpPr>
            <a:spLocks noGrp="1"/>
          </p:cNvSpPr>
          <p:nvPr>
            <p:ph type="sldImg"/>
          </p:nvPr>
        </p:nvSpPr>
        <p:spPr>
          <a:xfrm>
            <a:off x="685800" y="1143000"/>
            <a:ext cx="5484960" cy="3084840"/>
          </a:xfrm>
          <a:prstGeom prst="rect">
            <a:avLst/>
          </a:prstGeom>
          <a:ln w="0">
            <a:noFill/>
          </a:ln>
        </p:spPr>
      </p:sp>
      <p:sp>
        <p:nvSpPr>
          <p:cNvPr id="803" name="PlaceHolder 2"/>
          <p:cNvSpPr>
            <a:spLocks noGrp="1"/>
          </p:cNvSpPr>
          <p:nvPr>
            <p:ph type="body"/>
          </p:nvPr>
        </p:nvSpPr>
        <p:spPr>
          <a:xfrm>
            <a:off x="685800" y="4400640"/>
            <a:ext cx="5484960" cy="3598920"/>
          </a:xfrm>
          <a:prstGeom prst="rect">
            <a:avLst/>
          </a:prstGeom>
          <a:noFill/>
          <a:ln w="0">
            <a:noFill/>
          </a:ln>
        </p:spPr>
        <p:txBody>
          <a:bodyPr lIns="91440" tIns="45720" rIns="91440" bIns="45720" anchor="t">
            <a:noAutofit/>
          </a:bodyPr>
          <a:p>
            <a:pPr indent="0" algn="l">
              <a:lnSpc>
                <a:spcPct val="100000"/>
              </a:lnSpc>
              <a:buNone/>
              <a:tabLst>
                <a:tab pos="0" algn="l"/>
              </a:tabLst>
            </a:pPr>
            <a:r>
              <a:rPr lang="en-US" sz="2000" b="0" u="none" strike="noStrike">
                <a:solidFill>
                  <a:srgbClr val="000000"/>
                </a:solidFill>
                <a:effectLst/>
                <a:uFillTx/>
                <a:latin typeface="Arial"/>
              </a:rPr>
              <a:t>The core differentiator from textbook FJSP work is that material handling isn't abstracted away - AGVs take real simulated time and can contend for the same routes. The 'dynamic' piece is what actually drives the research: any schedule committed at the start of an episode becomes stale the moment something disrupts it, which is why the field has moved toward DRL - training an agent to make one dispatching decision at a time, reacting to the current state of the floor, instead of solving the full schedule combinatorially up front. Two goals: (1) can a PPO agent match or beat standard DFJSP dispatching heuristics under ideal conditions, and (2) can it beat them under realistic, dynamic, transport-constrained conditions - Poisson arrivals, AGV congestion, etc.</a:t>
            </a:r>
            <a:endParaRPr lang="en-US" sz="2000" b="0" u="none" strike="noStrike">
              <a:solidFill>
                <a:srgbClr val="000000"/>
              </a:solidFill>
              <a:effectLst/>
              <a:uFillTx/>
              <a:latin typeface="Arial"/>
            </a:endParaRPr>
          </a:p>
        </p:txBody>
      </p:sp>
      <p:sp>
        <p:nvSpPr>
          <p:cNvPr id="804" name="PlaceHolder 3"/>
          <p:cNvSpPr>
            <a:spLocks noGrp="1"/>
          </p:cNvSpPr>
          <p:nvPr>
            <p:ph type="sldNum" idx="5"/>
          </p:nvPr>
        </p:nvSpPr>
        <p:spPr>
          <a:xfrm>
            <a:off x="3884760" y="8685360"/>
            <a:ext cx="2970360" cy="457200"/>
          </a:xfrm>
          <a:prstGeom prst="rect">
            <a:avLst/>
          </a:prstGeom>
          <a:noFill/>
          <a:ln w="0">
            <a:noFill/>
          </a:ln>
        </p:spPr>
        <p:txBody>
          <a:bodyPr lIns="91440" tIns="45720" rIns="91440" bIns="45720" anchor="b">
            <a:noAutofit/>
          </a:bodyPr>
          <a:lstStyle>
            <a:lvl1pPr indent="0" algn="r">
              <a:lnSpc>
                <a:spcPct val="100000"/>
              </a:lnSpc>
              <a:buNone/>
              <a:tabLst>
                <a:tab pos="0" algn="l"/>
              </a:tabLst>
              <a:defRPr lang="en-US" sz="1200" b="0" u="none" strike="noStrike">
                <a:solidFill>
                  <a:srgbClr val="000000"/>
                </a:solidFill>
                <a:effectLst/>
                <a:uFillTx/>
                <a:latin typeface="Times New Roman"/>
              </a:defRPr>
            </a:lvl1pPr>
          </a:lstStyle>
          <a:p>
            <a:pPr indent="0" algn="r">
              <a:lnSpc>
                <a:spcPct val="100000"/>
              </a:lnSpc>
              <a:buNone/>
              <a:tabLst>
                <a:tab pos="0" algn="l"/>
              </a:tabLst>
            </a:pPr>
            <a:fld id="{6C4F5433-4023-4B40-80AB-7081D0FB30EC}" type="slidenum">
              <a:rPr lang="en-US" sz="1200" b="0" u="none" strike="noStrike">
                <a:solidFill>
                  <a:srgbClr val="000000"/>
                </a:solidFill>
                <a:effectLst/>
                <a:uFillTx/>
                <a:latin typeface="Times New Roman"/>
              </a:rPr>
              <a:t>&lt;number&gt;</a:t>
            </a:fld>
            <a:endParaRPr lang="en-US" sz="1200" b="0" u="none" strike="noStrike">
              <a:solidFill>
                <a:srgbClr val="000000"/>
              </a:solidFill>
              <a:effectLst/>
              <a:uFillTx/>
              <a:latin typeface="Times New Roman"/>
            </a:endParaRPr>
          </a:p>
        </p:txBody>
      </p:sp>
    </p:spTree>
  </p:cSld>
</p:notes>
</file>

<file path=ppt/notesSlides/notesSlide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05" name="PlaceHolder 1"/>
          <p:cNvSpPr>
            <a:spLocks noGrp="1"/>
          </p:cNvSpPr>
          <p:nvPr>
            <p:ph type="sldImg"/>
          </p:nvPr>
        </p:nvSpPr>
        <p:spPr>
          <a:xfrm>
            <a:off x="685800" y="1143000"/>
            <a:ext cx="5484960" cy="3084840"/>
          </a:xfrm>
          <a:prstGeom prst="rect">
            <a:avLst/>
          </a:prstGeom>
          <a:ln w="0">
            <a:noFill/>
          </a:ln>
        </p:spPr>
      </p:sp>
      <p:sp>
        <p:nvSpPr>
          <p:cNvPr id="806" name="PlaceHolder 2"/>
          <p:cNvSpPr>
            <a:spLocks noGrp="1"/>
          </p:cNvSpPr>
          <p:nvPr>
            <p:ph type="body"/>
          </p:nvPr>
        </p:nvSpPr>
        <p:spPr>
          <a:xfrm>
            <a:off x="685800" y="4400640"/>
            <a:ext cx="5484960" cy="3598920"/>
          </a:xfrm>
          <a:prstGeom prst="rect">
            <a:avLst/>
          </a:prstGeom>
          <a:noFill/>
          <a:ln w="0">
            <a:noFill/>
          </a:ln>
        </p:spPr>
        <p:txBody>
          <a:bodyPr lIns="91440" tIns="45720" rIns="91440" bIns="45720" anchor="t">
            <a:noAutofit/>
          </a:bodyPr>
          <a:p>
            <a:pPr indent="0" algn="l">
              <a:lnSpc>
                <a:spcPct val="100000"/>
              </a:lnSpc>
              <a:buNone/>
              <a:tabLst>
                <a:tab pos="0" algn="l"/>
              </a:tabLst>
            </a:pPr>
            <a:r>
              <a:rPr lang="en-US" sz="2000" b="0" u="none" strike="noStrike">
                <a:solidFill>
                  <a:srgbClr val="000000"/>
                </a:solidFill>
                <a:effectLst/>
                <a:uFillTx/>
                <a:latin typeface="Arial"/>
              </a:rPr>
              <a:t>DES tools, by construction, abstract away exactly the things this project cares about. In Simio, an AGV is a resource with a travel time drawn from a hand-tuned distribution - whatever happens in the continuous space between events (two AGVs approaching the same intersection, an aisle blocked by a stalled vehicle) is invisible to the simulator. The result is a well-documented literature problem: schedules that look optimal in simulation and then fall apart on a real floor. Unity gives the opposite construction - machines have physical grid positions, AGVs have an actual kinematic model, and congestion is what happens when two vehicles try to use the same aisle, not a parameter anyone tuned. This is the strongest novelty claim in the whole project: to our knowledge, no existing work combines a high-fidelity 3D physics simulation with a standard RL interface for the DFJSP.</a:t>
            </a:r>
            <a:endParaRPr lang="en-US" sz="2000" b="0" u="none" strike="noStrike">
              <a:solidFill>
                <a:srgbClr val="000000"/>
              </a:solidFill>
              <a:effectLst/>
              <a:uFillTx/>
              <a:latin typeface="Arial"/>
            </a:endParaRPr>
          </a:p>
        </p:txBody>
      </p:sp>
      <p:sp>
        <p:nvSpPr>
          <p:cNvPr id="807" name="PlaceHolder 3"/>
          <p:cNvSpPr>
            <a:spLocks noGrp="1"/>
          </p:cNvSpPr>
          <p:nvPr>
            <p:ph type="sldNum" idx="6"/>
          </p:nvPr>
        </p:nvSpPr>
        <p:spPr>
          <a:xfrm>
            <a:off x="3884760" y="8685360"/>
            <a:ext cx="2970360" cy="457200"/>
          </a:xfrm>
          <a:prstGeom prst="rect">
            <a:avLst/>
          </a:prstGeom>
          <a:noFill/>
          <a:ln w="0">
            <a:noFill/>
          </a:ln>
        </p:spPr>
        <p:txBody>
          <a:bodyPr lIns="91440" tIns="45720" rIns="91440" bIns="45720" anchor="b">
            <a:noAutofit/>
          </a:bodyPr>
          <a:lstStyle>
            <a:lvl1pPr indent="0" algn="r">
              <a:lnSpc>
                <a:spcPct val="100000"/>
              </a:lnSpc>
              <a:buNone/>
              <a:tabLst>
                <a:tab pos="0" algn="l"/>
              </a:tabLst>
              <a:defRPr lang="en-US" sz="1200" b="0" u="none" strike="noStrike">
                <a:solidFill>
                  <a:srgbClr val="000000"/>
                </a:solidFill>
                <a:effectLst/>
                <a:uFillTx/>
                <a:latin typeface="Times New Roman"/>
              </a:defRPr>
            </a:lvl1pPr>
          </a:lstStyle>
          <a:p>
            <a:pPr indent="0" algn="r">
              <a:lnSpc>
                <a:spcPct val="100000"/>
              </a:lnSpc>
              <a:buNone/>
              <a:tabLst>
                <a:tab pos="0" algn="l"/>
              </a:tabLst>
            </a:pPr>
            <a:fld id="{2EEBBA7D-C8C2-407E-BB25-8F17D9B31915}" type="slidenum">
              <a:rPr lang="en-US" sz="1200" b="0" u="none" strike="noStrike">
                <a:solidFill>
                  <a:srgbClr val="000000"/>
                </a:solidFill>
                <a:effectLst/>
                <a:uFillTx/>
                <a:latin typeface="Times New Roman"/>
              </a:rPr>
              <a:t>&lt;number&gt;</a:t>
            </a:fld>
            <a:endParaRPr lang="en-US" sz="1200" b="0" u="none" strike="noStrike">
              <a:solidFill>
                <a:srgbClr val="000000"/>
              </a:solidFill>
              <a:effectLst/>
              <a:uFillTx/>
              <a:latin typeface="Times New Roman"/>
            </a:endParaRPr>
          </a:p>
        </p:txBody>
      </p:sp>
    </p:spTree>
  </p:cSld>
</p:notes>
</file>

<file path=ppt/notesSlides/notesSlide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08" name="PlaceHolder 1"/>
          <p:cNvSpPr>
            <a:spLocks noGrp="1"/>
          </p:cNvSpPr>
          <p:nvPr>
            <p:ph type="sldImg"/>
          </p:nvPr>
        </p:nvSpPr>
        <p:spPr>
          <a:xfrm>
            <a:off x="685800" y="1143000"/>
            <a:ext cx="5484960" cy="3084840"/>
          </a:xfrm>
          <a:prstGeom prst="rect">
            <a:avLst/>
          </a:prstGeom>
          <a:ln w="0">
            <a:noFill/>
          </a:ln>
        </p:spPr>
      </p:sp>
      <p:sp>
        <p:nvSpPr>
          <p:cNvPr id="809" name="PlaceHolder 2"/>
          <p:cNvSpPr>
            <a:spLocks noGrp="1"/>
          </p:cNvSpPr>
          <p:nvPr>
            <p:ph type="body"/>
          </p:nvPr>
        </p:nvSpPr>
        <p:spPr>
          <a:xfrm>
            <a:off x="685800" y="4400640"/>
            <a:ext cx="5484960" cy="3598920"/>
          </a:xfrm>
          <a:prstGeom prst="rect">
            <a:avLst/>
          </a:prstGeom>
          <a:noFill/>
          <a:ln w="0">
            <a:noFill/>
          </a:ln>
        </p:spPr>
        <p:txBody>
          <a:bodyPr lIns="91440" tIns="45720" rIns="91440" bIns="45720" anchor="t">
            <a:noAutofit/>
          </a:bodyPr>
          <a:p>
            <a:pPr indent="0" algn="l">
              <a:lnSpc>
                <a:spcPct val="100000"/>
              </a:lnSpc>
              <a:buNone/>
              <a:tabLst>
                <a:tab pos="0" algn="l"/>
              </a:tabLst>
            </a:pPr>
            <a:r>
              <a:rPr lang="en-US" sz="2000" b="0" u="none" strike="noStrike">
                <a:solidFill>
                  <a:srgbClr val="000000"/>
                </a:solidFill>
                <a:effectLst/>
                <a:uFillTx/>
                <a:latin typeface="Arial"/>
              </a:rPr>
              <a:t>These haven't been formally restated since DSCI-601 - reintroducing them here for continuity. RQ2's hypothesis was that PPO would learn to reroute around congestion by favoring spatially accessible machines while heuristics keep choosing purely on processing efficiency, costing them in travel delay. Worth saying explicitly: this summer's central finding - that transport capacity, not machine capacity, is the real bottleneck - directly supports the premise behind RQ2 and RQ3. That's the throughline into the 'what's new this semester' section.</a:t>
            </a:r>
            <a:endParaRPr lang="en-US" sz="2000" b="0" u="none" strike="noStrike">
              <a:solidFill>
                <a:srgbClr val="000000"/>
              </a:solidFill>
              <a:effectLst/>
              <a:uFillTx/>
              <a:latin typeface="Arial"/>
            </a:endParaRPr>
          </a:p>
        </p:txBody>
      </p:sp>
      <p:sp>
        <p:nvSpPr>
          <p:cNvPr id="810" name="PlaceHolder 3"/>
          <p:cNvSpPr>
            <a:spLocks noGrp="1"/>
          </p:cNvSpPr>
          <p:nvPr>
            <p:ph type="sldNum" idx="7"/>
          </p:nvPr>
        </p:nvSpPr>
        <p:spPr>
          <a:xfrm>
            <a:off x="3884760" y="8685360"/>
            <a:ext cx="2970360" cy="457200"/>
          </a:xfrm>
          <a:prstGeom prst="rect">
            <a:avLst/>
          </a:prstGeom>
          <a:noFill/>
          <a:ln w="0">
            <a:noFill/>
          </a:ln>
        </p:spPr>
        <p:txBody>
          <a:bodyPr lIns="91440" tIns="45720" rIns="91440" bIns="45720" anchor="b">
            <a:noAutofit/>
          </a:bodyPr>
          <a:lstStyle>
            <a:lvl1pPr indent="0" algn="r">
              <a:lnSpc>
                <a:spcPct val="100000"/>
              </a:lnSpc>
              <a:buNone/>
              <a:tabLst>
                <a:tab pos="0" algn="l"/>
              </a:tabLst>
              <a:defRPr lang="en-US" sz="1200" b="0" u="none" strike="noStrike">
                <a:solidFill>
                  <a:srgbClr val="000000"/>
                </a:solidFill>
                <a:effectLst/>
                <a:uFillTx/>
                <a:latin typeface="Times New Roman"/>
              </a:defRPr>
            </a:lvl1pPr>
          </a:lstStyle>
          <a:p>
            <a:pPr indent="0" algn="r">
              <a:lnSpc>
                <a:spcPct val="100000"/>
              </a:lnSpc>
              <a:buNone/>
              <a:tabLst>
                <a:tab pos="0" algn="l"/>
              </a:tabLst>
            </a:pPr>
            <a:fld id="{B9E76A48-2E28-4B6C-9BBC-2855F3CA2ACF}" type="slidenum">
              <a:rPr lang="en-US" sz="1200" b="0" u="none" strike="noStrike">
                <a:solidFill>
                  <a:srgbClr val="000000"/>
                </a:solidFill>
                <a:effectLst/>
                <a:uFillTx/>
                <a:latin typeface="Times New Roman"/>
              </a:rPr>
              <a:t>&lt;number&gt;</a:t>
            </a:fld>
            <a:endParaRPr lang="en-US" sz="1200" b="0" u="none" strike="noStrike">
              <a:solidFill>
                <a:srgbClr val="000000"/>
              </a:solidFill>
              <a:effectLst/>
              <a:uFillTx/>
              <a:latin typeface="Times New Roman"/>
            </a:endParaRPr>
          </a:p>
        </p:txBody>
      </p:sp>
    </p:spTree>
  </p:cSld>
</p:notes>
</file>

<file path=ppt/notesSlides/notesSlide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11" name="PlaceHolder 1"/>
          <p:cNvSpPr>
            <a:spLocks noGrp="1"/>
          </p:cNvSpPr>
          <p:nvPr>
            <p:ph type="sldImg"/>
          </p:nvPr>
        </p:nvSpPr>
        <p:spPr>
          <a:xfrm>
            <a:off x="685800" y="1143000"/>
            <a:ext cx="5484960" cy="3084840"/>
          </a:xfrm>
          <a:prstGeom prst="rect">
            <a:avLst/>
          </a:prstGeom>
          <a:ln w="0">
            <a:noFill/>
          </a:ln>
        </p:spPr>
      </p:sp>
      <p:sp>
        <p:nvSpPr>
          <p:cNvPr id="812" name="PlaceHolder 2"/>
          <p:cNvSpPr>
            <a:spLocks noGrp="1"/>
          </p:cNvSpPr>
          <p:nvPr>
            <p:ph type="body"/>
          </p:nvPr>
        </p:nvSpPr>
        <p:spPr>
          <a:xfrm>
            <a:off x="685800" y="4400640"/>
            <a:ext cx="5484960" cy="3598920"/>
          </a:xfrm>
          <a:prstGeom prst="rect">
            <a:avLst/>
          </a:prstGeom>
          <a:noFill/>
          <a:ln w="0">
            <a:noFill/>
          </a:ln>
        </p:spPr>
        <p:txBody>
          <a:bodyPr lIns="91440" tIns="45720" rIns="91440" bIns="45720" anchor="t">
            <a:noAutofit/>
          </a:bodyPr>
          <a:p>
            <a:pPr indent="0" algn="l">
              <a:lnSpc>
                <a:spcPct val="100000"/>
              </a:lnSpc>
              <a:buNone/>
              <a:tabLst>
                <a:tab pos="0" algn="l"/>
              </a:tabLst>
            </a:pPr>
            <a:r>
              <a:rPr lang="en-US" sz="2000" b="0" u="none" strike="noStrike">
                <a:solidFill>
                  <a:srgbClr val="000000"/>
                </a:solidFill>
                <a:effectLst/>
                <a:uFillTx/>
                <a:latin typeface="Arial"/>
              </a:rPr>
              <a:t>First realism pass after DSCI-601 - made the shop model failures instead of assuming 100% machine availability, and made sure AGVs handle a machine going down mid-route.</a:t>
            </a:r>
            <a:endParaRPr lang="en-US" sz="2000" b="0" u="none" strike="noStrike">
              <a:solidFill>
                <a:srgbClr val="000000"/>
              </a:solidFill>
              <a:effectLst/>
              <a:uFillTx/>
              <a:latin typeface="Arial"/>
            </a:endParaRPr>
          </a:p>
        </p:txBody>
      </p:sp>
      <p:sp>
        <p:nvSpPr>
          <p:cNvPr id="813" name="PlaceHolder 3"/>
          <p:cNvSpPr>
            <a:spLocks noGrp="1"/>
          </p:cNvSpPr>
          <p:nvPr>
            <p:ph type="sldNum" idx="8"/>
          </p:nvPr>
        </p:nvSpPr>
        <p:spPr>
          <a:xfrm>
            <a:off x="3884760" y="8685360"/>
            <a:ext cx="2970360" cy="457200"/>
          </a:xfrm>
          <a:prstGeom prst="rect">
            <a:avLst/>
          </a:prstGeom>
          <a:noFill/>
          <a:ln w="0">
            <a:noFill/>
          </a:ln>
        </p:spPr>
        <p:txBody>
          <a:bodyPr lIns="91440" tIns="45720" rIns="91440" bIns="45720" anchor="b">
            <a:noAutofit/>
          </a:bodyPr>
          <a:lstStyle>
            <a:lvl1pPr indent="0" algn="r">
              <a:lnSpc>
                <a:spcPct val="100000"/>
              </a:lnSpc>
              <a:buNone/>
              <a:tabLst>
                <a:tab pos="0" algn="l"/>
              </a:tabLst>
              <a:defRPr lang="en-US" sz="1200" b="0" u="none" strike="noStrike">
                <a:solidFill>
                  <a:srgbClr val="000000"/>
                </a:solidFill>
                <a:effectLst/>
                <a:uFillTx/>
                <a:latin typeface="Times New Roman"/>
              </a:defRPr>
            </a:lvl1pPr>
          </a:lstStyle>
          <a:p>
            <a:pPr indent="0" algn="r">
              <a:lnSpc>
                <a:spcPct val="100000"/>
              </a:lnSpc>
              <a:buNone/>
              <a:tabLst>
                <a:tab pos="0" algn="l"/>
              </a:tabLst>
            </a:pPr>
            <a:fld id="{BB016959-BB74-45B6-9EE2-251D76FEE726}" type="slidenum">
              <a:rPr lang="en-US" sz="1200" b="0" u="none" strike="noStrike">
                <a:solidFill>
                  <a:srgbClr val="000000"/>
                </a:solidFill>
                <a:effectLst/>
                <a:uFillTx/>
                <a:latin typeface="Times New Roman"/>
              </a:rPr>
              <a:t>&lt;number&gt;</a:t>
            </a:fld>
            <a:endParaRPr lang="en-US" sz="1200" b="0" u="none" strike="noStrike">
              <a:solidFill>
                <a:srgbClr val="000000"/>
              </a:solidFill>
              <a:effectLst/>
              <a:uFillTx/>
              <a:latin typeface="Times New Roman"/>
            </a:endParaRPr>
          </a:p>
        </p:txBody>
      </p:sp>
    </p:spTree>
  </p:cSld>
</p:notes>
</file>

<file path=ppt/notesSlides/notesSlide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14" name="PlaceHolder 1"/>
          <p:cNvSpPr>
            <a:spLocks noGrp="1"/>
          </p:cNvSpPr>
          <p:nvPr>
            <p:ph type="sldImg"/>
          </p:nvPr>
        </p:nvSpPr>
        <p:spPr>
          <a:xfrm>
            <a:off x="685800" y="1143000"/>
            <a:ext cx="5484960" cy="3084840"/>
          </a:xfrm>
          <a:prstGeom prst="rect">
            <a:avLst/>
          </a:prstGeom>
          <a:ln w="0">
            <a:noFill/>
          </a:ln>
        </p:spPr>
      </p:sp>
      <p:sp>
        <p:nvSpPr>
          <p:cNvPr id="815" name="PlaceHolder 2"/>
          <p:cNvSpPr>
            <a:spLocks noGrp="1"/>
          </p:cNvSpPr>
          <p:nvPr>
            <p:ph type="body"/>
          </p:nvPr>
        </p:nvSpPr>
        <p:spPr>
          <a:xfrm>
            <a:off x="685800" y="4400640"/>
            <a:ext cx="5484960" cy="3598920"/>
          </a:xfrm>
          <a:prstGeom prst="rect">
            <a:avLst/>
          </a:prstGeom>
          <a:noFill/>
          <a:ln w="0">
            <a:noFill/>
          </a:ln>
        </p:spPr>
        <p:txBody>
          <a:bodyPr lIns="91440" tIns="45720" rIns="91440" bIns="45720" anchor="t">
            <a:noAutofit/>
          </a:bodyPr>
          <a:p>
            <a:pPr indent="0" algn="l">
              <a:lnSpc>
                <a:spcPct val="100000"/>
              </a:lnSpc>
              <a:buNone/>
              <a:tabLst>
                <a:tab pos="0" algn="l"/>
              </a:tabLst>
            </a:pPr>
            <a:r>
              <a:rPr lang="en-US" sz="2000" b="0" u="none" strike="noStrike">
                <a:solidFill>
                  <a:srgbClr val="000000"/>
                </a:solidFill>
                <a:effectLst/>
                <a:uFillTx/>
                <a:latin typeface="Arial"/>
              </a:rPr>
              <a:t>This is the real narrative of the summer. </a:t>
            </a:r>
            <a:endParaRPr lang="en-US" sz="2000" b="0" u="none" strike="noStrike">
              <a:solidFill>
                <a:srgbClr val="000000"/>
              </a:solidFill>
              <a:effectLst/>
              <a:uFillTx/>
              <a:latin typeface="Arial"/>
            </a:endParaRPr>
          </a:p>
          <a:p>
            <a:pPr indent="0" algn="l">
              <a:lnSpc>
                <a:spcPct val="100000"/>
              </a:lnSpc>
              <a:buNone/>
              <a:tabLst>
                <a:tab pos="0" algn="l"/>
              </a:tabLst>
            </a:pPr>
            <a:r>
              <a:rPr lang="en-US" sz="2000" b="0" u="none" strike="noStrike">
                <a:solidFill>
                  <a:srgbClr val="000000"/>
                </a:solidFill>
                <a:effectLst/>
                <a:uFillTx/>
                <a:latin typeface="Arial"/>
              </a:rPr>
              <a:t>1: jobs in transit weren't counted toward the destination machine's in-progress work - fixing this was the first thing that got makespan to stop converging identically across all 9 rules.  </a:t>
            </a:r>
            <a:endParaRPr lang="en-US" sz="2000" b="0" u="none" strike="noStrike">
              <a:solidFill>
                <a:srgbClr val="000000"/>
              </a:solidFill>
              <a:effectLst/>
              <a:uFillTx/>
              <a:latin typeface="Arial"/>
            </a:endParaRPr>
          </a:p>
          <a:p>
            <a:pPr indent="0" algn="l">
              <a:lnSpc>
                <a:spcPct val="100000"/>
              </a:lnSpc>
              <a:buNone/>
              <a:tabLst>
                <a:tab pos="0" algn="l"/>
              </a:tabLst>
            </a:pPr>
            <a:r>
              <a:rPr lang="en-US" sz="2000" b="0" u="none" strike="noStrike">
                <a:solidFill>
                  <a:srgbClr val="000000"/>
                </a:solidFill>
                <a:effectLst/>
                <a:uFillTx/>
                <a:latin typeface="Arial"/>
              </a:rPr>
              <a:t>2: the sim only ever made one dispatching decision per simulated frame (by design, for the DRL step boundary), but at 100x playback speed one frame is roughly 20 real seconds, during which many decisions should have fired - machines sat under 10% utilized, AGVs idle 80% of the time, a pure simulation-speed artifact, not a real scheduling effect. Fixed via a decision queue that drains all ready decisions per frame. After this fix, convergence came back - a sign there was still a second confound underneath. </a:t>
            </a:r>
            <a:endParaRPr lang="en-US" sz="2000" b="0" u="none" strike="noStrike">
              <a:solidFill>
                <a:srgbClr val="000000"/>
              </a:solidFill>
              <a:effectLst/>
              <a:uFillTx/>
              <a:latin typeface="Arial"/>
            </a:endParaRPr>
          </a:p>
          <a:p>
            <a:pPr indent="0" algn="l">
              <a:lnSpc>
                <a:spcPct val="100000"/>
              </a:lnSpc>
              <a:buNone/>
              <a:tabLst>
                <a:tab pos="0" algn="l"/>
              </a:tabLst>
            </a:pPr>
            <a:r>
              <a:rPr lang="en-US" sz="2000" b="0" u="none" strike="noStrike">
                <a:solidFill>
                  <a:srgbClr val="000000"/>
                </a:solidFill>
                <a:effectLst/>
                <a:uFillTx/>
                <a:latin typeface="Arial"/>
              </a:rPr>
              <a:t>3: job processing times (60-240s) were short relative to inter-arrival time (300-1900s), so a machine's queue almost always had exactly one job in it - no real choice for any dispatching rule to make. Fixed by increasing processing times relative to inter-arrival time - this is what finally produced real rule differentiation. Also found and fixed a minor routing-precedence bug (jobs were being routed FIFO instead of by the active PDR) - measured impact was small, conventional rules unaffected, so not a headline item.</a:t>
            </a:r>
            <a:endParaRPr lang="en-US" sz="2000" b="0" u="none" strike="noStrike">
              <a:solidFill>
                <a:srgbClr val="000000"/>
              </a:solidFill>
              <a:effectLst/>
              <a:uFillTx/>
              <a:latin typeface="Arial"/>
            </a:endParaRPr>
          </a:p>
        </p:txBody>
      </p:sp>
      <p:sp>
        <p:nvSpPr>
          <p:cNvPr id="816" name="PlaceHolder 3"/>
          <p:cNvSpPr>
            <a:spLocks noGrp="1"/>
          </p:cNvSpPr>
          <p:nvPr>
            <p:ph type="sldNum" idx="9"/>
          </p:nvPr>
        </p:nvSpPr>
        <p:spPr>
          <a:xfrm>
            <a:off x="3884760" y="8685360"/>
            <a:ext cx="2970360" cy="457200"/>
          </a:xfrm>
          <a:prstGeom prst="rect">
            <a:avLst/>
          </a:prstGeom>
          <a:noFill/>
          <a:ln w="0">
            <a:noFill/>
          </a:ln>
        </p:spPr>
        <p:txBody>
          <a:bodyPr lIns="91440" tIns="45720" rIns="91440" bIns="45720" anchor="b">
            <a:noAutofit/>
          </a:bodyPr>
          <a:lstStyle>
            <a:lvl1pPr indent="0" algn="r">
              <a:lnSpc>
                <a:spcPct val="100000"/>
              </a:lnSpc>
              <a:buNone/>
              <a:tabLst>
                <a:tab pos="0" algn="l"/>
              </a:tabLst>
              <a:defRPr lang="en-US" sz="1200" b="0" u="none" strike="noStrike">
                <a:solidFill>
                  <a:srgbClr val="000000"/>
                </a:solidFill>
                <a:effectLst/>
                <a:uFillTx/>
                <a:latin typeface="Times New Roman"/>
              </a:defRPr>
            </a:lvl1pPr>
          </a:lstStyle>
          <a:p>
            <a:pPr indent="0" algn="r">
              <a:lnSpc>
                <a:spcPct val="100000"/>
              </a:lnSpc>
              <a:buNone/>
              <a:tabLst>
                <a:tab pos="0" algn="l"/>
              </a:tabLst>
            </a:pPr>
            <a:fld id="{F5F0DDB5-9EFA-4331-B002-5D44AE66C424}" type="slidenum">
              <a:rPr lang="en-US" sz="1200" b="0" u="none" strike="noStrike">
                <a:solidFill>
                  <a:srgbClr val="000000"/>
                </a:solidFill>
                <a:effectLst/>
                <a:uFillTx/>
                <a:latin typeface="Times New Roman"/>
              </a:rPr>
              <a:t>&lt;number&gt;</a:t>
            </a:fld>
            <a:endParaRPr lang="en-US" sz="1200" b="0" u="none" strike="noStrike">
              <a:solidFill>
                <a:srgbClr val="000000"/>
              </a:solidFill>
              <a:effectLst/>
              <a:uFillTx/>
              <a:latin typeface="Times New Roman"/>
            </a:endParaRPr>
          </a:p>
        </p:txBody>
      </p:sp>
    </p:spTree>
  </p:cSld>
</p:notes>
</file>

<file path=ppt/notesSlides/notesSlide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17" name="PlaceHolder 1"/>
          <p:cNvSpPr>
            <a:spLocks noGrp="1"/>
          </p:cNvSpPr>
          <p:nvPr>
            <p:ph type="sldImg"/>
          </p:nvPr>
        </p:nvSpPr>
        <p:spPr>
          <a:xfrm>
            <a:off x="685800" y="1143000"/>
            <a:ext cx="5484960" cy="3084840"/>
          </a:xfrm>
          <a:prstGeom prst="rect">
            <a:avLst/>
          </a:prstGeom>
          <a:ln w="0">
            <a:noFill/>
          </a:ln>
        </p:spPr>
      </p:sp>
      <p:sp>
        <p:nvSpPr>
          <p:cNvPr id="818" name="PlaceHolder 2"/>
          <p:cNvSpPr>
            <a:spLocks noGrp="1"/>
          </p:cNvSpPr>
          <p:nvPr>
            <p:ph type="body"/>
          </p:nvPr>
        </p:nvSpPr>
        <p:spPr>
          <a:xfrm>
            <a:off x="685800" y="4400640"/>
            <a:ext cx="5484960" cy="3598920"/>
          </a:xfrm>
          <a:prstGeom prst="rect">
            <a:avLst/>
          </a:prstGeom>
          <a:noFill/>
          <a:ln w="0">
            <a:noFill/>
          </a:ln>
        </p:spPr>
        <p:txBody>
          <a:bodyPr lIns="91440" tIns="45720" rIns="91440" bIns="45720" anchor="t">
            <a:noAutofit/>
          </a:bodyPr>
          <a:p>
            <a:pPr indent="0" algn="l">
              <a:lnSpc>
                <a:spcPct val="100000"/>
              </a:lnSpc>
              <a:buNone/>
              <a:tabLst>
                <a:tab pos="0" algn="l"/>
              </a:tabLst>
            </a:pPr>
            <a:r>
              <a:rPr lang="en-US" sz="2000" b="0" u="none" strike="noStrike">
                <a:solidFill>
                  <a:srgbClr val="000000"/>
                </a:solidFill>
                <a:effectLst/>
                <a:uFillTx/>
                <a:latin typeface="Arial"/>
              </a:rPr>
              <a:t>If all 9 rules still perform near-identically within one scenario, the real question isn't 'why won't they differentiate' - it's whether they differentiate across different factory-floor scenarios. That's the more meaningful test of whether rule choice - or a learned policy - actually matters. Early result: burst-only overload flattens completion to ~45-47% for every rule - that's just saturation, not differentiation; the failure+burst combined scenarios need a rerun before they're trustworthy. Two more RNG-related bugs surfaced and were fixed along the way: an RNG-stream bug that desynced arrivals per-rule when failures were enabled, and a crash where a stalled job on its last operation would silently kill the arrival clock for the rest of the episode.</a:t>
            </a:r>
            <a:endParaRPr lang="en-US" sz="2000" b="0" u="none" strike="noStrike">
              <a:solidFill>
                <a:srgbClr val="000000"/>
              </a:solidFill>
              <a:effectLst/>
              <a:uFillTx/>
              <a:latin typeface="Arial"/>
            </a:endParaRPr>
          </a:p>
        </p:txBody>
      </p:sp>
      <p:sp>
        <p:nvSpPr>
          <p:cNvPr id="819" name="PlaceHolder 3"/>
          <p:cNvSpPr>
            <a:spLocks noGrp="1"/>
          </p:cNvSpPr>
          <p:nvPr>
            <p:ph type="sldNum" idx="10"/>
          </p:nvPr>
        </p:nvSpPr>
        <p:spPr>
          <a:xfrm>
            <a:off x="3884760" y="8685360"/>
            <a:ext cx="2970360" cy="457200"/>
          </a:xfrm>
          <a:prstGeom prst="rect">
            <a:avLst/>
          </a:prstGeom>
          <a:noFill/>
          <a:ln w="0">
            <a:noFill/>
          </a:ln>
        </p:spPr>
        <p:txBody>
          <a:bodyPr lIns="91440" tIns="45720" rIns="91440" bIns="45720" anchor="b">
            <a:noAutofit/>
          </a:bodyPr>
          <a:lstStyle>
            <a:lvl1pPr indent="0" algn="r">
              <a:lnSpc>
                <a:spcPct val="100000"/>
              </a:lnSpc>
              <a:buNone/>
              <a:tabLst>
                <a:tab pos="0" algn="l"/>
              </a:tabLst>
              <a:defRPr lang="en-US" sz="1200" b="0" u="none" strike="noStrike">
                <a:solidFill>
                  <a:srgbClr val="000000"/>
                </a:solidFill>
                <a:effectLst/>
                <a:uFillTx/>
                <a:latin typeface="Times New Roman"/>
              </a:defRPr>
            </a:lvl1pPr>
          </a:lstStyle>
          <a:p>
            <a:pPr indent="0" algn="r">
              <a:lnSpc>
                <a:spcPct val="100000"/>
              </a:lnSpc>
              <a:buNone/>
              <a:tabLst>
                <a:tab pos="0" algn="l"/>
              </a:tabLst>
            </a:pPr>
            <a:fld id="{336BD064-43F6-4E3E-8A8F-C62E67E5FBF1}" type="slidenum">
              <a:rPr lang="en-US" sz="1200" b="0" u="none" strike="noStrike">
                <a:solidFill>
                  <a:srgbClr val="000000"/>
                </a:solidFill>
                <a:effectLst/>
                <a:uFillTx/>
                <a:latin typeface="Times New Roman"/>
              </a:rPr>
              <a:t>&lt;number&gt;</a:t>
            </a:fld>
            <a:endParaRPr lang="en-US" sz="1200" b="0" u="none" strike="noStrike">
              <a:solidFill>
                <a:srgbClr val="000000"/>
              </a:solidFill>
              <a:effectLst/>
              <a:uFillTx/>
              <a:latin typeface="Times New Roman"/>
            </a:endParaRPr>
          </a:p>
        </p:txBody>
      </p:sp>
    </p:spTree>
  </p:cSld>
</p:notes>
</file>

<file path=ppt/notesSlides/notesSlide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20" name="PlaceHolder 1"/>
          <p:cNvSpPr>
            <a:spLocks noGrp="1"/>
          </p:cNvSpPr>
          <p:nvPr>
            <p:ph type="sldImg"/>
          </p:nvPr>
        </p:nvSpPr>
        <p:spPr>
          <a:xfrm>
            <a:off x="685800" y="1143000"/>
            <a:ext cx="5484960" cy="3084840"/>
          </a:xfrm>
          <a:prstGeom prst="rect">
            <a:avLst/>
          </a:prstGeom>
          <a:ln w="0">
            <a:noFill/>
          </a:ln>
        </p:spPr>
      </p:sp>
      <p:sp>
        <p:nvSpPr>
          <p:cNvPr id="821" name="PlaceHolder 2"/>
          <p:cNvSpPr>
            <a:spLocks noGrp="1"/>
          </p:cNvSpPr>
          <p:nvPr>
            <p:ph type="body"/>
          </p:nvPr>
        </p:nvSpPr>
        <p:spPr>
          <a:xfrm>
            <a:off x="685800" y="4400640"/>
            <a:ext cx="5484960" cy="3598920"/>
          </a:xfrm>
          <a:prstGeom prst="rect">
            <a:avLst/>
          </a:prstGeom>
          <a:noFill/>
          <a:ln w="0">
            <a:noFill/>
          </a:ln>
        </p:spPr>
        <p:txBody>
          <a:bodyPr lIns="91440" tIns="45720" rIns="91440" bIns="45720" anchor="t">
            <a:noAutofit/>
          </a:bodyPr>
          <a:p>
            <a:pPr indent="0" algn="l">
              <a:lnSpc>
                <a:spcPct val="100000"/>
              </a:lnSpc>
              <a:buNone/>
              <a:tabLst>
                <a:tab pos="0" algn="l"/>
              </a:tabLst>
            </a:pPr>
            <a:r>
              <a:rPr lang="en-US" sz="2000" b="0" u="none" strike="noStrike">
                <a:solidFill>
                  <a:srgbClr val="000000"/>
                </a:solidFill>
                <a:effectLst/>
                <a:uFillTx/>
                <a:latin typeface="Arial"/>
              </a:rPr>
              <a:t>Same underlying rules, same kind of instance - the only change is measurement methodology, and real rule differentiation only became visible once we stopped measuring a transient drain-out and started measuring steady state.</a:t>
            </a:r>
            <a:endParaRPr lang="en-US" sz="2000" b="0" u="none" strike="noStrike">
              <a:solidFill>
                <a:srgbClr val="000000"/>
              </a:solidFill>
              <a:effectLst/>
              <a:uFillTx/>
              <a:latin typeface="Arial"/>
            </a:endParaRPr>
          </a:p>
        </p:txBody>
      </p:sp>
      <p:sp>
        <p:nvSpPr>
          <p:cNvPr id="822" name="PlaceHolder 3"/>
          <p:cNvSpPr>
            <a:spLocks noGrp="1"/>
          </p:cNvSpPr>
          <p:nvPr>
            <p:ph type="sldNum" idx="11"/>
          </p:nvPr>
        </p:nvSpPr>
        <p:spPr>
          <a:xfrm>
            <a:off x="3884760" y="8685360"/>
            <a:ext cx="2970360" cy="457200"/>
          </a:xfrm>
          <a:prstGeom prst="rect">
            <a:avLst/>
          </a:prstGeom>
          <a:noFill/>
          <a:ln w="0">
            <a:noFill/>
          </a:ln>
        </p:spPr>
        <p:txBody>
          <a:bodyPr lIns="91440" tIns="45720" rIns="91440" bIns="45720" anchor="b">
            <a:noAutofit/>
          </a:bodyPr>
          <a:lstStyle>
            <a:lvl1pPr indent="0" algn="r">
              <a:lnSpc>
                <a:spcPct val="100000"/>
              </a:lnSpc>
              <a:buNone/>
              <a:tabLst>
                <a:tab pos="0" algn="l"/>
              </a:tabLst>
              <a:defRPr lang="en-US" sz="1200" b="0" u="none" strike="noStrike">
                <a:solidFill>
                  <a:srgbClr val="000000"/>
                </a:solidFill>
                <a:effectLst/>
                <a:uFillTx/>
                <a:latin typeface="Times New Roman"/>
              </a:defRPr>
            </a:lvl1pPr>
          </a:lstStyle>
          <a:p>
            <a:pPr indent="0" algn="r">
              <a:lnSpc>
                <a:spcPct val="100000"/>
              </a:lnSpc>
              <a:buNone/>
              <a:tabLst>
                <a:tab pos="0" algn="l"/>
              </a:tabLst>
            </a:pPr>
            <a:fld id="{7AE3543B-A9AD-49BB-A5F5-C092CFDFBB07}" type="slidenum">
              <a:rPr lang="en-US" sz="1200" b="0" u="none" strike="noStrike">
                <a:solidFill>
                  <a:srgbClr val="000000"/>
                </a:solidFill>
                <a:effectLst/>
                <a:uFillTx/>
                <a:latin typeface="Times New Roman"/>
              </a:rPr>
              <a:t>&lt;number&gt;</a:t>
            </a:fld>
            <a:endParaRPr lang="en-US" sz="1200" b="0" u="none" strike="noStrike">
              <a:solidFill>
                <a:srgbClr val="000000"/>
              </a:solidFill>
              <a:effectLst/>
              <a:uFillTx/>
              <a:latin typeface="Times New Roman"/>
            </a:endParaRPr>
          </a:p>
        </p:txBody>
      </p:sp>
    </p:spTree>
  </p:cSld>
</p:notes>
</file>

<file path=ppt/notesSlides/notesSlide9.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23" name="PlaceHolder 1"/>
          <p:cNvSpPr>
            <a:spLocks noGrp="1"/>
          </p:cNvSpPr>
          <p:nvPr>
            <p:ph type="sldImg"/>
          </p:nvPr>
        </p:nvSpPr>
        <p:spPr>
          <a:xfrm>
            <a:off x="685800" y="1143000"/>
            <a:ext cx="5484960" cy="3084840"/>
          </a:xfrm>
          <a:prstGeom prst="rect">
            <a:avLst/>
          </a:prstGeom>
          <a:ln w="0">
            <a:noFill/>
          </a:ln>
        </p:spPr>
      </p:sp>
      <p:sp>
        <p:nvSpPr>
          <p:cNvPr id="824" name="PlaceHolder 2"/>
          <p:cNvSpPr>
            <a:spLocks noGrp="1"/>
          </p:cNvSpPr>
          <p:nvPr>
            <p:ph type="body"/>
          </p:nvPr>
        </p:nvSpPr>
        <p:spPr>
          <a:xfrm>
            <a:off x="685800" y="4400640"/>
            <a:ext cx="5484960" cy="3598920"/>
          </a:xfrm>
          <a:prstGeom prst="rect">
            <a:avLst/>
          </a:prstGeom>
          <a:noFill/>
          <a:ln w="0">
            <a:noFill/>
          </a:ln>
        </p:spPr>
        <p:txBody>
          <a:bodyPr lIns="91440" tIns="45720" rIns="91440" bIns="45720" anchor="t">
            <a:noAutofit/>
          </a:bodyPr>
          <a:p>
            <a:pPr indent="0" algn="l">
              <a:lnSpc>
                <a:spcPct val="100000"/>
              </a:lnSpc>
              <a:buNone/>
              <a:tabLst>
                <a:tab pos="0" algn="l"/>
              </a:tabLst>
            </a:pPr>
            <a:r>
              <a:rPr lang="en-US" sz="2000" b="0" u="none" strike="noStrike">
                <a:solidFill>
                  <a:srgbClr val="000000"/>
                </a:solidFill>
                <a:effectLst/>
                <a:uFillTx/>
                <a:latin typeface="Arial"/>
              </a:rPr>
              <a:t>RQ-A and RQ-B carry the semester's research forward from RQ1-3, with the makespan language dropped in favor of flow time and transport efficiency, which are the metrics that actually mean something under continuous arrivals. RQ-B is deliberately framed as an open question, not a settled plan - the congestion/transport-wait signals are already available via the existing observation builder → Python bridge, but whether or how to use them in the reward is still undecided. RQ-C formalizes the question already worked out on the Reframing slide - whether rule choice (or a learned policy) matters across different factory-floor scenarios - and ties directly to the scenario-coverage sweep described there. Compute profiling remains a practical planning item this semester, not a lettered research question - see the aside note and the Deliverables section.</a:t>
            </a:r>
            <a:endParaRPr lang="en-US" sz="2000" b="0" u="none" strike="noStrike">
              <a:solidFill>
                <a:srgbClr val="000000"/>
              </a:solidFill>
              <a:effectLst/>
              <a:uFillTx/>
              <a:latin typeface="Arial"/>
            </a:endParaRPr>
          </a:p>
        </p:txBody>
      </p:sp>
      <p:sp>
        <p:nvSpPr>
          <p:cNvPr id="825" name="PlaceHolder 3"/>
          <p:cNvSpPr>
            <a:spLocks noGrp="1"/>
          </p:cNvSpPr>
          <p:nvPr>
            <p:ph type="sldNum" idx="12"/>
          </p:nvPr>
        </p:nvSpPr>
        <p:spPr>
          <a:xfrm>
            <a:off x="3884760" y="8685360"/>
            <a:ext cx="2970360" cy="457200"/>
          </a:xfrm>
          <a:prstGeom prst="rect">
            <a:avLst/>
          </a:prstGeom>
          <a:noFill/>
          <a:ln w="0">
            <a:noFill/>
          </a:ln>
        </p:spPr>
        <p:txBody>
          <a:bodyPr lIns="91440" tIns="45720" rIns="91440" bIns="45720" anchor="b">
            <a:noAutofit/>
          </a:bodyPr>
          <a:lstStyle>
            <a:lvl1pPr indent="0" algn="r">
              <a:lnSpc>
                <a:spcPct val="100000"/>
              </a:lnSpc>
              <a:buNone/>
              <a:tabLst>
                <a:tab pos="0" algn="l"/>
              </a:tabLst>
              <a:defRPr lang="en-US" sz="1200" b="0" u="none" strike="noStrike">
                <a:solidFill>
                  <a:srgbClr val="000000"/>
                </a:solidFill>
                <a:effectLst/>
                <a:uFillTx/>
                <a:latin typeface="Times New Roman"/>
              </a:defRPr>
            </a:lvl1pPr>
          </a:lstStyle>
          <a:p>
            <a:pPr indent="0" algn="r">
              <a:lnSpc>
                <a:spcPct val="100000"/>
              </a:lnSpc>
              <a:buNone/>
              <a:tabLst>
                <a:tab pos="0" algn="l"/>
              </a:tabLst>
            </a:pPr>
            <a:fld id="{BA5DB233-72AE-4513-BE62-49CD74F7A5F3}" type="slidenum">
              <a:rPr lang="en-US" sz="1200" b="0" u="none" strike="noStrike">
                <a:solidFill>
                  <a:srgbClr val="000000"/>
                </a:solidFill>
                <a:effectLst/>
                <a:uFillTx/>
                <a:latin typeface="Times New Roman"/>
              </a:rPr>
              <a:t>&lt;number&gt;</a:t>
            </a:fld>
            <a:endParaRPr lang="en-US" sz="1200" b="0" u="none" strike="noStrike">
              <a:solidFill>
                <a:srgbClr val="000000"/>
              </a:solidFill>
              <a:effectLst/>
              <a:uFillTx/>
              <a:latin typeface="Times New Roman"/>
            </a:endParaRPr>
          </a:p>
        </p:txBody>
      </p:sp>
    </p:spTree>
  </p:cSld>
</p:notes>
</file>

<file path=ppt/notesSlides/notesSlide10.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26" name="PlaceHolder 1"/>
          <p:cNvSpPr>
            <a:spLocks noGrp="1"/>
          </p:cNvSpPr>
          <p:nvPr>
            <p:ph type="sldImg"/>
          </p:nvPr>
        </p:nvSpPr>
        <p:spPr>
          <a:xfrm>
            <a:off x="685800" y="1143000"/>
            <a:ext cx="5484960" cy="3084840"/>
          </a:xfrm>
          <a:prstGeom prst="rect">
            <a:avLst/>
          </a:prstGeom>
          <a:ln w="0">
            <a:noFill/>
          </a:ln>
        </p:spPr>
      </p:sp>
      <p:sp>
        <p:nvSpPr>
          <p:cNvPr id="827" name="PlaceHolder 2"/>
          <p:cNvSpPr>
            <a:spLocks noGrp="1"/>
          </p:cNvSpPr>
          <p:nvPr>
            <p:ph type="body"/>
          </p:nvPr>
        </p:nvSpPr>
        <p:spPr>
          <a:xfrm>
            <a:off x="685800" y="4400640"/>
            <a:ext cx="5484960" cy="3598920"/>
          </a:xfrm>
          <a:prstGeom prst="rect">
            <a:avLst/>
          </a:prstGeom>
          <a:noFill/>
          <a:ln w="0">
            <a:noFill/>
          </a:ln>
        </p:spPr>
        <p:txBody>
          <a:bodyPr lIns="91440" tIns="45720" rIns="91440" bIns="45720" anchor="t">
            <a:noAutofit/>
          </a:bodyPr>
          <a:p>
            <a:pPr indent="0" algn="l">
              <a:lnSpc>
                <a:spcPct val="100000"/>
              </a:lnSpc>
              <a:buNone/>
              <a:tabLst>
                <a:tab pos="0" algn="l"/>
              </a:tabLst>
            </a:pPr>
            <a:r>
              <a:rPr lang="en-US" sz="2000" b="0" u="none" strike="noStrike">
                <a:solidFill>
                  <a:srgbClr val="000000"/>
                </a:solidFill>
                <a:effectLst/>
                <a:uFillTx/>
                <a:latin typeface="Arial"/>
              </a:rPr>
              <a:t>Everything else in this section is the path to these two things, organized chronologically against this semester's standup/milestone/demo dates.</a:t>
            </a:r>
            <a:endParaRPr lang="en-US" sz="2000" b="0" u="none" strike="noStrike">
              <a:solidFill>
                <a:srgbClr val="000000"/>
              </a:solidFill>
              <a:effectLst/>
              <a:uFillTx/>
              <a:latin typeface="Arial"/>
            </a:endParaRPr>
          </a:p>
        </p:txBody>
      </p:sp>
      <p:sp>
        <p:nvSpPr>
          <p:cNvPr id="828" name="PlaceHolder 3"/>
          <p:cNvSpPr>
            <a:spLocks noGrp="1"/>
          </p:cNvSpPr>
          <p:nvPr>
            <p:ph type="sldNum" idx="13"/>
          </p:nvPr>
        </p:nvSpPr>
        <p:spPr>
          <a:xfrm>
            <a:off x="3884760" y="8685360"/>
            <a:ext cx="2970360" cy="457200"/>
          </a:xfrm>
          <a:prstGeom prst="rect">
            <a:avLst/>
          </a:prstGeom>
          <a:noFill/>
          <a:ln w="0">
            <a:noFill/>
          </a:ln>
        </p:spPr>
        <p:txBody>
          <a:bodyPr lIns="91440" tIns="45720" rIns="91440" bIns="45720" anchor="b">
            <a:noAutofit/>
          </a:bodyPr>
          <a:lstStyle>
            <a:lvl1pPr indent="0" algn="r">
              <a:lnSpc>
                <a:spcPct val="100000"/>
              </a:lnSpc>
              <a:buNone/>
              <a:tabLst>
                <a:tab pos="0" algn="l"/>
              </a:tabLst>
              <a:defRPr lang="en-US" sz="1200" b="0" u="none" strike="noStrike">
                <a:solidFill>
                  <a:srgbClr val="000000"/>
                </a:solidFill>
                <a:effectLst/>
                <a:uFillTx/>
                <a:latin typeface="Times New Roman"/>
              </a:defRPr>
            </a:lvl1pPr>
          </a:lstStyle>
          <a:p>
            <a:pPr indent="0" algn="r">
              <a:lnSpc>
                <a:spcPct val="100000"/>
              </a:lnSpc>
              <a:buNone/>
              <a:tabLst>
                <a:tab pos="0" algn="l"/>
              </a:tabLst>
            </a:pPr>
            <a:fld id="{3030B4A8-B758-44B2-BB26-47D98508B3FD}" type="slidenum">
              <a:rPr lang="en-US" sz="1200" b="0" u="none" strike="noStrike">
                <a:solidFill>
                  <a:srgbClr val="000000"/>
                </a:solidFill>
                <a:effectLst/>
                <a:uFillTx/>
                <a:latin typeface="Times New Roman"/>
              </a:rPr>
              <a:t>&lt;number&gt;</a:t>
            </a:fld>
            <a:endParaRPr lang="en-US" sz="1200" b="0" u="none" strike="noStrike">
              <a:solidFill>
                <a:srgbClr val="000000"/>
              </a:solidFill>
              <a:effectLst/>
              <a:uFillTx/>
              <a:latin typeface="Times New Roman"/>
            </a:endParaRPr>
          </a:p>
        </p:txBody>
      </p:sp>
    </p:spTree>
  </p:cSld>
</p:notes>
</file>

<file path=ppt/notesSlides/notesSlide1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29" name="PlaceHolder 1"/>
          <p:cNvSpPr>
            <a:spLocks noGrp="1"/>
          </p:cNvSpPr>
          <p:nvPr>
            <p:ph type="sldImg"/>
          </p:nvPr>
        </p:nvSpPr>
        <p:spPr>
          <a:xfrm>
            <a:off x="685800" y="1143000"/>
            <a:ext cx="5484960" cy="3084840"/>
          </a:xfrm>
          <a:prstGeom prst="rect">
            <a:avLst/>
          </a:prstGeom>
          <a:ln w="0">
            <a:noFill/>
          </a:ln>
        </p:spPr>
      </p:sp>
      <p:sp>
        <p:nvSpPr>
          <p:cNvPr id="830" name="PlaceHolder 2"/>
          <p:cNvSpPr>
            <a:spLocks noGrp="1"/>
          </p:cNvSpPr>
          <p:nvPr>
            <p:ph type="body"/>
          </p:nvPr>
        </p:nvSpPr>
        <p:spPr>
          <a:xfrm>
            <a:off x="685800" y="4400640"/>
            <a:ext cx="5484960" cy="3598920"/>
          </a:xfrm>
          <a:prstGeom prst="rect">
            <a:avLst/>
          </a:prstGeom>
          <a:noFill/>
          <a:ln w="0">
            <a:noFill/>
          </a:ln>
        </p:spPr>
        <p:txBody>
          <a:bodyPr lIns="91440" tIns="45720" rIns="91440" bIns="45720" anchor="t">
            <a:noAutofit/>
          </a:bodyPr>
          <a:p>
            <a:pPr indent="0" algn="l">
              <a:lnSpc>
                <a:spcPct val="100000"/>
              </a:lnSpc>
              <a:buNone/>
              <a:tabLst>
                <a:tab pos="0" algn="l"/>
              </a:tabLst>
            </a:pPr>
            <a:r>
              <a:rPr lang="en-US" sz="2000" b="0" u="none" strike="noStrike">
                <a:solidFill>
                  <a:srgbClr val="000000"/>
                </a:solidFill>
                <a:effectLst/>
                <a:uFillTx/>
                <a:latin typeface="Arial"/>
              </a:rPr>
              <a:t>This stage is what actually completes the simulation deliverable - the reward rework and any remaining bugfixes need to land before real training begins. The stretch goal (traffic-zone reservation rework) is explicitly optional and not a committed date.</a:t>
            </a:r>
            <a:endParaRPr lang="en-US" sz="2000" b="0" u="none" strike="noStrike">
              <a:solidFill>
                <a:srgbClr val="000000"/>
              </a:solidFill>
              <a:effectLst/>
              <a:uFillTx/>
              <a:latin typeface="Arial"/>
            </a:endParaRPr>
          </a:p>
        </p:txBody>
      </p:sp>
      <p:sp>
        <p:nvSpPr>
          <p:cNvPr id="831" name="PlaceHolder 3"/>
          <p:cNvSpPr>
            <a:spLocks noGrp="1"/>
          </p:cNvSpPr>
          <p:nvPr>
            <p:ph type="sldNum" idx="14"/>
          </p:nvPr>
        </p:nvSpPr>
        <p:spPr>
          <a:xfrm>
            <a:off x="3884760" y="8685360"/>
            <a:ext cx="2970360" cy="457200"/>
          </a:xfrm>
          <a:prstGeom prst="rect">
            <a:avLst/>
          </a:prstGeom>
          <a:noFill/>
          <a:ln w="0">
            <a:noFill/>
          </a:ln>
        </p:spPr>
        <p:txBody>
          <a:bodyPr lIns="91440" tIns="45720" rIns="91440" bIns="45720" anchor="b">
            <a:noAutofit/>
          </a:bodyPr>
          <a:lstStyle>
            <a:lvl1pPr indent="0" algn="r">
              <a:lnSpc>
                <a:spcPct val="100000"/>
              </a:lnSpc>
              <a:buNone/>
              <a:tabLst>
                <a:tab pos="0" algn="l"/>
              </a:tabLst>
              <a:defRPr lang="en-US" sz="1200" b="0" u="none" strike="noStrike">
                <a:solidFill>
                  <a:srgbClr val="000000"/>
                </a:solidFill>
                <a:effectLst/>
                <a:uFillTx/>
                <a:latin typeface="Times New Roman"/>
              </a:defRPr>
            </a:lvl1pPr>
          </a:lstStyle>
          <a:p>
            <a:pPr indent="0" algn="r">
              <a:lnSpc>
                <a:spcPct val="100000"/>
              </a:lnSpc>
              <a:buNone/>
              <a:tabLst>
                <a:tab pos="0" algn="l"/>
              </a:tabLst>
            </a:pPr>
            <a:fld id="{C7E75D75-98D9-4D68-938C-EE1D87027E0F}" type="slidenum">
              <a:rPr lang="en-US" sz="1200" b="0" u="none" strike="noStrike">
                <a:solidFill>
                  <a:srgbClr val="000000"/>
                </a:solidFill>
                <a:effectLst/>
                <a:uFillTx/>
                <a:latin typeface="Times New Roman"/>
              </a:rPr>
              <a:t>&lt;number&gt;</a:t>
            </a:fld>
            <a:endParaRPr lang="en-US" sz="1200" b="0" u="none" strike="noStrike">
              <a:solidFill>
                <a:srgbClr val="000000"/>
              </a:solidFill>
              <a:effectLst/>
              <a:uFillTx/>
              <a:latin typeface="Times New Roman"/>
            </a:endParaRPr>
          </a:p>
        </p:txBody>
      </p:sp>
    </p:spTree>
  </p:cSld>
</p:notes>
</file>

<file path=ppt/notesSlides/notesSlide1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32" name="PlaceHolder 1"/>
          <p:cNvSpPr>
            <a:spLocks noGrp="1"/>
          </p:cNvSpPr>
          <p:nvPr>
            <p:ph type="sldImg"/>
          </p:nvPr>
        </p:nvSpPr>
        <p:spPr>
          <a:xfrm>
            <a:off x="685800" y="1143000"/>
            <a:ext cx="5484960" cy="3084840"/>
          </a:xfrm>
          <a:prstGeom prst="rect">
            <a:avLst/>
          </a:prstGeom>
          <a:ln w="0">
            <a:noFill/>
          </a:ln>
        </p:spPr>
      </p:sp>
      <p:sp>
        <p:nvSpPr>
          <p:cNvPr id="833" name="PlaceHolder 2"/>
          <p:cNvSpPr>
            <a:spLocks noGrp="1"/>
          </p:cNvSpPr>
          <p:nvPr>
            <p:ph type="body"/>
          </p:nvPr>
        </p:nvSpPr>
        <p:spPr>
          <a:xfrm>
            <a:off x="685800" y="4400640"/>
            <a:ext cx="5484960" cy="3598920"/>
          </a:xfrm>
          <a:prstGeom prst="rect">
            <a:avLst/>
          </a:prstGeom>
          <a:noFill/>
          <a:ln w="0">
            <a:noFill/>
          </a:ln>
        </p:spPr>
        <p:txBody>
          <a:bodyPr lIns="91440" tIns="45720" rIns="91440" bIns="45720" anchor="t">
            <a:noAutofit/>
          </a:bodyPr>
          <a:p>
            <a:pPr indent="0" algn="l">
              <a:lnSpc>
                <a:spcPct val="100000"/>
              </a:lnSpc>
              <a:buNone/>
              <a:tabLst>
                <a:tab pos="0" algn="l"/>
              </a:tabLst>
            </a:pPr>
            <a:r>
              <a:rPr lang="en-US" sz="2000" b="0" u="none" strike="noStrike">
                <a:solidFill>
                  <a:srgbClr val="000000"/>
                </a:solidFill>
                <a:effectLst/>
                <a:uFillTx/>
                <a:latin typeface="Arial"/>
              </a:rPr>
              <a:t>A deliberately small, low-complexity problem - the goal here is purely a sanity check that the training loop and reward produce a learning signal at all before spending compute on anything harder.</a:t>
            </a:r>
            <a:endParaRPr lang="en-US" sz="2000" b="0" u="none" strike="noStrike">
              <a:solidFill>
                <a:srgbClr val="000000"/>
              </a:solidFill>
              <a:effectLst/>
              <a:uFillTx/>
              <a:latin typeface="Arial"/>
            </a:endParaRPr>
          </a:p>
        </p:txBody>
      </p:sp>
      <p:sp>
        <p:nvSpPr>
          <p:cNvPr id="834" name="PlaceHolder 3"/>
          <p:cNvSpPr>
            <a:spLocks noGrp="1"/>
          </p:cNvSpPr>
          <p:nvPr>
            <p:ph type="sldNum" idx="15"/>
          </p:nvPr>
        </p:nvSpPr>
        <p:spPr>
          <a:xfrm>
            <a:off x="3884760" y="8685360"/>
            <a:ext cx="2970360" cy="457200"/>
          </a:xfrm>
          <a:prstGeom prst="rect">
            <a:avLst/>
          </a:prstGeom>
          <a:noFill/>
          <a:ln w="0">
            <a:noFill/>
          </a:ln>
        </p:spPr>
        <p:txBody>
          <a:bodyPr lIns="91440" tIns="45720" rIns="91440" bIns="45720" anchor="b">
            <a:noAutofit/>
          </a:bodyPr>
          <a:lstStyle>
            <a:lvl1pPr indent="0" algn="r">
              <a:lnSpc>
                <a:spcPct val="100000"/>
              </a:lnSpc>
              <a:buNone/>
              <a:tabLst>
                <a:tab pos="0" algn="l"/>
              </a:tabLst>
              <a:defRPr lang="en-US" sz="1200" b="0" u="none" strike="noStrike">
                <a:solidFill>
                  <a:srgbClr val="000000"/>
                </a:solidFill>
                <a:effectLst/>
                <a:uFillTx/>
                <a:latin typeface="Times New Roman"/>
              </a:defRPr>
            </a:lvl1pPr>
          </a:lstStyle>
          <a:p>
            <a:pPr indent="0" algn="r">
              <a:lnSpc>
                <a:spcPct val="100000"/>
              </a:lnSpc>
              <a:buNone/>
              <a:tabLst>
                <a:tab pos="0" algn="l"/>
              </a:tabLst>
            </a:pPr>
            <a:fld id="{5EEBB736-EE4D-47F5-AA09-2D5A26F141C8}" type="slidenum">
              <a:rPr lang="en-US" sz="1200" b="0" u="none" strike="noStrike">
                <a:solidFill>
                  <a:srgbClr val="000000"/>
                </a:solidFill>
                <a:effectLst/>
                <a:uFillTx/>
                <a:latin typeface="Times New Roman"/>
              </a:rPr>
              <a:t>&lt;number&gt;</a:t>
            </a:fld>
            <a:endParaRPr lang="en-US" sz="1200" b="0" u="none" strike="noStrike">
              <a:solidFill>
                <a:srgbClr val="000000"/>
              </a:solidFill>
              <a:effectLst/>
              <a:uFillTx/>
              <a:latin typeface="Times New Roman"/>
            </a:endParaRPr>
          </a:p>
        </p:txBody>
      </p:sp>
    </p:spTree>
  </p:cSld>
</p:notes>
</file>

<file path=ppt/notesSlides/notesSlide1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35" name="PlaceHolder 1"/>
          <p:cNvSpPr>
            <a:spLocks noGrp="1"/>
          </p:cNvSpPr>
          <p:nvPr>
            <p:ph type="sldImg"/>
          </p:nvPr>
        </p:nvSpPr>
        <p:spPr>
          <a:xfrm>
            <a:off x="685800" y="1143000"/>
            <a:ext cx="5484960" cy="3084840"/>
          </a:xfrm>
          <a:prstGeom prst="rect">
            <a:avLst/>
          </a:prstGeom>
          <a:ln w="0">
            <a:noFill/>
          </a:ln>
        </p:spPr>
      </p:sp>
      <p:sp>
        <p:nvSpPr>
          <p:cNvPr id="836" name="PlaceHolder 2"/>
          <p:cNvSpPr>
            <a:spLocks noGrp="1"/>
          </p:cNvSpPr>
          <p:nvPr>
            <p:ph type="body"/>
          </p:nvPr>
        </p:nvSpPr>
        <p:spPr>
          <a:xfrm>
            <a:off x="685800" y="4400640"/>
            <a:ext cx="5484960" cy="3598920"/>
          </a:xfrm>
          <a:prstGeom prst="rect">
            <a:avLst/>
          </a:prstGeom>
          <a:noFill/>
          <a:ln w="0">
            <a:noFill/>
          </a:ln>
        </p:spPr>
        <p:txBody>
          <a:bodyPr lIns="91440" tIns="45720" rIns="91440" bIns="45720" anchor="t">
            <a:noAutofit/>
          </a:bodyPr>
          <a:p>
            <a:pPr indent="0" algn="l">
              <a:lnSpc>
                <a:spcPct val="100000"/>
              </a:lnSpc>
              <a:buNone/>
              <a:tabLst>
                <a:tab pos="0" algn="l"/>
              </a:tabLst>
            </a:pPr>
            <a:r>
              <a:rPr lang="en-US" sz="2000" b="0" u="none" strike="noStrike">
                <a:solidFill>
                  <a:srgbClr val="000000"/>
                </a:solidFill>
                <a:effectLst/>
                <a:uFillTx/>
                <a:latin typeface="Arial"/>
              </a:rPr>
              <a:t>Adds dynamic arrivals back in while still holding failures and bursts fixed off, so any change in behavior can be attributed to arrivals specifically before stacking on more complexity.</a:t>
            </a:r>
            <a:endParaRPr lang="en-US" sz="2000" b="0" u="none" strike="noStrike">
              <a:solidFill>
                <a:srgbClr val="000000"/>
              </a:solidFill>
              <a:effectLst/>
              <a:uFillTx/>
              <a:latin typeface="Arial"/>
            </a:endParaRPr>
          </a:p>
        </p:txBody>
      </p:sp>
      <p:sp>
        <p:nvSpPr>
          <p:cNvPr id="837" name="PlaceHolder 3"/>
          <p:cNvSpPr>
            <a:spLocks noGrp="1"/>
          </p:cNvSpPr>
          <p:nvPr>
            <p:ph type="sldNum" idx="16"/>
          </p:nvPr>
        </p:nvSpPr>
        <p:spPr>
          <a:xfrm>
            <a:off x="3884760" y="8685360"/>
            <a:ext cx="2970360" cy="457200"/>
          </a:xfrm>
          <a:prstGeom prst="rect">
            <a:avLst/>
          </a:prstGeom>
          <a:noFill/>
          <a:ln w="0">
            <a:noFill/>
          </a:ln>
        </p:spPr>
        <p:txBody>
          <a:bodyPr lIns="91440" tIns="45720" rIns="91440" bIns="45720" anchor="b">
            <a:noAutofit/>
          </a:bodyPr>
          <a:lstStyle>
            <a:lvl1pPr indent="0" algn="r">
              <a:lnSpc>
                <a:spcPct val="100000"/>
              </a:lnSpc>
              <a:buNone/>
              <a:tabLst>
                <a:tab pos="0" algn="l"/>
              </a:tabLst>
              <a:defRPr lang="en-US" sz="1200" b="0" u="none" strike="noStrike">
                <a:solidFill>
                  <a:srgbClr val="000000"/>
                </a:solidFill>
                <a:effectLst/>
                <a:uFillTx/>
                <a:latin typeface="Times New Roman"/>
              </a:defRPr>
            </a:lvl1pPr>
          </a:lstStyle>
          <a:p>
            <a:pPr indent="0" algn="r">
              <a:lnSpc>
                <a:spcPct val="100000"/>
              </a:lnSpc>
              <a:buNone/>
              <a:tabLst>
                <a:tab pos="0" algn="l"/>
              </a:tabLst>
            </a:pPr>
            <a:fld id="{3257A4A0-918D-4CF1-AA21-C0C30EE3E96C}" type="slidenum">
              <a:rPr lang="en-US" sz="1200" b="0" u="none" strike="noStrike">
                <a:solidFill>
                  <a:srgbClr val="000000"/>
                </a:solidFill>
                <a:effectLst/>
                <a:uFillTx/>
                <a:latin typeface="Times New Roman"/>
              </a:rPr>
              <a:t>&lt;number&gt;</a:t>
            </a:fld>
            <a:endParaRPr lang="en-US" sz="1200" b="0" u="none" strike="noStrike">
              <a:solidFill>
                <a:srgbClr val="000000"/>
              </a:solidFill>
              <a:effectLst/>
              <a:uFillTx/>
              <a:latin typeface="Times New Roman"/>
            </a:endParaRPr>
          </a:p>
        </p:txBody>
      </p:sp>
    </p:spTree>
  </p:cSld>
</p:notes>
</file>

<file path=ppt/notesSlides/notesSlide1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38" name="PlaceHolder 1"/>
          <p:cNvSpPr>
            <a:spLocks noGrp="1"/>
          </p:cNvSpPr>
          <p:nvPr>
            <p:ph type="sldImg"/>
          </p:nvPr>
        </p:nvSpPr>
        <p:spPr>
          <a:xfrm>
            <a:off x="685800" y="1143000"/>
            <a:ext cx="5484960" cy="3084840"/>
          </a:xfrm>
          <a:prstGeom prst="rect">
            <a:avLst/>
          </a:prstGeom>
          <a:ln w="0">
            <a:noFill/>
          </a:ln>
        </p:spPr>
      </p:sp>
      <p:sp>
        <p:nvSpPr>
          <p:cNvPr id="839" name="PlaceHolder 2"/>
          <p:cNvSpPr>
            <a:spLocks noGrp="1"/>
          </p:cNvSpPr>
          <p:nvPr>
            <p:ph type="body"/>
          </p:nvPr>
        </p:nvSpPr>
        <p:spPr>
          <a:xfrm>
            <a:off x="685800" y="4400640"/>
            <a:ext cx="5484960" cy="3598920"/>
          </a:xfrm>
          <a:prstGeom prst="rect">
            <a:avLst/>
          </a:prstGeom>
          <a:noFill/>
          <a:ln w="0">
            <a:noFill/>
          </a:ln>
        </p:spPr>
        <p:txBody>
          <a:bodyPr lIns="91440" tIns="45720" rIns="91440" bIns="45720" anchor="t">
            <a:noAutofit/>
          </a:bodyPr>
          <a:p>
            <a:pPr indent="0" algn="l">
              <a:lnSpc>
                <a:spcPct val="100000"/>
              </a:lnSpc>
              <a:buNone/>
              <a:tabLst>
                <a:tab pos="0" algn="l"/>
              </a:tabLst>
            </a:pPr>
            <a:r>
              <a:rPr lang="en-US" sz="2000" b="0" u="none" strike="noStrike">
                <a:solidFill>
                  <a:srgbClr val="000000"/>
                </a:solidFill>
                <a:effectLst/>
                <a:uFillTx/>
                <a:latin typeface="Arial"/>
              </a:rPr>
              <a:t>This is the full, realistic training condition - everything from the reframing slide (failures, bursts, dynamic arrivals) enabled together. Results from this stage feed directly into the rough draft.</a:t>
            </a:r>
            <a:endParaRPr lang="en-US" sz="2000" b="0" u="none" strike="noStrike">
              <a:solidFill>
                <a:srgbClr val="000000"/>
              </a:solidFill>
              <a:effectLst/>
              <a:uFillTx/>
              <a:latin typeface="Arial"/>
            </a:endParaRPr>
          </a:p>
        </p:txBody>
      </p:sp>
      <p:sp>
        <p:nvSpPr>
          <p:cNvPr id="840" name="PlaceHolder 3"/>
          <p:cNvSpPr>
            <a:spLocks noGrp="1"/>
          </p:cNvSpPr>
          <p:nvPr>
            <p:ph type="sldNum" idx="17"/>
          </p:nvPr>
        </p:nvSpPr>
        <p:spPr>
          <a:xfrm>
            <a:off x="3884760" y="8685360"/>
            <a:ext cx="2970360" cy="457200"/>
          </a:xfrm>
          <a:prstGeom prst="rect">
            <a:avLst/>
          </a:prstGeom>
          <a:noFill/>
          <a:ln w="0">
            <a:noFill/>
          </a:ln>
        </p:spPr>
        <p:txBody>
          <a:bodyPr lIns="91440" tIns="45720" rIns="91440" bIns="45720" anchor="b">
            <a:noAutofit/>
          </a:bodyPr>
          <a:lstStyle>
            <a:lvl1pPr indent="0" algn="r">
              <a:lnSpc>
                <a:spcPct val="100000"/>
              </a:lnSpc>
              <a:buNone/>
              <a:tabLst>
                <a:tab pos="0" algn="l"/>
              </a:tabLst>
              <a:defRPr lang="en-US" sz="1200" b="0" u="none" strike="noStrike">
                <a:solidFill>
                  <a:srgbClr val="000000"/>
                </a:solidFill>
                <a:effectLst/>
                <a:uFillTx/>
                <a:latin typeface="Times New Roman"/>
              </a:defRPr>
            </a:lvl1pPr>
          </a:lstStyle>
          <a:p>
            <a:pPr indent="0" algn="r">
              <a:lnSpc>
                <a:spcPct val="100000"/>
              </a:lnSpc>
              <a:buNone/>
              <a:tabLst>
                <a:tab pos="0" algn="l"/>
              </a:tabLst>
            </a:pPr>
            <a:fld id="{E618E58E-30BE-4730-85D2-159617E7FF0D}" type="slidenum">
              <a:rPr lang="en-US" sz="1200" b="0" u="none" strike="noStrike">
                <a:solidFill>
                  <a:srgbClr val="000000"/>
                </a:solidFill>
                <a:effectLst/>
                <a:uFillTx/>
                <a:latin typeface="Times New Roman"/>
              </a:rPr>
              <a:t>&lt;number&gt;</a:t>
            </a:fld>
            <a:endParaRPr lang="en-US" sz="1200" b="0" u="none" strike="noStrike">
              <a:solidFill>
                <a:srgbClr val="000000"/>
              </a:solidFill>
              <a:effectLst/>
              <a:uFillTx/>
              <a:latin typeface="Times New Roman"/>
            </a:endParaRPr>
          </a:p>
        </p:txBody>
      </p:sp>
    </p:spTree>
  </p:cSld>
</p:notes>
</file>

<file path=ppt/notesSlides/notesSlide1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41" name="PlaceHolder 1"/>
          <p:cNvSpPr>
            <a:spLocks noGrp="1"/>
          </p:cNvSpPr>
          <p:nvPr>
            <p:ph type="sldImg"/>
          </p:nvPr>
        </p:nvSpPr>
        <p:spPr>
          <a:xfrm>
            <a:off x="685800" y="1143000"/>
            <a:ext cx="5484960" cy="3084840"/>
          </a:xfrm>
          <a:prstGeom prst="rect">
            <a:avLst/>
          </a:prstGeom>
          <a:ln w="0">
            <a:noFill/>
          </a:ln>
        </p:spPr>
      </p:sp>
      <p:sp>
        <p:nvSpPr>
          <p:cNvPr id="842" name="PlaceHolder 2"/>
          <p:cNvSpPr>
            <a:spLocks noGrp="1"/>
          </p:cNvSpPr>
          <p:nvPr>
            <p:ph type="body"/>
          </p:nvPr>
        </p:nvSpPr>
        <p:spPr>
          <a:xfrm>
            <a:off x="685800" y="4400640"/>
            <a:ext cx="5484960" cy="3598920"/>
          </a:xfrm>
          <a:prstGeom prst="rect">
            <a:avLst/>
          </a:prstGeom>
          <a:noFill/>
          <a:ln w="0">
            <a:noFill/>
          </a:ln>
        </p:spPr>
        <p:txBody>
          <a:bodyPr lIns="91440" tIns="45720" rIns="91440" bIns="45720" anchor="t">
            <a:noAutofit/>
          </a:bodyPr>
          <a:p>
            <a:pPr indent="0" algn="l">
              <a:lnSpc>
                <a:spcPct val="100000"/>
              </a:lnSpc>
              <a:buNone/>
              <a:tabLst>
                <a:tab pos="0" algn="l"/>
              </a:tabLst>
            </a:pPr>
            <a:r>
              <a:rPr lang="en-US" sz="2000" b="0" u="none" strike="noStrike">
                <a:solidFill>
                  <a:srgbClr val="000000"/>
                </a:solidFill>
                <a:effectLst/>
                <a:uFillTx/>
                <a:latin typeface="Arial"/>
              </a:rPr>
              <a:t>This is where the semester's work closes the loop back to the DSCI-601 research questions - the evaluation results and the paper draft get consolidated together here.</a:t>
            </a:r>
            <a:endParaRPr lang="en-US" sz="2000" b="0" u="none" strike="noStrike">
              <a:solidFill>
                <a:srgbClr val="000000"/>
              </a:solidFill>
              <a:effectLst/>
              <a:uFillTx/>
              <a:latin typeface="Arial"/>
            </a:endParaRPr>
          </a:p>
        </p:txBody>
      </p:sp>
      <p:sp>
        <p:nvSpPr>
          <p:cNvPr id="843" name="PlaceHolder 3"/>
          <p:cNvSpPr>
            <a:spLocks noGrp="1"/>
          </p:cNvSpPr>
          <p:nvPr>
            <p:ph type="sldNum" idx="18"/>
          </p:nvPr>
        </p:nvSpPr>
        <p:spPr>
          <a:xfrm>
            <a:off x="3884760" y="8685360"/>
            <a:ext cx="2970360" cy="457200"/>
          </a:xfrm>
          <a:prstGeom prst="rect">
            <a:avLst/>
          </a:prstGeom>
          <a:noFill/>
          <a:ln w="0">
            <a:noFill/>
          </a:ln>
        </p:spPr>
        <p:txBody>
          <a:bodyPr lIns="91440" tIns="45720" rIns="91440" bIns="45720" anchor="b">
            <a:noAutofit/>
          </a:bodyPr>
          <a:lstStyle>
            <a:lvl1pPr indent="0" algn="r">
              <a:lnSpc>
                <a:spcPct val="100000"/>
              </a:lnSpc>
              <a:buNone/>
              <a:tabLst>
                <a:tab pos="0" algn="l"/>
              </a:tabLst>
              <a:defRPr lang="en-US" sz="1200" b="0" u="none" strike="noStrike">
                <a:solidFill>
                  <a:srgbClr val="000000"/>
                </a:solidFill>
                <a:effectLst/>
                <a:uFillTx/>
                <a:latin typeface="Times New Roman"/>
              </a:defRPr>
            </a:lvl1pPr>
          </a:lstStyle>
          <a:p>
            <a:pPr indent="0" algn="r">
              <a:lnSpc>
                <a:spcPct val="100000"/>
              </a:lnSpc>
              <a:buNone/>
              <a:tabLst>
                <a:tab pos="0" algn="l"/>
              </a:tabLst>
            </a:pPr>
            <a:fld id="{D7FFD51F-03AE-4A35-B176-9BDED30DE4CC}" type="slidenum">
              <a:rPr lang="en-US" sz="1200" b="0" u="none" strike="noStrike">
                <a:solidFill>
                  <a:srgbClr val="000000"/>
                </a:solidFill>
                <a:effectLst/>
                <a:uFillTx/>
                <a:latin typeface="Times New Roman"/>
              </a:rPr>
              <a:t>&lt;number&gt;</a:t>
            </a:fld>
            <a:endParaRPr lang="en-US" sz="1200" b="0" u="none" strike="noStrike">
              <a:solidFill>
                <a:srgbClr val="000000"/>
              </a:solidFill>
              <a:effectLst/>
              <a:uFillTx/>
              <a:latin typeface="Times New Roman"/>
            </a:endParaRPr>
          </a:p>
        </p:txBody>
      </p:sp>
    </p:spTree>
  </p:cSld>
</p:notes>
</file>

<file path=ppt/notesSlides/notesSlide1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44" name="PlaceHolder 1"/>
          <p:cNvSpPr>
            <a:spLocks noGrp="1"/>
          </p:cNvSpPr>
          <p:nvPr>
            <p:ph type="sldImg"/>
          </p:nvPr>
        </p:nvSpPr>
        <p:spPr>
          <a:xfrm>
            <a:off x="685800" y="1143000"/>
            <a:ext cx="5484960" cy="3084840"/>
          </a:xfrm>
          <a:prstGeom prst="rect">
            <a:avLst/>
          </a:prstGeom>
          <a:ln w="0">
            <a:noFill/>
          </a:ln>
        </p:spPr>
      </p:sp>
      <p:sp>
        <p:nvSpPr>
          <p:cNvPr id="845" name="PlaceHolder 2"/>
          <p:cNvSpPr>
            <a:spLocks noGrp="1"/>
          </p:cNvSpPr>
          <p:nvPr>
            <p:ph type="body"/>
          </p:nvPr>
        </p:nvSpPr>
        <p:spPr>
          <a:xfrm>
            <a:off x="685800" y="4400640"/>
            <a:ext cx="5484960" cy="3598920"/>
          </a:xfrm>
          <a:prstGeom prst="rect">
            <a:avLst/>
          </a:prstGeom>
          <a:noFill/>
          <a:ln w="0">
            <a:noFill/>
          </a:ln>
        </p:spPr>
        <p:txBody>
          <a:bodyPr lIns="91440" tIns="45720" rIns="91440" bIns="45720" anchor="t">
            <a:noAutofit/>
          </a:bodyPr>
          <a:p>
            <a:pPr indent="0" algn="l">
              <a:lnSpc>
                <a:spcPct val="100000"/>
              </a:lnSpc>
              <a:buNone/>
              <a:tabLst>
                <a:tab pos="0" algn="l"/>
              </a:tabLst>
            </a:pPr>
            <a:r>
              <a:rPr lang="en-US" sz="2000" b="0" u="none" strike="noStrike">
                <a:solidFill>
                  <a:srgbClr val="000000"/>
                </a:solidFill>
                <a:effectLst/>
                <a:uFillTx/>
                <a:latin typeface="Arial"/>
              </a:rPr>
              <a:t>The closing milestone - full simulation, trained model, and capstone paper presented together at the final demo.</a:t>
            </a:r>
            <a:endParaRPr lang="en-US" sz="2000" b="0" u="none" strike="noStrike">
              <a:solidFill>
                <a:srgbClr val="000000"/>
              </a:solidFill>
              <a:effectLst/>
              <a:uFillTx/>
              <a:latin typeface="Arial"/>
            </a:endParaRPr>
          </a:p>
        </p:txBody>
      </p:sp>
      <p:sp>
        <p:nvSpPr>
          <p:cNvPr id="846" name="PlaceHolder 3"/>
          <p:cNvSpPr>
            <a:spLocks noGrp="1"/>
          </p:cNvSpPr>
          <p:nvPr>
            <p:ph type="sldNum" idx="19"/>
          </p:nvPr>
        </p:nvSpPr>
        <p:spPr>
          <a:xfrm>
            <a:off x="3884760" y="8685360"/>
            <a:ext cx="2970360" cy="457200"/>
          </a:xfrm>
          <a:prstGeom prst="rect">
            <a:avLst/>
          </a:prstGeom>
          <a:noFill/>
          <a:ln w="0">
            <a:noFill/>
          </a:ln>
        </p:spPr>
        <p:txBody>
          <a:bodyPr lIns="91440" tIns="45720" rIns="91440" bIns="45720" anchor="b">
            <a:noAutofit/>
          </a:bodyPr>
          <a:lstStyle>
            <a:lvl1pPr indent="0" algn="r">
              <a:lnSpc>
                <a:spcPct val="100000"/>
              </a:lnSpc>
              <a:buNone/>
              <a:tabLst>
                <a:tab pos="0" algn="l"/>
              </a:tabLst>
              <a:defRPr lang="en-US" sz="1200" b="0" u="none" strike="noStrike">
                <a:solidFill>
                  <a:srgbClr val="000000"/>
                </a:solidFill>
                <a:effectLst/>
                <a:uFillTx/>
                <a:latin typeface="Times New Roman"/>
              </a:defRPr>
            </a:lvl1pPr>
          </a:lstStyle>
          <a:p>
            <a:pPr indent="0" algn="r">
              <a:lnSpc>
                <a:spcPct val="100000"/>
              </a:lnSpc>
              <a:buNone/>
              <a:tabLst>
                <a:tab pos="0" algn="l"/>
              </a:tabLst>
            </a:pPr>
            <a:fld id="{FB68CD6F-6B07-4E3B-8A49-24AE7547B0C3}" type="slidenum">
              <a:rPr lang="en-US" sz="1200" b="0" u="none" strike="noStrike">
                <a:solidFill>
                  <a:srgbClr val="000000"/>
                </a:solidFill>
                <a:effectLst/>
                <a:uFillTx/>
                <a:latin typeface="Times New Roman"/>
              </a:rPr>
              <a:t>&lt;number&gt;</a:t>
            </a:fld>
            <a:endParaRPr lang="en-US" sz="1200" b="0" u="none" strike="noStrike">
              <a:solidFill>
                <a:srgbClr val="000000"/>
              </a:solidFill>
              <a:effectLst/>
              <a:uFillTx/>
              <a:latin typeface="Times New Roman"/>
            </a:endParaRPr>
          </a:p>
        </p:txBody>
      </p:sp>
    </p:spTree>
  </p:cSld>
</p:notes>
</file>

<file path=ppt/notesSlides/notesSlide1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47" name="PlaceHolder 1"/>
          <p:cNvSpPr>
            <a:spLocks noGrp="1"/>
          </p:cNvSpPr>
          <p:nvPr>
            <p:ph type="sldImg"/>
          </p:nvPr>
        </p:nvSpPr>
        <p:spPr>
          <a:xfrm>
            <a:off x="685800" y="1143000"/>
            <a:ext cx="5484960" cy="3084840"/>
          </a:xfrm>
          <a:prstGeom prst="rect">
            <a:avLst/>
          </a:prstGeom>
          <a:ln w="0">
            <a:noFill/>
          </a:ln>
        </p:spPr>
      </p:sp>
      <p:sp>
        <p:nvSpPr>
          <p:cNvPr id="848" name="PlaceHolder 2"/>
          <p:cNvSpPr>
            <a:spLocks noGrp="1"/>
          </p:cNvSpPr>
          <p:nvPr>
            <p:ph type="body"/>
          </p:nvPr>
        </p:nvSpPr>
        <p:spPr>
          <a:xfrm>
            <a:off x="685800" y="4400640"/>
            <a:ext cx="5484960" cy="3598920"/>
          </a:xfrm>
          <a:prstGeom prst="rect">
            <a:avLst/>
          </a:prstGeom>
          <a:noFill/>
          <a:ln w="0">
            <a:noFill/>
          </a:ln>
        </p:spPr>
        <p:txBody>
          <a:bodyPr lIns="91440" tIns="45720" rIns="91440" bIns="45720" anchor="t">
            <a:noAutofit/>
          </a:bodyPr>
          <a:p>
            <a:pPr indent="0" algn="l">
              <a:lnSpc>
                <a:spcPct val="100000"/>
              </a:lnSpc>
              <a:buNone/>
              <a:tabLst>
                <a:tab pos="0" algn="l"/>
              </a:tabLst>
            </a:pPr>
            <a:r>
              <a:rPr lang="en-US" sz="2000" b="0" u="none" strike="noStrike">
                <a:solidFill>
                  <a:srgbClr val="000000"/>
                </a:solidFill>
                <a:effectLst/>
                <a:uFillTx/>
                <a:latin typeface="Arial"/>
              </a:rPr>
              <a:t>Unchanged from last semester - the end-to-end architecture hasn't needed revision. Unity generates state, state extraction pulls observations across the Gymnasium/gRPC interface, five parallel streams feed the state space, they fuse into actor-critic heads, and the actor's PDR selection loops back into Unity as an action.</a:t>
            </a:r>
            <a:endParaRPr lang="en-US" sz="2000" b="0" u="none" strike="noStrike">
              <a:solidFill>
                <a:srgbClr val="000000"/>
              </a:solidFill>
              <a:effectLst/>
              <a:uFillTx/>
              <a:latin typeface="Arial"/>
            </a:endParaRPr>
          </a:p>
        </p:txBody>
      </p:sp>
      <p:sp>
        <p:nvSpPr>
          <p:cNvPr id="849" name="PlaceHolder 3"/>
          <p:cNvSpPr>
            <a:spLocks noGrp="1"/>
          </p:cNvSpPr>
          <p:nvPr>
            <p:ph type="sldNum" idx="20"/>
          </p:nvPr>
        </p:nvSpPr>
        <p:spPr>
          <a:xfrm>
            <a:off x="3884760" y="8685360"/>
            <a:ext cx="2970360" cy="457200"/>
          </a:xfrm>
          <a:prstGeom prst="rect">
            <a:avLst/>
          </a:prstGeom>
          <a:noFill/>
          <a:ln w="0">
            <a:noFill/>
          </a:ln>
        </p:spPr>
        <p:txBody>
          <a:bodyPr lIns="91440" tIns="45720" rIns="91440" bIns="45720" anchor="b">
            <a:noAutofit/>
          </a:bodyPr>
          <a:lstStyle>
            <a:lvl1pPr indent="0" algn="r">
              <a:lnSpc>
                <a:spcPct val="100000"/>
              </a:lnSpc>
              <a:buNone/>
              <a:tabLst>
                <a:tab pos="0" algn="l"/>
              </a:tabLst>
              <a:defRPr lang="en-US" sz="1200" b="0" u="none" strike="noStrike">
                <a:solidFill>
                  <a:srgbClr val="000000"/>
                </a:solidFill>
                <a:effectLst/>
                <a:uFillTx/>
                <a:latin typeface="Times New Roman"/>
              </a:defRPr>
            </a:lvl1pPr>
          </a:lstStyle>
          <a:p>
            <a:pPr indent="0" algn="r">
              <a:lnSpc>
                <a:spcPct val="100000"/>
              </a:lnSpc>
              <a:buNone/>
              <a:tabLst>
                <a:tab pos="0" algn="l"/>
              </a:tabLst>
            </a:pPr>
            <a:fld id="{294EB8D4-AC61-45D1-BD51-4C4F946E3799}" type="slidenum">
              <a:rPr lang="en-US" sz="1200" b="0" u="none" strike="noStrike">
                <a:solidFill>
                  <a:srgbClr val="000000"/>
                </a:solidFill>
                <a:effectLst/>
                <a:uFillTx/>
                <a:latin typeface="Times New Roman"/>
              </a:rPr>
              <a:t>&lt;number&gt;</a:t>
            </a:fld>
            <a:endParaRPr lang="en-US" sz="1200" b="0" u="none" strike="noStrike">
              <a:solidFill>
                <a:srgbClr val="000000"/>
              </a:solidFill>
              <a:effectLst/>
              <a:uFillTx/>
              <a:latin typeface="Times New Roman"/>
            </a:endParaRPr>
          </a:p>
        </p:txBody>
      </p:sp>
    </p:spTree>
  </p:cSld>
</p:notes>
</file>

<file path=ppt/notesSlides/notesSlide1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50" name="PlaceHolder 1"/>
          <p:cNvSpPr>
            <a:spLocks noGrp="1"/>
          </p:cNvSpPr>
          <p:nvPr>
            <p:ph type="sldImg"/>
          </p:nvPr>
        </p:nvSpPr>
        <p:spPr>
          <a:xfrm>
            <a:off x="685800" y="1143000"/>
            <a:ext cx="5484960" cy="3084840"/>
          </a:xfrm>
          <a:prstGeom prst="rect">
            <a:avLst/>
          </a:prstGeom>
          <a:ln w="0">
            <a:noFill/>
          </a:ln>
        </p:spPr>
      </p:sp>
      <p:sp>
        <p:nvSpPr>
          <p:cNvPr id="851" name="PlaceHolder 2"/>
          <p:cNvSpPr>
            <a:spLocks noGrp="1"/>
          </p:cNvSpPr>
          <p:nvPr>
            <p:ph type="body"/>
          </p:nvPr>
        </p:nvSpPr>
        <p:spPr>
          <a:xfrm>
            <a:off x="685800" y="4400640"/>
            <a:ext cx="5484960" cy="3598920"/>
          </a:xfrm>
          <a:prstGeom prst="rect">
            <a:avLst/>
          </a:prstGeom>
          <a:noFill/>
          <a:ln w="0">
            <a:noFill/>
          </a:ln>
        </p:spPr>
        <p:txBody>
          <a:bodyPr lIns="91440" tIns="45720" rIns="91440" bIns="45720" anchor="t">
            <a:noAutofit/>
          </a:bodyPr>
          <a:p>
            <a:pPr indent="0" algn="l">
              <a:lnSpc>
                <a:spcPct val="100000"/>
              </a:lnSpc>
              <a:buNone/>
              <a:tabLst>
                <a:tab pos="0" algn="l"/>
              </a:tabLst>
            </a:pPr>
            <a:r>
              <a:rPr lang="en-US" sz="2000" b="0" u="none" strike="noStrike">
                <a:solidFill>
                  <a:srgbClr val="000000"/>
                </a:solidFill>
                <a:effectLst/>
                <a:uFillTx/>
                <a:latin typeface="Arial"/>
              </a:rPr>
              <a:t>The high-level architecture didn't need to change this cycle - Unity generates state, the Gymnasium/gRPC bridge carries it to the Python actor-critic, actions flow back the same path shown on the previous slide. What grew is the orchestration and realism layer sitting underneath that stable picture: FailureCoordinator (machine failure→repair→fix), FlagHarvester (recovers stalled AGVs/jobs after congestion or failure events), StochasticEventManager (two independent RNG streams - one for failures, one for arrivals - plus new burst-arrival sampling), FactoryOrchestrator's decision loop (now drains a full queue of ready decisions per frame instead of one), and the EpisodeTracker + 8-file ResultsLogger pipeline (new this cycle - callback to the Logging Explosion slide). Stack, named explicitly: Unity/C# for simulation and physics, ML-Agents Gymnasium/gRPC for the bridge, Python/PyTorch for the PPO actor-critic.</a:t>
            </a:r>
            <a:endParaRPr lang="en-US" sz="2000" b="0" u="none" strike="noStrike">
              <a:solidFill>
                <a:srgbClr val="000000"/>
              </a:solidFill>
              <a:effectLst/>
              <a:uFillTx/>
              <a:latin typeface="Arial"/>
            </a:endParaRPr>
          </a:p>
        </p:txBody>
      </p:sp>
      <p:sp>
        <p:nvSpPr>
          <p:cNvPr id="852" name="PlaceHolder 3"/>
          <p:cNvSpPr>
            <a:spLocks noGrp="1"/>
          </p:cNvSpPr>
          <p:nvPr>
            <p:ph type="sldNum" idx="21"/>
          </p:nvPr>
        </p:nvSpPr>
        <p:spPr>
          <a:xfrm>
            <a:off x="3884760" y="8685360"/>
            <a:ext cx="2970360" cy="457200"/>
          </a:xfrm>
          <a:prstGeom prst="rect">
            <a:avLst/>
          </a:prstGeom>
          <a:noFill/>
          <a:ln w="0">
            <a:noFill/>
          </a:ln>
        </p:spPr>
        <p:txBody>
          <a:bodyPr lIns="91440" tIns="45720" rIns="91440" bIns="45720" anchor="b">
            <a:noAutofit/>
          </a:bodyPr>
          <a:lstStyle>
            <a:lvl1pPr indent="0" algn="r">
              <a:lnSpc>
                <a:spcPct val="100000"/>
              </a:lnSpc>
              <a:buNone/>
              <a:tabLst>
                <a:tab pos="0" algn="l"/>
              </a:tabLst>
              <a:defRPr lang="en-US" sz="1200" b="0" u="none" strike="noStrike">
                <a:solidFill>
                  <a:srgbClr val="000000"/>
                </a:solidFill>
                <a:effectLst/>
                <a:uFillTx/>
                <a:latin typeface="Times New Roman"/>
              </a:defRPr>
            </a:lvl1pPr>
          </a:lstStyle>
          <a:p>
            <a:pPr indent="0" algn="r">
              <a:lnSpc>
                <a:spcPct val="100000"/>
              </a:lnSpc>
              <a:buNone/>
              <a:tabLst>
                <a:tab pos="0" algn="l"/>
              </a:tabLst>
            </a:pPr>
            <a:fld id="{C1A02341-826D-4004-9F1D-3B17BF4BA095}" type="slidenum">
              <a:rPr lang="en-US" sz="1200" b="0" u="none" strike="noStrike">
                <a:solidFill>
                  <a:srgbClr val="000000"/>
                </a:solidFill>
                <a:effectLst/>
                <a:uFillTx/>
                <a:latin typeface="Times New Roman"/>
              </a:rPr>
              <a:t>&lt;number&gt;</a:t>
            </a:fld>
            <a:endParaRPr lang="en-US" sz="1200" b="0" u="none" strike="noStrike">
              <a:solidFill>
                <a:srgbClr val="000000"/>
              </a:solidFill>
              <a:effectLst/>
              <a:uFillTx/>
              <a:latin typeface="Times New Roman"/>
            </a:endParaRPr>
          </a:p>
        </p:txBody>
      </p:sp>
    </p:spTree>
  </p:cSld>
</p:notes>
</file>

<file path=ppt/notesSlides/notesSlide19.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53" name="PlaceHolder 1"/>
          <p:cNvSpPr>
            <a:spLocks noGrp="1"/>
          </p:cNvSpPr>
          <p:nvPr>
            <p:ph type="sldImg"/>
          </p:nvPr>
        </p:nvSpPr>
        <p:spPr>
          <a:xfrm>
            <a:off x="685800" y="1143000"/>
            <a:ext cx="5484960" cy="3084840"/>
          </a:xfrm>
          <a:prstGeom prst="rect">
            <a:avLst/>
          </a:prstGeom>
          <a:ln w="0">
            <a:noFill/>
          </a:ln>
        </p:spPr>
      </p:sp>
      <p:sp>
        <p:nvSpPr>
          <p:cNvPr id="854" name="PlaceHolder 2"/>
          <p:cNvSpPr>
            <a:spLocks noGrp="1"/>
          </p:cNvSpPr>
          <p:nvPr>
            <p:ph type="body"/>
          </p:nvPr>
        </p:nvSpPr>
        <p:spPr>
          <a:xfrm>
            <a:off x="685800" y="4400640"/>
            <a:ext cx="5484960" cy="3598920"/>
          </a:xfrm>
          <a:prstGeom prst="rect">
            <a:avLst/>
          </a:prstGeom>
          <a:noFill/>
          <a:ln w="0">
            <a:noFill/>
          </a:ln>
        </p:spPr>
        <p:txBody>
          <a:bodyPr lIns="91440" tIns="45720" rIns="91440" bIns="45720" anchor="t">
            <a:noAutofit/>
          </a:bodyPr>
          <a:p>
            <a:pPr indent="0" algn="l">
              <a:lnSpc>
                <a:spcPct val="100000"/>
              </a:lnSpc>
              <a:buNone/>
              <a:tabLst>
                <a:tab pos="0" algn="l"/>
              </a:tabLst>
            </a:pPr>
            <a:r>
              <a:rPr lang="en-US" sz="2000" b="0" u="none" strike="noStrike">
                <a:solidFill>
                  <a:srgbClr val="000000"/>
                </a:solidFill>
                <a:effectLst/>
                <a:uFillTx/>
                <a:latin typeface="Arial"/>
              </a:rPr>
              <a:t>Unchanged from last semester - the domain model hasn't needed revision. Useful to walk through Job → Operation → Machine → AGV → Traffic/Parking Zone → Episode as one path, since it mirrors how a job actually flows through the simulation.</a:t>
            </a:r>
            <a:endParaRPr lang="en-US" sz="2000" b="0" u="none" strike="noStrike">
              <a:solidFill>
                <a:srgbClr val="000000"/>
              </a:solidFill>
              <a:effectLst/>
              <a:uFillTx/>
              <a:latin typeface="Arial"/>
            </a:endParaRPr>
          </a:p>
        </p:txBody>
      </p:sp>
      <p:sp>
        <p:nvSpPr>
          <p:cNvPr id="855" name="PlaceHolder 3"/>
          <p:cNvSpPr>
            <a:spLocks noGrp="1"/>
          </p:cNvSpPr>
          <p:nvPr>
            <p:ph type="sldNum" idx="22"/>
          </p:nvPr>
        </p:nvSpPr>
        <p:spPr>
          <a:xfrm>
            <a:off x="3884760" y="8685360"/>
            <a:ext cx="2970360" cy="457200"/>
          </a:xfrm>
          <a:prstGeom prst="rect">
            <a:avLst/>
          </a:prstGeom>
          <a:noFill/>
          <a:ln w="0">
            <a:noFill/>
          </a:ln>
        </p:spPr>
        <p:txBody>
          <a:bodyPr lIns="91440" tIns="45720" rIns="91440" bIns="45720" anchor="b">
            <a:noAutofit/>
          </a:bodyPr>
          <a:lstStyle>
            <a:lvl1pPr indent="0" algn="r">
              <a:lnSpc>
                <a:spcPct val="100000"/>
              </a:lnSpc>
              <a:buNone/>
              <a:tabLst>
                <a:tab pos="0" algn="l"/>
              </a:tabLst>
              <a:defRPr lang="en-US" sz="1200" b="0" u="none" strike="noStrike">
                <a:solidFill>
                  <a:srgbClr val="000000"/>
                </a:solidFill>
                <a:effectLst/>
                <a:uFillTx/>
                <a:latin typeface="Times New Roman"/>
              </a:defRPr>
            </a:lvl1pPr>
          </a:lstStyle>
          <a:p>
            <a:pPr indent="0" algn="r">
              <a:lnSpc>
                <a:spcPct val="100000"/>
              </a:lnSpc>
              <a:buNone/>
              <a:tabLst>
                <a:tab pos="0" algn="l"/>
              </a:tabLst>
            </a:pPr>
            <a:fld id="{69822260-24D7-4AFC-8676-79A01081AECD}" type="slidenum">
              <a:rPr lang="en-US" sz="1200" b="0" u="none" strike="noStrike">
                <a:solidFill>
                  <a:srgbClr val="000000"/>
                </a:solidFill>
                <a:effectLst/>
                <a:uFillTx/>
                <a:latin typeface="Times New Roman"/>
              </a:rPr>
              <a:t>&lt;number&gt;</a:t>
            </a:fld>
            <a:endParaRPr lang="en-US" sz="1200" b="0" u="none" strike="noStrike">
              <a:solidFill>
                <a:srgbClr val="000000"/>
              </a:solidFill>
              <a:effectLst/>
              <a:uFillTx/>
              <a:latin typeface="Times New Roman"/>
            </a:endParaRPr>
          </a:p>
        </p:txBody>
      </p:sp>
    </p:spTree>
  </p:cSld>
</p:notes>
</file>

<file path=ppt/notesSlides/notesSlide20.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56" name="PlaceHolder 1"/>
          <p:cNvSpPr>
            <a:spLocks noGrp="1"/>
          </p:cNvSpPr>
          <p:nvPr>
            <p:ph type="sldImg"/>
          </p:nvPr>
        </p:nvSpPr>
        <p:spPr>
          <a:xfrm>
            <a:off x="685800" y="1143000"/>
            <a:ext cx="5484960" cy="3084840"/>
          </a:xfrm>
          <a:prstGeom prst="rect">
            <a:avLst/>
          </a:prstGeom>
          <a:ln w="0">
            <a:noFill/>
          </a:ln>
        </p:spPr>
      </p:sp>
      <p:sp>
        <p:nvSpPr>
          <p:cNvPr id="857" name="PlaceHolder 2"/>
          <p:cNvSpPr>
            <a:spLocks noGrp="1"/>
          </p:cNvSpPr>
          <p:nvPr>
            <p:ph type="body"/>
          </p:nvPr>
        </p:nvSpPr>
        <p:spPr>
          <a:xfrm>
            <a:off x="685800" y="4400640"/>
            <a:ext cx="5484960" cy="3598920"/>
          </a:xfrm>
          <a:prstGeom prst="rect">
            <a:avLst/>
          </a:prstGeom>
          <a:noFill/>
          <a:ln w="0">
            <a:noFill/>
          </a:ln>
        </p:spPr>
        <p:txBody>
          <a:bodyPr lIns="91440" tIns="45720" rIns="91440" bIns="45720" anchor="t">
            <a:noAutofit/>
          </a:bodyPr>
          <a:p>
            <a:pPr indent="0" algn="l">
              <a:lnSpc>
                <a:spcPct val="100000"/>
              </a:lnSpc>
              <a:buNone/>
              <a:tabLst>
                <a:tab pos="0" algn="l"/>
              </a:tabLst>
            </a:pPr>
            <a:r>
              <a:rPr lang="en-US" sz="2000" b="0" u="none" strike="noStrike">
                <a:solidFill>
                  <a:srgbClr val="000000"/>
                </a:solidFill>
                <a:effectLst/>
                <a:uFillTx/>
                <a:latin typeface="Arial"/>
              </a:rPr>
              <a:t>The entity structure itself - Job → Operation → Machine, AGV ↔ Traffic/Parking Zone - hasn't changed since last semester, which is why the diagram on the previous slide is untouched. What's grown is the state tracked on each entity. Job now carries is_dynamic, arrival_time/exit_time, flow_time, and burst-arrival group membership. Machine now carries failure/repair state - Weibull time-to-failure, log-normal repair duration, availability_rate. AGV now carries congestion_fraction, reroute_count, stall_recovery_count - transport-wait behavior is a first-class tracked property now, not an afterthought. Episode now carries deadlock_detected/deadlock_sim_time - an entirely new terminal-state outcome that didn't exist in the DSCI-601 version of the model.</a:t>
            </a:r>
            <a:endParaRPr lang="en-US" sz="2000" b="0" u="none" strike="noStrike">
              <a:solidFill>
                <a:srgbClr val="000000"/>
              </a:solidFill>
              <a:effectLst/>
              <a:uFillTx/>
              <a:latin typeface="Arial"/>
            </a:endParaRPr>
          </a:p>
        </p:txBody>
      </p:sp>
      <p:sp>
        <p:nvSpPr>
          <p:cNvPr id="858" name="PlaceHolder 3"/>
          <p:cNvSpPr>
            <a:spLocks noGrp="1"/>
          </p:cNvSpPr>
          <p:nvPr>
            <p:ph type="sldNum" idx="23"/>
          </p:nvPr>
        </p:nvSpPr>
        <p:spPr>
          <a:xfrm>
            <a:off x="3884760" y="8685360"/>
            <a:ext cx="2970360" cy="457200"/>
          </a:xfrm>
          <a:prstGeom prst="rect">
            <a:avLst/>
          </a:prstGeom>
          <a:noFill/>
          <a:ln w="0">
            <a:noFill/>
          </a:ln>
        </p:spPr>
        <p:txBody>
          <a:bodyPr lIns="91440" tIns="45720" rIns="91440" bIns="45720" anchor="b">
            <a:noAutofit/>
          </a:bodyPr>
          <a:lstStyle>
            <a:lvl1pPr indent="0" algn="r">
              <a:lnSpc>
                <a:spcPct val="100000"/>
              </a:lnSpc>
              <a:buNone/>
              <a:tabLst>
                <a:tab pos="0" algn="l"/>
              </a:tabLst>
              <a:defRPr lang="en-US" sz="1200" b="0" u="none" strike="noStrike">
                <a:solidFill>
                  <a:srgbClr val="000000"/>
                </a:solidFill>
                <a:effectLst/>
                <a:uFillTx/>
                <a:latin typeface="Times New Roman"/>
              </a:defRPr>
            </a:lvl1pPr>
          </a:lstStyle>
          <a:p>
            <a:pPr indent="0" algn="r">
              <a:lnSpc>
                <a:spcPct val="100000"/>
              </a:lnSpc>
              <a:buNone/>
              <a:tabLst>
                <a:tab pos="0" algn="l"/>
              </a:tabLst>
            </a:pPr>
            <a:fld id="{E86E2FB6-85DD-4F19-B0BA-43DDCFA95600}" type="slidenum">
              <a:rPr lang="en-US" sz="1200" b="0" u="none" strike="noStrike">
                <a:solidFill>
                  <a:srgbClr val="000000"/>
                </a:solidFill>
                <a:effectLst/>
                <a:uFillTx/>
                <a:latin typeface="Times New Roman"/>
              </a:rPr>
              <a:t>&lt;number&gt;</a:t>
            </a:fld>
            <a:endParaRPr lang="en-US" sz="1200" b="0" u="none" strike="noStrike">
              <a:solidFill>
                <a:srgbClr val="000000"/>
              </a:solidFill>
              <a:effectLst/>
              <a:uFillTx/>
              <a:latin typeface="Times New Roman"/>
            </a:endParaRPr>
          </a:p>
        </p:txBody>
      </p:sp>
    </p:spTree>
  </p:cSld>
</p:notes>
</file>

<file path=ppt/notesSlides/notesSlide2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59" name="PlaceHolder 1"/>
          <p:cNvSpPr>
            <a:spLocks noGrp="1"/>
          </p:cNvSpPr>
          <p:nvPr>
            <p:ph type="sldImg"/>
          </p:nvPr>
        </p:nvSpPr>
        <p:spPr>
          <a:xfrm>
            <a:off x="685800" y="1143000"/>
            <a:ext cx="5484960" cy="3084840"/>
          </a:xfrm>
          <a:prstGeom prst="rect">
            <a:avLst/>
          </a:prstGeom>
          <a:ln w="0">
            <a:noFill/>
          </a:ln>
        </p:spPr>
      </p:sp>
      <p:sp>
        <p:nvSpPr>
          <p:cNvPr id="860" name="PlaceHolder 2"/>
          <p:cNvSpPr>
            <a:spLocks noGrp="1"/>
          </p:cNvSpPr>
          <p:nvPr>
            <p:ph type="body"/>
          </p:nvPr>
        </p:nvSpPr>
        <p:spPr>
          <a:xfrm>
            <a:off x="685800" y="4400640"/>
            <a:ext cx="5484960" cy="3598920"/>
          </a:xfrm>
          <a:prstGeom prst="rect">
            <a:avLst/>
          </a:prstGeom>
          <a:noFill/>
          <a:ln w="0">
            <a:noFill/>
          </a:ln>
        </p:spPr>
        <p:txBody>
          <a:bodyPr lIns="91440" tIns="45720" rIns="91440" bIns="45720" anchor="t">
            <a:noAutofit/>
          </a:bodyPr>
          <a:p>
            <a:pPr indent="0" algn="l">
              <a:lnSpc>
                <a:spcPct val="100000"/>
              </a:lnSpc>
              <a:buNone/>
              <a:tabLst>
                <a:tab pos="0" algn="l"/>
              </a:tabLst>
            </a:pPr>
            <a:r>
              <a:rPr lang="en-US" sz="2000" b="0" u="none" strike="noStrike">
                <a:solidFill>
                  <a:srgbClr val="000000"/>
                </a:solidFill>
                <a:effectLst/>
                <a:uFillTx/>
                <a:latin typeface="Arial"/>
              </a:rPr>
              <a:t>Six stages anchored to the same standup/milestone/rough-draft/demo dates as before (9/28, 10/19, 11/2, 11/16, 11/23, 11/30, 12/9) - 9/28 now falls as a checkpoint inside Stage 1's span rather than an end date, since the reward rework and remaining bugfixes are already underway. Stage 1 runs now through 10/19; each subsequent stage is a roughly two-week training step of increasing complexity, closing with the final demo on 12/9. Stage 1's bar now shows two parallel sub-deliverables (reward redesign, bug lockdown) both closing by 10/19; Stage 4's bar shows three sequential sub-steps (enable failures, enable bursts, combined full-stress run). Stage 4 carries the most schedule risk this term - three stochastic features have to compose correctly together, and it has the least buffer before the rough draft (11/23). If it slips, Stage 5's evaluation scope is what flexes, not the draft deadline.</a:t>
            </a:r>
            <a:endParaRPr lang="en-US" sz="2000" b="0" u="none" strike="noStrike">
              <a:solidFill>
                <a:srgbClr val="000000"/>
              </a:solidFill>
              <a:effectLst/>
              <a:uFillTx/>
              <a:latin typeface="Arial"/>
            </a:endParaRPr>
          </a:p>
        </p:txBody>
      </p:sp>
      <p:sp>
        <p:nvSpPr>
          <p:cNvPr id="861" name="PlaceHolder 3"/>
          <p:cNvSpPr>
            <a:spLocks noGrp="1"/>
          </p:cNvSpPr>
          <p:nvPr>
            <p:ph type="sldNum" idx="24"/>
          </p:nvPr>
        </p:nvSpPr>
        <p:spPr>
          <a:xfrm>
            <a:off x="3884760" y="8685360"/>
            <a:ext cx="2970360" cy="457200"/>
          </a:xfrm>
          <a:prstGeom prst="rect">
            <a:avLst/>
          </a:prstGeom>
          <a:noFill/>
          <a:ln w="0">
            <a:noFill/>
          </a:ln>
        </p:spPr>
        <p:txBody>
          <a:bodyPr lIns="91440" tIns="45720" rIns="91440" bIns="45720" anchor="b">
            <a:noAutofit/>
          </a:bodyPr>
          <a:lstStyle>
            <a:lvl1pPr indent="0" algn="r">
              <a:lnSpc>
                <a:spcPct val="100000"/>
              </a:lnSpc>
              <a:buNone/>
              <a:tabLst>
                <a:tab pos="0" algn="l"/>
              </a:tabLst>
              <a:defRPr lang="en-US" sz="1200" b="0" u="none" strike="noStrike">
                <a:solidFill>
                  <a:srgbClr val="000000"/>
                </a:solidFill>
                <a:effectLst/>
                <a:uFillTx/>
                <a:latin typeface="Times New Roman"/>
              </a:defRPr>
            </a:lvl1pPr>
          </a:lstStyle>
          <a:p>
            <a:pPr indent="0" algn="r">
              <a:lnSpc>
                <a:spcPct val="100000"/>
              </a:lnSpc>
              <a:buNone/>
              <a:tabLst>
                <a:tab pos="0" algn="l"/>
              </a:tabLst>
            </a:pPr>
            <a:fld id="{968FEB3F-3001-4ABD-9BB7-3B3CFB2A8CBE}" type="slidenum">
              <a:rPr lang="en-US" sz="1200" b="0" u="none" strike="noStrike">
                <a:solidFill>
                  <a:srgbClr val="000000"/>
                </a:solidFill>
                <a:effectLst/>
                <a:uFillTx/>
                <a:latin typeface="Times New Roman"/>
              </a:rPr>
              <a:t>&lt;number&gt;</a:t>
            </a:fld>
            <a:endParaRPr lang="en-US" sz="1200" b="0" u="none" strike="noStrike">
              <a:solidFill>
                <a:srgbClr val="000000"/>
              </a:solidFill>
              <a:effectLst/>
              <a:uFillTx/>
              <a:latin typeface="Times New Roman"/>
            </a:endParaRPr>
          </a:p>
        </p:txBody>
      </p:sp>
    </p:spTree>
  </p:cSld>
</p:notes>
</file>

<file path=ppt/notesSlides/notesSlide2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62" name="PlaceHolder 1"/>
          <p:cNvSpPr>
            <a:spLocks noGrp="1"/>
          </p:cNvSpPr>
          <p:nvPr>
            <p:ph type="sldImg"/>
          </p:nvPr>
        </p:nvSpPr>
        <p:spPr>
          <a:xfrm>
            <a:off x="685800" y="1143000"/>
            <a:ext cx="5484960" cy="3084840"/>
          </a:xfrm>
          <a:prstGeom prst="rect">
            <a:avLst/>
          </a:prstGeom>
          <a:ln w="0">
            <a:noFill/>
          </a:ln>
        </p:spPr>
      </p:sp>
      <p:sp>
        <p:nvSpPr>
          <p:cNvPr id="863" name="PlaceHolder 2"/>
          <p:cNvSpPr>
            <a:spLocks noGrp="1"/>
          </p:cNvSpPr>
          <p:nvPr>
            <p:ph type="body"/>
          </p:nvPr>
        </p:nvSpPr>
        <p:spPr>
          <a:xfrm>
            <a:off x="685800" y="4400640"/>
            <a:ext cx="5484960" cy="3598920"/>
          </a:xfrm>
          <a:prstGeom prst="rect">
            <a:avLst/>
          </a:prstGeom>
          <a:noFill/>
          <a:ln w="0">
            <a:noFill/>
          </a:ln>
        </p:spPr>
        <p:txBody>
          <a:bodyPr lIns="91440" tIns="45720" rIns="91440" bIns="45720" anchor="t">
            <a:noAutofit/>
          </a:bodyPr>
          <a:p>
            <a:pPr indent="0" algn="l">
              <a:lnSpc>
                <a:spcPct val="100000"/>
              </a:lnSpc>
              <a:buNone/>
              <a:tabLst>
                <a:tab pos="0" algn="l"/>
              </a:tabLst>
            </a:pPr>
            <a:r>
              <a:rPr lang="en-US" sz="2000" b="0" u="none" strike="noStrike">
                <a:solidFill>
                  <a:srgbClr val="000000"/>
                </a:solidFill>
                <a:effectLst/>
                <a:uFillTx/>
                <a:latin typeface="Arial"/>
              </a:rPr>
              <a:t>Time-permitting appendix slide - hold for Q&amp;A rather than presenting live unless there's time. The cluster-access question is still open: whether it supports scheduling multi-day jobs is unresolved and directly affects the local-vs-cluster decision on Stage 4 of the deliverables timeline.</a:t>
            </a:r>
            <a:endParaRPr lang="en-US" sz="2000" b="0" u="none" strike="noStrike">
              <a:solidFill>
                <a:srgbClr val="000000"/>
              </a:solidFill>
              <a:effectLst/>
              <a:uFillTx/>
              <a:latin typeface="Arial"/>
            </a:endParaRPr>
          </a:p>
        </p:txBody>
      </p:sp>
      <p:sp>
        <p:nvSpPr>
          <p:cNvPr id="864" name="PlaceHolder 3"/>
          <p:cNvSpPr>
            <a:spLocks noGrp="1"/>
          </p:cNvSpPr>
          <p:nvPr>
            <p:ph type="sldNum" idx="25"/>
          </p:nvPr>
        </p:nvSpPr>
        <p:spPr>
          <a:xfrm>
            <a:off x="3884760" y="8685360"/>
            <a:ext cx="2970360" cy="457200"/>
          </a:xfrm>
          <a:prstGeom prst="rect">
            <a:avLst/>
          </a:prstGeom>
          <a:noFill/>
          <a:ln w="0">
            <a:noFill/>
          </a:ln>
        </p:spPr>
        <p:txBody>
          <a:bodyPr lIns="91440" tIns="45720" rIns="91440" bIns="45720" anchor="b">
            <a:noAutofit/>
          </a:bodyPr>
          <a:lstStyle>
            <a:lvl1pPr indent="0" algn="r">
              <a:lnSpc>
                <a:spcPct val="100000"/>
              </a:lnSpc>
              <a:buNone/>
              <a:tabLst>
                <a:tab pos="0" algn="l"/>
              </a:tabLst>
              <a:defRPr lang="en-US" sz="1200" b="0" u="none" strike="noStrike">
                <a:solidFill>
                  <a:srgbClr val="000000"/>
                </a:solidFill>
                <a:effectLst/>
                <a:uFillTx/>
                <a:latin typeface="Times New Roman"/>
              </a:defRPr>
            </a:lvl1pPr>
          </a:lstStyle>
          <a:p>
            <a:pPr indent="0" algn="r">
              <a:lnSpc>
                <a:spcPct val="100000"/>
              </a:lnSpc>
              <a:buNone/>
              <a:tabLst>
                <a:tab pos="0" algn="l"/>
              </a:tabLst>
            </a:pPr>
            <a:fld id="{255F23A5-DBFA-4F32-8C27-BF3AA592AD35}" type="slidenum">
              <a:rPr lang="en-US" sz="1200" b="0" u="none" strike="noStrike">
                <a:solidFill>
                  <a:srgbClr val="000000"/>
                </a:solidFill>
                <a:effectLst/>
                <a:uFillTx/>
                <a:latin typeface="Times New Roman"/>
              </a:rPr>
              <a:t>&lt;number&gt;</a:t>
            </a:fld>
            <a:endParaRPr lang="en-US" sz="1200" b="0" u="none" strike="noStrike">
              <a:solidFill>
                <a:srgbClr val="000000"/>
              </a:solidFill>
              <a:effectLst/>
              <a:uFillTx/>
              <a:latin typeface="Times New Roman"/>
            </a:endParaRPr>
          </a:p>
        </p:txBody>
      </p:sp>
    </p:spTree>
  </p:cSld>
</p:notes>
</file>

<file path=ppt/notesSlides/notesSlide2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65" name="PlaceHolder 1"/>
          <p:cNvSpPr>
            <a:spLocks noGrp="1"/>
          </p:cNvSpPr>
          <p:nvPr>
            <p:ph type="sldImg"/>
          </p:nvPr>
        </p:nvSpPr>
        <p:spPr>
          <a:xfrm>
            <a:off x="685800" y="1143000"/>
            <a:ext cx="5484960" cy="3084840"/>
          </a:xfrm>
          <a:prstGeom prst="rect">
            <a:avLst/>
          </a:prstGeom>
          <a:ln w="0">
            <a:noFill/>
          </a:ln>
        </p:spPr>
      </p:sp>
      <p:sp>
        <p:nvSpPr>
          <p:cNvPr id="866" name="PlaceHolder 2"/>
          <p:cNvSpPr>
            <a:spLocks noGrp="1"/>
          </p:cNvSpPr>
          <p:nvPr>
            <p:ph type="body"/>
          </p:nvPr>
        </p:nvSpPr>
        <p:spPr>
          <a:xfrm>
            <a:off x="685800" y="4400640"/>
            <a:ext cx="5484960" cy="3598920"/>
          </a:xfrm>
          <a:prstGeom prst="rect">
            <a:avLst/>
          </a:prstGeom>
          <a:noFill/>
          <a:ln w="0">
            <a:noFill/>
          </a:ln>
        </p:spPr>
        <p:txBody>
          <a:bodyPr lIns="91440" tIns="45720" rIns="91440" bIns="45720" anchor="t">
            <a:noAutofit/>
          </a:bodyPr>
          <a:p>
            <a:pPr indent="0" algn="l">
              <a:lnSpc>
                <a:spcPct val="100000"/>
              </a:lnSpc>
              <a:buNone/>
              <a:tabLst>
                <a:tab pos="0" algn="l"/>
              </a:tabLst>
            </a:pPr>
            <a:r>
              <a:rPr lang="en-US" sz="2000" b="0" u="none" strike="noStrike">
                <a:solidFill>
                  <a:srgbClr val="000000"/>
                </a:solidFill>
                <a:effectLst/>
                <a:uFillTx/>
                <a:latin typeface="Arial"/>
              </a:rPr>
              <a:t>Open for questions. Have the steady-state before/after figures, the CV payoff figure, and the deadlock-cliff sweep data ready in case of deep-dive questions.</a:t>
            </a:r>
            <a:endParaRPr lang="en-US" sz="2000" b="0" u="none" strike="noStrike">
              <a:solidFill>
                <a:srgbClr val="000000"/>
              </a:solidFill>
              <a:effectLst/>
              <a:uFillTx/>
              <a:latin typeface="Arial"/>
            </a:endParaRPr>
          </a:p>
        </p:txBody>
      </p:sp>
      <p:sp>
        <p:nvSpPr>
          <p:cNvPr id="867" name="PlaceHolder 3"/>
          <p:cNvSpPr>
            <a:spLocks noGrp="1"/>
          </p:cNvSpPr>
          <p:nvPr>
            <p:ph type="sldNum" idx="26"/>
          </p:nvPr>
        </p:nvSpPr>
        <p:spPr>
          <a:xfrm>
            <a:off x="3884760" y="8685360"/>
            <a:ext cx="2970360" cy="457200"/>
          </a:xfrm>
          <a:prstGeom prst="rect">
            <a:avLst/>
          </a:prstGeom>
          <a:noFill/>
          <a:ln w="0">
            <a:noFill/>
          </a:ln>
        </p:spPr>
        <p:txBody>
          <a:bodyPr lIns="91440" tIns="45720" rIns="91440" bIns="45720" anchor="b">
            <a:noAutofit/>
          </a:bodyPr>
          <a:lstStyle>
            <a:lvl1pPr indent="0" algn="r">
              <a:lnSpc>
                <a:spcPct val="100000"/>
              </a:lnSpc>
              <a:buNone/>
              <a:tabLst>
                <a:tab pos="0" algn="l"/>
              </a:tabLst>
              <a:defRPr lang="en-US" sz="1200" b="0" u="none" strike="noStrike">
                <a:solidFill>
                  <a:srgbClr val="000000"/>
                </a:solidFill>
                <a:effectLst/>
                <a:uFillTx/>
                <a:latin typeface="Times New Roman"/>
              </a:defRPr>
            </a:lvl1pPr>
          </a:lstStyle>
          <a:p>
            <a:pPr indent="0" algn="r">
              <a:lnSpc>
                <a:spcPct val="100000"/>
              </a:lnSpc>
              <a:buNone/>
              <a:tabLst>
                <a:tab pos="0" algn="l"/>
              </a:tabLst>
            </a:pPr>
            <a:fld id="{88016265-8131-4413-8185-27DC6194D5FD}" type="slidenum">
              <a:rPr lang="en-US" sz="1200" b="0" u="none" strike="noStrike">
                <a:solidFill>
                  <a:srgbClr val="000000"/>
                </a:solidFill>
                <a:effectLst/>
                <a:uFillTx/>
                <a:latin typeface="Times New Roman"/>
              </a:rPr>
              <a:t>&lt;number&gt;</a:t>
            </a:fld>
            <a:endParaRPr lang="en-US" sz="1200" b="0" u="none" strike="noStrike">
              <a:solidFill>
                <a:srgbClr val="000000"/>
              </a:solidFill>
              <a:effectLst/>
              <a:uFillTx/>
              <a:latin typeface="Times New Roman"/>
            </a:endParaRPr>
          </a:p>
        </p:txBody>
      </p:sp>
    </p:spTree>
  </p:cSld>
</p:note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svg"/>
</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svg"/>
</Relationships>
</file>

<file path=ppt/slideLayouts/_rels/slideLayout3.xml.rels><?xml version="1.0" encoding="UTF-8"?>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png"/><Relationship Id="rId3" Type="http://schemas.openxmlformats.org/officeDocument/2006/relationships/image" Target="../media/image2.svg"/><Relationship Id="rId4" Type="http://schemas.openxmlformats.org/officeDocument/2006/relationships/image" Target="../media/image1.png"/><Relationship Id="rId5" Type="http://schemas.openxmlformats.org/officeDocument/2006/relationships/image" Target="../media/image2.svg"/>
</Relationships>
</file>

<file path=ppt/slideLayouts/_rels/slideLayout4.xml.rels><?xml version="1.0" encoding="UTF-8"?>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png"/><Relationship Id="rId3" Type="http://schemas.openxmlformats.org/officeDocument/2006/relationships/image" Target="../media/image2.svg"/><Relationship Id="rId4" Type="http://schemas.openxmlformats.org/officeDocument/2006/relationships/image" Target="../media/image1.png"/><Relationship Id="rId5" Type="http://schemas.openxmlformats.org/officeDocument/2006/relationships/image" Target="../media/image2.svg"/>
</Relationships>
</file>

<file path=ppt/slideLayouts/_rels/slideLayout5.xml.rels><?xml version="1.0" encoding="UTF-8"?>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png"/><Relationship Id="rId3" Type="http://schemas.openxmlformats.org/officeDocument/2006/relationships/image" Target="../media/image2.svg"/><Relationship Id="rId4" Type="http://schemas.openxmlformats.org/officeDocument/2006/relationships/image" Target="../media/image1.png"/><Relationship Id="rId5" Type="http://schemas.openxmlformats.org/officeDocument/2006/relationships/image" Target="../media/image2.svg"/>
</Relationships>
</file>

<file path=ppt/slideLayouts/_rels/slideLayout6.xml.rels><?xml version="1.0" encoding="UTF-8"?>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png"/><Relationship Id="rId3" Type="http://schemas.openxmlformats.org/officeDocument/2006/relationships/image" Target="../media/image2.svg"/><Relationship Id="rId4" Type="http://schemas.openxmlformats.org/officeDocument/2006/relationships/image" Target="../media/image1.png"/><Relationship Id="rId5" Type="http://schemas.openxmlformats.org/officeDocument/2006/relationships/image" Target="../media/image2.svg"/>
</Relationships>
</file>

<file path=ppt/slideLayouts/_rels/slideLayout7.xml.rels><?xml version="1.0" encoding="UTF-8"?>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png"/><Relationship Id="rId3" Type="http://schemas.openxmlformats.org/officeDocument/2006/relationships/image" Target="../media/image2.svg"/><Relationship Id="rId4" Type="http://schemas.openxmlformats.org/officeDocument/2006/relationships/image" Target="../media/image1.png"/><Relationship Id="rId5" Type="http://schemas.openxmlformats.org/officeDocument/2006/relationships/image" Target="../media/image2.svg"/>
</Relationships>
</file>

<file path=ppt/slideLayouts/_rels/slideLayout8.xml.rels><?xml version="1.0" encoding="UTF-8"?>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png"/><Relationship Id="rId3" Type="http://schemas.openxmlformats.org/officeDocument/2006/relationships/image" Target="../media/image2.svg"/><Relationship Id="rId4" Type="http://schemas.openxmlformats.org/officeDocument/2006/relationships/image" Target="../media/image1.png"/><Relationship Id="rId5" Type="http://schemas.openxmlformats.org/officeDocument/2006/relationships/image" Target="../media/image2.svg"/>
</Relationships>
</file>

<file path=ppt/slideLayouts/_rels/slideLayout9.xml.rels><?xml version="1.0" encoding="UTF-8"?>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png"/><Relationship Id="rId3" Type="http://schemas.openxmlformats.org/officeDocument/2006/relationships/image" Target="../media/image2.svg"/><Relationship Id="rId4" Type="http://schemas.openxmlformats.org/officeDocument/2006/relationships/image" Target="../media/image1.png"/><Relationship Id="rId5" Type="http://schemas.openxmlformats.org/officeDocument/2006/relationships/image" Target="../media/image2.svg"/>
</Relationships>
</file>

<file path=ppt/slideLayouts/_rels/slideLayout10.xml.rels><?xml version="1.0" encoding="UTF-8"?>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png"/><Relationship Id="rId3" Type="http://schemas.openxmlformats.org/officeDocument/2006/relationships/image" Target="../media/image2.svg"/><Relationship Id="rId4" Type="http://schemas.openxmlformats.org/officeDocument/2006/relationships/image" Target="../media/image1.png"/><Relationship Id="rId5" Type="http://schemas.openxmlformats.org/officeDocument/2006/relationships/image" Target="../media/image2.svg"/>
</Relationships>
</file>

<file path=ppt/slideLayouts/_rels/slideLayout11.xml.rels><?xml version="1.0" encoding="UTF-8"?>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png"/><Relationship Id="rId3" Type="http://schemas.openxmlformats.org/officeDocument/2006/relationships/image" Target="../media/image2.svg"/><Relationship Id="rId4" Type="http://schemas.openxmlformats.org/officeDocument/2006/relationships/image" Target="../media/image1.png"/><Relationship Id="rId5" Type="http://schemas.openxmlformats.org/officeDocument/2006/relationships/image" Target="../media/image2.svg"/>
</Relationships>
</file>

<file path=ppt/slideLayouts/_rels/slideLayout12.xml.rels><?xml version="1.0" encoding="UTF-8"?>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png"/><Relationship Id="rId3" Type="http://schemas.openxmlformats.org/officeDocument/2006/relationships/image" Target="../media/image2.svg"/><Relationship Id="rId4" Type="http://schemas.openxmlformats.org/officeDocument/2006/relationships/image" Target="../media/image1.png"/><Relationship Id="rId5" Type="http://schemas.openxmlformats.org/officeDocument/2006/relationships/image" Target="../media/image2.svg"/>
</Relationships>
</file>

<file path=ppt/slideLayouts/_rels/slideLayout13.xml.rels><?xml version="1.0" encoding="UTF-8"?>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png"/><Relationship Id="rId3" Type="http://schemas.openxmlformats.org/officeDocument/2006/relationships/image" Target="../media/image2.svg"/><Relationship Id="rId4" Type="http://schemas.openxmlformats.org/officeDocument/2006/relationships/image" Target="../media/image1.png"/><Relationship Id="rId5" Type="http://schemas.openxmlformats.org/officeDocument/2006/relationships/image" Target="../media/image2.svg"/>
</Relationships>
</file>

<file path=ppt/slideLayouts/_rels/slideLayout14.xml.rels><?xml version="1.0" encoding="UTF-8"?>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png"/><Relationship Id="rId3" Type="http://schemas.openxmlformats.org/officeDocument/2006/relationships/image" Target="../media/image2.svg"/><Relationship Id="rId4" Type="http://schemas.openxmlformats.org/officeDocument/2006/relationships/image" Target="../media/image1.png"/><Relationship Id="rId5" Type="http://schemas.openxmlformats.org/officeDocument/2006/relationships/image" Target="../media/image2.svg"/>
</Relationships>
</file>

<file path=ppt/slideLayouts/_rels/slideLayout15.xml.rels><?xml version="1.0" encoding="UTF-8"?>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png"/><Relationship Id="rId3" Type="http://schemas.openxmlformats.org/officeDocument/2006/relationships/image" Target="../media/image2.svg"/><Relationship Id="rId4" Type="http://schemas.openxmlformats.org/officeDocument/2006/relationships/image" Target="../media/image1.png"/><Relationship Id="rId5" Type="http://schemas.openxmlformats.org/officeDocument/2006/relationships/image" Target="../media/image2.svg"/>
</Relationships>
</file>

<file path=ppt/slideLayouts/_rels/slideLayout16.xml.rels><?xml version="1.0" encoding="UTF-8"?>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png"/><Relationship Id="rId3" Type="http://schemas.openxmlformats.org/officeDocument/2006/relationships/image" Target="../media/image2.svg"/><Relationship Id="rId4" Type="http://schemas.openxmlformats.org/officeDocument/2006/relationships/image" Target="../media/image1.png"/><Relationship Id="rId5" Type="http://schemas.openxmlformats.org/officeDocument/2006/relationships/image" Target="../media/image2.svg"/>
</Relationships>
</file>

<file path=ppt/slideLayouts/_rels/slideLayout17.xml.rels><?xml version="1.0" encoding="UTF-8"?>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png"/><Relationship Id="rId3" Type="http://schemas.openxmlformats.org/officeDocument/2006/relationships/image" Target="../media/image2.svg"/><Relationship Id="rId4" Type="http://schemas.openxmlformats.org/officeDocument/2006/relationships/image" Target="../media/image1.png"/><Relationship Id="rId5" Type="http://schemas.openxmlformats.org/officeDocument/2006/relationships/image" Target="../media/image2.svg"/>
</Relationships>
</file>

<file path=ppt/slideLayouts/_rels/slideLayout18.xml.rels><?xml version="1.0" encoding="UTF-8"?>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png"/><Relationship Id="rId3" Type="http://schemas.openxmlformats.org/officeDocument/2006/relationships/image" Target="../media/image2.svg"/><Relationship Id="rId4" Type="http://schemas.openxmlformats.org/officeDocument/2006/relationships/image" Target="../media/image1.png"/><Relationship Id="rId5" Type="http://schemas.openxmlformats.org/officeDocument/2006/relationships/image" Target="../media/image2.svg"/>
</Relationships>
</file>

<file path=ppt/slideLayouts/_rels/slideLayout19.xml.rels><?xml version="1.0" encoding="UTF-8"?>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png"/><Relationship Id="rId3" Type="http://schemas.openxmlformats.org/officeDocument/2006/relationships/image" Target="../media/image2.svg"/><Relationship Id="rId4" Type="http://schemas.openxmlformats.org/officeDocument/2006/relationships/image" Target="../media/image1.png"/><Relationship Id="rId5" Type="http://schemas.openxmlformats.org/officeDocument/2006/relationships/image" Target="../media/image2.svg"/>
</Relationships>
</file>

<file path=ppt/slideLayouts/_rels/slideLayout20.xml.rels><?xml version="1.0" encoding="UTF-8"?>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png"/><Relationship Id="rId3" Type="http://schemas.openxmlformats.org/officeDocument/2006/relationships/image" Target="../media/image2.svg"/><Relationship Id="rId4" Type="http://schemas.openxmlformats.org/officeDocument/2006/relationships/image" Target="../media/image1.png"/><Relationship Id="rId5" Type="http://schemas.openxmlformats.org/officeDocument/2006/relationships/image" Target="../media/image2.svg"/>
</Relationships>
</file>

<file path=ppt/slideLayouts/_rels/slideLayout21.xml.rels><?xml version="1.0" encoding="UTF-8"?>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png"/><Relationship Id="rId3" Type="http://schemas.openxmlformats.org/officeDocument/2006/relationships/image" Target="../media/image2.svg"/><Relationship Id="rId4" Type="http://schemas.openxmlformats.org/officeDocument/2006/relationships/image" Target="../media/image1.png"/><Relationship Id="rId5" Type="http://schemas.openxmlformats.org/officeDocument/2006/relationships/image" Target="../media/image2.svg"/>
</Relationships>
</file>

<file path=ppt/slideLayouts/_rels/slideLayout22.xml.rels><?xml version="1.0" encoding="UTF-8"?>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png"/><Relationship Id="rId3" Type="http://schemas.openxmlformats.org/officeDocument/2006/relationships/image" Target="../media/image2.svg"/><Relationship Id="rId4" Type="http://schemas.openxmlformats.org/officeDocument/2006/relationships/image" Target="../media/image1.png"/><Relationship Id="rId5" Type="http://schemas.openxmlformats.org/officeDocument/2006/relationships/image" Target="../media/image2.svg"/>
</Relationships>
</file>

<file path=ppt/slideLayouts/_rels/slideLayout23.xml.rels><?xml version="1.0" encoding="UTF-8"?>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png"/><Relationship Id="rId3" Type="http://schemas.openxmlformats.org/officeDocument/2006/relationships/image" Target="../media/image2.svg"/><Relationship Id="rId4" Type="http://schemas.openxmlformats.org/officeDocument/2006/relationships/image" Target="../media/image1.png"/><Relationship Id="rId5" Type="http://schemas.openxmlformats.org/officeDocument/2006/relationships/image" Target="../media/image2.svg"/>
</Relationships>
</file>

<file path=ppt/slideLayouts/_rels/slideLayout24.xml.rels><?xml version="1.0" encoding="UTF-8"?>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png"/><Relationship Id="rId3" Type="http://schemas.openxmlformats.org/officeDocument/2006/relationships/image" Target="../media/image2.svg"/><Relationship Id="rId4" Type="http://schemas.openxmlformats.org/officeDocument/2006/relationships/image" Target="../media/image1.png"/><Relationship Id="rId5" Type="http://schemas.openxmlformats.org/officeDocument/2006/relationships/image" Target="../media/image2.svg"/>
</Relationships>
</file>

<file path=ppt/slideLayouts/_rels/slideLayout25.xml.rels><?xml version="1.0" encoding="UTF-8"?>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png"/><Relationship Id="rId3" Type="http://schemas.openxmlformats.org/officeDocument/2006/relationships/image" Target="../media/image2.svg"/><Relationship Id="rId4" Type="http://schemas.openxmlformats.org/officeDocument/2006/relationships/image" Target="../media/image1.png"/><Relationship Id="rId5" Type="http://schemas.openxmlformats.org/officeDocument/2006/relationships/image" Target="../media/image2.svg"/>
</Relationships>
</file>

<file path=ppt/slideLayouts/_rels/slideLayout26.xml.rels><?xml version="1.0" encoding="UTF-8"?>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png"/><Relationship Id="rId3" Type="http://schemas.openxmlformats.org/officeDocument/2006/relationships/image" Target="../media/image2.svg"/><Relationship Id="rId4" Type="http://schemas.openxmlformats.org/officeDocument/2006/relationships/image" Target="../media/image1.png"/><Relationship Id="rId5" Type="http://schemas.openxmlformats.org/officeDocument/2006/relationships/image" Target="../media/image2.svg"/>
</Relationships>
</file>

<file path=ppt/slideLayouts/_rels/slideLayout27.xml.rels><?xml version="1.0" encoding="UTF-8"?>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png"/><Relationship Id="rId3" Type="http://schemas.openxmlformats.org/officeDocument/2006/relationships/image" Target="../media/image2.svg"/><Relationship Id="rId4" Type="http://schemas.openxmlformats.org/officeDocument/2006/relationships/image" Target="../media/image1.png"/><Relationship Id="rId5" Type="http://schemas.openxmlformats.org/officeDocument/2006/relationships/image" Target="../media/image2.svg"/>
</Relationships>
</file>

<file path=ppt/slideLayouts/_rels/slideLayout28.xml.rels><?xml version="1.0" encoding="UTF-8"?>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png"/><Relationship Id="rId3" Type="http://schemas.openxmlformats.org/officeDocument/2006/relationships/image" Target="../media/image2.svg"/><Relationship Id="rId4" Type="http://schemas.openxmlformats.org/officeDocument/2006/relationships/image" Target="../media/image3.jpeg"/><Relationship Id="rId5" Type="http://schemas.openxmlformats.org/officeDocument/2006/relationships/image" Target="../media/image1.png"/><Relationship Id="rId6" Type="http://schemas.openxmlformats.org/officeDocument/2006/relationships/image" Target="../media/image2.svg"/>
</Relationships>
</file>

<file path=ppt/slideLayouts/_rels/slideLayout29.xml.rels><?xml version="1.0" encoding="UTF-8"?>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png"/><Relationship Id="rId3" Type="http://schemas.openxmlformats.org/officeDocument/2006/relationships/image" Target="../media/image2.svg"/>
</Relationships>
</file>

<file path=ppt/slideLayouts/_rels/slideLayout30.xml.rels><?xml version="1.0" encoding="UTF-8"?>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png"/><Relationship Id="rId3" Type="http://schemas.openxmlformats.org/officeDocument/2006/relationships/image" Target="../media/image2.svg"/><Relationship Id="rId4" Type="http://schemas.openxmlformats.org/officeDocument/2006/relationships/image" Target="../media/image4.jpeg"/><Relationship Id="rId5" Type="http://schemas.openxmlformats.org/officeDocument/2006/relationships/image" Target="../media/image1.png"/><Relationship Id="rId6" Type="http://schemas.openxmlformats.org/officeDocument/2006/relationships/image" Target="../media/image2.svg"/>
</Relationships>
</file>

<file path=ppt/slideLayouts/_rels/slideLayout31.xml.rels><?xml version="1.0" encoding="UTF-8"?>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png"/><Relationship Id="rId3" Type="http://schemas.openxmlformats.org/officeDocument/2006/relationships/image" Target="../media/image2.svg"/><Relationship Id="rId4" Type="http://schemas.openxmlformats.org/officeDocument/2006/relationships/image" Target="../media/image5.jpeg"/><Relationship Id="rId5" Type="http://schemas.openxmlformats.org/officeDocument/2006/relationships/image" Target="../media/image1.png"/><Relationship Id="rId6" Type="http://schemas.openxmlformats.org/officeDocument/2006/relationships/image" Target="../media/image2.svg"/>
</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le Slide Option 1">
    <p:bg>
      <p:bgPr>
        <a:solidFill>
          <a:srgbClr val="FFFFFF"/>
        </a:solidFill>
      </p:bgPr>
    </p:bg>
    <p:spTree>
      <p:nvGrpSpPr>
        <p:cNvPr id="1" name=""/>
        <p:cNvGrpSpPr/>
        <p:nvPr/>
      </p:nvGrpSpPr>
      <p:grpSpPr>
        <a:xfrm>
          <a:off x="0" y="0"/>
          <a:ext cx="0" cy="0"/>
          <a:chOff x="0" y="0"/>
          <a:chExt cx="0" cy="0"/>
        </a:xfrm>
      </p:grpSpPr>
      <p:sp>
        <p:nvSpPr>
          <p:cNvPr id="2" name="Rectangle 5"/>
          <p:cNvSpPr/>
          <p:nvPr/>
        </p:nvSpPr>
        <p:spPr>
          <a:xfrm>
            <a:off x="0" y="0"/>
            <a:ext cx="12190680" cy="666000"/>
          </a:xfrm>
          <a:prstGeom prst="rect">
            <a:avLst/>
          </a:prstGeom>
          <a:solidFill>
            <a:srgbClr val="F86901"/>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p>
            <a:endParaRPr lang="en-US" sz="1800" b="0" u="none" strike="noStrike">
              <a:solidFill>
                <a:schemeClr val="lt1"/>
              </a:solidFill>
              <a:effectLst/>
              <a:uFillTx/>
              <a:latin typeface="Arial"/>
            </a:endParaRPr>
          </a:p>
        </p:txBody>
      </p:sp>
      <p:sp>
        <p:nvSpPr>
          <p:cNvPr id="3" name="TextBox 10"/>
          <p:cNvSpPr/>
          <p:nvPr/>
        </p:nvSpPr>
        <p:spPr>
          <a:xfrm>
            <a:off x="11689200" y="269640"/>
            <a:ext cx="476280" cy="238680"/>
          </a:xfrm>
          <a:prstGeom prst="rect">
            <a:avLst/>
          </a:prstGeom>
          <a:noFill/>
          <a:ln w="0">
            <a:noFill/>
          </a:ln>
        </p:spPr>
        <p:style>
          <a:lnRef idx="0"/>
          <a:fillRef idx="0"/>
          <a:effectRef idx="0"/>
          <a:fontRef idx="minor"/>
        </p:style>
        <p:txBody>
          <a:bodyPr lIns="90000" tIns="45000" rIns="90000" bIns="45000" anchor="t">
            <a:spAutoFit/>
          </a:bodyPr>
          <a:p>
            <a:pPr defTabSz="914400">
              <a:lnSpc>
                <a:spcPct val="80000"/>
              </a:lnSpc>
            </a:pPr>
            <a:r>
              <a:rPr lang="en-US" sz="1200" b="0" u="none" strike="noStrike">
                <a:solidFill>
                  <a:srgbClr val="E56B2A"/>
                </a:solidFill>
                <a:effectLst/>
                <a:uFillTx/>
                <a:latin typeface="Georgia"/>
              </a:rPr>
              <a:t> </a:t>
            </a:r>
            <a:fld id="{5568D486-5410-4FDB-92BF-9D077C531FC1}" type="slidenum">
              <a:rPr lang="en-US" sz="1130" b="0" u="none" strike="noStrike">
                <a:solidFill>
                  <a:schemeClr val="lt1"/>
                </a:solidFill>
                <a:effectLst/>
                <a:uFillTx/>
                <a:latin typeface="Arial"/>
              </a:rPr>
              <a:t>&lt;number&gt;</a:t>
            </a:fld>
            <a:endParaRPr lang="en-US" sz="1130" b="0" u="none" strike="noStrike">
              <a:solidFill>
                <a:srgbClr val="000000"/>
              </a:solidFill>
              <a:effectLst/>
              <a:uFillTx/>
              <a:latin typeface="Arial"/>
            </a:endParaRPr>
          </a:p>
        </p:txBody>
      </p:sp>
      <p:pic>
        <p:nvPicPr>
          <p:cNvPr id="4" name="Graphic 11"/>
          <p:cNvPicPr/>
          <p:nvPr/>
        </p:nvPicPr>
        <p:blipFill>
          <a:blip r:embed="rId2">
            <a:extLst>
              <a:ext uri="{96DAC541-7B7A-43D3-8B79-37D633B846F1}">
                <asvg:svgBlip xmlns:asvg="http://schemas.microsoft.com/office/drawing/2016/SVG/main" r:embed="rId3"/>
              </a:ext>
            </a:extLst>
          </a:blip>
          <a:stretch/>
        </p:blipFill>
        <p:spPr>
          <a:xfrm>
            <a:off x="9069840" y="240840"/>
            <a:ext cx="2699280" cy="238680"/>
          </a:xfrm>
          <a:prstGeom prst="rect">
            <a:avLst/>
          </a:prstGeom>
          <a:noFill/>
          <a:ln w="0">
            <a:noFill/>
          </a:ln>
        </p:spPr>
      </p:pic>
      <p:grpSp>
        <p:nvGrpSpPr>
          <p:cNvPr id="5" name="Graphic 22"/>
          <p:cNvGrpSpPr/>
          <p:nvPr/>
        </p:nvGrpSpPr>
        <p:grpSpPr>
          <a:xfrm>
            <a:off x="201960" y="195840"/>
            <a:ext cx="797760" cy="300600"/>
            <a:chOff x="201960" y="195840"/>
            <a:chExt cx="797760" cy="300600"/>
          </a:xfrm>
        </p:grpSpPr>
        <p:sp>
          <p:nvSpPr>
            <p:cNvPr id="6" name="Freeform 2"/>
            <p:cNvSpPr/>
            <p:nvPr/>
          </p:nvSpPr>
          <p:spPr>
            <a:xfrm>
              <a:off x="540720" y="195840"/>
              <a:ext cx="135720" cy="300240"/>
            </a:xfrm>
            <a:custGeom>
              <a:avLst/>
              <a:gdLst>
                <a:gd name="textAreaLeft" fmla="*/ 0 w 135720"/>
                <a:gd name="textAreaRight" fmla="*/ 137160 w 135720"/>
                <a:gd name="textAreaTop" fmla="*/ 0 h 300240"/>
                <a:gd name="textAreaBottom" fmla="*/ 301680 h 300240"/>
                <a:gd name="GluePoint1X" fmla="*/ 393478 w 547877"/>
                <a:gd name="GluePoint1Y" fmla="*/ 129064 h 1204531"/>
                <a:gd name="GluePoint2X" fmla="*/ 537686 w 547877"/>
                <a:gd name="GluePoint2Y" fmla="*/ 74771 h 1204531"/>
                <a:gd name="GluePoint3X" fmla="*/ 547878 w 547877"/>
                <a:gd name="GluePoint3Y" fmla="*/ 74771 h 1204531"/>
                <a:gd name="GluePoint4X" fmla="*/ 547878 w 547877"/>
                <a:gd name="GluePoint4Y" fmla="*/ 0 h 1204531"/>
                <a:gd name="GluePoint5X" fmla="*/ 267938 w 547877"/>
                <a:gd name="GluePoint5Y" fmla="*/ 4667 h 1204531"/>
                <a:gd name="GluePoint6X" fmla="*/ 0 w 547877"/>
                <a:gd name="GluePoint6Y" fmla="*/ 0 h 1204531"/>
                <a:gd name="GluePoint7X" fmla="*/ 0 w 547877"/>
                <a:gd name="GluePoint7Y" fmla="*/ 74771 h 1204531"/>
                <a:gd name="GluePoint8X" fmla="*/ 10192 w 547877"/>
                <a:gd name="GluePoint8Y" fmla="*/ 74771 h 1204531"/>
                <a:gd name="GluePoint9X" fmla="*/ 154400 w 547877"/>
                <a:gd name="GluePoint9Y" fmla="*/ 128968 h 1204531"/>
                <a:gd name="GluePoint10X" fmla="*/ 171640 w 547877"/>
                <a:gd name="GluePoint10Y" fmla="*/ 363188 h 1204531"/>
                <a:gd name="GluePoint11X" fmla="*/ 171640 w 547877"/>
                <a:gd name="GluePoint11Y" fmla="*/ 841153 h 1204531"/>
                <a:gd name="GluePoint12X" fmla="*/ 154496 w 547877"/>
                <a:gd name="GluePoint12Y" fmla="*/ 1075373 h 1204531"/>
                <a:gd name="GluePoint13X" fmla="*/ 10192 w 547877"/>
                <a:gd name="GluePoint13Y" fmla="*/ 1129569 h 1204531"/>
                <a:gd name="GluePoint14X" fmla="*/ 0 w 547877"/>
                <a:gd name="GluePoint14Y" fmla="*/ 1129569 h 1204531"/>
                <a:gd name="GluePoint15X" fmla="*/ 0 w 547877"/>
                <a:gd name="GluePoint15Y" fmla="*/ 1204531 h 1204531"/>
                <a:gd name="GluePoint16X" fmla="*/ 268224 w 547877"/>
                <a:gd name="GluePoint16Y" fmla="*/ 1197102 h 1204531"/>
                <a:gd name="GluePoint17X" fmla="*/ 547878 w 547877"/>
                <a:gd name="GluePoint17Y" fmla="*/ 1204531 h 1204531"/>
                <a:gd name="GluePoint18X" fmla="*/ 547878 w 547877"/>
                <a:gd name="GluePoint18Y" fmla="*/ 1129569 h 1204531"/>
                <a:gd name="GluePoint19X" fmla="*/ 537686 w 547877"/>
                <a:gd name="GluePoint19Y" fmla="*/ 1129569 h 1204531"/>
                <a:gd name="GluePoint20X" fmla="*/ 393478 w 547877"/>
                <a:gd name="GluePoint20Y" fmla="*/ 1075468 h 1204531"/>
                <a:gd name="GluePoint21X" fmla="*/ 376333 w 547877"/>
                <a:gd name="GluePoint21Y" fmla="*/ 841153 h 1204531"/>
                <a:gd name="GluePoint22X" fmla="*/ 376333 w 547877"/>
                <a:gd name="GluePoint22Y" fmla="*/ 363188 h 1204531"/>
                <a:gd name="GluePoint23X" fmla="*/ 393478 w 547877"/>
                <a:gd name="GluePoint23Y" fmla="*/ 129064 h 1204531"/>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 ang="0">
                  <a:pos x="GluePoint16X" y="GluePoint16Y"/>
                </a:cxn>
                <a:cxn ang="0">
                  <a:pos x="GluePoint17X" y="GluePoint17Y"/>
                </a:cxn>
                <a:cxn ang="0">
                  <a:pos x="GluePoint18X" y="GluePoint18Y"/>
                </a:cxn>
                <a:cxn ang="0">
                  <a:pos x="GluePoint19X" y="GluePoint19Y"/>
                </a:cxn>
                <a:cxn ang="0">
                  <a:pos x="GluePoint20X" y="GluePoint20Y"/>
                </a:cxn>
                <a:cxn ang="0">
                  <a:pos x="GluePoint21X" y="GluePoint21Y"/>
                </a:cxn>
                <a:cxn ang="0">
                  <a:pos x="GluePoint22X" y="GluePoint22Y"/>
                </a:cxn>
                <a:cxn ang="0">
                  <a:pos x="GluePoint23X" y="GluePoint23Y"/>
                </a:cxn>
              </a:cxnLst>
              <a:rect l="textAreaLeft" t="textAreaTop" r="textAreaRight" b="textAreaBottom"/>
              <a:pathLst>
                <a:path w="547877" h="1204531">
                  <a:moveTo>
                    <a:pt x="393478" y="129064"/>
                  </a:moveTo>
                  <a:cubicBezTo>
                    <a:pt x="414242" y="74771"/>
                    <a:pt x="482727" y="74771"/>
                    <a:pt x="537686" y="74771"/>
                  </a:cubicBezTo>
                  <a:lnTo>
                    <a:pt x="547878" y="74771"/>
                  </a:lnTo>
                  <a:lnTo>
                    <a:pt x="547878" y="0"/>
                  </a:lnTo>
                  <a:cubicBezTo>
                    <a:pt x="547878" y="0"/>
                    <a:pt x="333565" y="4667"/>
                    <a:pt x="267938" y="4667"/>
                  </a:cubicBezTo>
                  <a:cubicBezTo>
                    <a:pt x="200406" y="4667"/>
                    <a:pt x="0" y="0"/>
                    <a:pt x="0" y="0"/>
                  </a:cubicBezTo>
                  <a:lnTo>
                    <a:pt x="0" y="74771"/>
                  </a:lnTo>
                  <a:lnTo>
                    <a:pt x="10192" y="74771"/>
                  </a:lnTo>
                  <a:cubicBezTo>
                    <a:pt x="65246" y="74771"/>
                    <a:pt x="133731" y="74771"/>
                    <a:pt x="154400" y="128968"/>
                  </a:cubicBezTo>
                  <a:cubicBezTo>
                    <a:pt x="171640" y="175450"/>
                    <a:pt x="171640" y="307086"/>
                    <a:pt x="171640" y="363188"/>
                  </a:cubicBezTo>
                  <a:lnTo>
                    <a:pt x="171640" y="841153"/>
                  </a:lnTo>
                  <a:cubicBezTo>
                    <a:pt x="171640" y="897350"/>
                    <a:pt x="171640" y="1028890"/>
                    <a:pt x="154496" y="1075373"/>
                  </a:cubicBezTo>
                  <a:cubicBezTo>
                    <a:pt x="133731" y="1129569"/>
                    <a:pt x="65246" y="1129569"/>
                    <a:pt x="10192" y="1129569"/>
                  </a:cubicBezTo>
                  <a:lnTo>
                    <a:pt x="0" y="1129569"/>
                  </a:lnTo>
                  <a:lnTo>
                    <a:pt x="0" y="1204531"/>
                  </a:lnTo>
                  <a:cubicBezTo>
                    <a:pt x="0" y="1204341"/>
                    <a:pt x="173260" y="1197102"/>
                    <a:pt x="268224" y="1197102"/>
                  </a:cubicBezTo>
                  <a:cubicBezTo>
                    <a:pt x="377476" y="1197102"/>
                    <a:pt x="547878" y="1204531"/>
                    <a:pt x="547878" y="1204531"/>
                  </a:cubicBezTo>
                  <a:lnTo>
                    <a:pt x="547878" y="1129569"/>
                  </a:lnTo>
                  <a:lnTo>
                    <a:pt x="537686" y="1129569"/>
                  </a:lnTo>
                  <a:cubicBezTo>
                    <a:pt x="482727" y="1129569"/>
                    <a:pt x="414242" y="1129569"/>
                    <a:pt x="393478" y="1075468"/>
                  </a:cubicBezTo>
                  <a:cubicBezTo>
                    <a:pt x="376333" y="1028890"/>
                    <a:pt x="376333" y="897350"/>
                    <a:pt x="376333" y="841153"/>
                  </a:cubicBezTo>
                  <a:lnTo>
                    <a:pt x="376333" y="363188"/>
                  </a:lnTo>
                  <a:cubicBezTo>
                    <a:pt x="376333" y="307086"/>
                    <a:pt x="376333" y="175450"/>
                    <a:pt x="393478" y="129064"/>
                  </a:cubicBezTo>
                </a:path>
              </a:pathLst>
            </a:custGeom>
            <a:solidFill>
              <a:schemeClr val="bg1"/>
            </a:solidFill>
            <a:ln w="9525">
              <a:noFill/>
            </a:ln>
          </p:spPr>
          <p:style>
            <a:lnRef idx="0"/>
            <a:fillRef idx="0"/>
            <a:effectRef idx="0"/>
            <a:fontRef idx="minor"/>
          </p:style>
          <p:txBody>
            <a:bodyPr lIns="68040" tIns="45000" rIns="68040" bIns="45000" anchor="ctr">
              <a:noAutofit/>
            </a:bodyPr>
            <a:p>
              <a:endParaRPr lang="en-US" sz="1800" b="0" u="none" strike="noStrike">
                <a:solidFill>
                  <a:schemeClr val="dk1"/>
                </a:solidFill>
                <a:effectLst/>
                <a:uFillTx/>
                <a:latin typeface="Arial"/>
              </a:endParaRPr>
            </a:p>
          </p:txBody>
        </p:sp>
        <p:sp>
          <p:nvSpPr>
            <p:cNvPr id="7" name="Freeform 3"/>
            <p:cNvSpPr/>
            <p:nvPr/>
          </p:nvSpPr>
          <p:spPr>
            <a:xfrm>
              <a:off x="718920" y="196200"/>
              <a:ext cx="280800" cy="300240"/>
            </a:xfrm>
            <a:custGeom>
              <a:avLst/>
              <a:gdLst>
                <a:gd name="textAreaLeft" fmla="*/ 0 w 280800"/>
                <a:gd name="textAreaRight" fmla="*/ 282240 w 280800"/>
                <a:gd name="textAreaTop" fmla="*/ 0 h 300240"/>
                <a:gd name="textAreaBottom" fmla="*/ 301680 h 300240"/>
                <a:gd name="GluePoint1X" fmla="*/ 0 w 1126902"/>
                <a:gd name="GluePoint1Y" fmla="*/ 0 h 1204245"/>
                <a:gd name="GluePoint2X" fmla="*/ 0 w 1126902"/>
                <a:gd name="GluePoint2Y" fmla="*/ 312420 h 1204245"/>
                <a:gd name="GluePoint3X" fmla="*/ 74295 w 1126902"/>
                <a:gd name="GluePoint3Y" fmla="*/ 312420 h 1204245"/>
                <a:gd name="GluePoint4X" fmla="*/ 74581 w 1126902"/>
                <a:gd name="GluePoint4Y" fmla="*/ 302609 h 1204245"/>
                <a:gd name="GluePoint5X" fmla="*/ 334328 w 1126902"/>
                <a:gd name="GluePoint5Y" fmla="*/ 90773 h 1204245"/>
                <a:gd name="GluePoint6X" fmla="*/ 352330 w 1126902"/>
                <a:gd name="GluePoint6Y" fmla="*/ 90678 h 1204245"/>
                <a:gd name="GluePoint7X" fmla="*/ 453200 w 1126902"/>
                <a:gd name="GluePoint7Y" fmla="*/ 106204 h 1204245"/>
                <a:gd name="GluePoint8X" fmla="*/ 461201 w 1126902"/>
                <a:gd name="GluePoint8Y" fmla="*/ 128873 h 1204245"/>
                <a:gd name="GluePoint9X" fmla="*/ 461201 w 1126902"/>
                <a:gd name="GluePoint9Y" fmla="*/ 950119 h 1204245"/>
                <a:gd name="GluePoint10X" fmla="*/ 272510 w 1126902"/>
                <a:gd name="GluePoint10Y" fmla="*/ 1129475 h 1204245"/>
                <a:gd name="GluePoint11X" fmla="*/ 262700 w 1126902"/>
                <a:gd name="GluePoint11Y" fmla="*/ 1129856 h 1204245"/>
                <a:gd name="GluePoint12X" fmla="*/ 262700 w 1126902"/>
                <a:gd name="GluePoint12Y" fmla="*/ 1204246 h 1204245"/>
                <a:gd name="GluePoint13X" fmla="*/ 578548 w 1126902"/>
                <a:gd name="GluePoint13Y" fmla="*/ 1196911 h 1204245"/>
                <a:gd name="GluePoint14X" fmla="*/ 864203 w 1126902"/>
                <a:gd name="GluePoint14Y" fmla="*/ 1204246 h 1204245"/>
                <a:gd name="GluePoint15X" fmla="*/ 864203 w 1126902"/>
                <a:gd name="GluePoint15Y" fmla="*/ 1129856 h 1204245"/>
                <a:gd name="GluePoint16X" fmla="*/ 854393 w 1126902"/>
                <a:gd name="GluePoint16Y" fmla="*/ 1129475 h 1204245"/>
                <a:gd name="GluePoint17X" fmla="*/ 665702 w 1126902"/>
                <a:gd name="GluePoint17Y" fmla="*/ 950119 h 1204245"/>
                <a:gd name="GluePoint18X" fmla="*/ 665702 w 1126902"/>
                <a:gd name="GluePoint18Y" fmla="*/ 128873 h 1204245"/>
                <a:gd name="GluePoint19X" fmla="*/ 673608 w 1126902"/>
                <a:gd name="GluePoint19Y" fmla="*/ 108490 h 1204245"/>
                <a:gd name="GluePoint20X" fmla="*/ 791718 w 1126902"/>
                <a:gd name="GluePoint20Y" fmla="*/ 90488 h 1204245"/>
                <a:gd name="GluePoint21X" fmla="*/ 815912 w 1126902"/>
                <a:gd name="GluePoint21Y" fmla="*/ 90773 h 1204245"/>
                <a:gd name="GluePoint22X" fmla="*/ 1052513 w 1126902"/>
                <a:gd name="GluePoint22Y" fmla="*/ 302895 h 1204245"/>
                <a:gd name="GluePoint23X" fmla="*/ 1053084 w 1126902"/>
                <a:gd name="GluePoint23Y" fmla="*/ 312420 h 1204245"/>
                <a:gd name="GluePoint24X" fmla="*/ 1126903 w 1126902"/>
                <a:gd name="GluePoint24Y" fmla="*/ 312420 h 1204245"/>
                <a:gd name="GluePoint25X" fmla="*/ 1126903 w 1126902"/>
                <a:gd name="GluePoint25Y" fmla="*/ 0 h 1204245"/>
                <a:gd name="GluePoint26X" fmla="*/ 563404 w 1126902"/>
                <a:gd name="GluePoint26Y" fmla="*/ 2857 h 1204245"/>
                <a:gd name="GluePoint27X" fmla="*/ 0 w 1126902"/>
                <a:gd name="GluePoint27Y" fmla="*/ 0 h 1204245"/>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 ang="0">
                  <a:pos x="GluePoint16X" y="GluePoint16Y"/>
                </a:cxn>
                <a:cxn ang="0">
                  <a:pos x="GluePoint17X" y="GluePoint17Y"/>
                </a:cxn>
                <a:cxn ang="0">
                  <a:pos x="GluePoint18X" y="GluePoint18Y"/>
                </a:cxn>
                <a:cxn ang="0">
                  <a:pos x="GluePoint19X" y="GluePoint19Y"/>
                </a:cxn>
                <a:cxn ang="0">
                  <a:pos x="GluePoint20X" y="GluePoint20Y"/>
                </a:cxn>
                <a:cxn ang="0">
                  <a:pos x="GluePoint21X" y="GluePoint21Y"/>
                </a:cxn>
                <a:cxn ang="0">
                  <a:pos x="GluePoint22X" y="GluePoint22Y"/>
                </a:cxn>
                <a:cxn ang="0">
                  <a:pos x="GluePoint23X" y="GluePoint23Y"/>
                </a:cxn>
                <a:cxn ang="0">
                  <a:pos x="GluePoint24X" y="GluePoint24Y"/>
                </a:cxn>
                <a:cxn ang="0">
                  <a:pos x="GluePoint25X" y="GluePoint25Y"/>
                </a:cxn>
                <a:cxn ang="0">
                  <a:pos x="GluePoint26X" y="GluePoint26Y"/>
                </a:cxn>
                <a:cxn ang="0">
                  <a:pos x="GluePoint27X" y="GluePoint27Y"/>
                </a:cxn>
              </a:cxnLst>
              <a:rect l="textAreaLeft" t="textAreaTop" r="textAreaRight" b="textAreaBottom"/>
              <a:pathLst>
                <a:path w="1126902" h="1204245">
                  <a:moveTo>
                    <a:pt x="0" y="0"/>
                  </a:moveTo>
                  <a:lnTo>
                    <a:pt x="0" y="312420"/>
                  </a:lnTo>
                  <a:lnTo>
                    <a:pt x="74295" y="312420"/>
                  </a:lnTo>
                  <a:lnTo>
                    <a:pt x="74581" y="302609"/>
                  </a:lnTo>
                  <a:cubicBezTo>
                    <a:pt x="81344" y="99346"/>
                    <a:pt x="159163" y="90773"/>
                    <a:pt x="334328" y="90773"/>
                  </a:cubicBezTo>
                  <a:cubicBezTo>
                    <a:pt x="340328" y="90773"/>
                    <a:pt x="346424" y="90773"/>
                    <a:pt x="352330" y="90678"/>
                  </a:cubicBezTo>
                  <a:cubicBezTo>
                    <a:pt x="395859" y="90392"/>
                    <a:pt x="437007" y="90106"/>
                    <a:pt x="453200" y="106204"/>
                  </a:cubicBezTo>
                  <a:cubicBezTo>
                    <a:pt x="458629" y="111538"/>
                    <a:pt x="461201" y="118967"/>
                    <a:pt x="461201" y="128873"/>
                  </a:cubicBezTo>
                  <a:lnTo>
                    <a:pt x="461201" y="950119"/>
                  </a:lnTo>
                  <a:cubicBezTo>
                    <a:pt x="461201" y="1072039"/>
                    <a:pt x="444151" y="1122426"/>
                    <a:pt x="272510" y="1129475"/>
                  </a:cubicBezTo>
                  <a:lnTo>
                    <a:pt x="262700" y="1129856"/>
                  </a:lnTo>
                  <a:lnTo>
                    <a:pt x="262700" y="1204246"/>
                  </a:lnTo>
                  <a:cubicBezTo>
                    <a:pt x="262700" y="1204246"/>
                    <a:pt x="462725" y="1196911"/>
                    <a:pt x="578548" y="1196911"/>
                  </a:cubicBezTo>
                  <a:cubicBezTo>
                    <a:pt x="666941" y="1196911"/>
                    <a:pt x="864203" y="1204246"/>
                    <a:pt x="864203" y="1204246"/>
                  </a:cubicBezTo>
                  <a:lnTo>
                    <a:pt x="864203" y="1129856"/>
                  </a:lnTo>
                  <a:lnTo>
                    <a:pt x="854393" y="1129475"/>
                  </a:lnTo>
                  <a:cubicBezTo>
                    <a:pt x="682752" y="1122426"/>
                    <a:pt x="665702" y="1072039"/>
                    <a:pt x="665702" y="950119"/>
                  </a:cubicBezTo>
                  <a:lnTo>
                    <a:pt x="665702" y="128873"/>
                  </a:lnTo>
                  <a:cubicBezTo>
                    <a:pt x="665702" y="120396"/>
                    <a:pt x="668369" y="113729"/>
                    <a:pt x="673608" y="108490"/>
                  </a:cubicBezTo>
                  <a:cubicBezTo>
                    <a:pt x="693420" y="89059"/>
                    <a:pt x="747903" y="89821"/>
                    <a:pt x="791718" y="90488"/>
                  </a:cubicBezTo>
                  <a:cubicBezTo>
                    <a:pt x="800005" y="90583"/>
                    <a:pt x="808196" y="90773"/>
                    <a:pt x="815912" y="90773"/>
                  </a:cubicBezTo>
                  <a:cubicBezTo>
                    <a:pt x="987267" y="90773"/>
                    <a:pt x="1042511" y="140303"/>
                    <a:pt x="1052513" y="302895"/>
                  </a:cubicBezTo>
                  <a:lnTo>
                    <a:pt x="1053084" y="312420"/>
                  </a:lnTo>
                  <a:lnTo>
                    <a:pt x="1126903" y="312420"/>
                  </a:lnTo>
                  <a:lnTo>
                    <a:pt x="1126903" y="0"/>
                  </a:lnTo>
                  <a:cubicBezTo>
                    <a:pt x="1126903" y="0"/>
                    <a:pt x="694468" y="2857"/>
                    <a:pt x="563404" y="2857"/>
                  </a:cubicBezTo>
                  <a:cubicBezTo>
                    <a:pt x="432340" y="2857"/>
                    <a:pt x="0" y="0"/>
                    <a:pt x="0" y="0"/>
                  </a:cubicBezTo>
                </a:path>
              </a:pathLst>
            </a:custGeom>
            <a:solidFill>
              <a:schemeClr val="bg1"/>
            </a:solidFill>
            <a:ln w="9525">
              <a:noFill/>
            </a:ln>
          </p:spPr>
          <p:style>
            <a:lnRef idx="0"/>
            <a:fillRef idx="0"/>
            <a:effectRef idx="0"/>
            <a:fontRef idx="minor"/>
          </p:style>
          <p:txBody>
            <a:bodyPr lIns="90000" tIns="45000" rIns="90000" bIns="45000" anchor="ctr">
              <a:noAutofit/>
            </a:bodyPr>
            <a:p>
              <a:endParaRPr lang="en-US" sz="1800" b="0" u="none" strike="noStrike">
                <a:solidFill>
                  <a:schemeClr val="dk1"/>
                </a:solidFill>
                <a:effectLst/>
                <a:uFillTx/>
                <a:latin typeface="Arial"/>
              </a:endParaRPr>
            </a:p>
          </p:txBody>
        </p:sp>
        <p:sp>
          <p:nvSpPr>
            <p:cNvPr id="8" name="Freeform 4"/>
            <p:cNvSpPr/>
            <p:nvPr/>
          </p:nvSpPr>
          <p:spPr>
            <a:xfrm>
              <a:off x="201960" y="195840"/>
              <a:ext cx="297720" cy="300240"/>
            </a:xfrm>
            <a:custGeom>
              <a:avLst/>
              <a:gdLst>
                <a:gd name="textAreaLeft" fmla="*/ 0 w 297720"/>
                <a:gd name="textAreaRight" fmla="*/ 299160 w 297720"/>
                <a:gd name="textAreaTop" fmla="*/ 0 h 300240"/>
                <a:gd name="textAreaBottom" fmla="*/ 301680 h 300240"/>
                <a:gd name="GluePoint1X" fmla="*/ 372618 w 1195101"/>
                <a:gd name="GluePoint1Y" fmla="*/ 571786 h 1204626"/>
                <a:gd name="GluePoint2X" fmla="*/ 372523 w 1195101"/>
                <a:gd name="GluePoint2Y" fmla="*/ 134303 h 1204626"/>
                <a:gd name="GluePoint3X" fmla="*/ 386239 w 1195101"/>
                <a:gd name="GluePoint3Y" fmla="*/ 86487 h 1204626"/>
                <a:gd name="GluePoint4X" fmla="*/ 498348 w 1195101"/>
                <a:gd name="GluePoint4Y" fmla="*/ 85630 h 1204626"/>
                <a:gd name="GluePoint5X" fmla="*/ 738473 w 1195101"/>
                <a:gd name="GluePoint5Y" fmla="*/ 330518 h 1204626"/>
                <a:gd name="GluePoint6X" fmla="*/ 640747 w 1195101"/>
                <a:gd name="GluePoint6Y" fmla="*/ 541687 h 1204626"/>
                <a:gd name="GluePoint7X" fmla="*/ 372618 w 1195101"/>
                <a:gd name="GluePoint7Y" fmla="*/ 571786 h 1204626"/>
                <a:gd name="GluePoint8X" fmla="*/ 1186529 w 1195101"/>
                <a:gd name="GluePoint8Y" fmla="*/ 1129760 h 1204626"/>
                <a:gd name="GluePoint9X" fmla="*/ 1017461 w 1195101"/>
                <a:gd name="GluePoint9Y" fmla="*/ 1040702 h 1204626"/>
                <a:gd name="GluePoint10X" fmla="*/ 661797 w 1195101"/>
                <a:gd name="GluePoint10Y" fmla="*/ 632460 h 1204626"/>
                <a:gd name="GluePoint11X" fmla="*/ 964597 w 1195101"/>
                <a:gd name="GluePoint11Y" fmla="*/ 305371 h 1204626"/>
                <a:gd name="GluePoint12X" fmla="*/ 831056 w 1195101"/>
                <a:gd name="GluePoint12Y" fmla="*/ 55816 h 1204626"/>
                <a:gd name="GluePoint13X" fmla="*/ 544639 w 1195101"/>
                <a:gd name="GluePoint13Y" fmla="*/ 190 h 1204626"/>
                <a:gd name="GluePoint14X" fmla="*/ 317468 w 1195101"/>
                <a:gd name="GluePoint14Y" fmla="*/ 4191 h 1204626"/>
                <a:gd name="GluePoint15X" fmla="*/ 191 w 1195101"/>
                <a:gd name="GluePoint15Y" fmla="*/ 0 h 1204626"/>
                <a:gd name="GluePoint16X" fmla="*/ 191 w 1195101"/>
                <a:gd name="GluePoint16Y" fmla="*/ 74866 h 1204626"/>
                <a:gd name="GluePoint17X" fmla="*/ 15050 w 1195101"/>
                <a:gd name="GluePoint17Y" fmla="*/ 74866 h 1204626"/>
                <a:gd name="GluePoint18X" fmla="*/ 152781 w 1195101"/>
                <a:gd name="GluePoint18Y" fmla="*/ 128683 h 1204626"/>
                <a:gd name="GluePoint19X" fmla="*/ 168307 w 1195101"/>
                <a:gd name="GluePoint19Y" fmla="*/ 350139 h 1204626"/>
                <a:gd name="GluePoint20X" fmla="*/ 168307 w 1195101"/>
                <a:gd name="GluePoint20Y" fmla="*/ 841248 h 1204626"/>
                <a:gd name="GluePoint21X" fmla="*/ 161068 w 1195101"/>
                <a:gd name="GluePoint21Y" fmla="*/ 1034129 h 1204626"/>
                <a:gd name="GluePoint22X" fmla="*/ 152686 w 1195101"/>
                <a:gd name="GluePoint22Y" fmla="*/ 1075944 h 1204626"/>
                <a:gd name="GluePoint23X" fmla="*/ 10382 w 1195101"/>
                <a:gd name="GluePoint23Y" fmla="*/ 1129665 h 1204626"/>
                <a:gd name="GluePoint24X" fmla="*/ 0 w 1195101"/>
                <a:gd name="GluePoint24Y" fmla="*/ 1129665 h 1204626"/>
                <a:gd name="GluePoint25X" fmla="*/ 0 w 1195101"/>
                <a:gd name="GluePoint25Y" fmla="*/ 1204532 h 1204626"/>
                <a:gd name="GluePoint26X" fmla="*/ 278225 w 1195101"/>
                <a:gd name="GluePoint26Y" fmla="*/ 1197102 h 1204626"/>
                <a:gd name="GluePoint27X" fmla="*/ 540734 w 1195101"/>
                <a:gd name="GluePoint27Y" fmla="*/ 1204532 h 1204626"/>
                <a:gd name="GluePoint28X" fmla="*/ 540734 w 1195101"/>
                <a:gd name="GluePoint28Y" fmla="*/ 1129665 h 1204626"/>
                <a:gd name="GluePoint29X" fmla="*/ 525971 w 1195101"/>
                <a:gd name="GluePoint29Y" fmla="*/ 1129665 h 1204626"/>
                <a:gd name="GluePoint30X" fmla="*/ 388239 w 1195101"/>
                <a:gd name="GluePoint30Y" fmla="*/ 1075754 h 1204626"/>
                <a:gd name="GluePoint31X" fmla="*/ 379857 w 1195101"/>
                <a:gd name="GluePoint31Y" fmla="*/ 1034034 h 1204626"/>
                <a:gd name="GluePoint32X" fmla="*/ 372618 w 1195101"/>
                <a:gd name="GluePoint32Y" fmla="*/ 854297 h 1204626"/>
                <a:gd name="GluePoint33X" fmla="*/ 372618 w 1195101"/>
                <a:gd name="GluePoint33Y" fmla="*/ 653510 h 1204626"/>
                <a:gd name="GluePoint34X" fmla="*/ 479107 w 1195101"/>
                <a:gd name="GluePoint34Y" fmla="*/ 702469 h 1204626"/>
                <a:gd name="GluePoint35X" fmla="*/ 501110 w 1195101"/>
                <a:gd name="GluePoint35Y" fmla="*/ 728472 h 1204626"/>
                <a:gd name="GluePoint36X" fmla="*/ 797909 w 1195101"/>
                <a:gd name="GluePoint36Y" fmla="*/ 1096804 h 1204626"/>
                <a:gd name="GluePoint37X" fmla="*/ 885158 w 1195101"/>
                <a:gd name="GluePoint37Y" fmla="*/ 1204532 h 1204626"/>
                <a:gd name="GluePoint38X" fmla="*/ 1027366 w 1195101"/>
                <a:gd name="GluePoint38Y" fmla="*/ 1200436 h 1204626"/>
                <a:gd name="GluePoint39X" fmla="*/ 1195102 w 1195101"/>
                <a:gd name="GluePoint39Y" fmla="*/ 1204627 h 1204626"/>
                <a:gd name="GluePoint40X" fmla="*/ 1195102 w 1195101"/>
                <a:gd name="GluePoint40Y" fmla="*/ 1131094 h 1204626"/>
                <a:gd name="GluePoint41X" fmla="*/ 1186529 w 1195101"/>
                <a:gd name="GluePoint41Y" fmla="*/ 1129760 h 1204626"/>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 ang="0">
                  <a:pos x="GluePoint16X" y="GluePoint16Y"/>
                </a:cxn>
                <a:cxn ang="0">
                  <a:pos x="GluePoint17X" y="GluePoint17Y"/>
                </a:cxn>
                <a:cxn ang="0">
                  <a:pos x="GluePoint18X" y="GluePoint18Y"/>
                </a:cxn>
                <a:cxn ang="0">
                  <a:pos x="GluePoint19X" y="GluePoint19Y"/>
                </a:cxn>
                <a:cxn ang="0">
                  <a:pos x="GluePoint20X" y="GluePoint20Y"/>
                </a:cxn>
                <a:cxn ang="0">
                  <a:pos x="GluePoint21X" y="GluePoint21Y"/>
                </a:cxn>
                <a:cxn ang="0">
                  <a:pos x="GluePoint22X" y="GluePoint22Y"/>
                </a:cxn>
                <a:cxn ang="0">
                  <a:pos x="GluePoint23X" y="GluePoint23Y"/>
                </a:cxn>
                <a:cxn ang="0">
                  <a:pos x="GluePoint24X" y="GluePoint24Y"/>
                </a:cxn>
                <a:cxn ang="0">
                  <a:pos x="GluePoint25X" y="GluePoint25Y"/>
                </a:cxn>
                <a:cxn ang="0">
                  <a:pos x="GluePoint26X" y="GluePoint26Y"/>
                </a:cxn>
                <a:cxn ang="0">
                  <a:pos x="GluePoint27X" y="GluePoint27Y"/>
                </a:cxn>
                <a:cxn ang="0">
                  <a:pos x="GluePoint28X" y="GluePoint28Y"/>
                </a:cxn>
                <a:cxn ang="0">
                  <a:pos x="GluePoint29X" y="GluePoint29Y"/>
                </a:cxn>
                <a:cxn ang="0">
                  <a:pos x="GluePoint30X" y="GluePoint30Y"/>
                </a:cxn>
                <a:cxn ang="0">
                  <a:pos x="GluePoint31X" y="GluePoint31Y"/>
                </a:cxn>
                <a:cxn ang="0">
                  <a:pos x="GluePoint32X" y="GluePoint32Y"/>
                </a:cxn>
                <a:cxn ang="0">
                  <a:pos x="GluePoint33X" y="GluePoint33Y"/>
                </a:cxn>
                <a:cxn ang="0">
                  <a:pos x="GluePoint34X" y="GluePoint34Y"/>
                </a:cxn>
                <a:cxn ang="0">
                  <a:pos x="GluePoint35X" y="GluePoint35Y"/>
                </a:cxn>
                <a:cxn ang="0">
                  <a:pos x="GluePoint36X" y="GluePoint36Y"/>
                </a:cxn>
                <a:cxn ang="0">
                  <a:pos x="GluePoint37X" y="GluePoint37Y"/>
                </a:cxn>
                <a:cxn ang="0">
                  <a:pos x="GluePoint38X" y="GluePoint38Y"/>
                </a:cxn>
                <a:cxn ang="0">
                  <a:pos x="GluePoint39X" y="GluePoint39Y"/>
                </a:cxn>
                <a:cxn ang="0">
                  <a:pos x="GluePoint40X" y="GluePoint40Y"/>
                </a:cxn>
                <a:cxn ang="0">
                  <a:pos x="GluePoint41X" y="GluePoint41Y"/>
                </a:cxn>
              </a:cxnLst>
              <a:rect l="textAreaLeft" t="textAreaTop" r="textAreaRight" b="textAreaBottom"/>
              <a:pathLst>
                <a:path w="1195101" h="1204626">
                  <a:moveTo>
                    <a:pt x="372618" y="571786"/>
                  </a:moveTo>
                  <a:cubicBezTo>
                    <a:pt x="372618" y="571786"/>
                    <a:pt x="372618" y="136874"/>
                    <a:pt x="372523" y="134303"/>
                  </a:cubicBezTo>
                  <a:cubicBezTo>
                    <a:pt x="372237" y="116967"/>
                    <a:pt x="371761" y="93250"/>
                    <a:pt x="386239" y="86487"/>
                  </a:cubicBezTo>
                  <a:cubicBezTo>
                    <a:pt x="396240" y="82105"/>
                    <a:pt x="493014" y="85630"/>
                    <a:pt x="498348" y="85630"/>
                  </a:cubicBezTo>
                  <a:cubicBezTo>
                    <a:pt x="650938" y="85630"/>
                    <a:pt x="738473" y="174974"/>
                    <a:pt x="738473" y="330518"/>
                  </a:cubicBezTo>
                  <a:cubicBezTo>
                    <a:pt x="738473" y="443960"/>
                    <a:pt x="708374" y="509016"/>
                    <a:pt x="640747" y="541687"/>
                  </a:cubicBezTo>
                  <a:cubicBezTo>
                    <a:pt x="577691" y="571976"/>
                    <a:pt x="372618" y="571786"/>
                    <a:pt x="372618" y="571786"/>
                  </a:cubicBezTo>
                  <a:moveTo>
                    <a:pt x="1186529" y="1129760"/>
                  </a:moveTo>
                  <a:cubicBezTo>
                    <a:pt x="1100138" y="1116235"/>
                    <a:pt x="1074134" y="1106424"/>
                    <a:pt x="1017461" y="1040702"/>
                  </a:cubicBezTo>
                  <a:lnTo>
                    <a:pt x="661797" y="632460"/>
                  </a:lnTo>
                  <a:cubicBezTo>
                    <a:pt x="849059" y="608076"/>
                    <a:pt x="964597" y="484251"/>
                    <a:pt x="964597" y="305371"/>
                  </a:cubicBezTo>
                  <a:cubicBezTo>
                    <a:pt x="964597" y="188976"/>
                    <a:pt x="919544" y="105061"/>
                    <a:pt x="831056" y="55816"/>
                  </a:cubicBezTo>
                  <a:cubicBezTo>
                    <a:pt x="763619" y="18383"/>
                    <a:pt x="670084" y="190"/>
                    <a:pt x="544639" y="190"/>
                  </a:cubicBezTo>
                  <a:cubicBezTo>
                    <a:pt x="507206" y="1143"/>
                    <a:pt x="416909" y="4191"/>
                    <a:pt x="317468" y="4191"/>
                  </a:cubicBezTo>
                  <a:cubicBezTo>
                    <a:pt x="214313" y="4191"/>
                    <a:pt x="191" y="0"/>
                    <a:pt x="191" y="0"/>
                  </a:cubicBezTo>
                  <a:lnTo>
                    <a:pt x="191" y="74866"/>
                  </a:lnTo>
                  <a:lnTo>
                    <a:pt x="15050" y="74866"/>
                  </a:lnTo>
                  <a:cubicBezTo>
                    <a:pt x="71818" y="74486"/>
                    <a:pt x="135731" y="74771"/>
                    <a:pt x="152781" y="128683"/>
                  </a:cubicBezTo>
                  <a:cubicBezTo>
                    <a:pt x="168307" y="175355"/>
                    <a:pt x="168307" y="306896"/>
                    <a:pt x="168307" y="350139"/>
                  </a:cubicBezTo>
                  <a:lnTo>
                    <a:pt x="168307" y="841248"/>
                  </a:lnTo>
                  <a:cubicBezTo>
                    <a:pt x="168307" y="895445"/>
                    <a:pt x="168307" y="977837"/>
                    <a:pt x="161068" y="1034129"/>
                  </a:cubicBezTo>
                  <a:cubicBezTo>
                    <a:pt x="158972" y="1050798"/>
                    <a:pt x="156210" y="1065276"/>
                    <a:pt x="152686" y="1075944"/>
                  </a:cubicBezTo>
                  <a:cubicBezTo>
                    <a:pt x="135350" y="1129665"/>
                    <a:pt x="66104" y="1129665"/>
                    <a:pt x="10382" y="1129665"/>
                  </a:cubicBezTo>
                  <a:lnTo>
                    <a:pt x="0" y="1129665"/>
                  </a:lnTo>
                  <a:lnTo>
                    <a:pt x="0" y="1204532"/>
                  </a:lnTo>
                  <a:cubicBezTo>
                    <a:pt x="0" y="1204532"/>
                    <a:pt x="166783" y="1197102"/>
                    <a:pt x="278225" y="1197102"/>
                  </a:cubicBezTo>
                  <a:cubicBezTo>
                    <a:pt x="374047" y="1197102"/>
                    <a:pt x="540734" y="1204246"/>
                    <a:pt x="540734" y="1204532"/>
                  </a:cubicBezTo>
                  <a:lnTo>
                    <a:pt x="540734" y="1129665"/>
                  </a:lnTo>
                  <a:lnTo>
                    <a:pt x="525971" y="1129665"/>
                  </a:lnTo>
                  <a:cubicBezTo>
                    <a:pt x="470059" y="1129951"/>
                    <a:pt x="406813" y="1129760"/>
                    <a:pt x="388239" y="1075754"/>
                  </a:cubicBezTo>
                  <a:cubicBezTo>
                    <a:pt x="384620" y="1065086"/>
                    <a:pt x="381953" y="1050607"/>
                    <a:pt x="379857" y="1034034"/>
                  </a:cubicBezTo>
                  <a:cubicBezTo>
                    <a:pt x="372618" y="978122"/>
                    <a:pt x="372618" y="898017"/>
                    <a:pt x="372618" y="854297"/>
                  </a:cubicBezTo>
                  <a:lnTo>
                    <a:pt x="372618" y="653510"/>
                  </a:lnTo>
                  <a:cubicBezTo>
                    <a:pt x="439198" y="654082"/>
                    <a:pt x="444913" y="661035"/>
                    <a:pt x="479107" y="702469"/>
                  </a:cubicBezTo>
                  <a:cubicBezTo>
                    <a:pt x="485489" y="710089"/>
                    <a:pt x="492728" y="718756"/>
                    <a:pt x="501110" y="728472"/>
                  </a:cubicBezTo>
                  <a:lnTo>
                    <a:pt x="797909" y="1096804"/>
                  </a:lnTo>
                  <a:lnTo>
                    <a:pt x="885158" y="1204532"/>
                  </a:lnTo>
                  <a:cubicBezTo>
                    <a:pt x="885158" y="1204532"/>
                    <a:pt x="980885" y="1200436"/>
                    <a:pt x="1027366" y="1200436"/>
                  </a:cubicBezTo>
                  <a:cubicBezTo>
                    <a:pt x="1094994" y="1200436"/>
                    <a:pt x="1195102" y="1204627"/>
                    <a:pt x="1195102" y="1204627"/>
                  </a:cubicBezTo>
                  <a:lnTo>
                    <a:pt x="1195102" y="1131094"/>
                  </a:lnTo>
                  <a:lnTo>
                    <a:pt x="1186529" y="1129760"/>
                  </a:lnTo>
                  <a:close/>
                </a:path>
              </a:pathLst>
            </a:custGeom>
            <a:solidFill>
              <a:schemeClr val="bg1"/>
            </a:solidFill>
            <a:ln w="9525">
              <a:noFill/>
            </a:ln>
          </p:spPr>
          <p:style>
            <a:lnRef idx="0"/>
            <a:fillRef idx="0"/>
            <a:effectRef idx="0"/>
            <a:fontRef idx="minor"/>
          </p:style>
          <p:txBody>
            <a:bodyPr lIns="90000" tIns="45000" rIns="90000" bIns="45000" anchor="ctr">
              <a:noAutofit/>
            </a:bodyPr>
            <a:p>
              <a:endParaRPr lang="en-US" sz="1800" b="0" u="none" strike="noStrike">
                <a:solidFill>
                  <a:schemeClr val="dk1"/>
                </a:solidFill>
                <a:effectLst/>
                <a:uFillTx/>
                <a:latin typeface="Arial"/>
              </a:endParaRPr>
            </a:p>
          </p:txBody>
        </p:sp>
      </p:grpSp>
      <p:sp>
        <p:nvSpPr>
          <p:cNvPr id="9" name="Text Placeholder 14"/>
          <p:cNvSpPr/>
          <p:nvPr/>
        </p:nvSpPr>
        <p:spPr>
          <a:xfrm>
            <a:off x="386640" y="3434040"/>
            <a:ext cx="2464560" cy="953280"/>
          </a:xfrm>
          <a:prstGeom prst="rect">
            <a:avLst/>
          </a:prstGeom>
          <a:noFill/>
          <a:ln w="0">
            <a:noFill/>
          </a:ln>
        </p:spPr>
        <p:style>
          <a:lnRef idx="0"/>
          <a:fillRef idx="0"/>
          <a:effectRef idx="0"/>
          <a:fontRef idx="minor"/>
        </p:style>
        <p:txBody>
          <a:bodyPr lIns="90000" tIns="45000" rIns="90000" bIns="45000" anchor="t">
            <a:noAutofit/>
          </a:bodyPr>
          <a:p>
            <a:endParaRPr lang="en-US" sz="2000" b="1" u="none" strike="noStrike">
              <a:solidFill>
                <a:srgbClr val="E56B2A"/>
              </a:solidFill>
              <a:effectLst/>
              <a:uFillTx/>
              <a:latin typeface="Arial"/>
            </a:endParaRPr>
          </a:p>
        </p:txBody>
      </p:sp>
      <p:sp>
        <p:nvSpPr>
          <p:cNvPr id="10" name="Rectangle 5"/>
          <p:cNvSpPr/>
          <p:nvPr/>
        </p:nvSpPr>
        <p:spPr>
          <a:xfrm>
            <a:off x="-7920" y="0"/>
            <a:ext cx="12206160" cy="685656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p>
            <a:endParaRPr lang="en-US" sz="1800" b="0" u="none" strike="noStrike">
              <a:solidFill>
                <a:schemeClr val="lt1"/>
              </a:solidFill>
              <a:effectLst/>
              <a:uFillTx/>
              <a:latin typeface="Arial"/>
            </a:endParaRPr>
          </a:p>
        </p:txBody>
      </p:sp>
      <p:sp>
        <p:nvSpPr>
          <p:cNvPr id="11" name="Freeform 11"/>
          <p:cNvSpPr/>
          <p:nvPr/>
        </p:nvSpPr>
        <p:spPr>
          <a:xfrm>
            <a:off x="-2093760" y="2347920"/>
            <a:ext cx="7628400" cy="7628400"/>
          </a:xfrm>
          <a:custGeom>
            <a:avLst/>
            <a:gdLst>
              <a:gd name="textAreaLeft" fmla="*/ 0 w 7628400"/>
              <a:gd name="textAreaRight" fmla="*/ 7629840 w 7628400"/>
              <a:gd name="textAreaTop" fmla="*/ 0 h 7628400"/>
              <a:gd name="textAreaBottom" fmla="*/ 7629840 h 7628400"/>
              <a:gd name="GluePoint1X" fmla="*/ 500348 w 808005"/>
              <a:gd name="GluePoint1Y" fmla="*/ 0 h 808005"/>
              <a:gd name="GluePoint2X" fmla="*/ 808006 w 808005"/>
              <a:gd name="GluePoint2Y" fmla="*/ 0 h 808005"/>
              <a:gd name="GluePoint3X" fmla="*/ 808006 w 808005"/>
              <a:gd name="GluePoint3Y" fmla="*/ 307657 h 808005"/>
              <a:gd name="GluePoint4X" fmla="*/ 307658 w 808005"/>
              <a:gd name="GluePoint4Y" fmla="*/ 808006 h 808005"/>
              <a:gd name="GluePoint5X" fmla="*/ 0 w 808005"/>
              <a:gd name="GluePoint5Y" fmla="*/ 808006 h 808005"/>
              <a:gd name="GluePoint6X" fmla="*/ 0 w 808005"/>
              <a:gd name="GluePoint6Y" fmla="*/ 500348 h 808005"/>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Lst>
            <a:rect l="textAreaLeft" t="textAreaTop" r="textAreaRight" b="textAreaBottom"/>
            <a:pathLst>
              <a:path w="808005" h="808005">
                <a:moveTo>
                  <a:pt x="500348" y="0"/>
                </a:moveTo>
                <a:lnTo>
                  <a:pt x="808006" y="0"/>
                </a:lnTo>
                <a:lnTo>
                  <a:pt x="808006" y="307657"/>
                </a:lnTo>
                <a:lnTo>
                  <a:pt x="307658" y="808006"/>
                </a:lnTo>
                <a:lnTo>
                  <a:pt x="0" y="808006"/>
                </a:lnTo>
                <a:lnTo>
                  <a:pt x="0" y="500348"/>
                </a:lnTo>
                <a:close/>
              </a:path>
            </a:pathLst>
          </a:custGeom>
          <a:solidFill>
            <a:schemeClr val="tx1"/>
          </a:solidFill>
          <a:ln w="9525">
            <a:noFill/>
          </a:ln>
        </p:spPr>
        <p:style>
          <a:lnRef idx="0"/>
          <a:fillRef idx="0"/>
          <a:effectRef idx="0"/>
          <a:fontRef idx="minor"/>
        </p:style>
        <p:txBody>
          <a:bodyPr lIns="90000" tIns="45000" rIns="90000" bIns="45000" anchor="ctr">
            <a:noAutofit/>
          </a:bodyPr>
          <a:p>
            <a:endParaRPr lang="en-US" sz="1800" b="0" u="none" strike="noStrike">
              <a:solidFill>
                <a:schemeClr val="dk1"/>
              </a:solidFill>
              <a:effectLst/>
              <a:uFillTx/>
              <a:latin typeface="Arial"/>
            </a:endParaRPr>
          </a:p>
        </p:txBody>
      </p:sp>
      <p:sp>
        <p:nvSpPr>
          <p:cNvPr id="12" name="Freeform 4"/>
          <p:cNvSpPr/>
          <p:nvPr/>
        </p:nvSpPr>
        <p:spPr>
          <a:xfrm>
            <a:off x="-105120" y="241920"/>
            <a:ext cx="12079440" cy="12079440"/>
          </a:xfrm>
          <a:custGeom>
            <a:avLst/>
            <a:gdLst>
              <a:gd name="textAreaLeft" fmla="*/ 0 w 12079440"/>
              <a:gd name="textAreaRight" fmla="*/ 12080880 w 12079440"/>
              <a:gd name="textAreaTop" fmla="*/ 0 h 12079440"/>
              <a:gd name="textAreaBottom" fmla="*/ 12080880 h 12079440"/>
              <a:gd name="GluePoint1X" fmla="*/ 500348 w 808005"/>
              <a:gd name="GluePoint1Y" fmla="*/ 0 h 808005"/>
              <a:gd name="GluePoint2X" fmla="*/ 808006 w 808005"/>
              <a:gd name="GluePoint2Y" fmla="*/ 0 h 808005"/>
              <a:gd name="GluePoint3X" fmla="*/ 808006 w 808005"/>
              <a:gd name="GluePoint3Y" fmla="*/ 307657 h 808005"/>
              <a:gd name="GluePoint4X" fmla="*/ 307658 w 808005"/>
              <a:gd name="GluePoint4Y" fmla="*/ 808006 h 808005"/>
              <a:gd name="GluePoint5X" fmla="*/ 0 w 808005"/>
              <a:gd name="GluePoint5Y" fmla="*/ 808006 h 808005"/>
              <a:gd name="GluePoint6X" fmla="*/ 0 w 808005"/>
              <a:gd name="GluePoint6Y" fmla="*/ 500348 h 808005"/>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Lst>
            <a:rect l="textAreaLeft" t="textAreaTop" r="textAreaRight" b="textAreaBottom"/>
            <a:pathLst>
              <a:path w="808005" h="808005">
                <a:moveTo>
                  <a:pt x="500348" y="0"/>
                </a:moveTo>
                <a:lnTo>
                  <a:pt x="808006" y="0"/>
                </a:lnTo>
                <a:lnTo>
                  <a:pt x="808006" y="307657"/>
                </a:lnTo>
                <a:lnTo>
                  <a:pt x="307658" y="808006"/>
                </a:lnTo>
                <a:lnTo>
                  <a:pt x="0" y="808006"/>
                </a:lnTo>
                <a:lnTo>
                  <a:pt x="0" y="500348"/>
                </a:lnTo>
                <a:close/>
              </a:path>
            </a:pathLst>
          </a:custGeom>
          <a:solidFill>
            <a:srgbClr val="F76901"/>
          </a:solidFill>
          <a:ln w="9525">
            <a:noFill/>
          </a:ln>
        </p:spPr>
        <p:style>
          <a:lnRef idx="0"/>
          <a:fillRef idx="0"/>
          <a:effectRef idx="0"/>
          <a:fontRef idx="minor"/>
        </p:style>
        <p:txBody>
          <a:bodyPr lIns="90000" tIns="45000" rIns="90000" bIns="45000" anchor="ctr">
            <a:noAutofit/>
          </a:bodyPr>
          <a:p>
            <a:endParaRPr lang="en-US" sz="1800" b="0" u="none" strike="noStrike">
              <a:solidFill>
                <a:schemeClr val="dk1"/>
              </a:solidFill>
              <a:effectLst/>
              <a:uFillTx/>
              <a:latin typeface="Arial"/>
            </a:endParaRPr>
          </a:p>
        </p:txBody>
      </p:sp>
      <p:sp>
        <p:nvSpPr>
          <p:cNvPr id="13" name="PlaceHolder 1"/>
          <p:cNvSpPr>
            <a:spLocks noGrp="1"/>
          </p:cNvSpPr>
          <p:nvPr>
            <p:ph type="title" hasCustomPrompt="1"/>
          </p:nvPr>
        </p:nvSpPr>
        <p:spPr>
          <a:xfrm>
            <a:off x="6235920" y="1402560"/>
            <a:ext cx="5192640" cy="2583720"/>
          </a:xfrm>
          <a:prstGeom prst="rect">
            <a:avLst/>
          </a:prstGeom>
          <a:noFill/>
          <a:ln w="0">
            <a:noFill/>
          </a:ln>
        </p:spPr>
        <p:txBody>
          <a:bodyPr lIns="90000" tIns="45000" rIns="90000" bIns="45000" anchor="b">
            <a:normAutofit/>
          </a:bodyPr>
          <a:lstStyle>
            <a:lvl1pPr indent="0" algn="r" defTabSz="914400">
              <a:lnSpc>
                <a:spcPct val="90000"/>
              </a:lnSpc>
              <a:buNone/>
              <a:tabLst>
                <a:tab pos="0" algn="l"/>
              </a:tabLst>
              <a:defRPr lang="en-US" sz="6000" b="1" u="none" strike="noStrike">
                <a:solidFill>
                  <a:schemeClr val="lt1"/>
                </a:solidFill>
                <a:effectLst/>
                <a:uFillTx/>
                <a:latin typeface="Arial"/>
              </a:defRPr>
            </a:lvl1pPr>
          </a:lstStyle>
          <a:p>
            <a:pPr indent="0" algn="r" defTabSz="914400">
              <a:lnSpc>
                <a:spcPct val="90000"/>
              </a:lnSpc>
              <a:buNone/>
              <a:tabLst>
                <a:tab pos="0" algn="l"/>
              </a:tabLst>
            </a:pPr>
            <a:r>
              <a:rPr lang="en-US" sz="6000" b="1" u="none" strike="noStrike">
                <a:solidFill>
                  <a:schemeClr val="lt1"/>
                </a:solidFill>
                <a:effectLst/>
                <a:uFillTx/>
                <a:latin typeface="Arial"/>
              </a:rPr>
              <a:t>Click to add</a:t>
            </a:r>
            <a:br>
              <a:rPr sz="6000"/>
            </a:br>
            <a:r>
              <a:rPr lang="en-US" sz="6000" b="1" u="none" strike="noStrike">
                <a:solidFill>
                  <a:schemeClr val="lt1"/>
                </a:solidFill>
                <a:effectLst/>
                <a:uFillTx/>
                <a:latin typeface="Arial"/>
              </a:rPr>
              <a:t>Presentation </a:t>
            </a:r>
            <a:br>
              <a:rPr sz="6000"/>
            </a:br>
            <a:r>
              <a:rPr lang="en-US" sz="6000" b="1" u="none" strike="noStrike">
                <a:solidFill>
                  <a:schemeClr val="lt1"/>
                </a:solidFill>
                <a:effectLst/>
                <a:uFillTx/>
                <a:latin typeface="Arial"/>
              </a:rPr>
              <a:t>Title</a:t>
            </a:r>
            <a:endParaRPr lang="en-US" sz="6000" b="1" u="none" strike="noStrike">
              <a:solidFill>
                <a:schemeClr val="lt1"/>
              </a:solidFill>
              <a:effectLst/>
              <a:uFillTx/>
              <a:latin typeface="Arial"/>
            </a:endParaRPr>
          </a:p>
        </p:txBody>
      </p:sp>
      <p:grpSp>
        <p:nvGrpSpPr>
          <p:cNvPr id="14" name="Graphic 22"/>
          <p:cNvGrpSpPr/>
          <p:nvPr/>
        </p:nvGrpSpPr>
        <p:grpSpPr>
          <a:xfrm>
            <a:off x="326160" y="360360"/>
            <a:ext cx="1692720" cy="638640"/>
            <a:chOff x="326160" y="360360"/>
            <a:chExt cx="1692720" cy="638640"/>
          </a:xfrm>
        </p:grpSpPr>
        <p:sp>
          <p:nvSpPr>
            <p:cNvPr id="15" name="Freeform 7"/>
            <p:cNvSpPr/>
            <p:nvPr/>
          </p:nvSpPr>
          <p:spPr>
            <a:xfrm>
              <a:off x="1044720" y="360360"/>
              <a:ext cx="289440" cy="638280"/>
            </a:xfrm>
            <a:custGeom>
              <a:avLst/>
              <a:gdLst>
                <a:gd name="textAreaLeft" fmla="*/ 0 w 289440"/>
                <a:gd name="textAreaRight" fmla="*/ 290880 w 289440"/>
                <a:gd name="textAreaTop" fmla="*/ 0 h 638280"/>
                <a:gd name="textAreaBottom" fmla="*/ 639720 h 638280"/>
                <a:gd name="GluePoint1X" fmla="*/ 393478 w 547877"/>
                <a:gd name="GluePoint1Y" fmla="*/ 129064 h 1204531"/>
                <a:gd name="GluePoint2X" fmla="*/ 537686 w 547877"/>
                <a:gd name="GluePoint2Y" fmla="*/ 74771 h 1204531"/>
                <a:gd name="GluePoint3X" fmla="*/ 547878 w 547877"/>
                <a:gd name="GluePoint3Y" fmla="*/ 74771 h 1204531"/>
                <a:gd name="GluePoint4X" fmla="*/ 547878 w 547877"/>
                <a:gd name="GluePoint4Y" fmla="*/ 0 h 1204531"/>
                <a:gd name="GluePoint5X" fmla="*/ 267938 w 547877"/>
                <a:gd name="GluePoint5Y" fmla="*/ 4667 h 1204531"/>
                <a:gd name="GluePoint6X" fmla="*/ 0 w 547877"/>
                <a:gd name="GluePoint6Y" fmla="*/ 0 h 1204531"/>
                <a:gd name="GluePoint7X" fmla="*/ 0 w 547877"/>
                <a:gd name="GluePoint7Y" fmla="*/ 74771 h 1204531"/>
                <a:gd name="GluePoint8X" fmla="*/ 10192 w 547877"/>
                <a:gd name="GluePoint8Y" fmla="*/ 74771 h 1204531"/>
                <a:gd name="GluePoint9X" fmla="*/ 154400 w 547877"/>
                <a:gd name="GluePoint9Y" fmla="*/ 128968 h 1204531"/>
                <a:gd name="GluePoint10X" fmla="*/ 171640 w 547877"/>
                <a:gd name="GluePoint10Y" fmla="*/ 363188 h 1204531"/>
                <a:gd name="GluePoint11X" fmla="*/ 171640 w 547877"/>
                <a:gd name="GluePoint11Y" fmla="*/ 841153 h 1204531"/>
                <a:gd name="GluePoint12X" fmla="*/ 154496 w 547877"/>
                <a:gd name="GluePoint12Y" fmla="*/ 1075373 h 1204531"/>
                <a:gd name="GluePoint13X" fmla="*/ 10192 w 547877"/>
                <a:gd name="GluePoint13Y" fmla="*/ 1129569 h 1204531"/>
                <a:gd name="GluePoint14X" fmla="*/ 0 w 547877"/>
                <a:gd name="GluePoint14Y" fmla="*/ 1129569 h 1204531"/>
                <a:gd name="GluePoint15X" fmla="*/ 0 w 547877"/>
                <a:gd name="GluePoint15Y" fmla="*/ 1204531 h 1204531"/>
                <a:gd name="GluePoint16X" fmla="*/ 268224 w 547877"/>
                <a:gd name="GluePoint16Y" fmla="*/ 1197102 h 1204531"/>
                <a:gd name="GluePoint17X" fmla="*/ 547878 w 547877"/>
                <a:gd name="GluePoint17Y" fmla="*/ 1204531 h 1204531"/>
                <a:gd name="GluePoint18X" fmla="*/ 547878 w 547877"/>
                <a:gd name="GluePoint18Y" fmla="*/ 1129569 h 1204531"/>
                <a:gd name="GluePoint19X" fmla="*/ 537686 w 547877"/>
                <a:gd name="GluePoint19Y" fmla="*/ 1129569 h 1204531"/>
                <a:gd name="GluePoint20X" fmla="*/ 393478 w 547877"/>
                <a:gd name="GluePoint20Y" fmla="*/ 1075468 h 1204531"/>
                <a:gd name="GluePoint21X" fmla="*/ 376333 w 547877"/>
                <a:gd name="GluePoint21Y" fmla="*/ 841153 h 1204531"/>
                <a:gd name="GluePoint22X" fmla="*/ 376333 w 547877"/>
                <a:gd name="GluePoint22Y" fmla="*/ 363188 h 1204531"/>
                <a:gd name="GluePoint23X" fmla="*/ 393478 w 547877"/>
                <a:gd name="GluePoint23Y" fmla="*/ 129064 h 1204531"/>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 ang="0">
                  <a:pos x="GluePoint16X" y="GluePoint16Y"/>
                </a:cxn>
                <a:cxn ang="0">
                  <a:pos x="GluePoint17X" y="GluePoint17Y"/>
                </a:cxn>
                <a:cxn ang="0">
                  <a:pos x="GluePoint18X" y="GluePoint18Y"/>
                </a:cxn>
                <a:cxn ang="0">
                  <a:pos x="GluePoint19X" y="GluePoint19Y"/>
                </a:cxn>
                <a:cxn ang="0">
                  <a:pos x="GluePoint20X" y="GluePoint20Y"/>
                </a:cxn>
                <a:cxn ang="0">
                  <a:pos x="GluePoint21X" y="GluePoint21Y"/>
                </a:cxn>
                <a:cxn ang="0">
                  <a:pos x="GluePoint22X" y="GluePoint22Y"/>
                </a:cxn>
                <a:cxn ang="0">
                  <a:pos x="GluePoint23X" y="GluePoint23Y"/>
                </a:cxn>
              </a:cxnLst>
              <a:rect l="textAreaLeft" t="textAreaTop" r="textAreaRight" b="textAreaBottom"/>
              <a:pathLst>
                <a:path w="547877" h="1204531">
                  <a:moveTo>
                    <a:pt x="393478" y="129064"/>
                  </a:moveTo>
                  <a:cubicBezTo>
                    <a:pt x="414242" y="74771"/>
                    <a:pt x="482727" y="74771"/>
                    <a:pt x="537686" y="74771"/>
                  </a:cubicBezTo>
                  <a:lnTo>
                    <a:pt x="547878" y="74771"/>
                  </a:lnTo>
                  <a:lnTo>
                    <a:pt x="547878" y="0"/>
                  </a:lnTo>
                  <a:cubicBezTo>
                    <a:pt x="547878" y="0"/>
                    <a:pt x="333565" y="4667"/>
                    <a:pt x="267938" y="4667"/>
                  </a:cubicBezTo>
                  <a:cubicBezTo>
                    <a:pt x="200406" y="4667"/>
                    <a:pt x="0" y="0"/>
                    <a:pt x="0" y="0"/>
                  </a:cubicBezTo>
                  <a:lnTo>
                    <a:pt x="0" y="74771"/>
                  </a:lnTo>
                  <a:lnTo>
                    <a:pt x="10192" y="74771"/>
                  </a:lnTo>
                  <a:cubicBezTo>
                    <a:pt x="65246" y="74771"/>
                    <a:pt x="133731" y="74771"/>
                    <a:pt x="154400" y="128968"/>
                  </a:cubicBezTo>
                  <a:cubicBezTo>
                    <a:pt x="171640" y="175450"/>
                    <a:pt x="171640" y="307086"/>
                    <a:pt x="171640" y="363188"/>
                  </a:cubicBezTo>
                  <a:lnTo>
                    <a:pt x="171640" y="841153"/>
                  </a:lnTo>
                  <a:cubicBezTo>
                    <a:pt x="171640" y="897350"/>
                    <a:pt x="171640" y="1028890"/>
                    <a:pt x="154496" y="1075373"/>
                  </a:cubicBezTo>
                  <a:cubicBezTo>
                    <a:pt x="133731" y="1129569"/>
                    <a:pt x="65246" y="1129569"/>
                    <a:pt x="10192" y="1129569"/>
                  </a:cubicBezTo>
                  <a:lnTo>
                    <a:pt x="0" y="1129569"/>
                  </a:lnTo>
                  <a:lnTo>
                    <a:pt x="0" y="1204531"/>
                  </a:lnTo>
                  <a:cubicBezTo>
                    <a:pt x="0" y="1204341"/>
                    <a:pt x="173260" y="1197102"/>
                    <a:pt x="268224" y="1197102"/>
                  </a:cubicBezTo>
                  <a:cubicBezTo>
                    <a:pt x="377476" y="1197102"/>
                    <a:pt x="547878" y="1204531"/>
                    <a:pt x="547878" y="1204531"/>
                  </a:cubicBezTo>
                  <a:lnTo>
                    <a:pt x="547878" y="1129569"/>
                  </a:lnTo>
                  <a:lnTo>
                    <a:pt x="537686" y="1129569"/>
                  </a:lnTo>
                  <a:cubicBezTo>
                    <a:pt x="482727" y="1129569"/>
                    <a:pt x="414242" y="1129569"/>
                    <a:pt x="393478" y="1075468"/>
                  </a:cubicBezTo>
                  <a:cubicBezTo>
                    <a:pt x="376333" y="1028890"/>
                    <a:pt x="376333" y="897350"/>
                    <a:pt x="376333" y="841153"/>
                  </a:cubicBezTo>
                  <a:lnTo>
                    <a:pt x="376333" y="363188"/>
                  </a:lnTo>
                  <a:cubicBezTo>
                    <a:pt x="376333" y="307086"/>
                    <a:pt x="376333" y="175450"/>
                    <a:pt x="393478" y="129064"/>
                  </a:cubicBezTo>
                </a:path>
              </a:pathLst>
            </a:custGeom>
            <a:solidFill>
              <a:srgbClr val="F86901"/>
            </a:solidFill>
            <a:ln w="9525">
              <a:noFill/>
            </a:ln>
          </p:spPr>
          <p:style>
            <a:lnRef idx="0"/>
            <a:fillRef idx="0"/>
            <a:effectRef idx="0"/>
            <a:fontRef idx="minor"/>
          </p:style>
          <p:txBody>
            <a:bodyPr lIns="90000" tIns="45000" rIns="90000" bIns="45000" anchor="ctr">
              <a:noAutofit/>
            </a:bodyPr>
            <a:p>
              <a:endParaRPr lang="en-US" sz="1800" b="0" u="none" strike="noStrike">
                <a:solidFill>
                  <a:schemeClr val="dk1"/>
                </a:solidFill>
                <a:effectLst/>
                <a:uFillTx/>
                <a:latin typeface="Arial"/>
              </a:endParaRPr>
            </a:p>
          </p:txBody>
        </p:sp>
        <p:sp>
          <p:nvSpPr>
            <p:cNvPr id="16" name="Freeform 8"/>
            <p:cNvSpPr/>
            <p:nvPr/>
          </p:nvSpPr>
          <p:spPr>
            <a:xfrm>
              <a:off x="1422000" y="361080"/>
              <a:ext cx="596880" cy="637920"/>
            </a:xfrm>
            <a:custGeom>
              <a:avLst/>
              <a:gdLst>
                <a:gd name="textAreaLeft" fmla="*/ 0 w 596880"/>
                <a:gd name="textAreaRight" fmla="*/ 598320 w 596880"/>
                <a:gd name="textAreaTop" fmla="*/ 0 h 637920"/>
                <a:gd name="textAreaBottom" fmla="*/ 639360 h 637920"/>
                <a:gd name="GluePoint1X" fmla="*/ 0 w 1126902"/>
                <a:gd name="GluePoint1Y" fmla="*/ 0 h 1204245"/>
                <a:gd name="GluePoint2X" fmla="*/ 0 w 1126902"/>
                <a:gd name="GluePoint2Y" fmla="*/ 312420 h 1204245"/>
                <a:gd name="GluePoint3X" fmla="*/ 74295 w 1126902"/>
                <a:gd name="GluePoint3Y" fmla="*/ 312420 h 1204245"/>
                <a:gd name="GluePoint4X" fmla="*/ 74581 w 1126902"/>
                <a:gd name="GluePoint4Y" fmla="*/ 302609 h 1204245"/>
                <a:gd name="GluePoint5X" fmla="*/ 334328 w 1126902"/>
                <a:gd name="GluePoint5Y" fmla="*/ 90773 h 1204245"/>
                <a:gd name="GluePoint6X" fmla="*/ 352330 w 1126902"/>
                <a:gd name="GluePoint6Y" fmla="*/ 90678 h 1204245"/>
                <a:gd name="GluePoint7X" fmla="*/ 453200 w 1126902"/>
                <a:gd name="GluePoint7Y" fmla="*/ 106204 h 1204245"/>
                <a:gd name="GluePoint8X" fmla="*/ 461201 w 1126902"/>
                <a:gd name="GluePoint8Y" fmla="*/ 128873 h 1204245"/>
                <a:gd name="GluePoint9X" fmla="*/ 461201 w 1126902"/>
                <a:gd name="GluePoint9Y" fmla="*/ 950119 h 1204245"/>
                <a:gd name="GluePoint10X" fmla="*/ 272510 w 1126902"/>
                <a:gd name="GluePoint10Y" fmla="*/ 1129475 h 1204245"/>
                <a:gd name="GluePoint11X" fmla="*/ 262700 w 1126902"/>
                <a:gd name="GluePoint11Y" fmla="*/ 1129856 h 1204245"/>
                <a:gd name="GluePoint12X" fmla="*/ 262700 w 1126902"/>
                <a:gd name="GluePoint12Y" fmla="*/ 1204246 h 1204245"/>
                <a:gd name="GluePoint13X" fmla="*/ 578548 w 1126902"/>
                <a:gd name="GluePoint13Y" fmla="*/ 1196911 h 1204245"/>
                <a:gd name="GluePoint14X" fmla="*/ 864203 w 1126902"/>
                <a:gd name="GluePoint14Y" fmla="*/ 1204246 h 1204245"/>
                <a:gd name="GluePoint15X" fmla="*/ 864203 w 1126902"/>
                <a:gd name="GluePoint15Y" fmla="*/ 1129856 h 1204245"/>
                <a:gd name="GluePoint16X" fmla="*/ 854393 w 1126902"/>
                <a:gd name="GluePoint16Y" fmla="*/ 1129475 h 1204245"/>
                <a:gd name="GluePoint17X" fmla="*/ 665702 w 1126902"/>
                <a:gd name="GluePoint17Y" fmla="*/ 950119 h 1204245"/>
                <a:gd name="GluePoint18X" fmla="*/ 665702 w 1126902"/>
                <a:gd name="GluePoint18Y" fmla="*/ 128873 h 1204245"/>
                <a:gd name="GluePoint19X" fmla="*/ 673608 w 1126902"/>
                <a:gd name="GluePoint19Y" fmla="*/ 108490 h 1204245"/>
                <a:gd name="GluePoint20X" fmla="*/ 791718 w 1126902"/>
                <a:gd name="GluePoint20Y" fmla="*/ 90488 h 1204245"/>
                <a:gd name="GluePoint21X" fmla="*/ 815912 w 1126902"/>
                <a:gd name="GluePoint21Y" fmla="*/ 90773 h 1204245"/>
                <a:gd name="GluePoint22X" fmla="*/ 1052513 w 1126902"/>
                <a:gd name="GluePoint22Y" fmla="*/ 302895 h 1204245"/>
                <a:gd name="GluePoint23X" fmla="*/ 1053084 w 1126902"/>
                <a:gd name="GluePoint23Y" fmla="*/ 312420 h 1204245"/>
                <a:gd name="GluePoint24X" fmla="*/ 1126903 w 1126902"/>
                <a:gd name="GluePoint24Y" fmla="*/ 312420 h 1204245"/>
                <a:gd name="GluePoint25X" fmla="*/ 1126903 w 1126902"/>
                <a:gd name="GluePoint25Y" fmla="*/ 0 h 1204245"/>
                <a:gd name="GluePoint26X" fmla="*/ 563404 w 1126902"/>
                <a:gd name="GluePoint26Y" fmla="*/ 2857 h 1204245"/>
                <a:gd name="GluePoint27X" fmla="*/ 0 w 1126902"/>
                <a:gd name="GluePoint27Y" fmla="*/ 0 h 1204245"/>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 ang="0">
                  <a:pos x="GluePoint16X" y="GluePoint16Y"/>
                </a:cxn>
                <a:cxn ang="0">
                  <a:pos x="GluePoint17X" y="GluePoint17Y"/>
                </a:cxn>
                <a:cxn ang="0">
                  <a:pos x="GluePoint18X" y="GluePoint18Y"/>
                </a:cxn>
                <a:cxn ang="0">
                  <a:pos x="GluePoint19X" y="GluePoint19Y"/>
                </a:cxn>
                <a:cxn ang="0">
                  <a:pos x="GluePoint20X" y="GluePoint20Y"/>
                </a:cxn>
                <a:cxn ang="0">
                  <a:pos x="GluePoint21X" y="GluePoint21Y"/>
                </a:cxn>
                <a:cxn ang="0">
                  <a:pos x="GluePoint22X" y="GluePoint22Y"/>
                </a:cxn>
                <a:cxn ang="0">
                  <a:pos x="GluePoint23X" y="GluePoint23Y"/>
                </a:cxn>
                <a:cxn ang="0">
                  <a:pos x="GluePoint24X" y="GluePoint24Y"/>
                </a:cxn>
                <a:cxn ang="0">
                  <a:pos x="GluePoint25X" y="GluePoint25Y"/>
                </a:cxn>
                <a:cxn ang="0">
                  <a:pos x="GluePoint26X" y="GluePoint26Y"/>
                </a:cxn>
                <a:cxn ang="0">
                  <a:pos x="GluePoint27X" y="GluePoint27Y"/>
                </a:cxn>
              </a:cxnLst>
              <a:rect l="textAreaLeft" t="textAreaTop" r="textAreaRight" b="textAreaBottom"/>
              <a:pathLst>
                <a:path w="1126902" h="1204245">
                  <a:moveTo>
                    <a:pt x="0" y="0"/>
                  </a:moveTo>
                  <a:lnTo>
                    <a:pt x="0" y="312420"/>
                  </a:lnTo>
                  <a:lnTo>
                    <a:pt x="74295" y="312420"/>
                  </a:lnTo>
                  <a:lnTo>
                    <a:pt x="74581" y="302609"/>
                  </a:lnTo>
                  <a:cubicBezTo>
                    <a:pt x="81344" y="99346"/>
                    <a:pt x="159163" y="90773"/>
                    <a:pt x="334328" y="90773"/>
                  </a:cubicBezTo>
                  <a:cubicBezTo>
                    <a:pt x="340328" y="90773"/>
                    <a:pt x="346424" y="90773"/>
                    <a:pt x="352330" y="90678"/>
                  </a:cubicBezTo>
                  <a:cubicBezTo>
                    <a:pt x="395859" y="90392"/>
                    <a:pt x="437007" y="90106"/>
                    <a:pt x="453200" y="106204"/>
                  </a:cubicBezTo>
                  <a:cubicBezTo>
                    <a:pt x="458629" y="111538"/>
                    <a:pt x="461201" y="118967"/>
                    <a:pt x="461201" y="128873"/>
                  </a:cubicBezTo>
                  <a:lnTo>
                    <a:pt x="461201" y="950119"/>
                  </a:lnTo>
                  <a:cubicBezTo>
                    <a:pt x="461201" y="1072039"/>
                    <a:pt x="444151" y="1122426"/>
                    <a:pt x="272510" y="1129475"/>
                  </a:cubicBezTo>
                  <a:lnTo>
                    <a:pt x="262700" y="1129856"/>
                  </a:lnTo>
                  <a:lnTo>
                    <a:pt x="262700" y="1204246"/>
                  </a:lnTo>
                  <a:cubicBezTo>
                    <a:pt x="262700" y="1204246"/>
                    <a:pt x="462725" y="1196911"/>
                    <a:pt x="578548" y="1196911"/>
                  </a:cubicBezTo>
                  <a:cubicBezTo>
                    <a:pt x="666941" y="1196911"/>
                    <a:pt x="864203" y="1204246"/>
                    <a:pt x="864203" y="1204246"/>
                  </a:cubicBezTo>
                  <a:lnTo>
                    <a:pt x="864203" y="1129856"/>
                  </a:lnTo>
                  <a:lnTo>
                    <a:pt x="854393" y="1129475"/>
                  </a:lnTo>
                  <a:cubicBezTo>
                    <a:pt x="682752" y="1122426"/>
                    <a:pt x="665702" y="1072039"/>
                    <a:pt x="665702" y="950119"/>
                  </a:cubicBezTo>
                  <a:lnTo>
                    <a:pt x="665702" y="128873"/>
                  </a:lnTo>
                  <a:cubicBezTo>
                    <a:pt x="665702" y="120396"/>
                    <a:pt x="668369" y="113729"/>
                    <a:pt x="673608" y="108490"/>
                  </a:cubicBezTo>
                  <a:cubicBezTo>
                    <a:pt x="693420" y="89059"/>
                    <a:pt x="747903" y="89821"/>
                    <a:pt x="791718" y="90488"/>
                  </a:cubicBezTo>
                  <a:cubicBezTo>
                    <a:pt x="800005" y="90583"/>
                    <a:pt x="808196" y="90773"/>
                    <a:pt x="815912" y="90773"/>
                  </a:cubicBezTo>
                  <a:cubicBezTo>
                    <a:pt x="987267" y="90773"/>
                    <a:pt x="1042511" y="140303"/>
                    <a:pt x="1052513" y="302895"/>
                  </a:cubicBezTo>
                  <a:lnTo>
                    <a:pt x="1053084" y="312420"/>
                  </a:lnTo>
                  <a:lnTo>
                    <a:pt x="1126903" y="312420"/>
                  </a:lnTo>
                  <a:lnTo>
                    <a:pt x="1126903" y="0"/>
                  </a:lnTo>
                  <a:cubicBezTo>
                    <a:pt x="1126903" y="0"/>
                    <a:pt x="694468" y="2857"/>
                    <a:pt x="563404" y="2857"/>
                  </a:cubicBezTo>
                  <a:cubicBezTo>
                    <a:pt x="432340" y="2857"/>
                    <a:pt x="0" y="0"/>
                    <a:pt x="0" y="0"/>
                  </a:cubicBezTo>
                </a:path>
              </a:pathLst>
            </a:custGeom>
            <a:solidFill>
              <a:srgbClr val="F86901"/>
            </a:solidFill>
            <a:ln w="9525">
              <a:noFill/>
            </a:ln>
          </p:spPr>
          <p:style>
            <a:lnRef idx="0"/>
            <a:fillRef idx="0"/>
            <a:effectRef idx="0"/>
            <a:fontRef idx="minor"/>
          </p:style>
          <p:txBody>
            <a:bodyPr lIns="90000" tIns="45000" rIns="90000" bIns="45000" anchor="ctr">
              <a:noAutofit/>
            </a:bodyPr>
            <a:p>
              <a:endParaRPr lang="en-US" sz="1800" b="0" u="none" strike="noStrike">
                <a:solidFill>
                  <a:schemeClr val="dk1"/>
                </a:solidFill>
                <a:effectLst/>
                <a:uFillTx/>
                <a:latin typeface="Arial"/>
              </a:endParaRPr>
            </a:p>
          </p:txBody>
        </p:sp>
        <p:sp>
          <p:nvSpPr>
            <p:cNvPr id="17" name="Freeform 9"/>
            <p:cNvSpPr/>
            <p:nvPr/>
          </p:nvSpPr>
          <p:spPr>
            <a:xfrm>
              <a:off x="326160" y="360360"/>
              <a:ext cx="633240" cy="638280"/>
            </a:xfrm>
            <a:custGeom>
              <a:avLst/>
              <a:gdLst>
                <a:gd name="textAreaLeft" fmla="*/ 0 w 633240"/>
                <a:gd name="textAreaRight" fmla="*/ 634680 w 633240"/>
                <a:gd name="textAreaTop" fmla="*/ 0 h 638280"/>
                <a:gd name="textAreaBottom" fmla="*/ 639720 h 638280"/>
                <a:gd name="GluePoint1X" fmla="*/ 372618 w 1195101"/>
                <a:gd name="GluePoint1Y" fmla="*/ 571786 h 1204626"/>
                <a:gd name="GluePoint2X" fmla="*/ 372523 w 1195101"/>
                <a:gd name="GluePoint2Y" fmla="*/ 134303 h 1204626"/>
                <a:gd name="GluePoint3X" fmla="*/ 386239 w 1195101"/>
                <a:gd name="GluePoint3Y" fmla="*/ 86487 h 1204626"/>
                <a:gd name="GluePoint4X" fmla="*/ 498348 w 1195101"/>
                <a:gd name="GluePoint4Y" fmla="*/ 85630 h 1204626"/>
                <a:gd name="GluePoint5X" fmla="*/ 738473 w 1195101"/>
                <a:gd name="GluePoint5Y" fmla="*/ 330518 h 1204626"/>
                <a:gd name="GluePoint6X" fmla="*/ 640747 w 1195101"/>
                <a:gd name="GluePoint6Y" fmla="*/ 541687 h 1204626"/>
                <a:gd name="GluePoint7X" fmla="*/ 372618 w 1195101"/>
                <a:gd name="GluePoint7Y" fmla="*/ 571786 h 1204626"/>
                <a:gd name="GluePoint8X" fmla="*/ 1186529 w 1195101"/>
                <a:gd name="GluePoint8Y" fmla="*/ 1129760 h 1204626"/>
                <a:gd name="GluePoint9X" fmla="*/ 1017461 w 1195101"/>
                <a:gd name="GluePoint9Y" fmla="*/ 1040702 h 1204626"/>
                <a:gd name="GluePoint10X" fmla="*/ 661797 w 1195101"/>
                <a:gd name="GluePoint10Y" fmla="*/ 632460 h 1204626"/>
                <a:gd name="GluePoint11X" fmla="*/ 964597 w 1195101"/>
                <a:gd name="GluePoint11Y" fmla="*/ 305371 h 1204626"/>
                <a:gd name="GluePoint12X" fmla="*/ 831056 w 1195101"/>
                <a:gd name="GluePoint12Y" fmla="*/ 55816 h 1204626"/>
                <a:gd name="GluePoint13X" fmla="*/ 544639 w 1195101"/>
                <a:gd name="GluePoint13Y" fmla="*/ 190 h 1204626"/>
                <a:gd name="GluePoint14X" fmla="*/ 317468 w 1195101"/>
                <a:gd name="GluePoint14Y" fmla="*/ 4191 h 1204626"/>
                <a:gd name="GluePoint15X" fmla="*/ 191 w 1195101"/>
                <a:gd name="GluePoint15Y" fmla="*/ 0 h 1204626"/>
                <a:gd name="GluePoint16X" fmla="*/ 191 w 1195101"/>
                <a:gd name="GluePoint16Y" fmla="*/ 74866 h 1204626"/>
                <a:gd name="GluePoint17X" fmla="*/ 15050 w 1195101"/>
                <a:gd name="GluePoint17Y" fmla="*/ 74866 h 1204626"/>
                <a:gd name="GluePoint18X" fmla="*/ 152781 w 1195101"/>
                <a:gd name="GluePoint18Y" fmla="*/ 128683 h 1204626"/>
                <a:gd name="GluePoint19X" fmla="*/ 168307 w 1195101"/>
                <a:gd name="GluePoint19Y" fmla="*/ 350139 h 1204626"/>
                <a:gd name="GluePoint20X" fmla="*/ 168307 w 1195101"/>
                <a:gd name="GluePoint20Y" fmla="*/ 841248 h 1204626"/>
                <a:gd name="GluePoint21X" fmla="*/ 161068 w 1195101"/>
                <a:gd name="GluePoint21Y" fmla="*/ 1034129 h 1204626"/>
                <a:gd name="GluePoint22X" fmla="*/ 152686 w 1195101"/>
                <a:gd name="GluePoint22Y" fmla="*/ 1075944 h 1204626"/>
                <a:gd name="GluePoint23X" fmla="*/ 10382 w 1195101"/>
                <a:gd name="GluePoint23Y" fmla="*/ 1129665 h 1204626"/>
                <a:gd name="GluePoint24X" fmla="*/ 0 w 1195101"/>
                <a:gd name="GluePoint24Y" fmla="*/ 1129665 h 1204626"/>
                <a:gd name="GluePoint25X" fmla="*/ 0 w 1195101"/>
                <a:gd name="GluePoint25Y" fmla="*/ 1204532 h 1204626"/>
                <a:gd name="GluePoint26X" fmla="*/ 278225 w 1195101"/>
                <a:gd name="GluePoint26Y" fmla="*/ 1197102 h 1204626"/>
                <a:gd name="GluePoint27X" fmla="*/ 540734 w 1195101"/>
                <a:gd name="GluePoint27Y" fmla="*/ 1204532 h 1204626"/>
                <a:gd name="GluePoint28X" fmla="*/ 540734 w 1195101"/>
                <a:gd name="GluePoint28Y" fmla="*/ 1129665 h 1204626"/>
                <a:gd name="GluePoint29X" fmla="*/ 525971 w 1195101"/>
                <a:gd name="GluePoint29Y" fmla="*/ 1129665 h 1204626"/>
                <a:gd name="GluePoint30X" fmla="*/ 388239 w 1195101"/>
                <a:gd name="GluePoint30Y" fmla="*/ 1075754 h 1204626"/>
                <a:gd name="GluePoint31X" fmla="*/ 379857 w 1195101"/>
                <a:gd name="GluePoint31Y" fmla="*/ 1034034 h 1204626"/>
                <a:gd name="GluePoint32X" fmla="*/ 372618 w 1195101"/>
                <a:gd name="GluePoint32Y" fmla="*/ 854297 h 1204626"/>
                <a:gd name="GluePoint33X" fmla="*/ 372618 w 1195101"/>
                <a:gd name="GluePoint33Y" fmla="*/ 653510 h 1204626"/>
                <a:gd name="GluePoint34X" fmla="*/ 479107 w 1195101"/>
                <a:gd name="GluePoint34Y" fmla="*/ 702469 h 1204626"/>
                <a:gd name="GluePoint35X" fmla="*/ 501110 w 1195101"/>
                <a:gd name="GluePoint35Y" fmla="*/ 728472 h 1204626"/>
                <a:gd name="GluePoint36X" fmla="*/ 797909 w 1195101"/>
                <a:gd name="GluePoint36Y" fmla="*/ 1096804 h 1204626"/>
                <a:gd name="GluePoint37X" fmla="*/ 885158 w 1195101"/>
                <a:gd name="GluePoint37Y" fmla="*/ 1204532 h 1204626"/>
                <a:gd name="GluePoint38X" fmla="*/ 1027366 w 1195101"/>
                <a:gd name="GluePoint38Y" fmla="*/ 1200436 h 1204626"/>
                <a:gd name="GluePoint39X" fmla="*/ 1195102 w 1195101"/>
                <a:gd name="GluePoint39Y" fmla="*/ 1204627 h 1204626"/>
                <a:gd name="GluePoint40X" fmla="*/ 1195102 w 1195101"/>
                <a:gd name="GluePoint40Y" fmla="*/ 1131094 h 1204626"/>
                <a:gd name="GluePoint41X" fmla="*/ 1186529 w 1195101"/>
                <a:gd name="GluePoint41Y" fmla="*/ 1129760 h 1204626"/>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 ang="0">
                  <a:pos x="GluePoint16X" y="GluePoint16Y"/>
                </a:cxn>
                <a:cxn ang="0">
                  <a:pos x="GluePoint17X" y="GluePoint17Y"/>
                </a:cxn>
                <a:cxn ang="0">
                  <a:pos x="GluePoint18X" y="GluePoint18Y"/>
                </a:cxn>
                <a:cxn ang="0">
                  <a:pos x="GluePoint19X" y="GluePoint19Y"/>
                </a:cxn>
                <a:cxn ang="0">
                  <a:pos x="GluePoint20X" y="GluePoint20Y"/>
                </a:cxn>
                <a:cxn ang="0">
                  <a:pos x="GluePoint21X" y="GluePoint21Y"/>
                </a:cxn>
                <a:cxn ang="0">
                  <a:pos x="GluePoint22X" y="GluePoint22Y"/>
                </a:cxn>
                <a:cxn ang="0">
                  <a:pos x="GluePoint23X" y="GluePoint23Y"/>
                </a:cxn>
                <a:cxn ang="0">
                  <a:pos x="GluePoint24X" y="GluePoint24Y"/>
                </a:cxn>
                <a:cxn ang="0">
                  <a:pos x="GluePoint25X" y="GluePoint25Y"/>
                </a:cxn>
                <a:cxn ang="0">
                  <a:pos x="GluePoint26X" y="GluePoint26Y"/>
                </a:cxn>
                <a:cxn ang="0">
                  <a:pos x="GluePoint27X" y="GluePoint27Y"/>
                </a:cxn>
                <a:cxn ang="0">
                  <a:pos x="GluePoint28X" y="GluePoint28Y"/>
                </a:cxn>
                <a:cxn ang="0">
                  <a:pos x="GluePoint29X" y="GluePoint29Y"/>
                </a:cxn>
                <a:cxn ang="0">
                  <a:pos x="GluePoint30X" y="GluePoint30Y"/>
                </a:cxn>
                <a:cxn ang="0">
                  <a:pos x="GluePoint31X" y="GluePoint31Y"/>
                </a:cxn>
                <a:cxn ang="0">
                  <a:pos x="GluePoint32X" y="GluePoint32Y"/>
                </a:cxn>
                <a:cxn ang="0">
                  <a:pos x="GluePoint33X" y="GluePoint33Y"/>
                </a:cxn>
                <a:cxn ang="0">
                  <a:pos x="GluePoint34X" y="GluePoint34Y"/>
                </a:cxn>
                <a:cxn ang="0">
                  <a:pos x="GluePoint35X" y="GluePoint35Y"/>
                </a:cxn>
                <a:cxn ang="0">
                  <a:pos x="GluePoint36X" y="GluePoint36Y"/>
                </a:cxn>
                <a:cxn ang="0">
                  <a:pos x="GluePoint37X" y="GluePoint37Y"/>
                </a:cxn>
                <a:cxn ang="0">
                  <a:pos x="GluePoint38X" y="GluePoint38Y"/>
                </a:cxn>
                <a:cxn ang="0">
                  <a:pos x="GluePoint39X" y="GluePoint39Y"/>
                </a:cxn>
                <a:cxn ang="0">
                  <a:pos x="GluePoint40X" y="GluePoint40Y"/>
                </a:cxn>
                <a:cxn ang="0">
                  <a:pos x="GluePoint41X" y="GluePoint41Y"/>
                </a:cxn>
              </a:cxnLst>
              <a:rect l="textAreaLeft" t="textAreaTop" r="textAreaRight" b="textAreaBottom"/>
              <a:pathLst>
                <a:path w="1195101" h="1204626">
                  <a:moveTo>
                    <a:pt x="372618" y="571786"/>
                  </a:moveTo>
                  <a:cubicBezTo>
                    <a:pt x="372618" y="571786"/>
                    <a:pt x="372618" y="136874"/>
                    <a:pt x="372523" y="134303"/>
                  </a:cubicBezTo>
                  <a:cubicBezTo>
                    <a:pt x="372237" y="116967"/>
                    <a:pt x="371761" y="93250"/>
                    <a:pt x="386239" y="86487"/>
                  </a:cubicBezTo>
                  <a:cubicBezTo>
                    <a:pt x="396240" y="82105"/>
                    <a:pt x="493014" y="85630"/>
                    <a:pt x="498348" y="85630"/>
                  </a:cubicBezTo>
                  <a:cubicBezTo>
                    <a:pt x="650938" y="85630"/>
                    <a:pt x="738473" y="174974"/>
                    <a:pt x="738473" y="330518"/>
                  </a:cubicBezTo>
                  <a:cubicBezTo>
                    <a:pt x="738473" y="443960"/>
                    <a:pt x="708374" y="509016"/>
                    <a:pt x="640747" y="541687"/>
                  </a:cubicBezTo>
                  <a:cubicBezTo>
                    <a:pt x="577691" y="571976"/>
                    <a:pt x="372618" y="571786"/>
                    <a:pt x="372618" y="571786"/>
                  </a:cubicBezTo>
                  <a:moveTo>
                    <a:pt x="1186529" y="1129760"/>
                  </a:moveTo>
                  <a:cubicBezTo>
                    <a:pt x="1100138" y="1116235"/>
                    <a:pt x="1074134" y="1106424"/>
                    <a:pt x="1017461" y="1040702"/>
                  </a:cubicBezTo>
                  <a:lnTo>
                    <a:pt x="661797" y="632460"/>
                  </a:lnTo>
                  <a:cubicBezTo>
                    <a:pt x="849059" y="608076"/>
                    <a:pt x="964597" y="484251"/>
                    <a:pt x="964597" y="305371"/>
                  </a:cubicBezTo>
                  <a:cubicBezTo>
                    <a:pt x="964597" y="188976"/>
                    <a:pt x="919544" y="105061"/>
                    <a:pt x="831056" y="55816"/>
                  </a:cubicBezTo>
                  <a:cubicBezTo>
                    <a:pt x="763619" y="18383"/>
                    <a:pt x="670084" y="190"/>
                    <a:pt x="544639" y="190"/>
                  </a:cubicBezTo>
                  <a:cubicBezTo>
                    <a:pt x="507206" y="1143"/>
                    <a:pt x="416909" y="4191"/>
                    <a:pt x="317468" y="4191"/>
                  </a:cubicBezTo>
                  <a:cubicBezTo>
                    <a:pt x="214313" y="4191"/>
                    <a:pt x="191" y="0"/>
                    <a:pt x="191" y="0"/>
                  </a:cubicBezTo>
                  <a:lnTo>
                    <a:pt x="191" y="74866"/>
                  </a:lnTo>
                  <a:lnTo>
                    <a:pt x="15050" y="74866"/>
                  </a:lnTo>
                  <a:cubicBezTo>
                    <a:pt x="71818" y="74486"/>
                    <a:pt x="135731" y="74771"/>
                    <a:pt x="152781" y="128683"/>
                  </a:cubicBezTo>
                  <a:cubicBezTo>
                    <a:pt x="168307" y="175355"/>
                    <a:pt x="168307" y="306896"/>
                    <a:pt x="168307" y="350139"/>
                  </a:cubicBezTo>
                  <a:lnTo>
                    <a:pt x="168307" y="841248"/>
                  </a:lnTo>
                  <a:cubicBezTo>
                    <a:pt x="168307" y="895445"/>
                    <a:pt x="168307" y="977837"/>
                    <a:pt x="161068" y="1034129"/>
                  </a:cubicBezTo>
                  <a:cubicBezTo>
                    <a:pt x="158972" y="1050798"/>
                    <a:pt x="156210" y="1065276"/>
                    <a:pt x="152686" y="1075944"/>
                  </a:cubicBezTo>
                  <a:cubicBezTo>
                    <a:pt x="135350" y="1129665"/>
                    <a:pt x="66104" y="1129665"/>
                    <a:pt x="10382" y="1129665"/>
                  </a:cubicBezTo>
                  <a:lnTo>
                    <a:pt x="0" y="1129665"/>
                  </a:lnTo>
                  <a:lnTo>
                    <a:pt x="0" y="1204532"/>
                  </a:lnTo>
                  <a:cubicBezTo>
                    <a:pt x="0" y="1204532"/>
                    <a:pt x="166783" y="1197102"/>
                    <a:pt x="278225" y="1197102"/>
                  </a:cubicBezTo>
                  <a:cubicBezTo>
                    <a:pt x="374047" y="1197102"/>
                    <a:pt x="540734" y="1204246"/>
                    <a:pt x="540734" y="1204532"/>
                  </a:cubicBezTo>
                  <a:lnTo>
                    <a:pt x="540734" y="1129665"/>
                  </a:lnTo>
                  <a:lnTo>
                    <a:pt x="525971" y="1129665"/>
                  </a:lnTo>
                  <a:cubicBezTo>
                    <a:pt x="470059" y="1129951"/>
                    <a:pt x="406813" y="1129760"/>
                    <a:pt x="388239" y="1075754"/>
                  </a:cubicBezTo>
                  <a:cubicBezTo>
                    <a:pt x="384620" y="1065086"/>
                    <a:pt x="381953" y="1050607"/>
                    <a:pt x="379857" y="1034034"/>
                  </a:cubicBezTo>
                  <a:cubicBezTo>
                    <a:pt x="372618" y="978122"/>
                    <a:pt x="372618" y="898017"/>
                    <a:pt x="372618" y="854297"/>
                  </a:cubicBezTo>
                  <a:lnTo>
                    <a:pt x="372618" y="653510"/>
                  </a:lnTo>
                  <a:cubicBezTo>
                    <a:pt x="439198" y="654082"/>
                    <a:pt x="444913" y="661035"/>
                    <a:pt x="479107" y="702469"/>
                  </a:cubicBezTo>
                  <a:cubicBezTo>
                    <a:pt x="485489" y="710089"/>
                    <a:pt x="492728" y="718756"/>
                    <a:pt x="501110" y="728472"/>
                  </a:cubicBezTo>
                  <a:lnTo>
                    <a:pt x="797909" y="1096804"/>
                  </a:lnTo>
                  <a:lnTo>
                    <a:pt x="885158" y="1204532"/>
                  </a:lnTo>
                  <a:cubicBezTo>
                    <a:pt x="885158" y="1204532"/>
                    <a:pt x="980885" y="1200436"/>
                    <a:pt x="1027366" y="1200436"/>
                  </a:cubicBezTo>
                  <a:cubicBezTo>
                    <a:pt x="1094994" y="1200436"/>
                    <a:pt x="1195102" y="1204627"/>
                    <a:pt x="1195102" y="1204627"/>
                  </a:cubicBezTo>
                  <a:lnTo>
                    <a:pt x="1195102" y="1131094"/>
                  </a:lnTo>
                  <a:lnTo>
                    <a:pt x="1186529" y="1129760"/>
                  </a:lnTo>
                  <a:close/>
                </a:path>
              </a:pathLst>
            </a:custGeom>
            <a:solidFill>
              <a:srgbClr val="F86901"/>
            </a:solidFill>
            <a:ln w="9525">
              <a:noFill/>
            </a:ln>
          </p:spPr>
          <p:style>
            <a:lnRef idx="0"/>
            <a:fillRef idx="0"/>
            <a:effectRef idx="0"/>
            <a:fontRef idx="minor"/>
          </p:style>
          <p:txBody>
            <a:bodyPr lIns="90000" tIns="45000" rIns="90000" bIns="45000" anchor="ctr">
              <a:noAutofit/>
            </a:bodyPr>
            <a:p>
              <a:endParaRPr lang="en-US" sz="1800" b="0" u="none" strike="noStrike">
                <a:solidFill>
                  <a:schemeClr val="dk1"/>
                </a:solidFill>
                <a:effectLst/>
                <a:uFillTx/>
                <a:latin typeface="Arial"/>
              </a:endParaRPr>
            </a:p>
          </p:txBody>
        </p:sp>
      </p:grpSp>
      <p:sp>
        <p:nvSpPr>
          <p:cNvPr id="18" name="Freeform 3"/>
          <p:cNvSpPr/>
          <p:nvPr/>
        </p:nvSpPr>
        <p:spPr>
          <a:xfrm>
            <a:off x="-765000" y="3256920"/>
            <a:ext cx="6719400" cy="6719400"/>
          </a:xfrm>
          <a:custGeom>
            <a:avLst/>
            <a:gdLst>
              <a:gd name="textAreaLeft" fmla="*/ 0 w 6719400"/>
              <a:gd name="textAreaRight" fmla="*/ 6720840 w 6719400"/>
              <a:gd name="textAreaTop" fmla="*/ 0 h 6719400"/>
              <a:gd name="textAreaBottom" fmla="*/ 6720840 h 6719400"/>
              <a:gd name="GluePoint1X" fmla="*/ 500348 w 808005"/>
              <a:gd name="GluePoint1Y" fmla="*/ 0 h 808005"/>
              <a:gd name="GluePoint2X" fmla="*/ 808006 w 808005"/>
              <a:gd name="GluePoint2Y" fmla="*/ 0 h 808005"/>
              <a:gd name="GluePoint3X" fmla="*/ 808006 w 808005"/>
              <a:gd name="GluePoint3Y" fmla="*/ 307657 h 808005"/>
              <a:gd name="GluePoint4X" fmla="*/ 307658 w 808005"/>
              <a:gd name="GluePoint4Y" fmla="*/ 808006 h 808005"/>
              <a:gd name="GluePoint5X" fmla="*/ 0 w 808005"/>
              <a:gd name="GluePoint5Y" fmla="*/ 808006 h 808005"/>
              <a:gd name="GluePoint6X" fmla="*/ 0 w 808005"/>
              <a:gd name="GluePoint6Y" fmla="*/ 500348 h 808005"/>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Lst>
            <a:rect l="textAreaLeft" t="textAreaTop" r="textAreaRight" b="textAreaBottom"/>
            <a:pathLst>
              <a:path w="808005" h="808005">
                <a:moveTo>
                  <a:pt x="500348" y="0"/>
                </a:moveTo>
                <a:lnTo>
                  <a:pt x="808006" y="0"/>
                </a:lnTo>
                <a:lnTo>
                  <a:pt x="808006" y="307657"/>
                </a:lnTo>
                <a:lnTo>
                  <a:pt x="307658" y="808006"/>
                </a:lnTo>
                <a:lnTo>
                  <a:pt x="0" y="808006"/>
                </a:lnTo>
                <a:lnTo>
                  <a:pt x="0" y="500348"/>
                </a:lnTo>
                <a:close/>
              </a:path>
            </a:pathLst>
          </a:custGeom>
          <a:solidFill>
            <a:srgbClr val="E6E7E8"/>
          </a:solidFill>
          <a:ln w="9525">
            <a:noFill/>
          </a:ln>
        </p:spPr>
        <p:style>
          <a:lnRef idx="0"/>
          <a:fillRef idx="0"/>
          <a:effectRef idx="0"/>
          <a:fontRef idx="minor"/>
        </p:style>
        <p:txBody>
          <a:bodyPr lIns="90000" tIns="45000" rIns="90000" bIns="45000" anchor="ctr">
            <a:noAutofit/>
          </a:bodyPr>
          <a:p>
            <a:endParaRPr lang="en-US" sz="1800" b="0" u="none" strike="noStrike">
              <a:solidFill>
                <a:schemeClr val="dk1"/>
              </a:solidFill>
              <a:effectLst/>
              <a:uFillTx/>
              <a:latin typeface="Arial"/>
            </a:endParaRPr>
          </a:p>
        </p:txBody>
      </p:sp>
      <p:sp>
        <p:nvSpPr>
          <p:cNvPr id="19" name="PlaceHolder 2"/>
          <p:cNvSpPr>
            <a:spLocks noGrp="1"/>
          </p:cNvSpPr>
          <p:nvPr>
            <p:ph type="body"/>
          </p:nvPr>
        </p:nvSpPr>
        <p:spPr>
          <a:xfrm>
            <a:off x="609480" y="1604520"/>
            <a:ext cx="10971360" cy="3976200"/>
          </a:xfrm>
          <a:prstGeom prst="rect">
            <a:avLst/>
          </a:prstGeom>
          <a:noFill/>
          <a:ln w="0">
            <a:noFill/>
          </a:ln>
        </p:spPr>
        <p:txBody>
          <a:bodyPr lIns="0" tIns="0" rIns="0" bIns="0" anchor="t">
            <a:normAutofit/>
          </a:bodyPr>
          <a:lstStyle>
            <a:lvl1pPr algn="l">
              <a:lnSpc>
                <a:spcPct val="90000"/>
              </a:lnSpc>
              <a:spcBef>
                <a:spcPts val="1417"/>
              </a:spcBef>
              <a:buClr>
                <a:srgbClr val="000000"/>
              </a:buClr>
              <a:buSzPct val="45000"/>
              <a:buFont typeface="Wingdings" charset="2"/>
              <a:buChar char=""/>
              <a:defRPr lang="en-US" sz="2800" b="0" u="none" strike="noStrike">
                <a:solidFill>
                  <a:schemeClr val="dk1"/>
                </a:solidFill>
                <a:effectLst/>
                <a:uFillTx/>
                <a:latin typeface="Arial"/>
              </a:defRPr>
            </a:lvl1pPr>
            <a:lvl2pPr lvl="1" algn="l">
              <a:lnSpc>
                <a:spcPct val="90000"/>
              </a:lnSpc>
              <a:spcBef>
                <a:spcPts val="1134"/>
              </a:spcBef>
              <a:buClr>
                <a:srgbClr val="000000"/>
              </a:buClr>
              <a:buSzPct val="75000"/>
              <a:buFont typeface="Symbol" charset="2"/>
              <a:buChar char=""/>
              <a:defRPr lang="en-US" sz="2000" b="0" u="none" strike="noStrike">
                <a:solidFill>
                  <a:schemeClr val="dk1"/>
                </a:solidFill>
                <a:effectLst/>
                <a:uFillTx/>
                <a:latin typeface="Arial"/>
              </a:defRPr>
            </a:lvl2pPr>
            <a:lvl3pPr lvl="2" algn="l">
              <a:lnSpc>
                <a:spcPct val="90000"/>
              </a:lnSpc>
              <a:spcBef>
                <a:spcPts val="850"/>
              </a:spcBef>
              <a:buClr>
                <a:srgbClr val="000000"/>
              </a:buClr>
              <a:buSzPct val="45000"/>
              <a:buFont typeface="Wingdings" charset="2"/>
              <a:buChar char=""/>
              <a:defRPr lang="en-US" sz="1800" b="0" u="none" strike="noStrike">
                <a:solidFill>
                  <a:schemeClr val="dk1"/>
                </a:solidFill>
                <a:effectLst/>
                <a:uFillTx/>
                <a:latin typeface="Arial"/>
              </a:defRPr>
            </a:lvl3pPr>
            <a:lvl4pPr lvl="3" algn="l">
              <a:lnSpc>
                <a:spcPct val="90000"/>
              </a:lnSpc>
              <a:spcBef>
                <a:spcPts val="567"/>
              </a:spcBef>
              <a:buClr>
                <a:srgbClr val="000000"/>
              </a:buClr>
              <a:buSzPct val="75000"/>
              <a:buFont typeface="Symbol" charset="2"/>
              <a:buChar char=""/>
              <a:defRPr lang="en-US" sz="1800" b="0" u="none" strike="noStrike">
                <a:solidFill>
                  <a:schemeClr val="dk1"/>
                </a:solidFill>
                <a:effectLst/>
                <a:uFillTx/>
                <a:latin typeface="Arial"/>
              </a:defRPr>
            </a:lvl4pPr>
            <a:lvl5pPr lvl="4" algn="l">
              <a:lnSpc>
                <a:spcPct val="90000"/>
              </a:lnSpc>
              <a:spcBef>
                <a:spcPts val="283"/>
              </a:spcBef>
              <a:buClr>
                <a:srgbClr val="000000"/>
              </a:buClr>
              <a:buSzPct val="45000"/>
              <a:buFont typeface="Wingdings" charset="2"/>
              <a:buChar char=""/>
              <a:defRPr lang="en-US" sz="2000" b="0" u="none" strike="noStrike">
                <a:solidFill>
                  <a:schemeClr val="dk1"/>
                </a:solidFill>
                <a:effectLst/>
                <a:uFillTx/>
                <a:latin typeface="Arial"/>
              </a:defRPr>
            </a:lvl5pPr>
            <a:lvl6pPr lvl="5" algn="l">
              <a:lnSpc>
                <a:spcPct val="90000"/>
              </a:lnSpc>
              <a:spcBef>
                <a:spcPts val="283"/>
              </a:spcBef>
              <a:buClr>
                <a:srgbClr val="000000"/>
              </a:buClr>
              <a:buSzPct val="45000"/>
              <a:buFont typeface="Wingdings" charset="2"/>
              <a:buChar char=""/>
              <a:defRPr lang="en-US" sz="2000" b="0" u="none" strike="noStrike">
                <a:solidFill>
                  <a:schemeClr val="dk1"/>
                </a:solidFill>
                <a:effectLst/>
                <a:uFillTx/>
                <a:latin typeface="Arial"/>
              </a:defRPr>
            </a:lvl6pPr>
            <a:lvl7pPr lvl="6" algn="l">
              <a:lnSpc>
                <a:spcPct val="90000"/>
              </a:lnSpc>
              <a:spcBef>
                <a:spcPts val="283"/>
              </a:spcBef>
              <a:buClr>
                <a:srgbClr val="000000"/>
              </a:buClr>
              <a:buSzPct val="45000"/>
              <a:buFont typeface="Wingdings" charset="2"/>
              <a:buChar char=""/>
              <a:defRPr lang="en-US" sz="2000" b="0" u="none" strike="noStrike">
                <a:solidFill>
                  <a:schemeClr val="dk1"/>
                </a:solidFill>
                <a:effectLst/>
                <a:uFillTx/>
                <a:latin typeface="Arial"/>
              </a:defRPr>
            </a:lvl7pPr>
          </a:lstStyle>
          <a:p>
            <a:pPr marL="432000" indent="-324000" algn="l">
              <a:lnSpc>
                <a:spcPct val="90000"/>
              </a:lnSpc>
              <a:spcBef>
                <a:spcPts val="1417"/>
              </a:spcBef>
              <a:buClr>
                <a:srgbClr val="000000"/>
              </a:buClr>
              <a:buSzPct val="45000"/>
              <a:buFont typeface="Wingdings" charset="2"/>
              <a:buChar char=""/>
            </a:pPr>
            <a:r>
              <a:rPr lang="en-US" sz="2800" b="0" u="none" strike="noStrike">
                <a:solidFill>
                  <a:schemeClr val="dk1"/>
                </a:solidFill>
                <a:effectLst/>
                <a:uFillTx/>
                <a:latin typeface="Arial"/>
              </a:rPr>
              <a:t>Click to edit the outline text format</a:t>
            </a:r>
            <a:endParaRPr lang="en-US" sz="2800" b="0" u="none" strike="noStrike">
              <a:solidFill>
                <a:schemeClr val="dk1"/>
              </a:solidFill>
              <a:effectLst/>
              <a:uFillTx/>
              <a:latin typeface="Arial"/>
            </a:endParaRPr>
          </a:p>
          <a:p>
            <a:pPr marL="864000" lvl="1" indent="-324000" algn="l">
              <a:lnSpc>
                <a:spcPct val="90000"/>
              </a:lnSpc>
              <a:spcBef>
                <a:spcPts val="1134"/>
              </a:spcBef>
              <a:buClr>
                <a:srgbClr val="000000"/>
              </a:buClr>
              <a:buSzPct val="75000"/>
              <a:buFont typeface="Symbol" charset="2"/>
              <a:buChar char=""/>
            </a:pPr>
            <a:r>
              <a:rPr lang="en-US" sz="2000" b="0" u="none" strike="noStrike">
                <a:solidFill>
                  <a:schemeClr val="dk1"/>
                </a:solidFill>
                <a:effectLst/>
                <a:uFillTx/>
                <a:latin typeface="Arial"/>
              </a:rPr>
              <a:t>Second Outline Level</a:t>
            </a:r>
            <a:endParaRPr lang="en-US" sz="2000" b="0" u="none" strike="noStrike">
              <a:solidFill>
                <a:schemeClr val="dk1"/>
              </a:solidFill>
              <a:effectLst/>
              <a:uFillTx/>
              <a:latin typeface="Arial"/>
            </a:endParaRPr>
          </a:p>
          <a:p>
            <a:pPr marL="1296000" lvl="2" indent="-288000" algn="l">
              <a:lnSpc>
                <a:spcPct val="90000"/>
              </a:lnSpc>
              <a:spcBef>
                <a:spcPts val="850"/>
              </a:spcBef>
              <a:buClr>
                <a:srgbClr val="000000"/>
              </a:buClr>
              <a:buSzPct val="45000"/>
              <a:buFont typeface="Wingdings" charset="2"/>
              <a:buChar char=""/>
            </a:pPr>
            <a:r>
              <a:rPr lang="en-US" sz="1800" b="0" u="none" strike="noStrike">
                <a:solidFill>
                  <a:schemeClr val="dk1"/>
                </a:solidFill>
                <a:effectLst/>
                <a:uFillTx/>
                <a:latin typeface="Arial"/>
              </a:rPr>
              <a:t>Third Outline Level</a:t>
            </a:r>
            <a:endParaRPr lang="en-US" sz="1800" b="0" u="none" strike="noStrike">
              <a:solidFill>
                <a:schemeClr val="dk1"/>
              </a:solidFill>
              <a:effectLst/>
              <a:uFillTx/>
              <a:latin typeface="Arial"/>
            </a:endParaRPr>
          </a:p>
          <a:p>
            <a:pPr marL="1728000" lvl="3" indent="-216000" algn="l">
              <a:lnSpc>
                <a:spcPct val="90000"/>
              </a:lnSpc>
              <a:spcBef>
                <a:spcPts val="567"/>
              </a:spcBef>
              <a:buClr>
                <a:srgbClr val="000000"/>
              </a:buClr>
              <a:buSzPct val="75000"/>
              <a:buFont typeface="Symbol" charset="2"/>
              <a:buChar char=""/>
            </a:pPr>
            <a:r>
              <a:rPr lang="en-US" sz="1800" b="0" u="none" strike="noStrike">
                <a:solidFill>
                  <a:schemeClr val="dk1"/>
                </a:solidFill>
                <a:effectLst/>
                <a:uFillTx/>
                <a:latin typeface="Arial"/>
              </a:rPr>
              <a:t>Fourth Outline Level</a:t>
            </a:r>
            <a:endParaRPr lang="en-US" sz="1800" b="0" u="none" strike="noStrike">
              <a:solidFill>
                <a:schemeClr val="dk1"/>
              </a:solidFill>
              <a:effectLst/>
              <a:uFillTx/>
              <a:latin typeface="Arial"/>
            </a:endParaRPr>
          </a:p>
          <a:p>
            <a:pPr marL="2160000" lvl="4" indent="-216000" algn="l">
              <a:lnSpc>
                <a:spcPct val="90000"/>
              </a:lnSpc>
              <a:spcBef>
                <a:spcPts val="283"/>
              </a:spcBef>
              <a:buClr>
                <a:srgbClr val="000000"/>
              </a:buClr>
              <a:buSzPct val="45000"/>
              <a:buFont typeface="Wingdings" charset="2"/>
              <a:buChar char=""/>
            </a:pPr>
            <a:r>
              <a:rPr lang="en-US" sz="2000" b="0" u="none" strike="noStrike">
                <a:solidFill>
                  <a:schemeClr val="dk1"/>
                </a:solidFill>
                <a:effectLst/>
                <a:uFillTx/>
                <a:latin typeface="Arial"/>
              </a:rPr>
              <a:t>Fifth Outline Level</a:t>
            </a:r>
            <a:endParaRPr lang="en-US" sz="2000" b="0" u="none" strike="noStrike">
              <a:solidFill>
                <a:schemeClr val="dk1"/>
              </a:solidFill>
              <a:effectLst/>
              <a:uFillTx/>
              <a:latin typeface="Arial"/>
            </a:endParaRPr>
          </a:p>
          <a:p>
            <a:pPr marL="2592000" lvl="5" indent="-216000" algn="l">
              <a:lnSpc>
                <a:spcPct val="90000"/>
              </a:lnSpc>
              <a:spcBef>
                <a:spcPts val="283"/>
              </a:spcBef>
              <a:buClr>
                <a:srgbClr val="000000"/>
              </a:buClr>
              <a:buSzPct val="45000"/>
              <a:buFont typeface="Wingdings" charset="2"/>
              <a:buChar char=""/>
            </a:pPr>
            <a:r>
              <a:rPr lang="en-US" sz="2000" b="0" u="none" strike="noStrike">
                <a:solidFill>
                  <a:schemeClr val="dk1"/>
                </a:solidFill>
                <a:effectLst/>
                <a:uFillTx/>
                <a:latin typeface="Arial"/>
              </a:rPr>
              <a:t>Sixth Outline Level</a:t>
            </a:r>
            <a:endParaRPr lang="en-US" sz="2000" b="0" u="none" strike="noStrike">
              <a:solidFill>
                <a:schemeClr val="dk1"/>
              </a:solidFill>
              <a:effectLst/>
              <a:uFillTx/>
              <a:latin typeface="Arial"/>
            </a:endParaRPr>
          </a:p>
          <a:p>
            <a:pPr marL="3024000" lvl="6" indent="-216000" algn="l">
              <a:lnSpc>
                <a:spcPct val="90000"/>
              </a:lnSpc>
              <a:spcBef>
                <a:spcPts val="283"/>
              </a:spcBef>
              <a:buClr>
                <a:srgbClr val="000000"/>
              </a:buClr>
              <a:buSzPct val="45000"/>
              <a:buFont typeface="Wingdings" charset="2"/>
              <a:buChar char=""/>
            </a:pPr>
            <a:r>
              <a:rPr lang="en-US" sz="2000" b="0" u="none" strike="noStrike">
                <a:solidFill>
                  <a:schemeClr val="dk1"/>
                </a:solidFill>
                <a:effectLst/>
                <a:uFillTx/>
                <a:latin typeface="Arial"/>
              </a:rPr>
              <a:t>Seventh Outline Level</a:t>
            </a:r>
            <a:endParaRPr lang="en-US" sz="2000" b="0" u="none" strike="noStrike">
              <a:solidFill>
                <a:schemeClr val="dk1"/>
              </a:solidFill>
              <a:effectLst/>
              <a:uFillTx/>
              <a:latin typeface="Arial"/>
            </a:endParaRPr>
          </a:p>
        </p:txBody>
      </p:sp>
    </p:spTree>
  </p:cSld>
</p:sldLayout>
</file>

<file path=ppt/slideLayouts/slideLayout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le Slide Option 2">
    <p:bg>
      <p:bgPr>
        <a:solidFill>
          <a:srgbClr val="FFFFFF"/>
        </a:solidFill>
      </p:bgPr>
    </p:bg>
    <p:spTree>
      <p:nvGrpSpPr>
        <p:cNvPr id="1" name=""/>
        <p:cNvGrpSpPr/>
        <p:nvPr/>
      </p:nvGrpSpPr>
      <p:grpSpPr>
        <a:xfrm>
          <a:off x="0" y="0"/>
          <a:ext cx="0" cy="0"/>
          <a:chOff x="0" y="0"/>
          <a:chExt cx="0" cy="0"/>
        </a:xfrm>
      </p:grpSpPr>
      <p:sp>
        <p:nvSpPr>
          <p:cNvPr id="20" name="Rectangle 5"/>
          <p:cNvSpPr/>
          <p:nvPr/>
        </p:nvSpPr>
        <p:spPr>
          <a:xfrm>
            <a:off x="0" y="0"/>
            <a:ext cx="12190680" cy="666000"/>
          </a:xfrm>
          <a:prstGeom prst="rect">
            <a:avLst/>
          </a:prstGeom>
          <a:solidFill>
            <a:srgbClr val="F86901"/>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p>
            <a:endParaRPr lang="en-US" sz="1800" b="0" u="none" strike="noStrike">
              <a:solidFill>
                <a:schemeClr val="lt1"/>
              </a:solidFill>
              <a:effectLst/>
              <a:uFillTx/>
              <a:latin typeface="Arial"/>
            </a:endParaRPr>
          </a:p>
        </p:txBody>
      </p:sp>
      <p:sp>
        <p:nvSpPr>
          <p:cNvPr id="21" name="TextBox 10"/>
          <p:cNvSpPr/>
          <p:nvPr/>
        </p:nvSpPr>
        <p:spPr>
          <a:xfrm>
            <a:off x="11689200" y="269640"/>
            <a:ext cx="476280" cy="238680"/>
          </a:xfrm>
          <a:prstGeom prst="rect">
            <a:avLst/>
          </a:prstGeom>
          <a:noFill/>
          <a:ln w="0">
            <a:noFill/>
          </a:ln>
        </p:spPr>
        <p:style>
          <a:lnRef idx="0"/>
          <a:fillRef idx="0"/>
          <a:effectRef idx="0"/>
          <a:fontRef idx="minor"/>
        </p:style>
        <p:txBody>
          <a:bodyPr lIns="90000" tIns="45000" rIns="90000" bIns="45000" anchor="t">
            <a:spAutoFit/>
          </a:bodyPr>
          <a:p>
            <a:pPr defTabSz="914400">
              <a:lnSpc>
                <a:spcPct val="80000"/>
              </a:lnSpc>
            </a:pPr>
            <a:r>
              <a:rPr lang="en-US" sz="1200" b="0" u="none" strike="noStrike">
                <a:solidFill>
                  <a:srgbClr val="E56B2A"/>
                </a:solidFill>
                <a:effectLst/>
                <a:uFillTx/>
                <a:latin typeface="Georgia"/>
              </a:rPr>
              <a:t> </a:t>
            </a:r>
            <a:fld id="{0B194A07-2C00-4ED5-B78C-05BF8C9D5AAB}" type="slidenum">
              <a:rPr lang="en-US" sz="1130" b="0" u="none" strike="noStrike">
                <a:solidFill>
                  <a:schemeClr val="lt1"/>
                </a:solidFill>
                <a:effectLst/>
                <a:uFillTx/>
                <a:latin typeface="Arial"/>
              </a:rPr>
              <a:t>&lt;number&gt;</a:t>
            </a:fld>
            <a:endParaRPr lang="en-US" sz="1130" b="0" u="none" strike="noStrike">
              <a:solidFill>
                <a:srgbClr val="000000"/>
              </a:solidFill>
              <a:effectLst/>
              <a:uFillTx/>
              <a:latin typeface="Arial"/>
            </a:endParaRPr>
          </a:p>
        </p:txBody>
      </p:sp>
      <p:pic>
        <p:nvPicPr>
          <p:cNvPr id="22" name="Graphic 11"/>
          <p:cNvPicPr/>
          <p:nvPr/>
        </p:nvPicPr>
        <p:blipFill>
          <a:blip r:embed="rId2">
            <a:extLst>
              <a:ext uri="{96DAC541-7B7A-43D3-8B79-37D633B846F1}">
                <asvg:svgBlip xmlns:asvg="http://schemas.microsoft.com/office/drawing/2016/SVG/main" r:embed="rId3"/>
              </a:ext>
            </a:extLst>
          </a:blip>
          <a:stretch/>
        </p:blipFill>
        <p:spPr>
          <a:xfrm>
            <a:off x="9069840" y="240840"/>
            <a:ext cx="2699280" cy="238680"/>
          </a:xfrm>
          <a:prstGeom prst="rect">
            <a:avLst/>
          </a:prstGeom>
          <a:noFill/>
          <a:ln w="0">
            <a:noFill/>
          </a:ln>
        </p:spPr>
      </p:pic>
      <p:grpSp>
        <p:nvGrpSpPr>
          <p:cNvPr id="23" name="Graphic 22"/>
          <p:cNvGrpSpPr/>
          <p:nvPr/>
        </p:nvGrpSpPr>
        <p:grpSpPr>
          <a:xfrm>
            <a:off x="201960" y="195840"/>
            <a:ext cx="797760" cy="300600"/>
            <a:chOff x="201960" y="195840"/>
            <a:chExt cx="797760" cy="300600"/>
          </a:xfrm>
        </p:grpSpPr>
        <p:sp>
          <p:nvSpPr>
            <p:cNvPr id="24" name="Freeform 2"/>
            <p:cNvSpPr/>
            <p:nvPr/>
          </p:nvSpPr>
          <p:spPr>
            <a:xfrm>
              <a:off x="540720" y="195840"/>
              <a:ext cx="135720" cy="300240"/>
            </a:xfrm>
            <a:custGeom>
              <a:avLst/>
              <a:gdLst>
                <a:gd name="textAreaLeft" fmla="*/ 0 w 135720"/>
                <a:gd name="textAreaRight" fmla="*/ 137160 w 135720"/>
                <a:gd name="textAreaTop" fmla="*/ 0 h 300240"/>
                <a:gd name="textAreaBottom" fmla="*/ 301680 h 300240"/>
                <a:gd name="GluePoint1X" fmla="*/ 393478 w 547877"/>
                <a:gd name="GluePoint1Y" fmla="*/ 129064 h 1204531"/>
                <a:gd name="GluePoint2X" fmla="*/ 537686 w 547877"/>
                <a:gd name="GluePoint2Y" fmla="*/ 74771 h 1204531"/>
                <a:gd name="GluePoint3X" fmla="*/ 547878 w 547877"/>
                <a:gd name="GluePoint3Y" fmla="*/ 74771 h 1204531"/>
                <a:gd name="GluePoint4X" fmla="*/ 547878 w 547877"/>
                <a:gd name="GluePoint4Y" fmla="*/ 0 h 1204531"/>
                <a:gd name="GluePoint5X" fmla="*/ 267938 w 547877"/>
                <a:gd name="GluePoint5Y" fmla="*/ 4667 h 1204531"/>
                <a:gd name="GluePoint6X" fmla="*/ 0 w 547877"/>
                <a:gd name="GluePoint6Y" fmla="*/ 0 h 1204531"/>
                <a:gd name="GluePoint7X" fmla="*/ 0 w 547877"/>
                <a:gd name="GluePoint7Y" fmla="*/ 74771 h 1204531"/>
                <a:gd name="GluePoint8X" fmla="*/ 10192 w 547877"/>
                <a:gd name="GluePoint8Y" fmla="*/ 74771 h 1204531"/>
                <a:gd name="GluePoint9X" fmla="*/ 154400 w 547877"/>
                <a:gd name="GluePoint9Y" fmla="*/ 128968 h 1204531"/>
                <a:gd name="GluePoint10X" fmla="*/ 171640 w 547877"/>
                <a:gd name="GluePoint10Y" fmla="*/ 363188 h 1204531"/>
                <a:gd name="GluePoint11X" fmla="*/ 171640 w 547877"/>
                <a:gd name="GluePoint11Y" fmla="*/ 841153 h 1204531"/>
                <a:gd name="GluePoint12X" fmla="*/ 154496 w 547877"/>
                <a:gd name="GluePoint12Y" fmla="*/ 1075373 h 1204531"/>
                <a:gd name="GluePoint13X" fmla="*/ 10192 w 547877"/>
                <a:gd name="GluePoint13Y" fmla="*/ 1129569 h 1204531"/>
                <a:gd name="GluePoint14X" fmla="*/ 0 w 547877"/>
                <a:gd name="GluePoint14Y" fmla="*/ 1129569 h 1204531"/>
                <a:gd name="GluePoint15X" fmla="*/ 0 w 547877"/>
                <a:gd name="GluePoint15Y" fmla="*/ 1204531 h 1204531"/>
                <a:gd name="GluePoint16X" fmla="*/ 268224 w 547877"/>
                <a:gd name="GluePoint16Y" fmla="*/ 1197102 h 1204531"/>
                <a:gd name="GluePoint17X" fmla="*/ 547878 w 547877"/>
                <a:gd name="GluePoint17Y" fmla="*/ 1204531 h 1204531"/>
                <a:gd name="GluePoint18X" fmla="*/ 547878 w 547877"/>
                <a:gd name="GluePoint18Y" fmla="*/ 1129569 h 1204531"/>
                <a:gd name="GluePoint19X" fmla="*/ 537686 w 547877"/>
                <a:gd name="GluePoint19Y" fmla="*/ 1129569 h 1204531"/>
                <a:gd name="GluePoint20X" fmla="*/ 393478 w 547877"/>
                <a:gd name="GluePoint20Y" fmla="*/ 1075468 h 1204531"/>
                <a:gd name="GluePoint21X" fmla="*/ 376333 w 547877"/>
                <a:gd name="GluePoint21Y" fmla="*/ 841153 h 1204531"/>
                <a:gd name="GluePoint22X" fmla="*/ 376333 w 547877"/>
                <a:gd name="GluePoint22Y" fmla="*/ 363188 h 1204531"/>
                <a:gd name="GluePoint23X" fmla="*/ 393478 w 547877"/>
                <a:gd name="GluePoint23Y" fmla="*/ 129064 h 1204531"/>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 ang="0">
                  <a:pos x="GluePoint16X" y="GluePoint16Y"/>
                </a:cxn>
                <a:cxn ang="0">
                  <a:pos x="GluePoint17X" y="GluePoint17Y"/>
                </a:cxn>
                <a:cxn ang="0">
                  <a:pos x="GluePoint18X" y="GluePoint18Y"/>
                </a:cxn>
                <a:cxn ang="0">
                  <a:pos x="GluePoint19X" y="GluePoint19Y"/>
                </a:cxn>
                <a:cxn ang="0">
                  <a:pos x="GluePoint20X" y="GluePoint20Y"/>
                </a:cxn>
                <a:cxn ang="0">
                  <a:pos x="GluePoint21X" y="GluePoint21Y"/>
                </a:cxn>
                <a:cxn ang="0">
                  <a:pos x="GluePoint22X" y="GluePoint22Y"/>
                </a:cxn>
                <a:cxn ang="0">
                  <a:pos x="GluePoint23X" y="GluePoint23Y"/>
                </a:cxn>
              </a:cxnLst>
              <a:rect l="textAreaLeft" t="textAreaTop" r="textAreaRight" b="textAreaBottom"/>
              <a:pathLst>
                <a:path w="547877" h="1204531">
                  <a:moveTo>
                    <a:pt x="393478" y="129064"/>
                  </a:moveTo>
                  <a:cubicBezTo>
                    <a:pt x="414242" y="74771"/>
                    <a:pt x="482727" y="74771"/>
                    <a:pt x="537686" y="74771"/>
                  </a:cubicBezTo>
                  <a:lnTo>
                    <a:pt x="547878" y="74771"/>
                  </a:lnTo>
                  <a:lnTo>
                    <a:pt x="547878" y="0"/>
                  </a:lnTo>
                  <a:cubicBezTo>
                    <a:pt x="547878" y="0"/>
                    <a:pt x="333565" y="4667"/>
                    <a:pt x="267938" y="4667"/>
                  </a:cubicBezTo>
                  <a:cubicBezTo>
                    <a:pt x="200406" y="4667"/>
                    <a:pt x="0" y="0"/>
                    <a:pt x="0" y="0"/>
                  </a:cubicBezTo>
                  <a:lnTo>
                    <a:pt x="0" y="74771"/>
                  </a:lnTo>
                  <a:lnTo>
                    <a:pt x="10192" y="74771"/>
                  </a:lnTo>
                  <a:cubicBezTo>
                    <a:pt x="65246" y="74771"/>
                    <a:pt x="133731" y="74771"/>
                    <a:pt x="154400" y="128968"/>
                  </a:cubicBezTo>
                  <a:cubicBezTo>
                    <a:pt x="171640" y="175450"/>
                    <a:pt x="171640" y="307086"/>
                    <a:pt x="171640" y="363188"/>
                  </a:cubicBezTo>
                  <a:lnTo>
                    <a:pt x="171640" y="841153"/>
                  </a:lnTo>
                  <a:cubicBezTo>
                    <a:pt x="171640" y="897350"/>
                    <a:pt x="171640" y="1028890"/>
                    <a:pt x="154496" y="1075373"/>
                  </a:cubicBezTo>
                  <a:cubicBezTo>
                    <a:pt x="133731" y="1129569"/>
                    <a:pt x="65246" y="1129569"/>
                    <a:pt x="10192" y="1129569"/>
                  </a:cubicBezTo>
                  <a:lnTo>
                    <a:pt x="0" y="1129569"/>
                  </a:lnTo>
                  <a:lnTo>
                    <a:pt x="0" y="1204531"/>
                  </a:lnTo>
                  <a:cubicBezTo>
                    <a:pt x="0" y="1204341"/>
                    <a:pt x="173260" y="1197102"/>
                    <a:pt x="268224" y="1197102"/>
                  </a:cubicBezTo>
                  <a:cubicBezTo>
                    <a:pt x="377476" y="1197102"/>
                    <a:pt x="547878" y="1204531"/>
                    <a:pt x="547878" y="1204531"/>
                  </a:cubicBezTo>
                  <a:lnTo>
                    <a:pt x="547878" y="1129569"/>
                  </a:lnTo>
                  <a:lnTo>
                    <a:pt x="537686" y="1129569"/>
                  </a:lnTo>
                  <a:cubicBezTo>
                    <a:pt x="482727" y="1129569"/>
                    <a:pt x="414242" y="1129569"/>
                    <a:pt x="393478" y="1075468"/>
                  </a:cubicBezTo>
                  <a:cubicBezTo>
                    <a:pt x="376333" y="1028890"/>
                    <a:pt x="376333" y="897350"/>
                    <a:pt x="376333" y="841153"/>
                  </a:cubicBezTo>
                  <a:lnTo>
                    <a:pt x="376333" y="363188"/>
                  </a:lnTo>
                  <a:cubicBezTo>
                    <a:pt x="376333" y="307086"/>
                    <a:pt x="376333" y="175450"/>
                    <a:pt x="393478" y="129064"/>
                  </a:cubicBezTo>
                </a:path>
              </a:pathLst>
            </a:custGeom>
            <a:solidFill>
              <a:schemeClr val="bg1"/>
            </a:solidFill>
            <a:ln w="9525">
              <a:noFill/>
            </a:ln>
          </p:spPr>
          <p:style>
            <a:lnRef idx="0"/>
            <a:fillRef idx="0"/>
            <a:effectRef idx="0"/>
            <a:fontRef idx="minor"/>
          </p:style>
          <p:txBody>
            <a:bodyPr lIns="68040" tIns="45000" rIns="68040" bIns="45000" anchor="ctr">
              <a:noAutofit/>
            </a:bodyPr>
            <a:p>
              <a:endParaRPr lang="en-US" sz="1800" b="0" u="none" strike="noStrike">
                <a:solidFill>
                  <a:schemeClr val="dk1"/>
                </a:solidFill>
                <a:effectLst/>
                <a:uFillTx/>
                <a:latin typeface="Arial"/>
              </a:endParaRPr>
            </a:p>
          </p:txBody>
        </p:sp>
        <p:sp>
          <p:nvSpPr>
            <p:cNvPr id="25" name="Freeform 3"/>
            <p:cNvSpPr/>
            <p:nvPr/>
          </p:nvSpPr>
          <p:spPr>
            <a:xfrm>
              <a:off x="718920" y="196200"/>
              <a:ext cx="280800" cy="300240"/>
            </a:xfrm>
            <a:custGeom>
              <a:avLst/>
              <a:gdLst>
                <a:gd name="textAreaLeft" fmla="*/ 0 w 280800"/>
                <a:gd name="textAreaRight" fmla="*/ 282240 w 280800"/>
                <a:gd name="textAreaTop" fmla="*/ 0 h 300240"/>
                <a:gd name="textAreaBottom" fmla="*/ 301680 h 300240"/>
                <a:gd name="GluePoint1X" fmla="*/ 0 w 1126902"/>
                <a:gd name="GluePoint1Y" fmla="*/ 0 h 1204245"/>
                <a:gd name="GluePoint2X" fmla="*/ 0 w 1126902"/>
                <a:gd name="GluePoint2Y" fmla="*/ 312420 h 1204245"/>
                <a:gd name="GluePoint3X" fmla="*/ 74295 w 1126902"/>
                <a:gd name="GluePoint3Y" fmla="*/ 312420 h 1204245"/>
                <a:gd name="GluePoint4X" fmla="*/ 74581 w 1126902"/>
                <a:gd name="GluePoint4Y" fmla="*/ 302609 h 1204245"/>
                <a:gd name="GluePoint5X" fmla="*/ 334328 w 1126902"/>
                <a:gd name="GluePoint5Y" fmla="*/ 90773 h 1204245"/>
                <a:gd name="GluePoint6X" fmla="*/ 352330 w 1126902"/>
                <a:gd name="GluePoint6Y" fmla="*/ 90678 h 1204245"/>
                <a:gd name="GluePoint7X" fmla="*/ 453200 w 1126902"/>
                <a:gd name="GluePoint7Y" fmla="*/ 106204 h 1204245"/>
                <a:gd name="GluePoint8X" fmla="*/ 461201 w 1126902"/>
                <a:gd name="GluePoint8Y" fmla="*/ 128873 h 1204245"/>
                <a:gd name="GluePoint9X" fmla="*/ 461201 w 1126902"/>
                <a:gd name="GluePoint9Y" fmla="*/ 950119 h 1204245"/>
                <a:gd name="GluePoint10X" fmla="*/ 272510 w 1126902"/>
                <a:gd name="GluePoint10Y" fmla="*/ 1129475 h 1204245"/>
                <a:gd name="GluePoint11X" fmla="*/ 262700 w 1126902"/>
                <a:gd name="GluePoint11Y" fmla="*/ 1129856 h 1204245"/>
                <a:gd name="GluePoint12X" fmla="*/ 262700 w 1126902"/>
                <a:gd name="GluePoint12Y" fmla="*/ 1204246 h 1204245"/>
                <a:gd name="GluePoint13X" fmla="*/ 578548 w 1126902"/>
                <a:gd name="GluePoint13Y" fmla="*/ 1196911 h 1204245"/>
                <a:gd name="GluePoint14X" fmla="*/ 864203 w 1126902"/>
                <a:gd name="GluePoint14Y" fmla="*/ 1204246 h 1204245"/>
                <a:gd name="GluePoint15X" fmla="*/ 864203 w 1126902"/>
                <a:gd name="GluePoint15Y" fmla="*/ 1129856 h 1204245"/>
                <a:gd name="GluePoint16X" fmla="*/ 854393 w 1126902"/>
                <a:gd name="GluePoint16Y" fmla="*/ 1129475 h 1204245"/>
                <a:gd name="GluePoint17X" fmla="*/ 665702 w 1126902"/>
                <a:gd name="GluePoint17Y" fmla="*/ 950119 h 1204245"/>
                <a:gd name="GluePoint18X" fmla="*/ 665702 w 1126902"/>
                <a:gd name="GluePoint18Y" fmla="*/ 128873 h 1204245"/>
                <a:gd name="GluePoint19X" fmla="*/ 673608 w 1126902"/>
                <a:gd name="GluePoint19Y" fmla="*/ 108490 h 1204245"/>
                <a:gd name="GluePoint20X" fmla="*/ 791718 w 1126902"/>
                <a:gd name="GluePoint20Y" fmla="*/ 90488 h 1204245"/>
                <a:gd name="GluePoint21X" fmla="*/ 815912 w 1126902"/>
                <a:gd name="GluePoint21Y" fmla="*/ 90773 h 1204245"/>
                <a:gd name="GluePoint22X" fmla="*/ 1052513 w 1126902"/>
                <a:gd name="GluePoint22Y" fmla="*/ 302895 h 1204245"/>
                <a:gd name="GluePoint23X" fmla="*/ 1053084 w 1126902"/>
                <a:gd name="GluePoint23Y" fmla="*/ 312420 h 1204245"/>
                <a:gd name="GluePoint24X" fmla="*/ 1126903 w 1126902"/>
                <a:gd name="GluePoint24Y" fmla="*/ 312420 h 1204245"/>
                <a:gd name="GluePoint25X" fmla="*/ 1126903 w 1126902"/>
                <a:gd name="GluePoint25Y" fmla="*/ 0 h 1204245"/>
                <a:gd name="GluePoint26X" fmla="*/ 563404 w 1126902"/>
                <a:gd name="GluePoint26Y" fmla="*/ 2857 h 1204245"/>
                <a:gd name="GluePoint27X" fmla="*/ 0 w 1126902"/>
                <a:gd name="GluePoint27Y" fmla="*/ 0 h 1204245"/>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 ang="0">
                  <a:pos x="GluePoint16X" y="GluePoint16Y"/>
                </a:cxn>
                <a:cxn ang="0">
                  <a:pos x="GluePoint17X" y="GluePoint17Y"/>
                </a:cxn>
                <a:cxn ang="0">
                  <a:pos x="GluePoint18X" y="GluePoint18Y"/>
                </a:cxn>
                <a:cxn ang="0">
                  <a:pos x="GluePoint19X" y="GluePoint19Y"/>
                </a:cxn>
                <a:cxn ang="0">
                  <a:pos x="GluePoint20X" y="GluePoint20Y"/>
                </a:cxn>
                <a:cxn ang="0">
                  <a:pos x="GluePoint21X" y="GluePoint21Y"/>
                </a:cxn>
                <a:cxn ang="0">
                  <a:pos x="GluePoint22X" y="GluePoint22Y"/>
                </a:cxn>
                <a:cxn ang="0">
                  <a:pos x="GluePoint23X" y="GluePoint23Y"/>
                </a:cxn>
                <a:cxn ang="0">
                  <a:pos x="GluePoint24X" y="GluePoint24Y"/>
                </a:cxn>
                <a:cxn ang="0">
                  <a:pos x="GluePoint25X" y="GluePoint25Y"/>
                </a:cxn>
                <a:cxn ang="0">
                  <a:pos x="GluePoint26X" y="GluePoint26Y"/>
                </a:cxn>
                <a:cxn ang="0">
                  <a:pos x="GluePoint27X" y="GluePoint27Y"/>
                </a:cxn>
              </a:cxnLst>
              <a:rect l="textAreaLeft" t="textAreaTop" r="textAreaRight" b="textAreaBottom"/>
              <a:pathLst>
                <a:path w="1126902" h="1204245">
                  <a:moveTo>
                    <a:pt x="0" y="0"/>
                  </a:moveTo>
                  <a:lnTo>
                    <a:pt x="0" y="312420"/>
                  </a:lnTo>
                  <a:lnTo>
                    <a:pt x="74295" y="312420"/>
                  </a:lnTo>
                  <a:lnTo>
                    <a:pt x="74581" y="302609"/>
                  </a:lnTo>
                  <a:cubicBezTo>
                    <a:pt x="81344" y="99346"/>
                    <a:pt x="159163" y="90773"/>
                    <a:pt x="334328" y="90773"/>
                  </a:cubicBezTo>
                  <a:cubicBezTo>
                    <a:pt x="340328" y="90773"/>
                    <a:pt x="346424" y="90773"/>
                    <a:pt x="352330" y="90678"/>
                  </a:cubicBezTo>
                  <a:cubicBezTo>
                    <a:pt x="395859" y="90392"/>
                    <a:pt x="437007" y="90106"/>
                    <a:pt x="453200" y="106204"/>
                  </a:cubicBezTo>
                  <a:cubicBezTo>
                    <a:pt x="458629" y="111538"/>
                    <a:pt x="461201" y="118967"/>
                    <a:pt x="461201" y="128873"/>
                  </a:cubicBezTo>
                  <a:lnTo>
                    <a:pt x="461201" y="950119"/>
                  </a:lnTo>
                  <a:cubicBezTo>
                    <a:pt x="461201" y="1072039"/>
                    <a:pt x="444151" y="1122426"/>
                    <a:pt x="272510" y="1129475"/>
                  </a:cubicBezTo>
                  <a:lnTo>
                    <a:pt x="262700" y="1129856"/>
                  </a:lnTo>
                  <a:lnTo>
                    <a:pt x="262700" y="1204246"/>
                  </a:lnTo>
                  <a:cubicBezTo>
                    <a:pt x="262700" y="1204246"/>
                    <a:pt x="462725" y="1196911"/>
                    <a:pt x="578548" y="1196911"/>
                  </a:cubicBezTo>
                  <a:cubicBezTo>
                    <a:pt x="666941" y="1196911"/>
                    <a:pt x="864203" y="1204246"/>
                    <a:pt x="864203" y="1204246"/>
                  </a:cubicBezTo>
                  <a:lnTo>
                    <a:pt x="864203" y="1129856"/>
                  </a:lnTo>
                  <a:lnTo>
                    <a:pt x="854393" y="1129475"/>
                  </a:lnTo>
                  <a:cubicBezTo>
                    <a:pt x="682752" y="1122426"/>
                    <a:pt x="665702" y="1072039"/>
                    <a:pt x="665702" y="950119"/>
                  </a:cubicBezTo>
                  <a:lnTo>
                    <a:pt x="665702" y="128873"/>
                  </a:lnTo>
                  <a:cubicBezTo>
                    <a:pt x="665702" y="120396"/>
                    <a:pt x="668369" y="113729"/>
                    <a:pt x="673608" y="108490"/>
                  </a:cubicBezTo>
                  <a:cubicBezTo>
                    <a:pt x="693420" y="89059"/>
                    <a:pt x="747903" y="89821"/>
                    <a:pt x="791718" y="90488"/>
                  </a:cubicBezTo>
                  <a:cubicBezTo>
                    <a:pt x="800005" y="90583"/>
                    <a:pt x="808196" y="90773"/>
                    <a:pt x="815912" y="90773"/>
                  </a:cubicBezTo>
                  <a:cubicBezTo>
                    <a:pt x="987267" y="90773"/>
                    <a:pt x="1042511" y="140303"/>
                    <a:pt x="1052513" y="302895"/>
                  </a:cubicBezTo>
                  <a:lnTo>
                    <a:pt x="1053084" y="312420"/>
                  </a:lnTo>
                  <a:lnTo>
                    <a:pt x="1126903" y="312420"/>
                  </a:lnTo>
                  <a:lnTo>
                    <a:pt x="1126903" y="0"/>
                  </a:lnTo>
                  <a:cubicBezTo>
                    <a:pt x="1126903" y="0"/>
                    <a:pt x="694468" y="2857"/>
                    <a:pt x="563404" y="2857"/>
                  </a:cubicBezTo>
                  <a:cubicBezTo>
                    <a:pt x="432340" y="2857"/>
                    <a:pt x="0" y="0"/>
                    <a:pt x="0" y="0"/>
                  </a:cubicBezTo>
                </a:path>
              </a:pathLst>
            </a:custGeom>
            <a:solidFill>
              <a:schemeClr val="bg1"/>
            </a:solidFill>
            <a:ln w="9525">
              <a:noFill/>
            </a:ln>
          </p:spPr>
          <p:style>
            <a:lnRef idx="0"/>
            <a:fillRef idx="0"/>
            <a:effectRef idx="0"/>
            <a:fontRef idx="minor"/>
          </p:style>
          <p:txBody>
            <a:bodyPr lIns="90000" tIns="45000" rIns="90000" bIns="45000" anchor="ctr">
              <a:noAutofit/>
            </a:bodyPr>
            <a:p>
              <a:endParaRPr lang="en-US" sz="1800" b="0" u="none" strike="noStrike">
                <a:solidFill>
                  <a:schemeClr val="dk1"/>
                </a:solidFill>
                <a:effectLst/>
                <a:uFillTx/>
                <a:latin typeface="Arial"/>
              </a:endParaRPr>
            </a:p>
          </p:txBody>
        </p:sp>
        <p:sp>
          <p:nvSpPr>
            <p:cNvPr id="26" name="Freeform 4"/>
            <p:cNvSpPr/>
            <p:nvPr/>
          </p:nvSpPr>
          <p:spPr>
            <a:xfrm>
              <a:off x="201960" y="195840"/>
              <a:ext cx="297720" cy="300240"/>
            </a:xfrm>
            <a:custGeom>
              <a:avLst/>
              <a:gdLst>
                <a:gd name="textAreaLeft" fmla="*/ 0 w 297720"/>
                <a:gd name="textAreaRight" fmla="*/ 299160 w 297720"/>
                <a:gd name="textAreaTop" fmla="*/ 0 h 300240"/>
                <a:gd name="textAreaBottom" fmla="*/ 301680 h 300240"/>
                <a:gd name="GluePoint1X" fmla="*/ 372618 w 1195101"/>
                <a:gd name="GluePoint1Y" fmla="*/ 571786 h 1204626"/>
                <a:gd name="GluePoint2X" fmla="*/ 372523 w 1195101"/>
                <a:gd name="GluePoint2Y" fmla="*/ 134303 h 1204626"/>
                <a:gd name="GluePoint3X" fmla="*/ 386239 w 1195101"/>
                <a:gd name="GluePoint3Y" fmla="*/ 86487 h 1204626"/>
                <a:gd name="GluePoint4X" fmla="*/ 498348 w 1195101"/>
                <a:gd name="GluePoint4Y" fmla="*/ 85630 h 1204626"/>
                <a:gd name="GluePoint5X" fmla="*/ 738473 w 1195101"/>
                <a:gd name="GluePoint5Y" fmla="*/ 330518 h 1204626"/>
                <a:gd name="GluePoint6X" fmla="*/ 640747 w 1195101"/>
                <a:gd name="GluePoint6Y" fmla="*/ 541687 h 1204626"/>
                <a:gd name="GluePoint7X" fmla="*/ 372618 w 1195101"/>
                <a:gd name="GluePoint7Y" fmla="*/ 571786 h 1204626"/>
                <a:gd name="GluePoint8X" fmla="*/ 1186529 w 1195101"/>
                <a:gd name="GluePoint8Y" fmla="*/ 1129760 h 1204626"/>
                <a:gd name="GluePoint9X" fmla="*/ 1017461 w 1195101"/>
                <a:gd name="GluePoint9Y" fmla="*/ 1040702 h 1204626"/>
                <a:gd name="GluePoint10X" fmla="*/ 661797 w 1195101"/>
                <a:gd name="GluePoint10Y" fmla="*/ 632460 h 1204626"/>
                <a:gd name="GluePoint11X" fmla="*/ 964597 w 1195101"/>
                <a:gd name="GluePoint11Y" fmla="*/ 305371 h 1204626"/>
                <a:gd name="GluePoint12X" fmla="*/ 831056 w 1195101"/>
                <a:gd name="GluePoint12Y" fmla="*/ 55816 h 1204626"/>
                <a:gd name="GluePoint13X" fmla="*/ 544639 w 1195101"/>
                <a:gd name="GluePoint13Y" fmla="*/ 190 h 1204626"/>
                <a:gd name="GluePoint14X" fmla="*/ 317468 w 1195101"/>
                <a:gd name="GluePoint14Y" fmla="*/ 4191 h 1204626"/>
                <a:gd name="GluePoint15X" fmla="*/ 191 w 1195101"/>
                <a:gd name="GluePoint15Y" fmla="*/ 0 h 1204626"/>
                <a:gd name="GluePoint16X" fmla="*/ 191 w 1195101"/>
                <a:gd name="GluePoint16Y" fmla="*/ 74866 h 1204626"/>
                <a:gd name="GluePoint17X" fmla="*/ 15050 w 1195101"/>
                <a:gd name="GluePoint17Y" fmla="*/ 74866 h 1204626"/>
                <a:gd name="GluePoint18X" fmla="*/ 152781 w 1195101"/>
                <a:gd name="GluePoint18Y" fmla="*/ 128683 h 1204626"/>
                <a:gd name="GluePoint19X" fmla="*/ 168307 w 1195101"/>
                <a:gd name="GluePoint19Y" fmla="*/ 350139 h 1204626"/>
                <a:gd name="GluePoint20X" fmla="*/ 168307 w 1195101"/>
                <a:gd name="GluePoint20Y" fmla="*/ 841248 h 1204626"/>
                <a:gd name="GluePoint21X" fmla="*/ 161068 w 1195101"/>
                <a:gd name="GluePoint21Y" fmla="*/ 1034129 h 1204626"/>
                <a:gd name="GluePoint22X" fmla="*/ 152686 w 1195101"/>
                <a:gd name="GluePoint22Y" fmla="*/ 1075944 h 1204626"/>
                <a:gd name="GluePoint23X" fmla="*/ 10382 w 1195101"/>
                <a:gd name="GluePoint23Y" fmla="*/ 1129665 h 1204626"/>
                <a:gd name="GluePoint24X" fmla="*/ 0 w 1195101"/>
                <a:gd name="GluePoint24Y" fmla="*/ 1129665 h 1204626"/>
                <a:gd name="GluePoint25X" fmla="*/ 0 w 1195101"/>
                <a:gd name="GluePoint25Y" fmla="*/ 1204532 h 1204626"/>
                <a:gd name="GluePoint26X" fmla="*/ 278225 w 1195101"/>
                <a:gd name="GluePoint26Y" fmla="*/ 1197102 h 1204626"/>
                <a:gd name="GluePoint27X" fmla="*/ 540734 w 1195101"/>
                <a:gd name="GluePoint27Y" fmla="*/ 1204532 h 1204626"/>
                <a:gd name="GluePoint28X" fmla="*/ 540734 w 1195101"/>
                <a:gd name="GluePoint28Y" fmla="*/ 1129665 h 1204626"/>
                <a:gd name="GluePoint29X" fmla="*/ 525971 w 1195101"/>
                <a:gd name="GluePoint29Y" fmla="*/ 1129665 h 1204626"/>
                <a:gd name="GluePoint30X" fmla="*/ 388239 w 1195101"/>
                <a:gd name="GluePoint30Y" fmla="*/ 1075754 h 1204626"/>
                <a:gd name="GluePoint31X" fmla="*/ 379857 w 1195101"/>
                <a:gd name="GluePoint31Y" fmla="*/ 1034034 h 1204626"/>
                <a:gd name="GluePoint32X" fmla="*/ 372618 w 1195101"/>
                <a:gd name="GluePoint32Y" fmla="*/ 854297 h 1204626"/>
                <a:gd name="GluePoint33X" fmla="*/ 372618 w 1195101"/>
                <a:gd name="GluePoint33Y" fmla="*/ 653510 h 1204626"/>
                <a:gd name="GluePoint34X" fmla="*/ 479107 w 1195101"/>
                <a:gd name="GluePoint34Y" fmla="*/ 702469 h 1204626"/>
                <a:gd name="GluePoint35X" fmla="*/ 501110 w 1195101"/>
                <a:gd name="GluePoint35Y" fmla="*/ 728472 h 1204626"/>
                <a:gd name="GluePoint36X" fmla="*/ 797909 w 1195101"/>
                <a:gd name="GluePoint36Y" fmla="*/ 1096804 h 1204626"/>
                <a:gd name="GluePoint37X" fmla="*/ 885158 w 1195101"/>
                <a:gd name="GluePoint37Y" fmla="*/ 1204532 h 1204626"/>
                <a:gd name="GluePoint38X" fmla="*/ 1027366 w 1195101"/>
                <a:gd name="GluePoint38Y" fmla="*/ 1200436 h 1204626"/>
                <a:gd name="GluePoint39X" fmla="*/ 1195102 w 1195101"/>
                <a:gd name="GluePoint39Y" fmla="*/ 1204627 h 1204626"/>
                <a:gd name="GluePoint40X" fmla="*/ 1195102 w 1195101"/>
                <a:gd name="GluePoint40Y" fmla="*/ 1131094 h 1204626"/>
                <a:gd name="GluePoint41X" fmla="*/ 1186529 w 1195101"/>
                <a:gd name="GluePoint41Y" fmla="*/ 1129760 h 1204626"/>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 ang="0">
                  <a:pos x="GluePoint16X" y="GluePoint16Y"/>
                </a:cxn>
                <a:cxn ang="0">
                  <a:pos x="GluePoint17X" y="GluePoint17Y"/>
                </a:cxn>
                <a:cxn ang="0">
                  <a:pos x="GluePoint18X" y="GluePoint18Y"/>
                </a:cxn>
                <a:cxn ang="0">
                  <a:pos x="GluePoint19X" y="GluePoint19Y"/>
                </a:cxn>
                <a:cxn ang="0">
                  <a:pos x="GluePoint20X" y="GluePoint20Y"/>
                </a:cxn>
                <a:cxn ang="0">
                  <a:pos x="GluePoint21X" y="GluePoint21Y"/>
                </a:cxn>
                <a:cxn ang="0">
                  <a:pos x="GluePoint22X" y="GluePoint22Y"/>
                </a:cxn>
                <a:cxn ang="0">
                  <a:pos x="GluePoint23X" y="GluePoint23Y"/>
                </a:cxn>
                <a:cxn ang="0">
                  <a:pos x="GluePoint24X" y="GluePoint24Y"/>
                </a:cxn>
                <a:cxn ang="0">
                  <a:pos x="GluePoint25X" y="GluePoint25Y"/>
                </a:cxn>
                <a:cxn ang="0">
                  <a:pos x="GluePoint26X" y="GluePoint26Y"/>
                </a:cxn>
                <a:cxn ang="0">
                  <a:pos x="GluePoint27X" y="GluePoint27Y"/>
                </a:cxn>
                <a:cxn ang="0">
                  <a:pos x="GluePoint28X" y="GluePoint28Y"/>
                </a:cxn>
                <a:cxn ang="0">
                  <a:pos x="GluePoint29X" y="GluePoint29Y"/>
                </a:cxn>
                <a:cxn ang="0">
                  <a:pos x="GluePoint30X" y="GluePoint30Y"/>
                </a:cxn>
                <a:cxn ang="0">
                  <a:pos x="GluePoint31X" y="GluePoint31Y"/>
                </a:cxn>
                <a:cxn ang="0">
                  <a:pos x="GluePoint32X" y="GluePoint32Y"/>
                </a:cxn>
                <a:cxn ang="0">
                  <a:pos x="GluePoint33X" y="GluePoint33Y"/>
                </a:cxn>
                <a:cxn ang="0">
                  <a:pos x="GluePoint34X" y="GluePoint34Y"/>
                </a:cxn>
                <a:cxn ang="0">
                  <a:pos x="GluePoint35X" y="GluePoint35Y"/>
                </a:cxn>
                <a:cxn ang="0">
                  <a:pos x="GluePoint36X" y="GluePoint36Y"/>
                </a:cxn>
                <a:cxn ang="0">
                  <a:pos x="GluePoint37X" y="GluePoint37Y"/>
                </a:cxn>
                <a:cxn ang="0">
                  <a:pos x="GluePoint38X" y="GluePoint38Y"/>
                </a:cxn>
                <a:cxn ang="0">
                  <a:pos x="GluePoint39X" y="GluePoint39Y"/>
                </a:cxn>
                <a:cxn ang="0">
                  <a:pos x="GluePoint40X" y="GluePoint40Y"/>
                </a:cxn>
                <a:cxn ang="0">
                  <a:pos x="GluePoint41X" y="GluePoint41Y"/>
                </a:cxn>
              </a:cxnLst>
              <a:rect l="textAreaLeft" t="textAreaTop" r="textAreaRight" b="textAreaBottom"/>
              <a:pathLst>
                <a:path w="1195101" h="1204626">
                  <a:moveTo>
                    <a:pt x="372618" y="571786"/>
                  </a:moveTo>
                  <a:cubicBezTo>
                    <a:pt x="372618" y="571786"/>
                    <a:pt x="372618" y="136874"/>
                    <a:pt x="372523" y="134303"/>
                  </a:cubicBezTo>
                  <a:cubicBezTo>
                    <a:pt x="372237" y="116967"/>
                    <a:pt x="371761" y="93250"/>
                    <a:pt x="386239" y="86487"/>
                  </a:cubicBezTo>
                  <a:cubicBezTo>
                    <a:pt x="396240" y="82105"/>
                    <a:pt x="493014" y="85630"/>
                    <a:pt x="498348" y="85630"/>
                  </a:cubicBezTo>
                  <a:cubicBezTo>
                    <a:pt x="650938" y="85630"/>
                    <a:pt x="738473" y="174974"/>
                    <a:pt x="738473" y="330518"/>
                  </a:cubicBezTo>
                  <a:cubicBezTo>
                    <a:pt x="738473" y="443960"/>
                    <a:pt x="708374" y="509016"/>
                    <a:pt x="640747" y="541687"/>
                  </a:cubicBezTo>
                  <a:cubicBezTo>
                    <a:pt x="577691" y="571976"/>
                    <a:pt x="372618" y="571786"/>
                    <a:pt x="372618" y="571786"/>
                  </a:cubicBezTo>
                  <a:moveTo>
                    <a:pt x="1186529" y="1129760"/>
                  </a:moveTo>
                  <a:cubicBezTo>
                    <a:pt x="1100138" y="1116235"/>
                    <a:pt x="1074134" y="1106424"/>
                    <a:pt x="1017461" y="1040702"/>
                  </a:cubicBezTo>
                  <a:lnTo>
                    <a:pt x="661797" y="632460"/>
                  </a:lnTo>
                  <a:cubicBezTo>
                    <a:pt x="849059" y="608076"/>
                    <a:pt x="964597" y="484251"/>
                    <a:pt x="964597" y="305371"/>
                  </a:cubicBezTo>
                  <a:cubicBezTo>
                    <a:pt x="964597" y="188976"/>
                    <a:pt x="919544" y="105061"/>
                    <a:pt x="831056" y="55816"/>
                  </a:cubicBezTo>
                  <a:cubicBezTo>
                    <a:pt x="763619" y="18383"/>
                    <a:pt x="670084" y="190"/>
                    <a:pt x="544639" y="190"/>
                  </a:cubicBezTo>
                  <a:cubicBezTo>
                    <a:pt x="507206" y="1143"/>
                    <a:pt x="416909" y="4191"/>
                    <a:pt x="317468" y="4191"/>
                  </a:cubicBezTo>
                  <a:cubicBezTo>
                    <a:pt x="214313" y="4191"/>
                    <a:pt x="191" y="0"/>
                    <a:pt x="191" y="0"/>
                  </a:cubicBezTo>
                  <a:lnTo>
                    <a:pt x="191" y="74866"/>
                  </a:lnTo>
                  <a:lnTo>
                    <a:pt x="15050" y="74866"/>
                  </a:lnTo>
                  <a:cubicBezTo>
                    <a:pt x="71818" y="74486"/>
                    <a:pt x="135731" y="74771"/>
                    <a:pt x="152781" y="128683"/>
                  </a:cubicBezTo>
                  <a:cubicBezTo>
                    <a:pt x="168307" y="175355"/>
                    <a:pt x="168307" y="306896"/>
                    <a:pt x="168307" y="350139"/>
                  </a:cubicBezTo>
                  <a:lnTo>
                    <a:pt x="168307" y="841248"/>
                  </a:lnTo>
                  <a:cubicBezTo>
                    <a:pt x="168307" y="895445"/>
                    <a:pt x="168307" y="977837"/>
                    <a:pt x="161068" y="1034129"/>
                  </a:cubicBezTo>
                  <a:cubicBezTo>
                    <a:pt x="158972" y="1050798"/>
                    <a:pt x="156210" y="1065276"/>
                    <a:pt x="152686" y="1075944"/>
                  </a:cubicBezTo>
                  <a:cubicBezTo>
                    <a:pt x="135350" y="1129665"/>
                    <a:pt x="66104" y="1129665"/>
                    <a:pt x="10382" y="1129665"/>
                  </a:cubicBezTo>
                  <a:lnTo>
                    <a:pt x="0" y="1129665"/>
                  </a:lnTo>
                  <a:lnTo>
                    <a:pt x="0" y="1204532"/>
                  </a:lnTo>
                  <a:cubicBezTo>
                    <a:pt x="0" y="1204532"/>
                    <a:pt x="166783" y="1197102"/>
                    <a:pt x="278225" y="1197102"/>
                  </a:cubicBezTo>
                  <a:cubicBezTo>
                    <a:pt x="374047" y="1197102"/>
                    <a:pt x="540734" y="1204246"/>
                    <a:pt x="540734" y="1204532"/>
                  </a:cubicBezTo>
                  <a:lnTo>
                    <a:pt x="540734" y="1129665"/>
                  </a:lnTo>
                  <a:lnTo>
                    <a:pt x="525971" y="1129665"/>
                  </a:lnTo>
                  <a:cubicBezTo>
                    <a:pt x="470059" y="1129951"/>
                    <a:pt x="406813" y="1129760"/>
                    <a:pt x="388239" y="1075754"/>
                  </a:cubicBezTo>
                  <a:cubicBezTo>
                    <a:pt x="384620" y="1065086"/>
                    <a:pt x="381953" y="1050607"/>
                    <a:pt x="379857" y="1034034"/>
                  </a:cubicBezTo>
                  <a:cubicBezTo>
                    <a:pt x="372618" y="978122"/>
                    <a:pt x="372618" y="898017"/>
                    <a:pt x="372618" y="854297"/>
                  </a:cubicBezTo>
                  <a:lnTo>
                    <a:pt x="372618" y="653510"/>
                  </a:lnTo>
                  <a:cubicBezTo>
                    <a:pt x="439198" y="654082"/>
                    <a:pt x="444913" y="661035"/>
                    <a:pt x="479107" y="702469"/>
                  </a:cubicBezTo>
                  <a:cubicBezTo>
                    <a:pt x="485489" y="710089"/>
                    <a:pt x="492728" y="718756"/>
                    <a:pt x="501110" y="728472"/>
                  </a:cubicBezTo>
                  <a:lnTo>
                    <a:pt x="797909" y="1096804"/>
                  </a:lnTo>
                  <a:lnTo>
                    <a:pt x="885158" y="1204532"/>
                  </a:lnTo>
                  <a:cubicBezTo>
                    <a:pt x="885158" y="1204532"/>
                    <a:pt x="980885" y="1200436"/>
                    <a:pt x="1027366" y="1200436"/>
                  </a:cubicBezTo>
                  <a:cubicBezTo>
                    <a:pt x="1094994" y="1200436"/>
                    <a:pt x="1195102" y="1204627"/>
                    <a:pt x="1195102" y="1204627"/>
                  </a:cubicBezTo>
                  <a:lnTo>
                    <a:pt x="1195102" y="1131094"/>
                  </a:lnTo>
                  <a:lnTo>
                    <a:pt x="1186529" y="1129760"/>
                  </a:lnTo>
                  <a:close/>
                </a:path>
              </a:pathLst>
            </a:custGeom>
            <a:solidFill>
              <a:schemeClr val="bg1"/>
            </a:solidFill>
            <a:ln w="9525">
              <a:noFill/>
            </a:ln>
          </p:spPr>
          <p:style>
            <a:lnRef idx="0"/>
            <a:fillRef idx="0"/>
            <a:effectRef idx="0"/>
            <a:fontRef idx="minor"/>
          </p:style>
          <p:txBody>
            <a:bodyPr lIns="90000" tIns="45000" rIns="90000" bIns="45000" anchor="ctr">
              <a:noAutofit/>
            </a:bodyPr>
            <a:p>
              <a:endParaRPr lang="en-US" sz="1800" b="0" u="none" strike="noStrike">
                <a:solidFill>
                  <a:schemeClr val="dk1"/>
                </a:solidFill>
                <a:effectLst/>
                <a:uFillTx/>
                <a:latin typeface="Arial"/>
              </a:endParaRPr>
            </a:p>
          </p:txBody>
        </p:sp>
      </p:grpSp>
      <p:sp>
        <p:nvSpPr>
          <p:cNvPr id="27" name="Text Placeholder 14"/>
          <p:cNvSpPr/>
          <p:nvPr/>
        </p:nvSpPr>
        <p:spPr>
          <a:xfrm>
            <a:off x="386640" y="3434040"/>
            <a:ext cx="2464560" cy="953280"/>
          </a:xfrm>
          <a:prstGeom prst="rect">
            <a:avLst/>
          </a:prstGeom>
          <a:noFill/>
          <a:ln w="0">
            <a:noFill/>
          </a:ln>
        </p:spPr>
        <p:style>
          <a:lnRef idx="0"/>
          <a:fillRef idx="0"/>
          <a:effectRef idx="0"/>
          <a:fontRef idx="minor"/>
        </p:style>
        <p:txBody>
          <a:bodyPr lIns="90000" tIns="45000" rIns="90000" bIns="45000" anchor="t">
            <a:noAutofit/>
          </a:bodyPr>
          <a:p>
            <a:endParaRPr lang="en-US" sz="2000" b="1" u="none" strike="noStrike">
              <a:solidFill>
                <a:srgbClr val="E56B2A"/>
              </a:solidFill>
              <a:effectLst/>
              <a:uFillTx/>
              <a:latin typeface="Arial"/>
            </a:endParaRPr>
          </a:p>
        </p:txBody>
      </p:sp>
      <p:sp>
        <p:nvSpPr>
          <p:cNvPr id="28" name="Rectangle 13"/>
          <p:cNvSpPr/>
          <p:nvPr/>
        </p:nvSpPr>
        <p:spPr>
          <a:xfrm>
            <a:off x="-15480" y="2520"/>
            <a:ext cx="12206160" cy="685656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p>
            <a:endParaRPr lang="en-US" sz="1800" b="0" u="none" strike="noStrike">
              <a:solidFill>
                <a:schemeClr val="lt1"/>
              </a:solidFill>
              <a:effectLst/>
              <a:uFillTx/>
              <a:latin typeface="Arial"/>
            </a:endParaRPr>
          </a:p>
        </p:txBody>
      </p:sp>
      <p:sp>
        <p:nvSpPr>
          <p:cNvPr id="29" name="Freeform 11"/>
          <p:cNvSpPr/>
          <p:nvPr/>
        </p:nvSpPr>
        <p:spPr>
          <a:xfrm>
            <a:off x="-2093760" y="2347920"/>
            <a:ext cx="7628400" cy="7628400"/>
          </a:xfrm>
          <a:custGeom>
            <a:avLst/>
            <a:gdLst>
              <a:gd name="textAreaLeft" fmla="*/ 0 w 7628400"/>
              <a:gd name="textAreaRight" fmla="*/ 7629840 w 7628400"/>
              <a:gd name="textAreaTop" fmla="*/ 0 h 7628400"/>
              <a:gd name="textAreaBottom" fmla="*/ 7629840 h 7628400"/>
              <a:gd name="GluePoint1X" fmla="*/ 500348 w 808005"/>
              <a:gd name="GluePoint1Y" fmla="*/ 0 h 808005"/>
              <a:gd name="GluePoint2X" fmla="*/ 808006 w 808005"/>
              <a:gd name="GluePoint2Y" fmla="*/ 0 h 808005"/>
              <a:gd name="GluePoint3X" fmla="*/ 808006 w 808005"/>
              <a:gd name="GluePoint3Y" fmla="*/ 307657 h 808005"/>
              <a:gd name="GluePoint4X" fmla="*/ 307658 w 808005"/>
              <a:gd name="GluePoint4Y" fmla="*/ 808006 h 808005"/>
              <a:gd name="GluePoint5X" fmla="*/ 0 w 808005"/>
              <a:gd name="GluePoint5Y" fmla="*/ 808006 h 808005"/>
              <a:gd name="GluePoint6X" fmla="*/ 0 w 808005"/>
              <a:gd name="GluePoint6Y" fmla="*/ 500348 h 808005"/>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Lst>
            <a:rect l="textAreaLeft" t="textAreaTop" r="textAreaRight" b="textAreaBottom"/>
            <a:pathLst>
              <a:path w="808005" h="808005">
                <a:moveTo>
                  <a:pt x="500348" y="0"/>
                </a:moveTo>
                <a:lnTo>
                  <a:pt x="808006" y="0"/>
                </a:lnTo>
                <a:lnTo>
                  <a:pt x="808006" y="307657"/>
                </a:lnTo>
                <a:lnTo>
                  <a:pt x="307658" y="808006"/>
                </a:lnTo>
                <a:lnTo>
                  <a:pt x="0" y="808006"/>
                </a:lnTo>
                <a:lnTo>
                  <a:pt x="0" y="500348"/>
                </a:lnTo>
                <a:close/>
              </a:path>
            </a:pathLst>
          </a:custGeom>
          <a:solidFill>
            <a:schemeClr val="tx1"/>
          </a:solidFill>
          <a:ln w="9525">
            <a:noFill/>
          </a:ln>
        </p:spPr>
        <p:style>
          <a:lnRef idx="0"/>
          <a:fillRef idx="0"/>
          <a:effectRef idx="0"/>
          <a:fontRef idx="minor"/>
        </p:style>
        <p:txBody>
          <a:bodyPr lIns="90000" tIns="45000" rIns="90000" bIns="45000" anchor="ctr">
            <a:noAutofit/>
          </a:bodyPr>
          <a:p>
            <a:endParaRPr lang="en-US" sz="1800" b="0" u="none" strike="noStrike">
              <a:solidFill>
                <a:schemeClr val="dk1"/>
              </a:solidFill>
              <a:effectLst/>
              <a:uFillTx/>
              <a:latin typeface="Arial"/>
            </a:endParaRPr>
          </a:p>
        </p:txBody>
      </p:sp>
      <p:sp>
        <p:nvSpPr>
          <p:cNvPr id="30" name="Freeform 12"/>
          <p:cNvSpPr/>
          <p:nvPr/>
        </p:nvSpPr>
        <p:spPr>
          <a:xfrm>
            <a:off x="-105120" y="241920"/>
            <a:ext cx="12079440" cy="12079440"/>
          </a:xfrm>
          <a:custGeom>
            <a:avLst/>
            <a:gdLst>
              <a:gd name="textAreaLeft" fmla="*/ 0 w 12079440"/>
              <a:gd name="textAreaRight" fmla="*/ 12080880 w 12079440"/>
              <a:gd name="textAreaTop" fmla="*/ 0 h 12079440"/>
              <a:gd name="textAreaBottom" fmla="*/ 12080880 h 12079440"/>
              <a:gd name="GluePoint1X" fmla="*/ 500348 w 808005"/>
              <a:gd name="GluePoint1Y" fmla="*/ 0 h 808005"/>
              <a:gd name="GluePoint2X" fmla="*/ 808006 w 808005"/>
              <a:gd name="GluePoint2Y" fmla="*/ 0 h 808005"/>
              <a:gd name="GluePoint3X" fmla="*/ 808006 w 808005"/>
              <a:gd name="GluePoint3Y" fmla="*/ 307657 h 808005"/>
              <a:gd name="GluePoint4X" fmla="*/ 307658 w 808005"/>
              <a:gd name="GluePoint4Y" fmla="*/ 808006 h 808005"/>
              <a:gd name="GluePoint5X" fmla="*/ 0 w 808005"/>
              <a:gd name="GluePoint5Y" fmla="*/ 808006 h 808005"/>
              <a:gd name="GluePoint6X" fmla="*/ 0 w 808005"/>
              <a:gd name="GluePoint6Y" fmla="*/ 500348 h 808005"/>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Lst>
            <a:rect l="textAreaLeft" t="textAreaTop" r="textAreaRight" b="textAreaBottom"/>
            <a:pathLst>
              <a:path w="808005" h="808005">
                <a:moveTo>
                  <a:pt x="500348" y="0"/>
                </a:moveTo>
                <a:lnTo>
                  <a:pt x="808006" y="0"/>
                </a:lnTo>
                <a:lnTo>
                  <a:pt x="808006" y="307657"/>
                </a:lnTo>
                <a:lnTo>
                  <a:pt x="307658" y="808006"/>
                </a:lnTo>
                <a:lnTo>
                  <a:pt x="0" y="808006"/>
                </a:lnTo>
                <a:lnTo>
                  <a:pt x="0" y="500348"/>
                </a:lnTo>
                <a:close/>
              </a:path>
            </a:pathLst>
          </a:custGeom>
          <a:solidFill>
            <a:srgbClr val="F76901"/>
          </a:solidFill>
          <a:ln w="9525">
            <a:noFill/>
          </a:ln>
        </p:spPr>
        <p:style>
          <a:lnRef idx="0"/>
          <a:fillRef idx="0"/>
          <a:effectRef idx="0"/>
          <a:fontRef idx="minor"/>
        </p:style>
        <p:txBody>
          <a:bodyPr lIns="90000" tIns="45000" rIns="90000" bIns="45000" anchor="ctr">
            <a:noAutofit/>
          </a:bodyPr>
          <a:p>
            <a:endParaRPr lang="en-US" sz="1800" b="0" u="none" strike="noStrike">
              <a:solidFill>
                <a:schemeClr val="dk1"/>
              </a:solidFill>
              <a:effectLst/>
              <a:uFillTx/>
              <a:latin typeface="Arial"/>
            </a:endParaRPr>
          </a:p>
        </p:txBody>
      </p:sp>
      <p:grpSp>
        <p:nvGrpSpPr>
          <p:cNvPr id="31" name="Graphic 22"/>
          <p:cNvGrpSpPr/>
          <p:nvPr/>
        </p:nvGrpSpPr>
        <p:grpSpPr>
          <a:xfrm>
            <a:off x="326160" y="360360"/>
            <a:ext cx="1692720" cy="638640"/>
            <a:chOff x="326160" y="360360"/>
            <a:chExt cx="1692720" cy="638640"/>
          </a:xfrm>
        </p:grpSpPr>
        <p:sp>
          <p:nvSpPr>
            <p:cNvPr id="32" name="Freeform 7"/>
            <p:cNvSpPr/>
            <p:nvPr/>
          </p:nvSpPr>
          <p:spPr>
            <a:xfrm>
              <a:off x="1044720" y="360360"/>
              <a:ext cx="289440" cy="638280"/>
            </a:xfrm>
            <a:custGeom>
              <a:avLst/>
              <a:gdLst>
                <a:gd name="textAreaLeft" fmla="*/ 0 w 289440"/>
                <a:gd name="textAreaRight" fmla="*/ 290880 w 289440"/>
                <a:gd name="textAreaTop" fmla="*/ 0 h 638280"/>
                <a:gd name="textAreaBottom" fmla="*/ 639720 h 638280"/>
                <a:gd name="GluePoint1X" fmla="*/ 393478 w 547877"/>
                <a:gd name="GluePoint1Y" fmla="*/ 129064 h 1204531"/>
                <a:gd name="GluePoint2X" fmla="*/ 537686 w 547877"/>
                <a:gd name="GluePoint2Y" fmla="*/ 74771 h 1204531"/>
                <a:gd name="GluePoint3X" fmla="*/ 547878 w 547877"/>
                <a:gd name="GluePoint3Y" fmla="*/ 74771 h 1204531"/>
                <a:gd name="GluePoint4X" fmla="*/ 547878 w 547877"/>
                <a:gd name="GluePoint4Y" fmla="*/ 0 h 1204531"/>
                <a:gd name="GluePoint5X" fmla="*/ 267938 w 547877"/>
                <a:gd name="GluePoint5Y" fmla="*/ 4667 h 1204531"/>
                <a:gd name="GluePoint6X" fmla="*/ 0 w 547877"/>
                <a:gd name="GluePoint6Y" fmla="*/ 0 h 1204531"/>
                <a:gd name="GluePoint7X" fmla="*/ 0 w 547877"/>
                <a:gd name="GluePoint7Y" fmla="*/ 74771 h 1204531"/>
                <a:gd name="GluePoint8X" fmla="*/ 10192 w 547877"/>
                <a:gd name="GluePoint8Y" fmla="*/ 74771 h 1204531"/>
                <a:gd name="GluePoint9X" fmla="*/ 154400 w 547877"/>
                <a:gd name="GluePoint9Y" fmla="*/ 128968 h 1204531"/>
                <a:gd name="GluePoint10X" fmla="*/ 171640 w 547877"/>
                <a:gd name="GluePoint10Y" fmla="*/ 363188 h 1204531"/>
                <a:gd name="GluePoint11X" fmla="*/ 171640 w 547877"/>
                <a:gd name="GluePoint11Y" fmla="*/ 841153 h 1204531"/>
                <a:gd name="GluePoint12X" fmla="*/ 154496 w 547877"/>
                <a:gd name="GluePoint12Y" fmla="*/ 1075373 h 1204531"/>
                <a:gd name="GluePoint13X" fmla="*/ 10192 w 547877"/>
                <a:gd name="GluePoint13Y" fmla="*/ 1129569 h 1204531"/>
                <a:gd name="GluePoint14X" fmla="*/ 0 w 547877"/>
                <a:gd name="GluePoint14Y" fmla="*/ 1129569 h 1204531"/>
                <a:gd name="GluePoint15X" fmla="*/ 0 w 547877"/>
                <a:gd name="GluePoint15Y" fmla="*/ 1204531 h 1204531"/>
                <a:gd name="GluePoint16X" fmla="*/ 268224 w 547877"/>
                <a:gd name="GluePoint16Y" fmla="*/ 1197102 h 1204531"/>
                <a:gd name="GluePoint17X" fmla="*/ 547878 w 547877"/>
                <a:gd name="GluePoint17Y" fmla="*/ 1204531 h 1204531"/>
                <a:gd name="GluePoint18X" fmla="*/ 547878 w 547877"/>
                <a:gd name="GluePoint18Y" fmla="*/ 1129569 h 1204531"/>
                <a:gd name="GluePoint19X" fmla="*/ 537686 w 547877"/>
                <a:gd name="GluePoint19Y" fmla="*/ 1129569 h 1204531"/>
                <a:gd name="GluePoint20X" fmla="*/ 393478 w 547877"/>
                <a:gd name="GluePoint20Y" fmla="*/ 1075468 h 1204531"/>
                <a:gd name="GluePoint21X" fmla="*/ 376333 w 547877"/>
                <a:gd name="GluePoint21Y" fmla="*/ 841153 h 1204531"/>
                <a:gd name="GluePoint22X" fmla="*/ 376333 w 547877"/>
                <a:gd name="GluePoint22Y" fmla="*/ 363188 h 1204531"/>
                <a:gd name="GluePoint23X" fmla="*/ 393478 w 547877"/>
                <a:gd name="GluePoint23Y" fmla="*/ 129064 h 1204531"/>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 ang="0">
                  <a:pos x="GluePoint16X" y="GluePoint16Y"/>
                </a:cxn>
                <a:cxn ang="0">
                  <a:pos x="GluePoint17X" y="GluePoint17Y"/>
                </a:cxn>
                <a:cxn ang="0">
                  <a:pos x="GluePoint18X" y="GluePoint18Y"/>
                </a:cxn>
                <a:cxn ang="0">
                  <a:pos x="GluePoint19X" y="GluePoint19Y"/>
                </a:cxn>
                <a:cxn ang="0">
                  <a:pos x="GluePoint20X" y="GluePoint20Y"/>
                </a:cxn>
                <a:cxn ang="0">
                  <a:pos x="GluePoint21X" y="GluePoint21Y"/>
                </a:cxn>
                <a:cxn ang="0">
                  <a:pos x="GluePoint22X" y="GluePoint22Y"/>
                </a:cxn>
                <a:cxn ang="0">
                  <a:pos x="GluePoint23X" y="GluePoint23Y"/>
                </a:cxn>
              </a:cxnLst>
              <a:rect l="textAreaLeft" t="textAreaTop" r="textAreaRight" b="textAreaBottom"/>
              <a:pathLst>
                <a:path w="547877" h="1204531">
                  <a:moveTo>
                    <a:pt x="393478" y="129064"/>
                  </a:moveTo>
                  <a:cubicBezTo>
                    <a:pt x="414242" y="74771"/>
                    <a:pt x="482727" y="74771"/>
                    <a:pt x="537686" y="74771"/>
                  </a:cubicBezTo>
                  <a:lnTo>
                    <a:pt x="547878" y="74771"/>
                  </a:lnTo>
                  <a:lnTo>
                    <a:pt x="547878" y="0"/>
                  </a:lnTo>
                  <a:cubicBezTo>
                    <a:pt x="547878" y="0"/>
                    <a:pt x="333565" y="4667"/>
                    <a:pt x="267938" y="4667"/>
                  </a:cubicBezTo>
                  <a:cubicBezTo>
                    <a:pt x="200406" y="4667"/>
                    <a:pt x="0" y="0"/>
                    <a:pt x="0" y="0"/>
                  </a:cubicBezTo>
                  <a:lnTo>
                    <a:pt x="0" y="74771"/>
                  </a:lnTo>
                  <a:lnTo>
                    <a:pt x="10192" y="74771"/>
                  </a:lnTo>
                  <a:cubicBezTo>
                    <a:pt x="65246" y="74771"/>
                    <a:pt x="133731" y="74771"/>
                    <a:pt x="154400" y="128968"/>
                  </a:cubicBezTo>
                  <a:cubicBezTo>
                    <a:pt x="171640" y="175450"/>
                    <a:pt x="171640" y="307086"/>
                    <a:pt x="171640" y="363188"/>
                  </a:cubicBezTo>
                  <a:lnTo>
                    <a:pt x="171640" y="841153"/>
                  </a:lnTo>
                  <a:cubicBezTo>
                    <a:pt x="171640" y="897350"/>
                    <a:pt x="171640" y="1028890"/>
                    <a:pt x="154496" y="1075373"/>
                  </a:cubicBezTo>
                  <a:cubicBezTo>
                    <a:pt x="133731" y="1129569"/>
                    <a:pt x="65246" y="1129569"/>
                    <a:pt x="10192" y="1129569"/>
                  </a:cubicBezTo>
                  <a:lnTo>
                    <a:pt x="0" y="1129569"/>
                  </a:lnTo>
                  <a:lnTo>
                    <a:pt x="0" y="1204531"/>
                  </a:lnTo>
                  <a:cubicBezTo>
                    <a:pt x="0" y="1204341"/>
                    <a:pt x="173260" y="1197102"/>
                    <a:pt x="268224" y="1197102"/>
                  </a:cubicBezTo>
                  <a:cubicBezTo>
                    <a:pt x="377476" y="1197102"/>
                    <a:pt x="547878" y="1204531"/>
                    <a:pt x="547878" y="1204531"/>
                  </a:cubicBezTo>
                  <a:lnTo>
                    <a:pt x="547878" y="1129569"/>
                  </a:lnTo>
                  <a:lnTo>
                    <a:pt x="537686" y="1129569"/>
                  </a:lnTo>
                  <a:cubicBezTo>
                    <a:pt x="482727" y="1129569"/>
                    <a:pt x="414242" y="1129569"/>
                    <a:pt x="393478" y="1075468"/>
                  </a:cubicBezTo>
                  <a:cubicBezTo>
                    <a:pt x="376333" y="1028890"/>
                    <a:pt x="376333" y="897350"/>
                    <a:pt x="376333" y="841153"/>
                  </a:cubicBezTo>
                  <a:lnTo>
                    <a:pt x="376333" y="363188"/>
                  </a:lnTo>
                  <a:cubicBezTo>
                    <a:pt x="376333" y="307086"/>
                    <a:pt x="376333" y="175450"/>
                    <a:pt x="393478" y="129064"/>
                  </a:cubicBezTo>
                </a:path>
              </a:pathLst>
            </a:custGeom>
            <a:solidFill>
              <a:srgbClr val="F86901"/>
            </a:solidFill>
            <a:ln w="9525">
              <a:noFill/>
            </a:ln>
          </p:spPr>
          <p:style>
            <a:lnRef idx="0"/>
            <a:fillRef idx="0"/>
            <a:effectRef idx="0"/>
            <a:fontRef idx="minor"/>
          </p:style>
          <p:txBody>
            <a:bodyPr lIns="90000" tIns="45000" rIns="90000" bIns="45000" anchor="ctr">
              <a:noAutofit/>
            </a:bodyPr>
            <a:p>
              <a:endParaRPr lang="en-US" sz="1800" b="0" u="none" strike="noStrike">
                <a:solidFill>
                  <a:schemeClr val="dk1"/>
                </a:solidFill>
                <a:effectLst/>
                <a:uFillTx/>
                <a:latin typeface="Arial"/>
              </a:endParaRPr>
            </a:p>
          </p:txBody>
        </p:sp>
        <p:sp>
          <p:nvSpPr>
            <p:cNvPr id="33" name="Freeform 8"/>
            <p:cNvSpPr/>
            <p:nvPr/>
          </p:nvSpPr>
          <p:spPr>
            <a:xfrm>
              <a:off x="1422000" y="361080"/>
              <a:ext cx="596880" cy="637920"/>
            </a:xfrm>
            <a:custGeom>
              <a:avLst/>
              <a:gdLst>
                <a:gd name="textAreaLeft" fmla="*/ 0 w 596880"/>
                <a:gd name="textAreaRight" fmla="*/ 598320 w 596880"/>
                <a:gd name="textAreaTop" fmla="*/ 0 h 637920"/>
                <a:gd name="textAreaBottom" fmla="*/ 639360 h 637920"/>
                <a:gd name="GluePoint1X" fmla="*/ 0 w 1126902"/>
                <a:gd name="GluePoint1Y" fmla="*/ 0 h 1204245"/>
                <a:gd name="GluePoint2X" fmla="*/ 0 w 1126902"/>
                <a:gd name="GluePoint2Y" fmla="*/ 312420 h 1204245"/>
                <a:gd name="GluePoint3X" fmla="*/ 74295 w 1126902"/>
                <a:gd name="GluePoint3Y" fmla="*/ 312420 h 1204245"/>
                <a:gd name="GluePoint4X" fmla="*/ 74581 w 1126902"/>
                <a:gd name="GluePoint4Y" fmla="*/ 302609 h 1204245"/>
                <a:gd name="GluePoint5X" fmla="*/ 334328 w 1126902"/>
                <a:gd name="GluePoint5Y" fmla="*/ 90773 h 1204245"/>
                <a:gd name="GluePoint6X" fmla="*/ 352330 w 1126902"/>
                <a:gd name="GluePoint6Y" fmla="*/ 90678 h 1204245"/>
                <a:gd name="GluePoint7X" fmla="*/ 453200 w 1126902"/>
                <a:gd name="GluePoint7Y" fmla="*/ 106204 h 1204245"/>
                <a:gd name="GluePoint8X" fmla="*/ 461201 w 1126902"/>
                <a:gd name="GluePoint8Y" fmla="*/ 128873 h 1204245"/>
                <a:gd name="GluePoint9X" fmla="*/ 461201 w 1126902"/>
                <a:gd name="GluePoint9Y" fmla="*/ 950119 h 1204245"/>
                <a:gd name="GluePoint10X" fmla="*/ 272510 w 1126902"/>
                <a:gd name="GluePoint10Y" fmla="*/ 1129475 h 1204245"/>
                <a:gd name="GluePoint11X" fmla="*/ 262700 w 1126902"/>
                <a:gd name="GluePoint11Y" fmla="*/ 1129856 h 1204245"/>
                <a:gd name="GluePoint12X" fmla="*/ 262700 w 1126902"/>
                <a:gd name="GluePoint12Y" fmla="*/ 1204246 h 1204245"/>
                <a:gd name="GluePoint13X" fmla="*/ 578548 w 1126902"/>
                <a:gd name="GluePoint13Y" fmla="*/ 1196911 h 1204245"/>
                <a:gd name="GluePoint14X" fmla="*/ 864203 w 1126902"/>
                <a:gd name="GluePoint14Y" fmla="*/ 1204246 h 1204245"/>
                <a:gd name="GluePoint15X" fmla="*/ 864203 w 1126902"/>
                <a:gd name="GluePoint15Y" fmla="*/ 1129856 h 1204245"/>
                <a:gd name="GluePoint16X" fmla="*/ 854393 w 1126902"/>
                <a:gd name="GluePoint16Y" fmla="*/ 1129475 h 1204245"/>
                <a:gd name="GluePoint17X" fmla="*/ 665702 w 1126902"/>
                <a:gd name="GluePoint17Y" fmla="*/ 950119 h 1204245"/>
                <a:gd name="GluePoint18X" fmla="*/ 665702 w 1126902"/>
                <a:gd name="GluePoint18Y" fmla="*/ 128873 h 1204245"/>
                <a:gd name="GluePoint19X" fmla="*/ 673608 w 1126902"/>
                <a:gd name="GluePoint19Y" fmla="*/ 108490 h 1204245"/>
                <a:gd name="GluePoint20X" fmla="*/ 791718 w 1126902"/>
                <a:gd name="GluePoint20Y" fmla="*/ 90488 h 1204245"/>
                <a:gd name="GluePoint21X" fmla="*/ 815912 w 1126902"/>
                <a:gd name="GluePoint21Y" fmla="*/ 90773 h 1204245"/>
                <a:gd name="GluePoint22X" fmla="*/ 1052513 w 1126902"/>
                <a:gd name="GluePoint22Y" fmla="*/ 302895 h 1204245"/>
                <a:gd name="GluePoint23X" fmla="*/ 1053084 w 1126902"/>
                <a:gd name="GluePoint23Y" fmla="*/ 312420 h 1204245"/>
                <a:gd name="GluePoint24X" fmla="*/ 1126903 w 1126902"/>
                <a:gd name="GluePoint24Y" fmla="*/ 312420 h 1204245"/>
                <a:gd name="GluePoint25X" fmla="*/ 1126903 w 1126902"/>
                <a:gd name="GluePoint25Y" fmla="*/ 0 h 1204245"/>
                <a:gd name="GluePoint26X" fmla="*/ 563404 w 1126902"/>
                <a:gd name="GluePoint26Y" fmla="*/ 2857 h 1204245"/>
                <a:gd name="GluePoint27X" fmla="*/ 0 w 1126902"/>
                <a:gd name="GluePoint27Y" fmla="*/ 0 h 1204245"/>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 ang="0">
                  <a:pos x="GluePoint16X" y="GluePoint16Y"/>
                </a:cxn>
                <a:cxn ang="0">
                  <a:pos x="GluePoint17X" y="GluePoint17Y"/>
                </a:cxn>
                <a:cxn ang="0">
                  <a:pos x="GluePoint18X" y="GluePoint18Y"/>
                </a:cxn>
                <a:cxn ang="0">
                  <a:pos x="GluePoint19X" y="GluePoint19Y"/>
                </a:cxn>
                <a:cxn ang="0">
                  <a:pos x="GluePoint20X" y="GluePoint20Y"/>
                </a:cxn>
                <a:cxn ang="0">
                  <a:pos x="GluePoint21X" y="GluePoint21Y"/>
                </a:cxn>
                <a:cxn ang="0">
                  <a:pos x="GluePoint22X" y="GluePoint22Y"/>
                </a:cxn>
                <a:cxn ang="0">
                  <a:pos x="GluePoint23X" y="GluePoint23Y"/>
                </a:cxn>
                <a:cxn ang="0">
                  <a:pos x="GluePoint24X" y="GluePoint24Y"/>
                </a:cxn>
                <a:cxn ang="0">
                  <a:pos x="GluePoint25X" y="GluePoint25Y"/>
                </a:cxn>
                <a:cxn ang="0">
                  <a:pos x="GluePoint26X" y="GluePoint26Y"/>
                </a:cxn>
                <a:cxn ang="0">
                  <a:pos x="GluePoint27X" y="GluePoint27Y"/>
                </a:cxn>
              </a:cxnLst>
              <a:rect l="textAreaLeft" t="textAreaTop" r="textAreaRight" b="textAreaBottom"/>
              <a:pathLst>
                <a:path w="1126902" h="1204245">
                  <a:moveTo>
                    <a:pt x="0" y="0"/>
                  </a:moveTo>
                  <a:lnTo>
                    <a:pt x="0" y="312420"/>
                  </a:lnTo>
                  <a:lnTo>
                    <a:pt x="74295" y="312420"/>
                  </a:lnTo>
                  <a:lnTo>
                    <a:pt x="74581" y="302609"/>
                  </a:lnTo>
                  <a:cubicBezTo>
                    <a:pt x="81344" y="99346"/>
                    <a:pt x="159163" y="90773"/>
                    <a:pt x="334328" y="90773"/>
                  </a:cubicBezTo>
                  <a:cubicBezTo>
                    <a:pt x="340328" y="90773"/>
                    <a:pt x="346424" y="90773"/>
                    <a:pt x="352330" y="90678"/>
                  </a:cubicBezTo>
                  <a:cubicBezTo>
                    <a:pt x="395859" y="90392"/>
                    <a:pt x="437007" y="90106"/>
                    <a:pt x="453200" y="106204"/>
                  </a:cubicBezTo>
                  <a:cubicBezTo>
                    <a:pt x="458629" y="111538"/>
                    <a:pt x="461201" y="118967"/>
                    <a:pt x="461201" y="128873"/>
                  </a:cubicBezTo>
                  <a:lnTo>
                    <a:pt x="461201" y="950119"/>
                  </a:lnTo>
                  <a:cubicBezTo>
                    <a:pt x="461201" y="1072039"/>
                    <a:pt x="444151" y="1122426"/>
                    <a:pt x="272510" y="1129475"/>
                  </a:cubicBezTo>
                  <a:lnTo>
                    <a:pt x="262700" y="1129856"/>
                  </a:lnTo>
                  <a:lnTo>
                    <a:pt x="262700" y="1204246"/>
                  </a:lnTo>
                  <a:cubicBezTo>
                    <a:pt x="262700" y="1204246"/>
                    <a:pt x="462725" y="1196911"/>
                    <a:pt x="578548" y="1196911"/>
                  </a:cubicBezTo>
                  <a:cubicBezTo>
                    <a:pt x="666941" y="1196911"/>
                    <a:pt x="864203" y="1204246"/>
                    <a:pt x="864203" y="1204246"/>
                  </a:cubicBezTo>
                  <a:lnTo>
                    <a:pt x="864203" y="1129856"/>
                  </a:lnTo>
                  <a:lnTo>
                    <a:pt x="854393" y="1129475"/>
                  </a:lnTo>
                  <a:cubicBezTo>
                    <a:pt x="682752" y="1122426"/>
                    <a:pt x="665702" y="1072039"/>
                    <a:pt x="665702" y="950119"/>
                  </a:cubicBezTo>
                  <a:lnTo>
                    <a:pt x="665702" y="128873"/>
                  </a:lnTo>
                  <a:cubicBezTo>
                    <a:pt x="665702" y="120396"/>
                    <a:pt x="668369" y="113729"/>
                    <a:pt x="673608" y="108490"/>
                  </a:cubicBezTo>
                  <a:cubicBezTo>
                    <a:pt x="693420" y="89059"/>
                    <a:pt x="747903" y="89821"/>
                    <a:pt x="791718" y="90488"/>
                  </a:cubicBezTo>
                  <a:cubicBezTo>
                    <a:pt x="800005" y="90583"/>
                    <a:pt x="808196" y="90773"/>
                    <a:pt x="815912" y="90773"/>
                  </a:cubicBezTo>
                  <a:cubicBezTo>
                    <a:pt x="987267" y="90773"/>
                    <a:pt x="1042511" y="140303"/>
                    <a:pt x="1052513" y="302895"/>
                  </a:cubicBezTo>
                  <a:lnTo>
                    <a:pt x="1053084" y="312420"/>
                  </a:lnTo>
                  <a:lnTo>
                    <a:pt x="1126903" y="312420"/>
                  </a:lnTo>
                  <a:lnTo>
                    <a:pt x="1126903" y="0"/>
                  </a:lnTo>
                  <a:cubicBezTo>
                    <a:pt x="1126903" y="0"/>
                    <a:pt x="694468" y="2857"/>
                    <a:pt x="563404" y="2857"/>
                  </a:cubicBezTo>
                  <a:cubicBezTo>
                    <a:pt x="432340" y="2857"/>
                    <a:pt x="0" y="0"/>
                    <a:pt x="0" y="0"/>
                  </a:cubicBezTo>
                </a:path>
              </a:pathLst>
            </a:custGeom>
            <a:solidFill>
              <a:srgbClr val="F86901"/>
            </a:solidFill>
            <a:ln w="9525">
              <a:noFill/>
            </a:ln>
          </p:spPr>
          <p:style>
            <a:lnRef idx="0"/>
            <a:fillRef idx="0"/>
            <a:effectRef idx="0"/>
            <a:fontRef idx="minor"/>
          </p:style>
          <p:txBody>
            <a:bodyPr lIns="90000" tIns="45000" rIns="90000" bIns="45000" anchor="ctr">
              <a:noAutofit/>
            </a:bodyPr>
            <a:p>
              <a:endParaRPr lang="en-US" sz="1800" b="0" u="none" strike="noStrike">
                <a:solidFill>
                  <a:schemeClr val="dk1"/>
                </a:solidFill>
                <a:effectLst/>
                <a:uFillTx/>
                <a:latin typeface="Arial"/>
              </a:endParaRPr>
            </a:p>
          </p:txBody>
        </p:sp>
        <p:sp>
          <p:nvSpPr>
            <p:cNvPr id="34" name="Freeform 9"/>
            <p:cNvSpPr/>
            <p:nvPr/>
          </p:nvSpPr>
          <p:spPr>
            <a:xfrm>
              <a:off x="326160" y="360360"/>
              <a:ext cx="633240" cy="638280"/>
            </a:xfrm>
            <a:custGeom>
              <a:avLst/>
              <a:gdLst>
                <a:gd name="textAreaLeft" fmla="*/ 0 w 633240"/>
                <a:gd name="textAreaRight" fmla="*/ 634680 w 633240"/>
                <a:gd name="textAreaTop" fmla="*/ 0 h 638280"/>
                <a:gd name="textAreaBottom" fmla="*/ 639720 h 638280"/>
                <a:gd name="GluePoint1X" fmla="*/ 372618 w 1195101"/>
                <a:gd name="GluePoint1Y" fmla="*/ 571786 h 1204626"/>
                <a:gd name="GluePoint2X" fmla="*/ 372523 w 1195101"/>
                <a:gd name="GluePoint2Y" fmla="*/ 134303 h 1204626"/>
                <a:gd name="GluePoint3X" fmla="*/ 386239 w 1195101"/>
                <a:gd name="GluePoint3Y" fmla="*/ 86487 h 1204626"/>
                <a:gd name="GluePoint4X" fmla="*/ 498348 w 1195101"/>
                <a:gd name="GluePoint4Y" fmla="*/ 85630 h 1204626"/>
                <a:gd name="GluePoint5X" fmla="*/ 738473 w 1195101"/>
                <a:gd name="GluePoint5Y" fmla="*/ 330518 h 1204626"/>
                <a:gd name="GluePoint6X" fmla="*/ 640747 w 1195101"/>
                <a:gd name="GluePoint6Y" fmla="*/ 541687 h 1204626"/>
                <a:gd name="GluePoint7X" fmla="*/ 372618 w 1195101"/>
                <a:gd name="GluePoint7Y" fmla="*/ 571786 h 1204626"/>
                <a:gd name="GluePoint8X" fmla="*/ 1186529 w 1195101"/>
                <a:gd name="GluePoint8Y" fmla="*/ 1129760 h 1204626"/>
                <a:gd name="GluePoint9X" fmla="*/ 1017461 w 1195101"/>
                <a:gd name="GluePoint9Y" fmla="*/ 1040702 h 1204626"/>
                <a:gd name="GluePoint10X" fmla="*/ 661797 w 1195101"/>
                <a:gd name="GluePoint10Y" fmla="*/ 632460 h 1204626"/>
                <a:gd name="GluePoint11X" fmla="*/ 964597 w 1195101"/>
                <a:gd name="GluePoint11Y" fmla="*/ 305371 h 1204626"/>
                <a:gd name="GluePoint12X" fmla="*/ 831056 w 1195101"/>
                <a:gd name="GluePoint12Y" fmla="*/ 55816 h 1204626"/>
                <a:gd name="GluePoint13X" fmla="*/ 544639 w 1195101"/>
                <a:gd name="GluePoint13Y" fmla="*/ 190 h 1204626"/>
                <a:gd name="GluePoint14X" fmla="*/ 317468 w 1195101"/>
                <a:gd name="GluePoint14Y" fmla="*/ 4191 h 1204626"/>
                <a:gd name="GluePoint15X" fmla="*/ 191 w 1195101"/>
                <a:gd name="GluePoint15Y" fmla="*/ 0 h 1204626"/>
                <a:gd name="GluePoint16X" fmla="*/ 191 w 1195101"/>
                <a:gd name="GluePoint16Y" fmla="*/ 74866 h 1204626"/>
                <a:gd name="GluePoint17X" fmla="*/ 15050 w 1195101"/>
                <a:gd name="GluePoint17Y" fmla="*/ 74866 h 1204626"/>
                <a:gd name="GluePoint18X" fmla="*/ 152781 w 1195101"/>
                <a:gd name="GluePoint18Y" fmla="*/ 128683 h 1204626"/>
                <a:gd name="GluePoint19X" fmla="*/ 168307 w 1195101"/>
                <a:gd name="GluePoint19Y" fmla="*/ 350139 h 1204626"/>
                <a:gd name="GluePoint20X" fmla="*/ 168307 w 1195101"/>
                <a:gd name="GluePoint20Y" fmla="*/ 841248 h 1204626"/>
                <a:gd name="GluePoint21X" fmla="*/ 161068 w 1195101"/>
                <a:gd name="GluePoint21Y" fmla="*/ 1034129 h 1204626"/>
                <a:gd name="GluePoint22X" fmla="*/ 152686 w 1195101"/>
                <a:gd name="GluePoint22Y" fmla="*/ 1075944 h 1204626"/>
                <a:gd name="GluePoint23X" fmla="*/ 10382 w 1195101"/>
                <a:gd name="GluePoint23Y" fmla="*/ 1129665 h 1204626"/>
                <a:gd name="GluePoint24X" fmla="*/ 0 w 1195101"/>
                <a:gd name="GluePoint24Y" fmla="*/ 1129665 h 1204626"/>
                <a:gd name="GluePoint25X" fmla="*/ 0 w 1195101"/>
                <a:gd name="GluePoint25Y" fmla="*/ 1204532 h 1204626"/>
                <a:gd name="GluePoint26X" fmla="*/ 278225 w 1195101"/>
                <a:gd name="GluePoint26Y" fmla="*/ 1197102 h 1204626"/>
                <a:gd name="GluePoint27X" fmla="*/ 540734 w 1195101"/>
                <a:gd name="GluePoint27Y" fmla="*/ 1204532 h 1204626"/>
                <a:gd name="GluePoint28X" fmla="*/ 540734 w 1195101"/>
                <a:gd name="GluePoint28Y" fmla="*/ 1129665 h 1204626"/>
                <a:gd name="GluePoint29X" fmla="*/ 525971 w 1195101"/>
                <a:gd name="GluePoint29Y" fmla="*/ 1129665 h 1204626"/>
                <a:gd name="GluePoint30X" fmla="*/ 388239 w 1195101"/>
                <a:gd name="GluePoint30Y" fmla="*/ 1075754 h 1204626"/>
                <a:gd name="GluePoint31X" fmla="*/ 379857 w 1195101"/>
                <a:gd name="GluePoint31Y" fmla="*/ 1034034 h 1204626"/>
                <a:gd name="GluePoint32X" fmla="*/ 372618 w 1195101"/>
                <a:gd name="GluePoint32Y" fmla="*/ 854297 h 1204626"/>
                <a:gd name="GluePoint33X" fmla="*/ 372618 w 1195101"/>
                <a:gd name="GluePoint33Y" fmla="*/ 653510 h 1204626"/>
                <a:gd name="GluePoint34X" fmla="*/ 479107 w 1195101"/>
                <a:gd name="GluePoint34Y" fmla="*/ 702469 h 1204626"/>
                <a:gd name="GluePoint35X" fmla="*/ 501110 w 1195101"/>
                <a:gd name="GluePoint35Y" fmla="*/ 728472 h 1204626"/>
                <a:gd name="GluePoint36X" fmla="*/ 797909 w 1195101"/>
                <a:gd name="GluePoint36Y" fmla="*/ 1096804 h 1204626"/>
                <a:gd name="GluePoint37X" fmla="*/ 885158 w 1195101"/>
                <a:gd name="GluePoint37Y" fmla="*/ 1204532 h 1204626"/>
                <a:gd name="GluePoint38X" fmla="*/ 1027366 w 1195101"/>
                <a:gd name="GluePoint38Y" fmla="*/ 1200436 h 1204626"/>
                <a:gd name="GluePoint39X" fmla="*/ 1195102 w 1195101"/>
                <a:gd name="GluePoint39Y" fmla="*/ 1204627 h 1204626"/>
                <a:gd name="GluePoint40X" fmla="*/ 1195102 w 1195101"/>
                <a:gd name="GluePoint40Y" fmla="*/ 1131094 h 1204626"/>
                <a:gd name="GluePoint41X" fmla="*/ 1186529 w 1195101"/>
                <a:gd name="GluePoint41Y" fmla="*/ 1129760 h 1204626"/>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 ang="0">
                  <a:pos x="GluePoint16X" y="GluePoint16Y"/>
                </a:cxn>
                <a:cxn ang="0">
                  <a:pos x="GluePoint17X" y="GluePoint17Y"/>
                </a:cxn>
                <a:cxn ang="0">
                  <a:pos x="GluePoint18X" y="GluePoint18Y"/>
                </a:cxn>
                <a:cxn ang="0">
                  <a:pos x="GluePoint19X" y="GluePoint19Y"/>
                </a:cxn>
                <a:cxn ang="0">
                  <a:pos x="GluePoint20X" y="GluePoint20Y"/>
                </a:cxn>
                <a:cxn ang="0">
                  <a:pos x="GluePoint21X" y="GluePoint21Y"/>
                </a:cxn>
                <a:cxn ang="0">
                  <a:pos x="GluePoint22X" y="GluePoint22Y"/>
                </a:cxn>
                <a:cxn ang="0">
                  <a:pos x="GluePoint23X" y="GluePoint23Y"/>
                </a:cxn>
                <a:cxn ang="0">
                  <a:pos x="GluePoint24X" y="GluePoint24Y"/>
                </a:cxn>
                <a:cxn ang="0">
                  <a:pos x="GluePoint25X" y="GluePoint25Y"/>
                </a:cxn>
                <a:cxn ang="0">
                  <a:pos x="GluePoint26X" y="GluePoint26Y"/>
                </a:cxn>
                <a:cxn ang="0">
                  <a:pos x="GluePoint27X" y="GluePoint27Y"/>
                </a:cxn>
                <a:cxn ang="0">
                  <a:pos x="GluePoint28X" y="GluePoint28Y"/>
                </a:cxn>
                <a:cxn ang="0">
                  <a:pos x="GluePoint29X" y="GluePoint29Y"/>
                </a:cxn>
                <a:cxn ang="0">
                  <a:pos x="GluePoint30X" y="GluePoint30Y"/>
                </a:cxn>
                <a:cxn ang="0">
                  <a:pos x="GluePoint31X" y="GluePoint31Y"/>
                </a:cxn>
                <a:cxn ang="0">
                  <a:pos x="GluePoint32X" y="GluePoint32Y"/>
                </a:cxn>
                <a:cxn ang="0">
                  <a:pos x="GluePoint33X" y="GluePoint33Y"/>
                </a:cxn>
                <a:cxn ang="0">
                  <a:pos x="GluePoint34X" y="GluePoint34Y"/>
                </a:cxn>
                <a:cxn ang="0">
                  <a:pos x="GluePoint35X" y="GluePoint35Y"/>
                </a:cxn>
                <a:cxn ang="0">
                  <a:pos x="GluePoint36X" y="GluePoint36Y"/>
                </a:cxn>
                <a:cxn ang="0">
                  <a:pos x="GluePoint37X" y="GluePoint37Y"/>
                </a:cxn>
                <a:cxn ang="0">
                  <a:pos x="GluePoint38X" y="GluePoint38Y"/>
                </a:cxn>
                <a:cxn ang="0">
                  <a:pos x="GluePoint39X" y="GluePoint39Y"/>
                </a:cxn>
                <a:cxn ang="0">
                  <a:pos x="GluePoint40X" y="GluePoint40Y"/>
                </a:cxn>
                <a:cxn ang="0">
                  <a:pos x="GluePoint41X" y="GluePoint41Y"/>
                </a:cxn>
              </a:cxnLst>
              <a:rect l="textAreaLeft" t="textAreaTop" r="textAreaRight" b="textAreaBottom"/>
              <a:pathLst>
                <a:path w="1195101" h="1204626">
                  <a:moveTo>
                    <a:pt x="372618" y="571786"/>
                  </a:moveTo>
                  <a:cubicBezTo>
                    <a:pt x="372618" y="571786"/>
                    <a:pt x="372618" y="136874"/>
                    <a:pt x="372523" y="134303"/>
                  </a:cubicBezTo>
                  <a:cubicBezTo>
                    <a:pt x="372237" y="116967"/>
                    <a:pt x="371761" y="93250"/>
                    <a:pt x="386239" y="86487"/>
                  </a:cubicBezTo>
                  <a:cubicBezTo>
                    <a:pt x="396240" y="82105"/>
                    <a:pt x="493014" y="85630"/>
                    <a:pt x="498348" y="85630"/>
                  </a:cubicBezTo>
                  <a:cubicBezTo>
                    <a:pt x="650938" y="85630"/>
                    <a:pt x="738473" y="174974"/>
                    <a:pt x="738473" y="330518"/>
                  </a:cubicBezTo>
                  <a:cubicBezTo>
                    <a:pt x="738473" y="443960"/>
                    <a:pt x="708374" y="509016"/>
                    <a:pt x="640747" y="541687"/>
                  </a:cubicBezTo>
                  <a:cubicBezTo>
                    <a:pt x="577691" y="571976"/>
                    <a:pt x="372618" y="571786"/>
                    <a:pt x="372618" y="571786"/>
                  </a:cubicBezTo>
                  <a:moveTo>
                    <a:pt x="1186529" y="1129760"/>
                  </a:moveTo>
                  <a:cubicBezTo>
                    <a:pt x="1100138" y="1116235"/>
                    <a:pt x="1074134" y="1106424"/>
                    <a:pt x="1017461" y="1040702"/>
                  </a:cubicBezTo>
                  <a:lnTo>
                    <a:pt x="661797" y="632460"/>
                  </a:lnTo>
                  <a:cubicBezTo>
                    <a:pt x="849059" y="608076"/>
                    <a:pt x="964597" y="484251"/>
                    <a:pt x="964597" y="305371"/>
                  </a:cubicBezTo>
                  <a:cubicBezTo>
                    <a:pt x="964597" y="188976"/>
                    <a:pt x="919544" y="105061"/>
                    <a:pt x="831056" y="55816"/>
                  </a:cubicBezTo>
                  <a:cubicBezTo>
                    <a:pt x="763619" y="18383"/>
                    <a:pt x="670084" y="190"/>
                    <a:pt x="544639" y="190"/>
                  </a:cubicBezTo>
                  <a:cubicBezTo>
                    <a:pt x="507206" y="1143"/>
                    <a:pt x="416909" y="4191"/>
                    <a:pt x="317468" y="4191"/>
                  </a:cubicBezTo>
                  <a:cubicBezTo>
                    <a:pt x="214313" y="4191"/>
                    <a:pt x="191" y="0"/>
                    <a:pt x="191" y="0"/>
                  </a:cubicBezTo>
                  <a:lnTo>
                    <a:pt x="191" y="74866"/>
                  </a:lnTo>
                  <a:lnTo>
                    <a:pt x="15050" y="74866"/>
                  </a:lnTo>
                  <a:cubicBezTo>
                    <a:pt x="71818" y="74486"/>
                    <a:pt x="135731" y="74771"/>
                    <a:pt x="152781" y="128683"/>
                  </a:cubicBezTo>
                  <a:cubicBezTo>
                    <a:pt x="168307" y="175355"/>
                    <a:pt x="168307" y="306896"/>
                    <a:pt x="168307" y="350139"/>
                  </a:cubicBezTo>
                  <a:lnTo>
                    <a:pt x="168307" y="841248"/>
                  </a:lnTo>
                  <a:cubicBezTo>
                    <a:pt x="168307" y="895445"/>
                    <a:pt x="168307" y="977837"/>
                    <a:pt x="161068" y="1034129"/>
                  </a:cubicBezTo>
                  <a:cubicBezTo>
                    <a:pt x="158972" y="1050798"/>
                    <a:pt x="156210" y="1065276"/>
                    <a:pt x="152686" y="1075944"/>
                  </a:cubicBezTo>
                  <a:cubicBezTo>
                    <a:pt x="135350" y="1129665"/>
                    <a:pt x="66104" y="1129665"/>
                    <a:pt x="10382" y="1129665"/>
                  </a:cubicBezTo>
                  <a:lnTo>
                    <a:pt x="0" y="1129665"/>
                  </a:lnTo>
                  <a:lnTo>
                    <a:pt x="0" y="1204532"/>
                  </a:lnTo>
                  <a:cubicBezTo>
                    <a:pt x="0" y="1204532"/>
                    <a:pt x="166783" y="1197102"/>
                    <a:pt x="278225" y="1197102"/>
                  </a:cubicBezTo>
                  <a:cubicBezTo>
                    <a:pt x="374047" y="1197102"/>
                    <a:pt x="540734" y="1204246"/>
                    <a:pt x="540734" y="1204532"/>
                  </a:cubicBezTo>
                  <a:lnTo>
                    <a:pt x="540734" y="1129665"/>
                  </a:lnTo>
                  <a:lnTo>
                    <a:pt x="525971" y="1129665"/>
                  </a:lnTo>
                  <a:cubicBezTo>
                    <a:pt x="470059" y="1129951"/>
                    <a:pt x="406813" y="1129760"/>
                    <a:pt x="388239" y="1075754"/>
                  </a:cubicBezTo>
                  <a:cubicBezTo>
                    <a:pt x="384620" y="1065086"/>
                    <a:pt x="381953" y="1050607"/>
                    <a:pt x="379857" y="1034034"/>
                  </a:cubicBezTo>
                  <a:cubicBezTo>
                    <a:pt x="372618" y="978122"/>
                    <a:pt x="372618" y="898017"/>
                    <a:pt x="372618" y="854297"/>
                  </a:cubicBezTo>
                  <a:lnTo>
                    <a:pt x="372618" y="653510"/>
                  </a:lnTo>
                  <a:cubicBezTo>
                    <a:pt x="439198" y="654082"/>
                    <a:pt x="444913" y="661035"/>
                    <a:pt x="479107" y="702469"/>
                  </a:cubicBezTo>
                  <a:cubicBezTo>
                    <a:pt x="485489" y="710089"/>
                    <a:pt x="492728" y="718756"/>
                    <a:pt x="501110" y="728472"/>
                  </a:cubicBezTo>
                  <a:lnTo>
                    <a:pt x="797909" y="1096804"/>
                  </a:lnTo>
                  <a:lnTo>
                    <a:pt x="885158" y="1204532"/>
                  </a:lnTo>
                  <a:cubicBezTo>
                    <a:pt x="885158" y="1204532"/>
                    <a:pt x="980885" y="1200436"/>
                    <a:pt x="1027366" y="1200436"/>
                  </a:cubicBezTo>
                  <a:cubicBezTo>
                    <a:pt x="1094994" y="1200436"/>
                    <a:pt x="1195102" y="1204627"/>
                    <a:pt x="1195102" y="1204627"/>
                  </a:cubicBezTo>
                  <a:lnTo>
                    <a:pt x="1195102" y="1131094"/>
                  </a:lnTo>
                  <a:lnTo>
                    <a:pt x="1186529" y="1129760"/>
                  </a:lnTo>
                  <a:close/>
                </a:path>
              </a:pathLst>
            </a:custGeom>
            <a:solidFill>
              <a:srgbClr val="F86901"/>
            </a:solidFill>
            <a:ln w="9525">
              <a:noFill/>
            </a:ln>
          </p:spPr>
          <p:style>
            <a:lnRef idx="0"/>
            <a:fillRef idx="0"/>
            <a:effectRef idx="0"/>
            <a:fontRef idx="minor"/>
          </p:style>
          <p:txBody>
            <a:bodyPr lIns="90000" tIns="45000" rIns="90000" bIns="45000" anchor="ctr">
              <a:noAutofit/>
            </a:bodyPr>
            <a:p>
              <a:endParaRPr lang="en-US" sz="1800" b="0" u="none" strike="noStrike">
                <a:solidFill>
                  <a:schemeClr val="dk1"/>
                </a:solidFill>
                <a:effectLst/>
                <a:uFillTx/>
                <a:latin typeface="Arial"/>
              </a:endParaRPr>
            </a:p>
          </p:txBody>
        </p:sp>
      </p:grpSp>
      <p:sp>
        <p:nvSpPr>
          <p:cNvPr id="35" name="Freeform 3"/>
          <p:cNvSpPr/>
          <p:nvPr/>
        </p:nvSpPr>
        <p:spPr>
          <a:xfrm>
            <a:off x="-765000" y="3256920"/>
            <a:ext cx="6719400" cy="6719400"/>
          </a:xfrm>
          <a:custGeom>
            <a:avLst/>
            <a:gdLst>
              <a:gd name="textAreaLeft" fmla="*/ 0 w 6719400"/>
              <a:gd name="textAreaRight" fmla="*/ 6720840 w 6719400"/>
              <a:gd name="textAreaTop" fmla="*/ 0 h 6719400"/>
              <a:gd name="textAreaBottom" fmla="*/ 6720840 h 6719400"/>
              <a:gd name="GluePoint1X" fmla="*/ 500348 w 808005"/>
              <a:gd name="GluePoint1Y" fmla="*/ 0 h 808005"/>
              <a:gd name="GluePoint2X" fmla="*/ 808006 w 808005"/>
              <a:gd name="GluePoint2Y" fmla="*/ 0 h 808005"/>
              <a:gd name="GluePoint3X" fmla="*/ 808006 w 808005"/>
              <a:gd name="GluePoint3Y" fmla="*/ 307657 h 808005"/>
              <a:gd name="GluePoint4X" fmla="*/ 307658 w 808005"/>
              <a:gd name="GluePoint4Y" fmla="*/ 808006 h 808005"/>
              <a:gd name="GluePoint5X" fmla="*/ 0 w 808005"/>
              <a:gd name="GluePoint5Y" fmla="*/ 808006 h 808005"/>
              <a:gd name="GluePoint6X" fmla="*/ 0 w 808005"/>
              <a:gd name="GluePoint6Y" fmla="*/ 500348 h 808005"/>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Lst>
            <a:rect l="textAreaLeft" t="textAreaTop" r="textAreaRight" b="textAreaBottom"/>
            <a:pathLst>
              <a:path w="808005" h="808005">
                <a:moveTo>
                  <a:pt x="500348" y="0"/>
                </a:moveTo>
                <a:lnTo>
                  <a:pt x="808006" y="0"/>
                </a:lnTo>
                <a:lnTo>
                  <a:pt x="808006" y="307657"/>
                </a:lnTo>
                <a:lnTo>
                  <a:pt x="307658" y="808006"/>
                </a:lnTo>
                <a:lnTo>
                  <a:pt x="0" y="808006"/>
                </a:lnTo>
                <a:lnTo>
                  <a:pt x="0" y="500348"/>
                </a:lnTo>
                <a:close/>
              </a:path>
            </a:pathLst>
          </a:custGeom>
          <a:solidFill>
            <a:schemeClr val="bg1"/>
          </a:solidFill>
          <a:ln w="9525">
            <a:noFill/>
          </a:ln>
        </p:spPr>
        <p:style>
          <a:lnRef idx="0"/>
          <a:fillRef idx="0"/>
          <a:effectRef idx="0"/>
          <a:fontRef idx="minor"/>
        </p:style>
        <p:txBody>
          <a:bodyPr lIns="90000" tIns="45000" rIns="90000" bIns="45000" anchor="ctr">
            <a:noAutofit/>
          </a:bodyPr>
          <a:p>
            <a:endParaRPr lang="en-US" sz="1800" b="0" u="none" strike="noStrike">
              <a:solidFill>
                <a:schemeClr val="dk1"/>
              </a:solidFill>
              <a:effectLst/>
              <a:uFillTx/>
              <a:latin typeface="Arial"/>
            </a:endParaRPr>
          </a:p>
        </p:txBody>
      </p:sp>
      <p:sp>
        <p:nvSpPr>
          <p:cNvPr id="36" name="PlaceHolder 1"/>
          <p:cNvSpPr>
            <a:spLocks noGrp="1"/>
          </p:cNvSpPr>
          <p:nvPr>
            <p:ph type="title" hasCustomPrompt="1"/>
          </p:nvPr>
        </p:nvSpPr>
        <p:spPr>
          <a:xfrm>
            <a:off x="6235920" y="1402560"/>
            <a:ext cx="5192640" cy="2583720"/>
          </a:xfrm>
          <a:prstGeom prst="rect">
            <a:avLst/>
          </a:prstGeom>
          <a:noFill/>
          <a:ln w="0">
            <a:noFill/>
          </a:ln>
        </p:spPr>
        <p:txBody>
          <a:bodyPr lIns="90000" tIns="45000" rIns="90000" bIns="45000" anchor="b">
            <a:normAutofit/>
          </a:bodyPr>
          <a:lstStyle>
            <a:lvl1pPr indent="0" algn="r" defTabSz="914400">
              <a:lnSpc>
                <a:spcPct val="90000"/>
              </a:lnSpc>
              <a:buNone/>
              <a:tabLst>
                <a:tab pos="0" algn="l"/>
              </a:tabLst>
              <a:defRPr lang="en-US" sz="6000" b="1" u="none" strike="noStrike">
                <a:solidFill>
                  <a:schemeClr val="lt1"/>
                </a:solidFill>
                <a:effectLst/>
                <a:uFillTx/>
                <a:latin typeface="Arial"/>
              </a:defRPr>
            </a:lvl1pPr>
          </a:lstStyle>
          <a:p>
            <a:pPr indent="0" algn="r" defTabSz="914400">
              <a:lnSpc>
                <a:spcPct val="90000"/>
              </a:lnSpc>
              <a:buNone/>
              <a:tabLst>
                <a:tab pos="0" algn="l"/>
              </a:tabLst>
            </a:pPr>
            <a:r>
              <a:rPr lang="en-US" sz="6000" b="1" u="none" strike="noStrike">
                <a:solidFill>
                  <a:schemeClr val="lt1"/>
                </a:solidFill>
                <a:effectLst/>
                <a:uFillTx/>
                <a:latin typeface="Arial"/>
              </a:rPr>
              <a:t>Click to add</a:t>
            </a:r>
            <a:br>
              <a:rPr sz="6000"/>
            </a:br>
            <a:r>
              <a:rPr lang="en-US" sz="6000" b="1" u="none" strike="noStrike">
                <a:solidFill>
                  <a:schemeClr val="lt1"/>
                </a:solidFill>
                <a:effectLst/>
                <a:uFillTx/>
                <a:latin typeface="Arial"/>
              </a:rPr>
              <a:t>Presentation </a:t>
            </a:r>
            <a:br>
              <a:rPr sz="6000"/>
            </a:br>
            <a:r>
              <a:rPr lang="en-US" sz="6000" b="1" u="none" strike="noStrike">
                <a:solidFill>
                  <a:schemeClr val="lt1"/>
                </a:solidFill>
                <a:effectLst/>
                <a:uFillTx/>
                <a:latin typeface="Arial"/>
              </a:rPr>
              <a:t>Title</a:t>
            </a:r>
            <a:endParaRPr lang="en-US" sz="6000" b="1" u="none" strike="noStrike">
              <a:solidFill>
                <a:schemeClr val="lt1"/>
              </a:solidFill>
              <a:effectLst/>
              <a:uFillTx/>
              <a:latin typeface="Arial"/>
            </a:endParaRPr>
          </a:p>
        </p:txBody>
      </p:sp>
    </p:spTree>
  </p:cSld>
</p:sldLayout>
</file>

<file path=ppt/slideLayouts/slideLayout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Layout 1 Header Bottom">
    <p:bg>
      <p:bgPr>
        <a:solidFill>
          <a:srgbClr val="FFFFFF"/>
        </a:solidFill>
      </p:bgPr>
    </p:bg>
    <p:spTree>
      <p:nvGrpSpPr>
        <p:cNvPr id="1" name=""/>
        <p:cNvGrpSpPr/>
        <p:nvPr/>
      </p:nvGrpSpPr>
      <p:grpSpPr>
        <a:xfrm>
          <a:off x="0" y="0"/>
          <a:ext cx="0" cy="0"/>
          <a:chOff x="0" y="0"/>
          <a:chExt cx="0" cy="0"/>
        </a:xfrm>
      </p:grpSpPr>
      <p:sp>
        <p:nvSpPr>
          <p:cNvPr id="37" name="Rectangle 5"/>
          <p:cNvSpPr/>
          <p:nvPr/>
        </p:nvSpPr>
        <p:spPr>
          <a:xfrm>
            <a:off x="0" y="0"/>
            <a:ext cx="12190680" cy="666000"/>
          </a:xfrm>
          <a:prstGeom prst="rect">
            <a:avLst/>
          </a:prstGeom>
          <a:solidFill>
            <a:srgbClr val="F86901"/>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p>
            <a:endParaRPr lang="en-US" sz="1800" b="0" u="none" strike="noStrike">
              <a:solidFill>
                <a:schemeClr val="lt1"/>
              </a:solidFill>
              <a:effectLst/>
              <a:uFillTx/>
              <a:latin typeface="Arial"/>
            </a:endParaRPr>
          </a:p>
        </p:txBody>
      </p:sp>
      <p:sp>
        <p:nvSpPr>
          <p:cNvPr id="38" name="TextBox 10"/>
          <p:cNvSpPr/>
          <p:nvPr/>
        </p:nvSpPr>
        <p:spPr>
          <a:xfrm>
            <a:off x="11689200" y="269640"/>
            <a:ext cx="476280" cy="238680"/>
          </a:xfrm>
          <a:prstGeom prst="rect">
            <a:avLst/>
          </a:prstGeom>
          <a:noFill/>
          <a:ln w="0">
            <a:noFill/>
          </a:ln>
        </p:spPr>
        <p:style>
          <a:lnRef idx="0"/>
          <a:fillRef idx="0"/>
          <a:effectRef idx="0"/>
          <a:fontRef idx="minor"/>
        </p:style>
        <p:txBody>
          <a:bodyPr lIns="90000" tIns="45000" rIns="90000" bIns="45000" anchor="t">
            <a:spAutoFit/>
          </a:bodyPr>
          <a:p>
            <a:pPr defTabSz="914400">
              <a:lnSpc>
                <a:spcPct val="80000"/>
              </a:lnSpc>
            </a:pPr>
            <a:r>
              <a:rPr lang="en-US" sz="1200" b="0" u="none" strike="noStrike">
                <a:solidFill>
                  <a:srgbClr val="E56B2A"/>
                </a:solidFill>
                <a:effectLst/>
                <a:uFillTx/>
                <a:latin typeface="Georgia"/>
              </a:rPr>
              <a:t> </a:t>
            </a:r>
            <a:fld id="{E0D53629-9A15-47E7-BE51-1873DED75DE2}" type="slidenum">
              <a:rPr lang="en-US" sz="1130" b="0" u="none" strike="noStrike">
                <a:solidFill>
                  <a:schemeClr val="lt1"/>
                </a:solidFill>
                <a:effectLst/>
                <a:uFillTx/>
                <a:latin typeface="Arial"/>
              </a:rPr>
              <a:t>&lt;number&gt;</a:t>
            </a:fld>
            <a:endParaRPr lang="en-US" sz="1130" b="0" u="none" strike="noStrike">
              <a:solidFill>
                <a:srgbClr val="000000"/>
              </a:solidFill>
              <a:effectLst/>
              <a:uFillTx/>
              <a:latin typeface="Arial"/>
            </a:endParaRPr>
          </a:p>
        </p:txBody>
      </p:sp>
      <p:pic>
        <p:nvPicPr>
          <p:cNvPr id="39" name="Graphic 11"/>
          <p:cNvPicPr/>
          <p:nvPr/>
        </p:nvPicPr>
        <p:blipFill>
          <a:blip r:embed="rId2">
            <a:extLst>
              <a:ext uri="{96DAC541-7B7A-43D3-8B79-37D633B846F1}">
                <asvg:svgBlip xmlns:asvg="http://schemas.microsoft.com/office/drawing/2016/SVG/main" r:embed="rId3"/>
              </a:ext>
            </a:extLst>
          </a:blip>
          <a:stretch/>
        </p:blipFill>
        <p:spPr>
          <a:xfrm>
            <a:off x="9069840" y="240840"/>
            <a:ext cx="2699280" cy="238680"/>
          </a:xfrm>
          <a:prstGeom prst="rect">
            <a:avLst/>
          </a:prstGeom>
          <a:noFill/>
          <a:ln w="0">
            <a:noFill/>
          </a:ln>
        </p:spPr>
      </p:pic>
      <p:grpSp>
        <p:nvGrpSpPr>
          <p:cNvPr id="40" name="Graphic 22"/>
          <p:cNvGrpSpPr/>
          <p:nvPr/>
        </p:nvGrpSpPr>
        <p:grpSpPr>
          <a:xfrm>
            <a:off x="201960" y="195840"/>
            <a:ext cx="797760" cy="300600"/>
            <a:chOff x="201960" y="195840"/>
            <a:chExt cx="797760" cy="300600"/>
          </a:xfrm>
        </p:grpSpPr>
        <p:sp>
          <p:nvSpPr>
            <p:cNvPr id="41" name="Freeform 2"/>
            <p:cNvSpPr/>
            <p:nvPr/>
          </p:nvSpPr>
          <p:spPr>
            <a:xfrm>
              <a:off x="540720" y="195840"/>
              <a:ext cx="135720" cy="300240"/>
            </a:xfrm>
            <a:custGeom>
              <a:avLst/>
              <a:gdLst>
                <a:gd name="textAreaLeft" fmla="*/ 0 w 135720"/>
                <a:gd name="textAreaRight" fmla="*/ 137160 w 135720"/>
                <a:gd name="textAreaTop" fmla="*/ 0 h 300240"/>
                <a:gd name="textAreaBottom" fmla="*/ 301680 h 300240"/>
                <a:gd name="GluePoint1X" fmla="*/ 393478 w 547877"/>
                <a:gd name="GluePoint1Y" fmla="*/ 129064 h 1204531"/>
                <a:gd name="GluePoint2X" fmla="*/ 537686 w 547877"/>
                <a:gd name="GluePoint2Y" fmla="*/ 74771 h 1204531"/>
                <a:gd name="GluePoint3X" fmla="*/ 547878 w 547877"/>
                <a:gd name="GluePoint3Y" fmla="*/ 74771 h 1204531"/>
                <a:gd name="GluePoint4X" fmla="*/ 547878 w 547877"/>
                <a:gd name="GluePoint4Y" fmla="*/ 0 h 1204531"/>
                <a:gd name="GluePoint5X" fmla="*/ 267938 w 547877"/>
                <a:gd name="GluePoint5Y" fmla="*/ 4667 h 1204531"/>
                <a:gd name="GluePoint6X" fmla="*/ 0 w 547877"/>
                <a:gd name="GluePoint6Y" fmla="*/ 0 h 1204531"/>
                <a:gd name="GluePoint7X" fmla="*/ 0 w 547877"/>
                <a:gd name="GluePoint7Y" fmla="*/ 74771 h 1204531"/>
                <a:gd name="GluePoint8X" fmla="*/ 10192 w 547877"/>
                <a:gd name="GluePoint8Y" fmla="*/ 74771 h 1204531"/>
                <a:gd name="GluePoint9X" fmla="*/ 154400 w 547877"/>
                <a:gd name="GluePoint9Y" fmla="*/ 128968 h 1204531"/>
                <a:gd name="GluePoint10X" fmla="*/ 171640 w 547877"/>
                <a:gd name="GluePoint10Y" fmla="*/ 363188 h 1204531"/>
                <a:gd name="GluePoint11X" fmla="*/ 171640 w 547877"/>
                <a:gd name="GluePoint11Y" fmla="*/ 841153 h 1204531"/>
                <a:gd name="GluePoint12X" fmla="*/ 154496 w 547877"/>
                <a:gd name="GluePoint12Y" fmla="*/ 1075373 h 1204531"/>
                <a:gd name="GluePoint13X" fmla="*/ 10192 w 547877"/>
                <a:gd name="GluePoint13Y" fmla="*/ 1129569 h 1204531"/>
                <a:gd name="GluePoint14X" fmla="*/ 0 w 547877"/>
                <a:gd name="GluePoint14Y" fmla="*/ 1129569 h 1204531"/>
                <a:gd name="GluePoint15X" fmla="*/ 0 w 547877"/>
                <a:gd name="GluePoint15Y" fmla="*/ 1204531 h 1204531"/>
                <a:gd name="GluePoint16X" fmla="*/ 268224 w 547877"/>
                <a:gd name="GluePoint16Y" fmla="*/ 1197102 h 1204531"/>
                <a:gd name="GluePoint17X" fmla="*/ 547878 w 547877"/>
                <a:gd name="GluePoint17Y" fmla="*/ 1204531 h 1204531"/>
                <a:gd name="GluePoint18X" fmla="*/ 547878 w 547877"/>
                <a:gd name="GluePoint18Y" fmla="*/ 1129569 h 1204531"/>
                <a:gd name="GluePoint19X" fmla="*/ 537686 w 547877"/>
                <a:gd name="GluePoint19Y" fmla="*/ 1129569 h 1204531"/>
                <a:gd name="GluePoint20X" fmla="*/ 393478 w 547877"/>
                <a:gd name="GluePoint20Y" fmla="*/ 1075468 h 1204531"/>
                <a:gd name="GluePoint21X" fmla="*/ 376333 w 547877"/>
                <a:gd name="GluePoint21Y" fmla="*/ 841153 h 1204531"/>
                <a:gd name="GluePoint22X" fmla="*/ 376333 w 547877"/>
                <a:gd name="GluePoint22Y" fmla="*/ 363188 h 1204531"/>
                <a:gd name="GluePoint23X" fmla="*/ 393478 w 547877"/>
                <a:gd name="GluePoint23Y" fmla="*/ 129064 h 1204531"/>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 ang="0">
                  <a:pos x="GluePoint16X" y="GluePoint16Y"/>
                </a:cxn>
                <a:cxn ang="0">
                  <a:pos x="GluePoint17X" y="GluePoint17Y"/>
                </a:cxn>
                <a:cxn ang="0">
                  <a:pos x="GluePoint18X" y="GluePoint18Y"/>
                </a:cxn>
                <a:cxn ang="0">
                  <a:pos x="GluePoint19X" y="GluePoint19Y"/>
                </a:cxn>
                <a:cxn ang="0">
                  <a:pos x="GluePoint20X" y="GluePoint20Y"/>
                </a:cxn>
                <a:cxn ang="0">
                  <a:pos x="GluePoint21X" y="GluePoint21Y"/>
                </a:cxn>
                <a:cxn ang="0">
                  <a:pos x="GluePoint22X" y="GluePoint22Y"/>
                </a:cxn>
                <a:cxn ang="0">
                  <a:pos x="GluePoint23X" y="GluePoint23Y"/>
                </a:cxn>
              </a:cxnLst>
              <a:rect l="textAreaLeft" t="textAreaTop" r="textAreaRight" b="textAreaBottom"/>
              <a:pathLst>
                <a:path w="547877" h="1204531">
                  <a:moveTo>
                    <a:pt x="393478" y="129064"/>
                  </a:moveTo>
                  <a:cubicBezTo>
                    <a:pt x="414242" y="74771"/>
                    <a:pt x="482727" y="74771"/>
                    <a:pt x="537686" y="74771"/>
                  </a:cubicBezTo>
                  <a:lnTo>
                    <a:pt x="547878" y="74771"/>
                  </a:lnTo>
                  <a:lnTo>
                    <a:pt x="547878" y="0"/>
                  </a:lnTo>
                  <a:cubicBezTo>
                    <a:pt x="547878" y="0"/>
                    <a:pt x="333565" y="4667"/>
                    <a:pt x="267938" y="4667"/>
                  </a:cubicBezTo>
                  <a:cubicBezTo>
                    <a:pt x="200406" y="4667"/>
                    <a:pt x="0" y="0"/>
                    <a:pt x="0" y="0"/>
                  </a:cubicBezTo>
                  <a:lnTo>
                    <a:pt x="0" y="74771"/>
                  </a:lnTo>
                  <a:lnTo>
                    <a:pt x="10192" y="74771"/>
                  </a:lnTo>
                  <a:cubicBezTo>
                    <a:pt x="65246" y="74771"/>
                    <a:pt x="133731" y="74771"/>
                    <a:pt x="154400" y="128968"/>
                  </a:cubicBezTo>
                  <a:cubicBezTo>
                    <a:pt x="171640" y="175450"/>
                    <a:pt x="171640" y="307086"/>
                    <a:pt x="171640" y="363188"/>
                  </a:cubicBezTo>
                  <a:lnTo>
                    <a:pt x="171640" y="841153"/>
                  </a:lnTo>
                  <a:cubicBezTo>
                    <a:pt x="171640" y="897350"/>
                    <a:pt x="171640" y="1028890"/>
                    <a:pt x="154496" y="1075373"/>
                  </a:cubicBezTo>
                  <a:cubicBezTo>
                    <a:pt x="133731" y="1129569"/>
                    <a:pt x="65246" y="1129569"/>
                    <a:pt x="10192" y="1129569"/>
                  </a:cubicBezTo>
                  <a:lnTo>
                    <a:pt x="0" y="1129569"/>
                  </a:lnTo>
                  <a:lnTo>
                    <a:pt x="0" y="1204531"/>
                  </a:lnTo>
                  <a:cubicBezTo>
                    <a:pt x="0" y="1204341"/>
                    <a:pt x="173260" y="1197102"/>
                    <a:pt x="268224" y="1197102"/>
                  </a:cubicBezTo>
                  <a:cubicBezTo>
                    <a:pt x="377476" y="1197102"/>
                    <a:pt x="547878" y="1204531"/>
                    <a:pt x="547878" y="1204531"/>
                  </a:cubicBezTo>
                  <a:lnTo>
                    <a:pt x="547878" y="1129569"/>
                  </a:lnTo>
                  <a:lnTo>
                    <a:pt x="537686" y="1129569"/>
                  </a:lnTo>
                  <a:cubicBezTo>
                    <a:pt x="482727" y="1129569"/>
                    <a:pt x="414242" y="1129569"/>
                    <a:pt x="393478" y="1075468"/>
                  </a:cubicBezTo>
                  <a:cubicBezTo>
                    <a:pt x="376333" y="1028890"/>
                    <a:pt x="376333" y="897350"/>
                    <a:pt x="376333" y="841153"/>
                  </a:cubicBezTo>
                  <a:lnTo>
                    <a:pt x="376333" y="363188"/>
                  </a:lnTo>
                  <a:cubicBezTo>
                    <a:pt x="376333" y="307086"/>
                    <a:pt x="376333" y="175450"/>
                    <a:pt x="393478" y="129064"/>
                  </a:cubicBezTo>
                </a:path>
              </a:pathLst>
            </a:custGeom>
            <a:solidFill>
              <a:schemeClr val="bg1"/>
            </a:solidFill>
            <a:ln w="9525">
              <a:noFill/>
            </a:ln>
          </p:spPr>
          <p:style>
            <a:lnRef idx="0"/>
            <a:fillRef idx="0"/>
            <a:effectRef idx="0"/>
            <a:fontRef idx="minor"/>
          </p:style>
          <p:txBody>
            <a:bodyPr lIns="68040" tIns="45000" rIns="68040" bIns="45000" anchor="ctr">
              <a:noAutofit/>
            </a:bodyPr>
            <a:p>
              <a:endParaRPr lang="en-US" sz="1800" b="0" u="none" strike="noStrike">
                <a:solidFill>
                  <a:schemeClr val="dk1"/>
                </a:solidFill>
                <a:effectLst/>
                <a:uFillTx/>
                <a:latin typeface="Arial"/>
              </a:endParaRPr>
            </a:p>
          </p:txBody>
        </p:sp>
        <p:sp>
          <p:nvSpPr>
            <p:cNvPr id="42" name="Freeform 3"/>
            <p:cNvSpPr/>
            <p:nvPr/>
          </p:nvSpPr>
          <p:spPr>
            <a:xfrm>
              <a:off x="718920" y="196200"/>
              <a:ext cx="280800" cy="300240"/>
            </a:xfrm>
            <a:custGeom>
              <a:avLst/>
              <a:gdLst>
                <a:gd name="textAreaLeft" fmla="*/ 0 w 280800"/>
                <a:gd name="textAreaRight" fmla="*/ 282240 w 280800"/>
                <a:gd name="textAreaTop" fmla="*/ 0 h 300240"/>
                <a:gd name="textAreaBottom" fmla="*/ 301680 h 300240"/>
                <a:gd name="GluePoint1X" fmla="*/ 0 w 1126902"/>
                <a:gd name="GluePoint1Y" fmla="*/ 0 h 1204245"/>
                <a:gd name="GluePoint2X" fmla="*/ 0 w 1126902"/>
                <a:gd name="GluePoint2Y" fmla="*/ 312420 h 1204245"/>
                <a:gd name="GluePoint3X" fmla="*/ 74295 w 1126902"/>
                <a:gd name="GluePoint3Y" fmla="*/ 312420 h 1204245"/>
                <a:gd name="GluePoint4X" fmla="*/ 74581 w 1126902"/>
                <a:gd name="GluePoint4Y" fmla="*/ 302609 h 1204245"/>
                <a:gd name="GluePoint5X" fmla="*/ 334328 w 1126902"/>
                <a:gd name="GluePoint5Y" fmla="*/ 90773 h 1204245"/>
                <a:gd name="GluePoint6X" fmla="*/ 352330 w 1126902"/>
                <a:gd name="GluePoint6Y" fmla="*/ 90678 h 1204245"/>
                <a:gd name="GluePoint7X" fmla="*/ 453200 w 1126902"/>
                <a:gd name="GluePoint7Y" fmla="*/ 106204 h 1204245"/>
                <a:gd name="GluePoint8X" fmla="*/ 461201 w 1126902"/>
                <a:gd name="GluePoint8Y" fmla="*/ 128873 h 1204245"/>
                <a:gd name="GluePoint9X" fmla="*/ 461201 w 1126902"/>
                <a:gd name="GluePoint9Y" fmla="*/ 950119 h 1204245"/>
                <a:gd name="GluePoint10X" fmla="*/ 272510 w 1126902"/>
                <a:gd name="GluePoint10Y" fmla="*/ 1129475 h 1204245"/>
                <a:gd name="GluePoint11X" fmla="*/ 262700 w 1126902"/>
                <a:gd name="GluePoint11Y" fmla="*/ 1129856 h 1204245"/>
                <a:gd name="GluePoint12X" fmla="*/ 262700 w 1126902"/>
                <a:gd name="GluePoint12Y" fmla="*/ 1204246 h 1204245"/>
                <a:gd name="GluePoint13X" fmla="*/ 578548 w 1126902"/>
                <a:gd name="GluePoint13Y" fmla="*/ 1196911 h 1204245"/>
                <a:gd name="GluePoint14X" fmla="*/ 864203 w 1126902"/>
                <a:gd name="GluePoint14Y" fmla="*/ 1204246 h 1204245"/>
                <a:gd name="GluePoint15X" fmla="*/ 864203 w 1126902"/>
                <a:gd name="GluePoint15Y" fmla="*/ 1129856 h 1204245"/>
                <a:gd name="GluePoint16X" fmla="*/ 854393 w 1126902"/>
                <a:gd name="GluePoint16Y" fmla="*/ 1129475 h 1204245"/>
                <a:gd name="GluePoint17X" fmla="*/ 665702 w 1126902"/>
                <a:gd name="GluePoint17Y" fmla="*/ 950119 h 1204245"/>
                <a:gd name="GluePoint18X" fmla="*/ 665702 w 1126902"/>
                <a:gd name="GluePoint18Y" fmla="*/ 128873 h 1204245"/>
                <a:gd name="GluePoint19X" fmla="*/ 673608 w 1126902"/>
                <a:gd name="GluePoint19Y" fmla="*/ 108490 h 1204245"/>
                <a:gd name="GluePoint20X" fmla="*/ 791718 w 1126902"/>
                <a:gd name="GluePoint20Y" fmla="*/ 90488 h 1204245"/>
                <a:gd name="GluePoint21X" fmla="*/ 815912 w 1126902"/>
                <a:gd name="GluePoint21Y" fmla="*/ 90773 h 1204245"/>
                <a:gd name="GluePoint22X" fmla="*/ 1052513 w 1126902"/>
                <a:gd name="GluePoint22Y" fmla="*/ 302895 h 1204245"/>
                <a:gd name="GluePoint23X" fmla="*/ 1053084 w 1126902"/>
                <a:gd name="GluePoint23Y" fmla="*/ 312420 h 1204245"/>
                <a:gd name="GluePoint24X" fmla="*/ 1126903 w 1126902"/>
                <a:gd name="GluePoint24Y" fmla="*/ 312420 h 1204245"/>
                <a:gd name="GluePoint25X" fmla="*/ 1126903 w 1126902"/>
                <a:gd name="GluePoint25Y" fmla="*/ 0 h 1204245"/>
                <a:gd name="GluePoint26X" fmla="*/ 563404 w 1126902"/>
                <a:gd name="GluePoint26Y" fmla="*/ 2857 h 1204245"/>
                <a:gd name="GluePoint27X" fmla="*/ 0 w 1126902"/>
                <a:gd name="GluePoint27Y" fmla="*/ 0 h 1204245"/>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 ang="0">
                  <a:pos x="GluePoint16X" y="GluePoint16Y"/>
                </a:cxn>
                <a:cxn ang="0">
                  <a:pos x="GluePoint17X" y="GluePoint17Y"/>
                </a:cxn>
                <a:cxn ang="0">
                  <a:pos x="GluePoint18X" y="GluePoint18Y"/>
                </a:cxn>
                <a:cxn ang="0">
                  <a:pos x="GluePoint19X" y="GluePoint19Y"/>
                </a:cxn>
                <a:cxn ang="0">
                  <a:pos x="GluePoint20X" y="GluePoint20Y"/>
                </a:cxn>
                <a:cxn ang="0">
                  <a:pos x="GluePoint21X" y="GluePoint21Y"/>
                </a:cxn>
                <a:cxn ang="0">
                  <a:pos x="GluePoint22X" y="GluePoint22Y"/>
                </a:cxn>
                <a:cxn ang="0">
                  <a:pos x="GluePoint23X" y="GluePoint23Y"/>
                </a:cxn>
                <a:cxn ang="0">
                  <a:pos x="GluePoint24X" y="GluePoint24Y"/>
                </a:cxn>
                <a:cxn ang="0">
                  <a:pos x="GluePoint25X" y="GluePoint25Y"/>
                </a:cxn>
                <a:cxn ang="0">
                  <a:pos x="GluePoint26X" y="GluePoint26Y"/>
                </a:cxn>
                <a:cxn ang="0">
                  <a:pos x="GluePoint27X" y="GluePoint27Y"/>
                </a:cxn>
              </a:cxnLst>
              <a:rect l="textAreaLeft" t="textAreaTop" r="textAreaRight" b="textAreaBottom"/>
              <a:pathLst>
                <a:path w="1126902" h="1204245">
                  <a:moveTo>
                    <a:pt x="0" y="0"/>
                  </a:moveTo>
                  <a:lnTo>
                    <a:pt x="0" y="312420"/>
                  </a:lnTo>
                  <a:lnTo>
                    <a:pt x="74295" y="312420"/>
                  </a:lnTo>
                  <a:lnTo>
                    <a:pt x="74581" y="302609"/>
                  </a:lnTo>
                  <a:cubicBezTo>
                    <a:pt x="81344" y="99346"/>
                    <a:pt x="159163" y="90773"/>
                    <a:pt x="334328" y="90773"/>
                  </a:cubicBezTo>
                  <a:cubicBezTo>
                    <a:pt x="340328" y="90773"/>
                    <a:pt x="346424" y="90773"/>
                    <a:pt x="352330" y="90678"/>
                  </a:cubicBezTo>
                  <a:cubicBezTo>
                    <a:pt x="395859" y="90392"/>
                    <a:pt x="437007" y="90106"/>
                    <a:pt x="453200" y="106204"/>
                  </a:cubicBezTo>
                  <a:cubicBezTo>
                    <a:pt x="458629" y="111538"/>
                    <a:pt x="461201" y="118967"/>
                    <a:pt x="461201" y="128873"/>
                  </a:cubicBezTo>
                  <a:lnTo>
                    <a:pt x="461201" y="950119"/>
                  </a:lnTo>
                  <a:cubicBezTo>
                    <a:pt x="461201" y="1072039"/>
                    <a:pt x="444151" y="1122426"/>
                    <a:pt x="272510" y="1129475"/>
                  </a:cubicBezTo>
                  <a:lnTo>
                    <a:pt x="262700" y="1129856"/>
                  </a:lnTo>
                  <a:lnTo>
                    <a:pt x="262700" y="1204246"/>
                  </a:lnTo>
                  <a:cubicBezTo>
                    <a:pt x="262700" y="1204246"/>
                    <a:pt x="462725" y="1196911"/>
                    <a:pt x="578548" y="1196911"/>
                  </a:cubicBezTo>
                  <a:cubicBezTo>
                    <a:pt x="666941" y="1196911"/>
                    <a:pt x="864203" y="1204246"/>
                    <a:pt x="864203" y="1204246"/>
                  </a:cubicBezTo>
                  <a:lnTo>
                    <a:pt x="864203" y="1129856"/>
                  </a:lnTo>
                  <a:lnTo>
                    <a:pt x="854393" y="1129475"/>
                  </a:lnTo>
                  <a:cubicBezTo>
                    <a:pt x="682752" y="1122426"/>
                    <a:pt x="665702" y="1072039"/>
                    <a:pt x="665702" y="950119"/>
                  </a:cubicBezTo>
                  <a:lnTo>
                    <a:pt x="665702" y="128873"/>
                  </a:lnTo>
                  <a:cubicBezTo>
                    <a:pt x="665702" y="120396"/>
                    <a:pt x="668369" y="113729"/>
                    <a:pt x="673608" y="108490"/>
                  </a:cubicBezTo>
                  <a:cubicBezTo>
                    <a:pt x="693420" y="89059"/>
                    <a:pt x="747903" y="89821"/>
                    <a:pt x="791718" y="90488"/>
                  </a:cubicBezTo>
                  <a:cubicBezTo>
                    <a:pt x="800005" y="90583"/>
                    <a:pt x="808196" y="90773"/>
                    <a:pt x="815912" y="90773"/>
                  </a:cubicBezTo>
                  <a:cubicBezTo>
                    <a:pt x="987267" y="90773"/>
                    <a:pt x="1042511" y="140303"/>
                    <a:pt x="1052513" y="302895"/>
                  </a:cubicBezTo>
                  <a:lnTo>
                    <a:pt x="1053084" y="312420"/>
                  </a:lnTo>
                  <a:lnTo>
                    <a:pt x="1126903" y="312420"/>
                  </a:lnTo>
                  <a:lnTo>
                    <a:pt x="1126903" y="0"/>
                  </a:lnTo>
                  <a:cubicBezTo>
                    <a:pt x="1126903" y="0"/>
                    <a:pt x="694468" y="2857"/>
                    <a:pt x="563404" y="2857"/>
                  </a:cubicBezTo>
                  <a:cubicBezTo>
                    <a:pt x="432340" y="2857"/>
                    <a:pt x="0" y="0"/>
                    <a:pt x="0" y="0"/>
                  </a:cubicBezTo>
                </a:path>
              </a:pathLst>
            </a:custGeom>
            <a:solidFill>
              <a:schemeClr val="bg1"/>
            </a:solidFill>
            <a:ln w="9525">
              <a:noFill/>
            </a:ln>
          </p:spPr>
          <p:style>
            <a:lnRef idx="0"/>
            <a:fillRef idx="0"/>
            <a:effectRef idx="0"/>
            <a:fontRef idx="minor"/>
          </p:style>
          <p:txBody>
            <a:bodyPr lIns="90000" tIns="45000" rIns="90000" bIns="45000" anchor="ctr">
              <a:noAutofit/>
            </a:bodyPr>
            <a:p>
              <a:endParaRPr lang="en-US" sz="1800" b="0" u="none" strike="noStrike">
                <a:solidFill>
                  <a:schemeClr val="dk1"/>
                </a:solidFill>
                <a:effectLst/>
                <a:uFillTx/>
                <a:latin typeface="Arial"/>
              </a:endParaRPr>
            </a:p>
          </p:txBody>
        </p:sp>
        <p:sp>
          <p:nvSpPr>
            <p:cNvPr id="43" name="Freeform 4"/>
            <p:cNvSpPr/>
            <p:nvPr/>
          </p:nvSpPr>
          <p:spPr>
            <a:xfrm>
              <a:off x="201960" y="195840"/>
              <a:ext cx="297720" cy="300240"/>
            </a:xfrm>
            <a:custGeom>
              <a:avLst/>
              <a:gdLst>
                <a:gd name="textAreaLeft" fmla="*/ 0 w 297720"/>
                <a:gd name="textAreaRight" fmla="*/ 299160 w 297720"/>
                <a:gd name="textAreaTop" fmla="*/ 0 h 300240"/>
                <a:gd name="textAreaBottom" fmla="*/ 301680 h 300240"/>
                <a:gd name="GluePoint1X" fmla="*/ 372618 w 1195101"/>
                <a:gd name="GluePoint1Y" fmla="*/ 571786 h 1204626"/>
                <a:gd name="GluePoint2X" fmla="*/ 372523 w 1195101"/>
                <a:gd name="GluePoint2Y" fmla="*/ 134303 h 1204626"/>
                <a:gd name="GluePoint3X" fmla="*/ 386239 w 1195101"/>
                <a:gd name="GluePoint3Y" fmla="*/ 86487 h 1204626"/>
                <a:gd name="GluePoint4X" fmla="*/ 498348 w 1195101"/>
                <a:gd name="GluePoint4Y" fmla="*/ 85630 h 1204626"/>
                <a:gd name="GluePoint5X" fmla="*/ 738473 w 1195101"/>
                <a:gd name="GluePoint5Y" fmla="*/ 330518 h 1204626"/>
                <a:gd name="GluePoint6X" fmla="*/ 640747 w 1195101"/>
                <a:gd name="GluePoint6Y" fmla="*/ 541687 h 1204626"/>
                <a:gd name="GluePoint7X" fmla="*/ 372618 w 1195101"/>
                <a:gd name="GluePoint7Y" fmla="*/ 571786 h 1204626"/>
                <a:gd name="GluePoint8X" fmla="*/ 1186529 w 1195101"/>
                <a:gd name="GluePoint8Y" fmla="*/ 1129760 h 1204626"/>
                <a:gd name="GluePoint9X" fmla="*/ 1017461 w 1195101"/>
                <a:gd name="GluePoint9Y" fmla="*/ 1040702 h 1204626"/>
                <a:gd name="GluePoint10X" fmla="*/ 661797 w 1195101"/>
                <a:gd name="GluePoint10Y" fmla="*/ 632460 h 1204626"/>
                <a:gd name="GluePoint11X" fmla="*/ 964597 w 1195101"/>
                <a:gd name="GluePoint11Y" fmla="*/ 305371 h 1204626"/>
                <a:gd name="GluePoint12X" fmla="*/ 831056 w 1195101"/>
                <a:gd name="GluePoint12Y" fmla="*/ 55816 h 1204626"/>
                <a:gd name="GluePoint13X" fmla="*/ 544639 w 1195101"/>
                <a:gd name="GluePoint13Y" fmla="*/ 190 h 1204626"/>
                <a:gd name="GluePoint14X" fmla="*/ 317468 w 1195101"/>
                <a:gd name="GluePoint14Y" fmla="*/ 4191 h 1204626"/>
                <a:gd name="GluePoint15X" fmla="*/ 191 w 1195101"/>
                <a:gd name="GluePoint15Y" fmla="*/ 0 h 1204626"/>
                <a:gd name="GluePoint16X" fmla="*/ 191 w 1195101"/>
                <a:gd name="GluePoint16Y" fmla="*/ 74866 h 1204626"/>
                <a:gd name="GluePoint17X" fmla="*/ 15050 w 1195101"/>
                <a:gd name="GluePoint17Y" fmla="*/ 74866 h 1204626"/>
                <a:gd name="GluePoint18X" fmla="*/ 152781 w 1195101"/>
                <a:gd name="GluePoint18Y" fmla="*/ 128683 h 1204626"/>
                <a:gd name="GluePoint19X" fmla="*/ 168307 w 1195101"/>
                <a:gd name="GluePoint19Y" fmla="*/ 350139 h 1204626"/>
                <a:gd name="GluePoint20X" fmla="*/ 168307 w 1195101"/>
                <a:gd name="GluePoint20Y" fmla="*/ 841248 h 1204626"/>
                <a:gd name="GluePoint21X" fmla="*/ 161068 w 1195101"/>
                <a:gd name="GluePoint21Y" fmla="*/ 1034129 h 1204626"/>
                <a:gd name="GluePoint22X" fmla="*/ 152686 w 1195101"/>
                <a:gd name="GluePoint22Y" fmla="*/ 1075944 h 1204626"/>
                <a:gd name="GluePoint23X" fmla="*/ 10382 w 1195101"/>
                <a:gd name="GluePoint23Y" fmla="*/ 1129665 h 1204626"/>
                <a:gd name="GluePoint24X" fmla="*/ 0 w 1195101"/>
                <a:gd name="GluePoint24Y" fmla="*/ 1129665 h 1204626"/>
                <a:gd name="GluePoint25X" fmla="*/ 0 w 1195101"/>
                <a:gd name="GluePoint25Y" fmla="*/ 1204532 h 1204626"/>
                <a:gd name="GluePoint26X" fmla="*/ 278225 w 1195101"/>
                <a:gd name="GluePoint26Y" fmla="*/ 1197102 h 1204626"/>
                <a:gd name="GluePoint27X" fmla="*/ 540734 w 1195101"/>
                <a:gd name="GluePoint27Y" fmla="*/ 1204532 h 1204626"/>
                <a:gd name="GluePoint28X" fmla="*/ 540734 w 1195101"/>
                <a:gd name="GluePoint28Y" fmla="*/ 1129665 h 1204626"/>
                <a:gd name="GluePoint29X" fmla="*/ 525971 w 1195101"/>
                <a:gd name="GluePoint29Y" fmla="*/ 1129665 h 1204626"/>
                <a:gd name="GluePoint30X" fmla="*/ 388239 w 1195101"/>
                <a:gd name="GluePoint30Y" fmla="*/ 1075754 h 1204626"/>
                <a:gd name="GluePoint31X" fmla="*/ 379857 w 1195101"/>
                <a:gd name="GluePoint31Y" fmla="*/ 1034034 h 1204626"/>
                <a:gd name="GluePoint32X" fmla="*/ 372618 w 1195101"/>
                <a:gd name="GluePoint32Y" fmla="*/ 854297 h 1204626"/>
                <a:gd name="GluePoint33X" fmla="*/ 372618 w 1195101"/>
                <a:gd name="GluePoint33Y" fmla="*/ 653510 h 1204626"/>
                <a:gd name="GluePoint34X" fmla="*/ 479107 w 1195101"/>
                <a:gd name="GluePoint34Y" fmla="*/ 702469 h 1204626"/>
                <a:gd name="GluePoint35X" fmla="*/ 501110 w 1195101"/>
                <a:gd name="GluePoint35Y" fmla="*/ 728472 h 1204626"/>
                <a:gd name="GluePoint36X" fmla="*/ 797909 w 1195101"/>
                <a:gd name="GluePoint36Y" fmla="*/ 1096804 h 1204626"/>
                <a:gd name="GluePoint37X" fmla="*/ 885158 w 1195101"/>
                <a:gd name="GluePoint37Y" fmla="*/ 1204532 h 1204626"/>
                <a:gd name="GluePoint38X" fmla="*/ 1027366 w 1195101"/>
                <a:gd name="GluePoint38Y" fmla="*/ 1200436 h 1204626"/>
                <a:gd name="GluePoint39X" fmla="*/ 1195102 w 1195101"/>
                <a:gd name="GluePoint39Y" fmla="*/ 1204627 h 1204626"/>
                <a:gd name="GluePoint40X" fmla="*/ 1195102 w 1195101"/>
                <a:gd name="GluePoint40Y" fmla="*/ 1131094 h 1204626"/>
                <a:gd name="GluePoint41X" fmla="*/ 1186529 w 1195101"/>
                <a:gd name="GluePoint41Y" fmla="*/ 1129760 h 1204626"/>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 ang="0">
                  <a:pos x="GluePoint16X" y="GluePoint16Y"/>
                </a:cxn>
                <a:cxn ang="0">
                  <a:pos x="GluePoint17X" y="GluePoint17Y"/>
                </a:cxn>
                <a:cxn ang="0">
                  <a:pos x="GluePoint18X" y="GluePoint18Y"/>
                </a:cxn>
                <a:cxn ang="0">
                  <a:pos x="GluePoint19X" y="GluePoint19Y"/>
                </a:cxn>
                <a:cxn ang="0">
                  <a:pos x="GluePoint20X" y="GluePoint20Y"/>
                </a:cxn>
                <a:cxn ang="0">
                  <a:pos x="GluePoint21X" y="GluePoint21Y"/>
                </a:cxn>
                <a:cxn ang="0">
                  <a:pos x="GluePoint22X" y="GluePoint22Y"/>
                </a:cxn>
                <a:cxn ang="0">
                  <a:pos x="GluePoint23X" y="GluePoint23Y"/>
                </a:cxn>
                <a:cxn ang="0">
                  <a:pos x="GluePoint24X" y="GluePoint24Y"/>
                </a:cxn>
                <a:cxn ang="0">
                  <a:pos x="GluePoint25X" y="GluePoint25Y"/>
                </a:cxn>
                <a:cxn ang="0">
                  <a:pos x="GluePoint26X" y="GluePoint26Y"/>
                </a:cxn>
                <a:cxn ang="0">
                  <a:pos x="GluePoint27X" y="GluePoint27Y"/>
                </a:cxn>
                <a:cxn ang="0">
                  <a:pos x="GluePoint28X" y="GluePoint28Y"/>
                </a:cxn>
                <a:cxn ang="0">
                  <a:pos x="GluePoint29X" y="GluePoint29Y"/>
                </a:cxn>
                <a:cxn ang="0">
                  <a:pos x="GluePoint30X" y="GluePoint30Y"/>
                </a:cxn>
                <a:cxn ang="0">
                  <a:pos x="GluePoint31X" y="GluePoint31Y"/>
                </a:cxn>
                <a:cxn ang="0">
                  <a:pos x="GluePoint32X" y="GluePoint32Y"/>
                </a:cxn>
                <a:cxn ang="0">
                  <a:pos x="GluePoint33X" y="GluePoint33Y"/>
                </a:cxn>
                <a:cxn ang="0">
                  <a:pos x="GluePoint34X" y="GluePoint34Y"/>
                </a:cxn>
                <a:cxn ang="0">
                  <a:pos x="GluePoint35X" y="GluePoint35Y"/>
                </a:cxn>
                <a:cxn ang="0">
                  <a:pos x="GluePoint36X" y="GluePoint36Y"/>
                </a:cxn>
                <a:cxn ang="0">
                  <a:pos x="GluePoint37X" y="GluePoint37Y"/>
                </a:cxn>
                <a:cxn ang="0">
                  <a:pos x="GluePoint38X" y="GluePoint38Y"/>
                </a:cxn>
                <a:cxn ang="0">
                  <a:pos x="GluePoint39X" y="GluePoint39Y"/>
                </a:cxn>
                <a:cxn ang="0">
                  <a:pos x="GluePoint40X" y="GluePoint40Y"/>
                </a:cxn>
                <a:cxn ang="0">
                  <a:pos x="GluePoint41X" y="GluePoint41Y"/>
                </a:cxn>
              </a:cxnLst>
              <a:rect l="textAreaLeft" t="textAreaTop" r="textAreaRight" b="textAreaBottom"/>
              <a:pathLst>
                <a:path w="1195101" h="1204626">
                  <a:moveTo>
                    <a:pt x="372618" y="571786"/>
                  </a:moveTo>
                  <a:cubicBezTo>
                    <a:pt x="372618" y="571786"/>
                    <a:pt x="372618" y="136874"/>
                    <a:pt x="372523" y="134303"/>
                  </a:cubicBezTo>
                  <a:cubicBezTo>
                    <a:pt x="372237" y="116967"/>
                    <a:pt x="371761" y="93250"/>
                    <a:pt x="386239" y="86487"/>
                  </a:cubicBezTo>
                  <a:cubicBezTo>
                    <a:pt x="396240" y="82105"/>
                    <a:pt x="493014" y="85630"/>
                    <a:pt x="498348" y="85630"/>
                  </a:cubicBezTo>
                  <a:cubicBezTo>
                    <a:pt x="650938" y="85630"/>
                    <a:pt x="738473" y="174974"/>
                    <a:pt x="738473" y="330518"/>
                  </a:cubicBezTo>
                  <a:cubicBezTo>
                    <a:pt x="738473" y="443960"/>
                    <a:pt x="708374" y="509016"/>
                    <a:pt x="640747" y="541687"/>
                  </a:cubicBezTo>
                  <a:cubicBezTo>
                    <a:pt x="577691" y="571976"/>
                    <a:pt x="372618" y="571786"/>
                    <a:pt x="372618" y="571786"/>
                  </a:cubicBezTo>
                  <a:moveTo>
                    <a:pt x="1186529" y="1129760"/>
                  </a:moveTo>
                  <a:cubicBezTo>
                    <a:pt x="1100138" y="1116235"/>
                    <a:pt x="1074134" y="1106424"/>
                    <a:pt x="1017461" y="1040702"/>
                  </a:cubicBezTo>
                  <a:lnTo>
                    <a:pt x="661797" y="632460"/>
                  </a:lnTo>
                  <a:cubicBezTo>
                    <a:pt x="849059" y="608076"/>
                    <a:pt x="964597" y="484251"/>
                    <a:pt x="964597" y="305371"/>
                  </a:cubicBezTo>
                  <a:cubicBezTo>
                    <a:pt x="964597" y="188976"/>
                    <a:pt x="919544" y="105061"/>
                    <a:pt x="831056" y="55816"/>
                  </a:cubicBezTo>
                  <a:cubicBezTo>
                    <a:pt x="763619" y="18383"/>
                    <a:pt x="670084" y="190"/>
                    <a:pt x="544639" y="190"/>
                  </a:cubicBezTo>
                  <a:cubicBezTo>
                    <a:pt x="507206" y="1143"/>
                    <a:pt x="416909" y="4191"/>
                    <a:pt x="317468" y="4191"/>
                  </a:cubicBezTo>
                  <a:cubicBezTo>
                    <a:pt x="214313" y="4191"/>
                    <a:pt x="191" y="0"/>
                    <a:pt x="191" y="0"/>
                  </a:cubicBezTo>
                  <a:lnTo>
                    <a:pt x="191" y="74866"/>
                  </a:lnTo>
                  <a:lnTo>
                    <a:pt x="15050" y="74866"/>
                  </a:lnTo>
                  <a:cubicBezTo>
                    <a:pt x="71818" y="74486"/>
                    <a:pt x="135731" y="74771"/>
                    <a:pt x="152781" y="128683"/>
                  </a:cubicBezTo>
                  <a:cubicBezTo>
                    <a:pt x="168307" y="175355"/>
                    <a:pt x="168307" y="306896"/>
                    <a:pt x="168307" y="350139"/>
                  </a:cubicBezTo>
                  <a:lnTo>
                    <a:pt x="168307" y="841248"/>
                  </a:lnTo>
                  <a:cubicBezTo>
                    <a:pt x="168307" y="895445"/>
                    <a:pt x="168307" y="977837"/>
                    <a:pt x="161068" y="1034129"/>
                  </a:cubicBezTo>
                  <a:cubicBezTo>
                    <a:pt x="158972" y="1050798"/>
                    <a:pt x="156210" y="1065276"/>
                    <a:pt x="152686" y="1075944"/>
                  </a:cubicBezTo>
                  <a:cubicBezTo>
                    <a:pt x="135350" y="1129665"/>
                    <a:pt x="66104" y="1129665"/>
                    <a:pt x="10382" y="1129665"/>
                  </a:cubicBezTo>
                  <a:lnTo>
                    <a:pt x="0" y="1129665"/>
                  </a:lnTo>
                  <a:lnTo>
                    <a:pt x="0" y="1204532"/>
                  </a:lnTo>
                  <a:cubicBezTo>
                    <a:pt x="0" y="1204532"/>
                    <a:pt x="166783" y="1197102"/>
                    <a:pt x="278225" y="1197102"/>
                  </a:cubicBezTo>
                  <a:cubicBezTo>
                    <a:pt x="374047" y="1197102"/>
                    <a:pt x="540734" y="1204246"/>
                    <a:pt x="540734" y="1204532"/>
                  </a:cubicBezTo>
                  <a:lnTo>
                    <a:pt x="540734" y="1129665"/>
                  </a:lnTo>
                  <a:lnTo>
                    <a:pt x="525971" y="1129665"/>
                  </a:lnTo>
                  <a:cubicBezTo>
                    <a:pt x="470059" y="1129951"/>
                    <a:pt x="406813" y="1129760"/>
                    <a:pt x="388239" y="1075754"/>
                  </a:cubicBezTo>
                  <a:cubicBezTo>
                    <a:pt x="384620" y="1065086"/>
                    <a:pt x="381953" y="1050607"/>
                    <a:pt x="379857" y="1034034"/>
                  </a:cubicBezTo>
                  <a:cubicBezTo>
                    <a:pt x="372618" y="978122"/>
                    <a:pt x="372618" y="898017"/>
                    <a:pt x="372618" y="854297"/>
                  </a:cubicBezTo>
                  <a:lnTo>
                    <a:pt x="372618" y="653510"/>
                  </a:lnTo>
                  <a:cubicBezTo>
                    <a:pt x="439198" y="654082"/>
                    <a:pt x="444913" y="661035"/>
                    <a:pt x="479107" y="702469"/>
                  </a:cubicBezTo>
                  <a:cubicBezTo>
                    <a:pt x="485489" y="710089"/>
                    <a:pt x="492728" y="718756"/>
                    <a:pt x="501110" y="728472"/>
                  </a:cubicBezTo>
                  <a:lnTo>
                    <a:pt x="797909" y="1096804"/>
                  </a:lnTo>
                  <a:lnTo>
                    <a:pt x="885158" y="1204532"/>
                  </a:lnTo>
                  <a:cubicBezTo>
                    <a:pt x="885158" y="1204532"/>
                    <a:pt x="980885" y="1200436"/>
                    <a:pt x="1027366" y="1200436"/>
                  </a:cubicBezTo>
                  <a:cubicBezTo>
                    <a:pt x="1094994" y="1200436"/>
                    <a:pt x="1195102" y="1204627"/>
                    <a:pt x="1195102" y="1204627"/>
                  </a:cubicBezTo>
                  <a:lnTo>
                    <a:pt x="1195102" y="1131094"/>
                  </a:lnTo>
                  <a:lnTo>
                    <a:pt x="1186529" y="1129760"/>
                  </a:lnTo>
                  <a:close/>
                </a:path>
              </a:pathLst>
            </a:custGeom>
            <a:solidFill>
              <a:schemeClr val="bg1"/>
            </a:solidFill>
            <a:ln w="9525">
              <a:noFill/>
            </a:ln>
          </p:spPr>
          <p:style>
            <a:lnRef idx="0"/>
            <a:fillRef idx="0"/>
            <a:effectRef idx="0"/>
            <a:fontRef idx="minor"/>
          </p:style>
          <p:txBody>
            <a:bodyPr lIns="90000" tIns="45000" rIns="90000" bIns="45000" anchor="ctr">
              <a:noAutofit/>
            </a:bodyPr>
            <a:p>
              <a:endParaRPr lang="en-US" sz="1800" b="0" u="none" strike="noStrike">
                <a:solidFill>
                  <a:schemeClr val="dk1"/>
                </a:solidFill>
                <a:effectLst/>
                <a:uFillTx/>
                <a:latin typeface="Arial"/>
              </a:endParaRPr>
            </a:p>
          </p:txBody>
        </p:sp>
      </p:grpSp>
      <p:sp>
        <p:nvSpPr>
          <p:cNvPr id="44" name="Text Placeholder 14"/>
          <p:cNvSpPr/>
          <p:nvPr/>
        </p:nvSpPr>
        <p:spPr>
          <a:xfrm>
            <a:off x="386640" y="3434040"/>
            <a:ext cx="2464560" cy="953280"/>
          </a:xfrm>
          <a:prstGeom prst="rect">
            <a:avLst/>
          </a:prstGeom>
          <a:noFill/>
          <a:ln w="0">
            <a:noFill/>
          </a:ln>
        </p:spPr>
        <p:style>
          <a:lnRef idx="0"/>
          <a:fillRef idx="0"/>
          <a:effectRef idx="0"/>
          <a:fontRef idx="minor"/>
        </p:style>
        <p:txBody>
          <a:bodyPr lIns="90000" tIns="45000" rIns="90000" bIns="45000" anchor="t">
            <a:noAutofit/>
          </a:bodyPr>
          <a:p>
            <a:endParaRPr lang="en-US" sz="2000" b="1" u="none" strike="noStrike">
              <a:solidFill>
                <a:srgbClr val="E56B2A"/>
              </a:solidFill>
              <a:effectLst/>
              <a:uFillTx/>
              <a:latin typeface="Arial"/>
            </a:endParaRPr>
          </a:p>
        </p:txBody>
      </p:sp>
      <p:sp>
        <p:nvSpPr>
          <p:cNvPr id="45" name="Rectangle 20"/>
          <p:cNvSpPr/>
          <p:nvPr/>
        </p:nvSpPr>
        <p:spPr>
          <a:xfrm>
            <a:off x="0" y="0"/>
            <a:ext cx="12190680" cy="685656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p>
            <a:endParaRPr lang="en-US" sz="1800" b="0" u="none" strike="noStrike">
              <a:solidFill>
                <a:schemeClr val="lt1"/>
              </a:solidFill>
              <a:effectLst/>
              <a:uFillTx/>
              <a:latin typeface="Arial"/>
            </a:endParaRPr>
          </a:p>
        </p:txBody>
      </p:sp>
      <p:sp>
        <p:nvSpPr>
          <p:cNvPr id="46" name="PlaceHolder 1"/>
          <p:cNvSpPr>
            <a:spLocks noGrp="1"/>
          </p:cNvSpPr>
          <p:nvPr>
            <p:ph type="body" hasCustomPrompt="1"/>
          </p:nvPr>
        </p:nvSpPr>
        <p:spPr>
          <a:xfrm>
            <a:off x="744840" y="709560"/>
            <a:ext cx="3504600" cy="3543120"/>
          </a:xfrm>
          <a:prstGeom prst="rect">
            <a:avLst/>
          </a:prstGeom>
          <a:solidFill>
            <a:schemeClr val="lt1">
              <a:lumMod val="75000"/>
            </a:schemeClr>
          </a:solidFill>
          <a:ln w="0">
            <a:noFill/>
          </a:ln>
        </p:spPr>
        <p:txBody>
          <a:bodyPr lIns="90000" tIns="45000" rIns="90000" bIns="45000" anchor="ctr" anchorCtr="1">
            <a:noAutofit/>
          </a:bodyPr>
          <a:lstStyle>
            <a:lvl1pPr indent="0" algn="l" defTabSz="914400">
              <a:lnSpc>
                <a:spcPct val="90000"/>
              </a:lnSpc>
              <a:spcBef>
                <a:spcPts val="1001"/>
              </a:spcBef>
              <a:buNone/>
              <a:tabLst>
                <a:tab pos="0" algn="l"/>
              </a:tabLst>
              <a:defRPr lang="en-US" sz="2800" b="0" u="none" strike="noStrike">
                <a:solidFill>
                  <a:schemeClr val="dk1"/>
                </a:solidFill>
                <a:effectLst/>
                <a:uFillTx/>
                <a:latin typeface="Arial"/>
              </a:defRPr>
            </a:lvl1pPr>
          </a:lstStyle>
          <a:p>
            <a:pPr indent="0" algn="l" defTabSz="914400">
              <a:lnSpc>
                <a:spcPct val="90000"/>
              </a:lnSpc>
              <a:spcBef>
                <a:spcPts val="1001"/>
              </a:spcBef>
              <a:buNone/>
              <a:tabLst>
                <a:tab pos="0" algn="l"/>
              </a:tabLst>
            </a:pPr>
            <a:r>
              <a:rPr lang="en-US" sz="2800" b="0" u="none" strike="noStrike">
                <a:solidFill>
                  <a:schemeClr val="dk1"/>
                </a:solidFill>
                <a:effectLst/>
                <a:uFillTx/>
                <a:latin typeface="Arial"/>
              </a:rPr>
              <a:t>Place image/chart here</a:t>
            </a:r>
            <a:endParaRPr lang="en-US" sz="2800" b="0" u="none" strike="noStrike">
              <a:solidFill>
                <a:schemeClr val="dk1"/>
              </a:solidFill>
              <a:effectLst/>
              <a:uFillTx/>
              <a:latin typeface="Arial"/>
            </a:endParaRPr>
          </a:p>
        </p:txBody>
      </p:sp>
      <p:sp>
        <p:nvSpPr>
          <p:cNvPr id="47" name="Freeform 1"/>
          <p:cNvSpPr/>
          <p:nvPr/>
        </p:nvSpPr>
        <p:spPr>
          <a:xfrm>
            <a:off x="-1776600" y="586080"/>
            <a:ext cx="6206040" cy="10047240"/>
          </a:xfrm>
          <a:custGeom>
            <a:avLst/>
            <a:gdLst>
              <a:gd name="textAreaLeft" fmla="*/ 0 w 6206040"/>
              <a:gd name="textAreaRight" fmla="*/ 6207480 w 6206040"/>
              <a:gd name="textAreaTop" fmla="*/ 0 h 10047240"/>
              <a:gd name="textAreaBottom" fmla="*/ 10048680 h 10047240"/>
              <a:gd name="GluePoint1X" fmla="*/ 283845 w 690181"/>
              <a:gd name="GluePoint1Y" fmla="*/ 28575 h 1117282"/>
              <a:gd name="GluePoint2X" fmla="*/ 662845 w 690181"/>
              <a:gd name="GluePoint2Y" fmla="*/ 28575 h 1117282"/>
              <a:gd name="GluePoint3X" fmla="*/ 662845 w 690181"/>
              <a:gd name="GluePoint3Y" fmla="*/ 409003 h 1117282"/>
              <a:gd name="GluePoint4X" fmla="*/ 283845 w 690181"/>
              <a:gd name="GluePoint4Y" fmla="*/ 409003 h 1117282"/>
              <a:gd name="GluePoint5X" fmla="*/ 283845 w 690181"/>
              <a:gd name="GluePoint5Y" fmla="*/ 28575 h 1117282"/>
              <a:gd name="GluePoint6X" fmla="*/ 268319 w 690181"/>
              <a:gd name="GluePoint6Y" fmla="*/ 0 h 1117282"/>
              <a:gd name="GluePoint7X" fmla="*/ 0 w 690181"/>
              <a:gd name="GluePoint7Y" fmla="*/ 271748 h 1117282"/>
              <a:gd name="GluePoint8X" fmla="*/ 0 w 690181"/>
              <a:gd name="GluePoint8Y" fmla="*/ 1117283 h 1117282"/>
              <a:gd name="GluePoint9X" fmla="*/ 690181 w 690181"/>
              <a:gd name="GluePoint9Y" fmla="*/ 421196 h 1117282"/>
              <a:gd name="GluePoint10X" fmla="*/ 690086 w 690181"/>
              <a:gd name="GluePoint10Y" fmla="*/ 952 h 1117282"/>
              <a:gd name="GluePoint11X" fmla="*/ 268319 w 690181"/>
              <a:gd name="GluePoint11Y" fmla="*/ 0 h 1117282"/>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Lst>
            <a:rect l="textAreaLeft" t="textAreaTop" r="textAreaRight" b="textAreaBottom"/>
            <a:pathLst>
              <a:path w="690181" h="1117282">
                <a:moveTo>
                  <a:pt x="283845" y="28575"/>
                </a:moveTo>
                <a:lnTo>
                  <a:pt x="662845" y="28575"/>
                </a:lnTo>
                <a:lnTo>
                  <a:pt x="662845" y="409003"/>
                </a:lnTo>
                <a:lnTo>
                  <a:pt x="283845" y="409003"/>
                </a:lnTo>
                <a:lnTo>
                  <a:pt x="283845" y="28575"/>
                </a:lnTo>
                <a:close/>
                <a:moveTo>
                  <a:pt x="268319" y="0"/>
                </a:moveTo>
                <a:lnTo>
                  <a:pt x="0" y="271748"/>
                </a:lnTo>
                <a:lnTo>
                  <a:pt x="0" y="1117283"/>
                </a:lnTo>
                <a:lnTo>
                  <a:pt x="690181" y="421196"/>
                </a:lnTo>
                <a:lnTo>
                  <a:pt x="690086" y="952"/>
                </a:lnTo>
                <a:lnTo>
                  <a:pt x="268319" y="0"/>
                </a:lnTo>
                <a:close/>
              </a:path>
            </a:pathLst>
          </a:custGeom>
          <a:solidFill>
            <a:srgbClr val="E6E7E8"/>
          </a:solidFill>
          <a:ln w="9525">
            <a:noFill/>
          </a:ln>
        </p:spPr>
        <p:style>
          <a:lnRef idx="0"/>
          <a:fillRef idx="0"/>
          <a:effectRef idx="0"/>
          <a:fontRef idx="minor"/>
        </p:style>
        <p:txBody>
          <a:bodyPr lIns="90000" tIns="45000" rIns="90000" bIns="45000" anchor="ctr">
            <a:noAutofit/>
          </a:bodyPr>
          <a:p>
            <a:endParaRPr lang="en-US" sz="1800" b="0" u="none" strike="noStrike">
              <a:solidFill>
                <a:schemeClr val="dk1"/>
              </a:solidFill>
              <a:effectLst/>
              <a:uFillTx/>
              <a:latin typeface="Arial"/>
            </a:endParaRPr>
          </a:p>
        </p:txBody>
      </p:sp>
      <p:sp>
        <p:nvSpPr>
          <p:cNvPr id="48" name="Rectangle 2"/>
          <p:cNvSpPr/>
          <p:nvPr/>
        </p:nvSpPr>
        <p:spPr>
          <a:xfrm>
            <a:off x="0" y="6218280"/>
            <a:ext cx="12190680" cy="638280"/>
          </a:xfrm>
          <a:prstGeom prst="rect">
            <a:avLst/>
          </a:prstGeom>
          <a:solidFill>
            <a:srgbClr val="F86901"/>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p>
            <a:endParaRPr lang="en-US" sz="1800" b="0" u="none" strike="noStrike">
              <a:solidFill>
                <a:schemeClr val="lt1"/>
              </a:solidFill>
              <a:effectLst/>
              <a:uFillTx/>
              <a:latin typeface="Arial"/>
            </a:endParaRPr>
          </a:p>
        </p:txBody>
      </p:sp>
      <p:sp>
        <p:nvSpPr>
          <p:cNvPr id="49" name="TextBox 3"/>
          <p:cNvSpPr/>
          <p:nvPr/>
        </p:nvSpPr>
        <p:spPr>
          <a:xfrm>
            <a:off x="11689200" y="6487920"/>
            <a:ext cx="476280" cy="238680"/>
          </a:xfrm>
          <a:prstGeom prst="rect">
            <a:avLst/>
          </a:prstGeom>
          <a:noFill/>
          <a:ln w="0">
            <a:noFill/>
          </a:ln>
        </p:spPr>
        <p:style>
          <a:lnRef idx="0"/>
          <a:fillRef idx="0"/>
          <a:effectRef idx="0"/>
          <a:fontRef idx="minor"/>
        </p:style>
        <p:txBody>
          <a:bodyPr lIns="90000" tIns="45000" rIns="90000" bIns="45000" anchor="t">
            <a:spAutoFit/>
          </a:bodyPr>
          <a:p>
            <a:pPr defTabSz="914400">
              <a:lnSpc>
                <a:spcPct val="80000"/>
              </a:lnSpc>
            </a:pPr>
            <a:r>
              <a:rPr lang="en-US" sz="1200" b="0" u="none" strike="noStrike">
                <a:solidFill>
                  <a:schemeClr val="lt1"/>
                </a:solidFill>
                <a:effectLst/>
                <a:uFillTx/>
                <a:latin typeface="Georgia"/>
              </a:rPr>
              <a:t> </a:t>
            </a:r>
            <a:fld id="{3DE2E06E-ABBB-4CFC-A60E-36978B59A058}" type="slidenum">
              <a:rPr lang="en-US" sz="1130" b="0" u="none" strike="noStrike">
                <a:solidFill>
                  <a:schemeClr val="lt1"/>
                </a:solidFill>
                <a:effectLst/>
                <a:uFillTx/>
                <a:latin typeface="Arial"/>
              </a:rPr>
              <a:t>&lt;number&gt;</a:t>
            </a:fld>
            <a:endParaRPr lang="en-US" sz="1130" b="0" u="none" strike="noStrike">
              <a:solidFill>
                <a:srgbClr val="000000"/>
              </a:solidFill>
              <a:effectLst/>
              <a:uFillTx/>
              <a:latin typeface="Arial"/>
            </a:endParaRPr>
          </a:p>
        </p:txBody>
      </p:sp>
      <p:pic>
        <p:nvPicPr>
          <p:cNvPr id="50" name="Graphic 4"/>
          <p:cNvPicPr/>
          <p:nvPr/>
        </p:nvPicPr>
        <p:blipFill>
          <a:blip r:embed="rId4">
            <a:extLst>
              <a:ext uri="{96DAC541-7B7A-43D3-8B79-37D633B846F1}">
                <asvg:svgBlip xmlns:asvg="http://schemas.microsoft.com/office/drawing/2016/SVG/main" r:embed="rId5"/>
              </a:ext>
            </a:extLst>
          </a:blip>
          <a:stretch/>
        </p:blipFill>
        <p:spPr>
          <a:xfrm>
            <a:off x="9069840" y="6459120"/>
            <a:ext cx="2699280" cy="238680"/>
          </a:xfrm>
          <a:prstGeom prst="rect">
            <a:avLst/>
          </a:prstGeom>
          <a:noFill/>
          <a:ln w="0">
            <a:noFill/>
          </a:ln>
        </p:spPr>
      </p:pic>
      <p:grpSp>
        <p:nvGrpSpPr>
          <p:cNvPr id="51" name="Graphic 22"/>
          <p:cNvGrpSpPr/>
          <p:nvPr/>
        </p:nvGrpSpPr>
        <p:grpSpPr>
          <a:xfrm>
            <a:off x="201960" y="6414120"/>
            <a:ext cx="797760" cy="300600"/>
            <a:chOff x="201960" y="6414120"/>
            <a:chExt cx="797760" cy="300600"/>
          </a:xfrm>
        </p:grpSpPr>
        <p:sp>
          <p:nvSpPr>
            <p:cNvPr id="52" name="Freeform 7"/>
            <p:cNvSpPr/>
            <p:nvPr/>
          </p:nvSpPr>
          <p:spPr>
            <a:xfrm>
              <a:off x="540720" y="6414120"/>
              <a:ext cx="135720" cy="300240"/>
            </a:xfrm>
            <a:custGeom>
              <a:avLst/>
              <a:gdLst>
                <a:gd name="textAreaLeft" fmla="*/ 0 w 135720"/>
                <a:gd name="textAreaRight" fmla="*/ 137160 w 135720"/>
                <a:gd name="textAreaTop" fmla="*/ 0 h 300240"/>
                <a:gd name="textAreaBottom" fmla="*/ 301680 h 300240"/>
                <a:gd name="GluePoint1X" fmla="*/ 393478 w 547877"/>
                <a:gd name="GluePoint1Y" fmla="*/ 129064 h 1204531"/>
                <a:gd name="GluePoint2X" fmla="*/ 537686 w 547877"/>
                <a:gd name="GluePoint2Y" fmla="*/ 74771 h 1204531"/>
                <a:gd name="GluePoint3X" fmla="*/ 547878 w 547877"/>
                <a:gd name="GluePoint3Y" fmla="*/ 74771 h 1204531"/>
                <a:gd name="GluePoint4X" fmla="*/ 547878 w 547877"/>
                <a:gd name="GluePoint4Y" fmla="*/ 0 h 1204531"/>
                <a:gd name="GluePoint5X" fmla="*/ 267938 w 547877"/>
                <a:gd name="GluePoint5Y" fmla="*/ 4667 h 1204531"/>
                <a:gd name="GluePoint6X" fmla="*/ 0 w 547877"/>
                <a:gd name="GluePoint6Y" fmla="*/ 0 h 1204531"/>
                <a:gd name="GluePoint7X" fmla="*/ 0 w 547877"/>
                <a:gd name="GluePoint7Y" fmla="*/ 74771 h 1204531"/>
                <a:gd name="GluePoint8X" fmla="*/ 10192 w 547877"/>
                <a:gd name="GluePoint8Y" fmla="*/ 74771 h 1204531"/>
                <a:gd name="GluePoint9X" fmla="*/ 154400 w 547877"/>
                <a:gd name="GluePoint9Y" fmla="*/ 128968 h 1204531"/>
                <a:gd name="GluePoint10X" fmla="*/ 171640 w 547877"/>
                <a:gd name="GluePoint10Y" fmla="*/ 363188 h 1204531"/>
                <a:gd name="GluePoint11X" fmla="*/ 171640 w 547877"/>
                <a:gd name="GluePoint11Y" fmla="*/ 841153 h 1204531"/>
                <a:gd name="GluePoint12X" fmla="*/ 154496 w 547877"/>
                <a:gd name="GluePoint12Y" fmla="*/ 1075373 h 1204531"/>
                <a:gd name="GluePoint13X" fmla="*/ 10192 w 547877"/>
                <a:gd name="GluePoint13Y" fmla="*/ 1129569 h 1204531"/>
                <a:gd name="GluePoint14X" fmla="*/ 0 w 547877"/>
                <a:gd name="GluePoint14Y" fmla="*/ 1129569 h 1204531"/>
                <a:gd name="GluePoint15X" fmla="*/ 0 w 547877"/>
                <a:gd name="GluePoint15Y" fmla="*/ 1204531 h 1204531"/>
                <a:gd name="GluePoint16X" fmla="*/ 268224 w 547877"/>
                <a:gd name="GluePoint16Y" fmla="*/ 1197102 h 1204531"/>
                <a:gd name="GluePoint17X" fmla="*/ 547878 w 547877"/>
                <a:gd name="GluePoint17Y" fmla="*/ 1204531 h 1204531"/>
                <a:gd name="GluePoint18X" fmla="*/ 547878 w 547877"/>
                <a:gd name="GluePoint18Y" fmla="*/ 1129569 h 1204531"/>
                <a:gd name="GluePoint19X" fmla="*/ 537686 w 547877"/>
                <a:gd name="GluePoint19Y" fmla="*/ 1129569 h 1204531"/>
                <a:gd name="GluePoint20X" fmla="*/ 393478 w 547877"/>
                <a:gd name="GluePoint20Y" fmla="*/ 1075468 h 1204531"/>
                <a:gd name="GluePoint21X" fmla="*/ 376333 w 547877"/>
                <a:gd name="GluePoint21Y" fmla="*/ 841153 h 1204531"/>
                <a:gd name="GluePoint22X" fmla="*/ 376333 w 547877"/>
                <a:gd name="GluePoint22Y" fmla="*/ 363188 h 1204531"/>
                <a:gd name="GluePoint23X" fmla="*/ 393478 w 547877"/>
                <a:gd name="GluePoint23Y" fmla="*/ 129064 h 1204531"/>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 ang="0">
                  <a:pos x="GluePoint16X" y="GluePoint16Y"/>
                </a:cxn>
                <a:cxn ang="0">
                  <a:pos x="GluePoint17X" y="GluePoint17Y"/>
                </a:cxn>
                <a:cxn ang="0">
                  <a:pos x="GluePoint18X" y="GluePoint18Y"/>
                </a:cxn>
                <a:cxn ang="0">
                  <a:pos x="GluePoint19X" y="GluePoint19Y"/>
                </a:cxn>
                <a:cxn ang="0">
                  <a:pos x="GluePoint20X" y="GluePoint20Y"/>
                </a:cxn>
                <a:cxn ang="0">
                  <a:pos x="GluePoint21X" y="GluePoint21Y"/>
                </a:cxn>
                <a:cxn ang="0">
                  <a:pos x="GluePoint22X" y="GluePoint22Y"/>
                </a:cxn>
                <a:cxn ang="0">
                  <a:pos x="GluePoint23X" y="GluePoint23Y"/>
                </a:cxn>
              </a:cxnLst>
              <a:rect l="textAreaLeft" t="textAreaTop" r="textAreaRight" b="textAreaBottom"/>
              <a:pathLst>
                <a:path w="547877" h="1204531">
                  <a:moveTo>
                    <a:pt x="393478" y="129064"/>
                  </a:moveTo>
                  <a:cubicBezTo>
                    <a:pt x="414242" y="74771"/>
                    <a:pt x="482727" y="74771"/>
                    <a:pt x="537686" y="74771"/>
                  </a:cubicBezTo>
                  <a:lnTo>
                    <a:pt x="547878" y="74771"/>
                  </a:lnTo>
                  <a:lnTo>
                    <a:pt x="547878" y="0"/>
                  </a:lnTo>
                  <a:cubicBezTo>
                    <a:pt x="547878" y="0"/>
                    <a:pt x="333565" y="4667"/>
                    <a:pt x="267938" y="4667"/>
                  </a:cubicBezTo>
                  <a:cubicBezTo>
                    <a:pt x="200406" y="4667"/>
                    <a:pt x="0" y="0"/>
                    <a:pt x="0" y="0"/>
                  </a:cubicBezTo>
                  <a:lnTo>
                    <a:pt x="0" y="74771"/>
                  </a:lnTo>
                  <a:lnTo>
                    <a:pt x="10192" y="74771"/>
                  </a:lnTo>
                  <a:cubicBezTo>
                    <a:pt x="65246" y="74771"/>
                    <a:pt x="133731" y="74771"/>
                    <a:pt x="154400" y="128968"/>
                  </a:cubicBezTo>
                  <a:cubicBezTo>
                    <a:pt x="171640" y="175450"/>
                    <a:pt x="171640" y="307086"/>
                    <a:pt x="171640" y="363188"/>
                  </a:cubicBezTo>
                  <a:lnTo>
                    <a:pt x="171640" y="841153"/>
                  </a:lnTo>
                  <a:cubicBezTo>
                    <a:pt x="171640" y="897350"/>
                    <a:pt x="171640" y="1028890"/>
                    <a:pt x="154496" y="1075373"/>
                  </a:cubicBezTo>
                  <a:cubicBezTo>
                    <a:pt x="133731" y="1129569"/>
                    <a:pt x="65246" y="1129569"/>
                    <a:pt x="10192" y="1129569"/>
                  </a:cubicBezTo>
                  <a:lnTo>
                    <a:pt x="0" y="1129569"/>
                  </a:lnTo>
                  <a:lnTo>
                    <a:pt x="0" y="1204531"/>
                  </a:lnTo>
                  <a:cubicBezTo>
                    <a:pt x="0" y="1204341"/>
                    <a:pt x="173260" y="1197102"/>
                    <a:pt x="268224" y="1197102"/>
                  </a:cubicBezTo>
                  <a:cubicBezTo>
                    <a:pt x="377476" y="1197102"/>
                    <a:pt x="547878" y="1204531"/>
                    <a:pt x="547878" y="1204531"/>
                  </a:cubicBezTo>
                  <a:lnTo>
                    <a:pt x="547878" y="1129569"/>
                  </a:lnTo>
                  <a:lnTo>
                    <a:pt x="537686" y="1129569"/>
                  </a:lnTo>
                  <a:cubicBezTo>
                    <a:pt x="482727" y="1129569"/>
                    <a:pt x="414242" y="1129569"/>
                    <a:pt x="393478" y="1075468"/>
                  </a:cubicBezTo>
                  <a:cubicBezTo>
                    <a:pt x="376333" y="1028890"/>
                    <a:pt x="376333" y="897350"/>
                    <a:pt x="376333" y="841153"/>
                  </a:cubicBezTo>
                  <a:lnTo>
                    <a:pt x="376333" y="363188"/>
                  </a:lnTo>
                  <a:cubicBezTo>
                    <a:pt x="376333" y="307086"/>
                    <a:pt x="376333" y="175450"/>
                    <a:pt x="393478" y="129064"/>
                  </a:cubicBezTo>
                </a:path>
              </a:pathLst>
            </a:custGeom>
            <a:solidFill>
              <a:schemeClr val="bg1"/>
            </a:solidFill>
            <a:ln w="9525">
              <a:noFill/>
            </a:ln>
          </p:spPr>
          <p:style>
            <a:lnRef idx="0"/>
            <a:fillRef idx="0"/>
            <a:effectRef idx="0"/>
            <a:fontRef idx="minor"/>
          </p:style>
          <p:txBody>
            <a:bodyPr lIns="68040" tIns="45000" rIns="68040" bIns="45000" anchor="ctr">
              <a:noAutofit/>
            </a:bodyPr>
            <a:p>
              <a:endParaRPr lang="en-US" sz="1800" b="0" u="none" strike="noStrike">
                <a:solidFill>
                  <a:schemeClr val="dk1"/>
                </a:solidFill>
                <a:effectLst/>
                <a:uFillTx/>
                <a:latin typeface="Arial"/>
              </a:endParaRPr>
            </a:p>
          </p:txBody>
        </p:sp>
        <p:sp>
          <p:nvSpPr>
            <p:cNvPr id="53" name="Freeform 8"/>
            <p:cNvSpPr/>
            <p:nvPr/>
          </p:nvSpPr>
          <p:spPr>
            <a:xfrm>
              <a:off x="718920" y="6414480"/>
              <a:ext cx="280800" cy="300240"/>
            </a:xfrm>
            <a:custGeom>
              <a:avLst/>
              <a:gdLst>
                <a:gd name="textAreaLeft" fmla="*/ 0 w 280800"/>
                <a:gd name="textAreaRight" fmla="*/ 282240 w 280800"/>
                <a:gd name="textAreaTop" fmla="*/ 0 h 300240"/>
                <a:gd name="textAreaBottom" fmla="*/ 301680 h 300240"/>
                <a:gd name="GluePoint1X" fmla="*/ 0 w 1126902"/>
                <a:gd name="GluePoint1Y" fmla="*/ 0 h 1204245"/>
                <a:gd name="GluePoint2X" fmla="*/ 0 w 1126902"/>
                <a:gd name="GluePoint2Y" fmla="*/ 312420 h 1204245"/>
                <a:gd name="GluePoint3X" fmla="*/ 74295 w 1126902"/>
                <a:gd name="GluePoint3Y" fmla="*/ 312420 h 1204245"/>
                <a:gd name="GluePoint4X" fmla="*/ 74581 w 1126902"/>
                <a:gd name="GluePoint4Y" fmla="*/ 302609 h 1204245"/>
                <a:gd name="GluePoint5X" fmla="*/ 334328 w 1126902"/>
                <a:gd name="GluePoint5Y" fmla="*/ 90773 h 1204245"/>
                <a:gd name="GluePoint6X" fmla="*/ 352330 w 1126902"/>
                <a:gd name="GluePoint6Y" fmla="*/ 90678 h 1204245"/>
                <a:gd name="GluePoint7X" fmla="*/ 453200 w 1126902"/>
                <a:gd name="GluePoint7Y" fmla="*/ 106204 h 1204245"/>
                <a:gd name="GluePoint8X" fmla="*/ 461201 w 1126902"/>
                <a:gd name="GluePoint8Y" fmla="*/ 128873 h 1204245"/>
                <a:gd name="GluePoint9X" fmla="*/ 461201 w 1126902"/>
                <a:gd name="GluePoint9Y" fmla="*/ 950119 h 1204245"/>
                <a:gd name="GluePoint10X" fmla="*/ 272510 w 1126902"/>
                <a:gd name="GluePoint10Y" fmla="*/ 1129475 h 1204245"/>
                <a:gd name="GluePoint11X" fmla="*/ 262700 w 1126902"/>
                <a:gd name="GluePoint11Y" fmla="*/ 1129856 h 1204245"/>
                <a:gd name="GluePoint12X" fmla="*/ 262700 w 1126902"/>
                <a:gd name="GluePoint12Y" fmla="*/ 1204246 h 1204245"/>
                <a:gd name="GluePoint13X" fmla="*/ 578548 w 1126902"/>
                <a:gd name="GluePoint13Y" fmla="*/ 1196911 h 1204245"/>
                <a:gd name="GluePoint14X" fmla="*/ 864203 w 1126902"/>
                <a:gd name="GluePoint14Y" fmla="*/ 1204246 h 1204245"/>
                <a:gd name="GluePoint15X" fmla="*/ 864203 w 1126902"/>
                <a:gd name="GluePoint15Y" fmla="*/ 1129856 h 1204245"/>
                <a:gd name="GluePoint16X" fmla="*/ 854393 w 1126902"/>
                <a:gd name="GluePoint16Y" fmla="*/ 1129475 h 1204245"/>
                <a:gd name="GluePoint17X" fmla="*/ 665702 w 1126902"/>
                <a:gd name="GluePoint17Y" fmla="*/ 950119 h 1204245"/>
                <a:gd name="GluePoint18X" fmla="*/ 665702 w 1126902"/>
                <a:gd name="GluePoint18Y" fmla="*/ 128873 h 1204245"/>
                <a:gd name="GluePoint19X" fmla="*/ 673608 w 1126902"/>
                <a:gd name="GluePoint19Y" fmla="*/ 108490 h 1204245"/>
                <a:gd name="GluePoint20X" fmla="*/ 791718 w 1126902"/>
                <a:gd name="GluePoint20Y" fmla="*/ 90488 h 1204245"/>
                <a:gd name="GluePoint21X" fmla="*/ 815912 w 1126902"/>
                <a:gd name="GluePoint21Y" fmla="*/ 90773 h 1204245"/>
                <a:gd name="GluePoint22X" fmla="*/ 1052513 w 1126902"/>
                <a:gd name="GluePoint22Y" fmla="*/ 302895 h 1204245"/>
                <a:gd name="GluePoint23X" fmla="*/ 1053084 w 1126902"/>
                <a:gd name="GluePoint23Y" fmla="*/ 312420 h 1204245"/>
                <a:gd name="GluePoint24X" fmla="*/ 1126903 w 1126902"/>
                <a:gd name="GluePoint24Y" fmla="*/ 312420 h 1204245"/>
                <a:gd name="GluePoint25X" fmla="*/ 1126903 w 1126902"/>
                <a:gd name="GluePoint25Y" fmla="*/ 0 h 1204245"/>
                <a:gd name="GluePoint26X" fmla="*/ 563404 w 1126902"/>
                <a:gd name="GluePoint26Y" fmla="*/ 2857 h 1204245"/>
                <a:gd name="GluePoint27X" fmla="*/ 0 w 1126902"/>
                <a:gd name="GluePoint27Y" fmla="*/ 0 h 1204245"/>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 ang="0">
                  <a:pos x="GluePoint16X" y="GluePoint16Y"/>
                </a:cxn>
                <a:cxn ang="0">
                  <a:pos x="GluePoint17X" y="GluePoint17Y"/>
                </a:cxn>
                <a:cxn ang="0">
                  <a:pos x="GluePoint18X" y="GluePoint18Y"/>
                </a:cxn>
                <a:cxn ang="0">
                  <a:pos x="GluePoint19X" y="GluePoint19Y"/>
                </a:cxn>
                <a:cxn ang="0">
                  <a:pos x="GluePoint20X" y="GluePoint20Y"/>
                </a:cxn>
                <a:cxn ang="0">
                  <a:pos x="GluePoint21X" y="GluePoint21Y"/>
                </a:cxn>
                <a:cxn ang="0">
                  <a:pos x="GluePoint22X" y="GluePoint22Y"/>
                </a:cxn>
                <a:cxn ang="0">
                  <a:pos x="GluePoint23X" y="GluePoint23Y"/>
                </a:cxn>
                <a:cxn ang="0">
                  <a:pos x="GluePoint24X" y="GluePoint24Y"/>
                </a:cxn>
                <a:cxn ang="0">
                  <a:pos x="GluePoint25X" y="GluePoint25Y"/>
                </a:cxn>
                <a:cxn ang="0">
                  <a:pos x="GluePoint26X" y="GluePoint26Y"/>
                </a:cxn>
                <a:cxn ang="0">
                  <a:pos x="GluePoint27X" y="GluePoint27Y"/>
                </a:cxn>
              </a:cxnLst>
              <a:rect l="textAreaLeft" t="textAreaTop" r="textAreaRight" b="textAreaBottom"/>
              <a:pathLst>
                <a:path w="1126902" h="1204245">
                  <a:moveTo>
                    <a:pt x="0" y="0"/>
                  </a:moveTo>
                  <a:lnTo>
                    <a:pt x="0" y="312420"/>
                  </a:lnTo>
                  <a:lnTo>
                    <a:pt x="74295" y="312420"/>
                  </a:lnTo>
                  <a:lnTo>
                    <a:pt x="74581" y="302609"/>
                  </a:lnTo>
                  <a:cubicBezTo>
                    <a:pt x="81344" y="99346"/>
                    <a:pt x="159163" y="90773"/>
                    <a:pt x="334328" y="90773"/>
                  </a:cubicBezTo>
                  <a:cubicBezTo>
                    <a:pt x="340328" y="90773"/>
                    <a:pt x="346424" y="90773"/>
                    <a:pt x="352330" y="90678"/>
                  </a:cubicBezTo>
                  <a:cubicBezTo>
                    <a:pt x="395859" y="90392"/>
                    <a:pt x="437007" y="90106"/>
                    <a:pt x="453200" y="106204"/>
                  </a:cubicBezTo>
                  <a:cubicBezTo>
                    <a:pt x="458629" y="111538"/>
                    <a:pt x="461201" y="118967"/>
                    <a:pt x="461201" y="128873"/>
                  </a:cubicBezTo>
                  <a:lnTo>
                    <a:pt x="461201" y="950119"/>
                  </a:lnTo>
                  <a:cubicBezTo>
                    <a:pt x="461201" y="1072039"/>
                    <a:pt x="444151" y="1122426"/>
                    <a:pt x="272510" y="1129475"/>
                  </a:cubicBezTo>
                  <a:lnTo>
                    <a:pt x="262700" y="1129856"/>
                  </a:lnTo>
                  <a:lnTo>
                    <a:pt x="262700" y="1204246"/>
                  </a:lnTo>
                  <a:cubicBezTo>
                    <a:pt x="262700" y="1204246"/>
                    <a:pt x="462725" y="1196911"/>
                    <a:pt x="578548" y="1196911"/>
                  </a:cubicBezTo>
                  <a:cubicBezTo>
                    <a:pt x="666941" y="1196911"/>
                    <a:pt x="864203" y="1204246"/>
                    <a:pt x="864203" y="1204246"/>
                  </a:cubicBezTo>
                  <a:lnTo>
                    <a:pt x="864203" y="1129856"/>
                  </a:lnTo>
                  <a:lnTo>
                    <a:pt x="854393" y="1129475"/>
                  </a:lnTo>
                  <a:cubicBezTo>
                    <a:pt x="682752" y="1122426"/>
                    <a:pt x="665702" y="1072039"/>
                    <a:pt x="665702" y="950119"/>
                  </a:cubicBezTo>
                  <a:lnTo>
                    <a:pt x="665702" y="128873"/>
                  </a:lnTo>
                  <a:cubicBezTo>
                    <a:pt x="665702" y="120396"/>
                    <a:pt x="668369" y="113729"/>
                    <a:pt x="673608" y="108490"/>
                  </a:cubicBezTo>
                  <a:cubicBezTo>
                    <a:pt x="693420" y="89059"/>
                    <a:pt x="747903" y="89821"/>
                    <a:pt x="791718" y="90488"/>
                  </a:cubicBezTo>
                  <a:cubicBezTo>
                    <a:pt x="800005" y="90583"/>
                    <a:pt x="808196" y="90773"/>
                    <a:pt x="815912" y="90773"/>
                  </a:cubicBezTo>
                  <a:cubicBezTo>
                    <a:pt x="987267" y="90773"/>
                    <a:pt x="1042511" y="140303"/>
                    <a:pt x="1052513" y="302895"/>
                  </a:cubicBezTo>
                  <a:lnTo>
                    <a:pt x="1053084" y="312420"/>
                  </a:lnTo>
                  <a:lnTo>
                    <a:pt x="1126903" y="312420"/>
                  </a:lnTo>
                  <a:lnTo>
                    <a:pt x="1126903" y="0"/>
                  </a:lnTo>
                  <a:cubicBezTo>
                    <a:pt x="1126903" y="0"/>
                    <a:pt x="694468" y="2857"/>
                    <a:pt x="563404" y="2857"/>
                  </a:cubicBezTo>
                  <a:cubicBezTo>
                    <a:pt x="432340" y="2857"/>
                    <a:pt x="0" y="0"/>
                    <a:pt x="0" y="0"/>
                  </a:cubicBezTo>
                </a:path>
              </a:pathLst>
            </a:custGeom>
            <a:solidFill>
              <a:schemeClr val="bg1"/>
            </a:solidFill>
            <a:ln w="9525">
              <a:noFill/>
            </a:ln>
          </p:spPr>
          <p:style>
            <a:lnRef idx="0"/>
            <a:fillRef idx="0"/>
            <a:effectRef idx="0"/>
            <a:fontRef idx="minor"/>
          </p:style>
          <p:txBody>
            <a:bodyPr lIns="90000" tIns="45000" rIns="90000" bIns="45000" anchor="ctr">
              <a:noAutofit/>
            </a:bodyPr>
            <a:p>
              <a:endParaRPr lang="en-US" sz="1800" b="0" u="none" strike="noStrike">
                <a:solidFill>
                  <a:schemeClr val="dk1"/>
                </a:solidFill>
                <a:effectLst/>
                <a:uFillTx/>
                <a:latin typeface="Arial"/>
              </a:endParaRPr>
            </a:p>
          </p:txBody>
        </p:sp>
        <p:sp>
          <p:nvSpPr>
            <p:cNvPr id="54" name="Freeform 9"/>
            <p:cNvSpPr/>
            <p:nvPr/>
          </p:nvSpPr>
          <p:spPr>
            <a:xfrm>
              <a:off x="201960" y="6414120"/>
              <a:ext cx="297720" cy="300240"/>
            </a:xfrm>
            <a:custGeom>
              <a:avLst/>
              <a:gdLst>
                <a:gd name="textAreaLeft" fmla="*/ 0 w 297720"/>
                <a:gd name="textAreaRight" fmla="*/ 299160 w 297720"/>
                <a:gd name="textAreaTop" fmla="*/ 0 h 300240"/>
                <a:gd name="textAreaBottom" fmla="*/ 301680 h 300240"/>
                <a:gd name="GluePoint1X" fmla="*/ 372618 w 1195101"/>
                <a:gd name="GluePoint1Y" fmla="*/ 571786 h 1204626"/>
                <a:gd name="GluePoint2X" fmla="*/ 372523 w 1195101"/>
                <a:gd name="GluePoint2Y" fmla="*/ 134303 h 1204626"/>
                <a:gd name="GluePoint3X" fmla="*/ 386239 w 1195101"/>
                <a:gd name="GluePoint3Y" fmla="*/ 86487 h 1204626"/>
                <a:gd name="GluePoint4X" fmla="*/ 498348 w 1195101"/>
                <a:gd name="GluePoint4Y" fmla="*/ 85630 h 1204626"/>
                <a:gd name="GluePoint5X" fmla="*/ 738473 w 1195101"/>
                <a:gd name="GluePoint5Y" fmla="*/ 330518 h 1204626"/>
                <a:gd name="GluePoint6X" fmla="*/ 640747 w 1195101"/>
                <a:gd name="GluePoint6Y" fmla="*/ 541687 h 1204626"/>
                <a:gd name="GluePoint7X" fmla="*/ 372618 w 1195101"/>
                <a:gd name="GluePoint7Y" fmla="*/ 571786 h 1204626"/>
                <a:gd name="GluePoint8X" fmla="*/ 1186529 w 1195101"/>
                <a:gd name="GluePoint8Y" fmla="*/ 1129760 h 1204626"/>
                <a:gd name="GluePoint9X" fmla="*/ 1017461 w 1195101"/>
                <a:gd name="GluePoint9Y" fmla="*/ 1040702 h 1204626"/>
                <a:gd name="GluePoint10X" fmla="*/ 661797 w 1195101"/>
                <a:gd name="GluePoint10Y" fmla="*/ 632460 h 1204626"/>
                <a:gd name="GluePoint11X" fmla="*/ 964597 w 1195101"/>
                <a:gd name="GluePoint11Y" fmla="*/ 305371 h 1204626"/>
                <a:gd name="GluePoint12X" fmla="*/ 831056 w 1195101"/>
                <a:gd name="GluePoint12Y" fmla="*/ 55816 h 1204626"/>
                <a:gd name="GluePoint13X" fmla="*/ 544639 w 1195101"/>
                <a:gd name="GluePoint13Y" fmla="*/ 190 h 1204626"/>
                <a:gd name="GluePoint14X" fmla="*/ 317468 w 1195101"/>
                <a:gd name="GluePoint14Y" fmla="*/ 4191 h 1204626"/>
                <a:gd name="GluePoint15X" fmla="*/ 191 w 1195101"/>
                <a:gd name="GluePoint15Y" fmla="*/ 0 h 1204626"/>
                <a:gd name="GluePoint16X" fmla="*/ 191 w 1195101"/>
                <a:gd name="GluePoint16Y" fmla="*/ 74866 h 1204626"/>
                <a:gd name="GluePoint17X" fmla="*/ 15050 w 1195101"/>
                <a:gd name="GluePoint17Y" fmla="*/ 74866 h 1204626"/>
                <a:gd name="GluePoint18X" fmla="*/ 152781 w 1195101"/>
                <a:gd name="GluePoint18Y" fmla="*/ 128683 h 1204626"/>
                <a:gd name="GluePoint19X" fmla="*/ 168307 w 1195101"/>
                <a:gd name="GluePoint19Y" fmla="*/ 350139 h 1204626"/>
                <a:gd name="GluePoint20X" fmla="*/ 168307 w 1195101"/>
                <a:gd name="GluePoint20Y" fmla="*/ 841248 h 1204626"/>
                <a:gd name="GluePoint21X" fmla="*/ 161068 w 1195101"/>
                <a:gd name="GluePoint21Y" fmla="*/ 1034129 h 1204626"/>
                <a:gd name="GluePoint22X" fmla="*/ 152686 w 1195101"/>
                <a:gd name="GluePoint22Y" fmla="*/ 1075944 h 1204626"/>
                <a:gd name="GluePoint23X" fmla="*/ 10382 w 1195101"/>
                <a:gd name="GluePoint23Y" fmla="*/ 1129665 h 1204626"/>
                <a:gd name="GluePoint24X" fmla="*/ 0 w 1195101"/>
                <a:gd name="GluePoint24Y" fmla="*/ 1129665 h 1204626"/>
                <a:gd name="GluePoint25X" fmla="*/ 0 w 1195101"/>
                <a:gd name="GluePoint25Y" fmla="*/ 1204532 h 1204626"/>
                <a:gd name="GluePoint26X" fmla="*/ 278225 w 1195101"/>
                <a:gd name="GluePoint26Y" fmla="*/ 1197102 h 1204626"/>
                <a:gd name="GluePoint27X" fmla="*/ 540734 w 1195101"/>
                <a:gd name="GluePoint27Y" fmla="*/ 1204532 h 1204626"/>
                <a:gd name="GluePoint28X" fmla="*/ 540734 w 1195101"/>
                <a:gd name="GluePoint28Y" fmla="*/ 1129665 h 1204626"/>
                <a:gd name="GluePoint29X" fmla="*/ 525971 w 1195101"/>
                <a:gd name="GluePoint29Y" fmla="*/ 1129665 h 1204626"/>
                <a:gd name="GluePoint30X" fmla="*/ 388239 w 1195101"/>
                <a:gd name="GluePoint30Y" fmla="*/ 1075754 h 1204626"/>
                <a:gd name="GluePoint31X" fmla="*/ 379857 w 1195101"/>
                <a:gd name="GluePoint31Y" fmla="*/ 1034034 h 1204626"/>
                <a:gd name="GluePoint32X" fmla="*/ 372618 w 1195101"/>
                <a:gd name="GluePoint32Y" fmla="*/ 854297 h 1204626"/>
                <a:gd name="GluePoint33X" fmla="*/ 372618 w 1195101"/>
                <a:gd name="GluePoint33Y" fmla="*/ 653510 h 1204626"/>
                <a:gd name="GluePoint34X" fmla="*/ 479107 w 1195101"/>
                <a:gd name="GluePoint34Y" fmla="*/ 702469 h 1204626"/>
                <a:gd name="GluePoint35X" fmla="*/ 501110 w 1195101"/>
                <a:gd name="GluePoint35Y" fmla="*/ 728472 h 1204626"/>
                <a:gd name="GluePoint36X" fmla="*/ 797909 w 1195101"/>
                <a:gd name="GluePoint36Y" fmla="*/ 1096804 h 1204626"/>
                <a:gd name="GluePoint37X" fmla="*/ 885158 w 1195101"/>
                <a:gd name="GluePoint37Y" fmla="*/ 1204532 h 1204626"/>
                <a:gd name="GluePoint38X" fmla="*/ 1027366 w 1195101"/>
                <a:gd name="GluePoint38Y" fmla="*/ 1200436 h 1204626"/>
                <a:gd name="GluePoint39X" fmla="*/ 1195102 w 1195101"/>
                <a:gd name="GluePoint39Y" fmla="*/ 1204627 h 1204626"/>
                <a:gd name="GluePoint40X" fmla="*/ 1195102 w 1195101"/>
                <a:gd name="GluePoint40Y" fmla="*/ 1131094 h 1204626"/>
                <a:gd name="GluePoint41X" fmla="*/ 1186529 w 1195101"/>
                <a:gd name="GluePoint41Y" fmla="*/ 1129760 h 1204626"/>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 ang="0">
                  <a:pos x="GluePoint16X" y="GluePoint16Y"/>
                </a:cxn>
                <a:cxn ang="0">
                  <a:pos x="GluePoint17X" y="GluePoint17Y"/>
                </a:cxn>
                <a:cxn ang="0">
                  <a:pos x="GluePoint18X" y="GluePoint18Y"/>
                </a:cxn>
                <a:cxn ang="0">
                  <a:pos x="GluePoint19X" y="GluePoint19Y"/>
                </a:cxn>
                <a:cxn ang="0">
                  <a:pos x="GluePoint20X" y="GluePoint20Y"/>
                </a:cxn>
                <a:cxn ang="0">
                  <a:pos x="GluePoint21X" y="GluePoint21Y"/>
                </a:cxn>
                <a:cxn ang="0">
                  <a:pos x="GluePoint22X" y="GluePoint22Y"/>
                </a:cxn>
                <a:cxn ang="0">
                  <a:pos x="GluePoint23X" y="GluePoint23Y"/>
                </a:cxn>
                <a:cxn ang="0">
                  <a:pos x="GluePoint24X" y="GluePoint24Y"/>
                </a:cxn>
                <a:cxn ang="0">
                  <a:pos x="GluePoint25X" y="GluePoint25Y"/>
                </a:cxn>
                <a:cxn ang="0">
                  <a:pos x="GluePoint26X" y="GluePoint26Y"/>
                </a:cxn>
                <a:cxn ang="0">
                  <a:pos x="GluePoint27X" y="GluePoint27Y"/>
                </a:cxn>
                <a:cxn ang="0">
                  <a:pos x="GluePoint28X" y="GluePoint28Y"/>
                </a:cxn>
                <a:cxn ang="0">
                  <a:pos x="GluePoint29X" y="GluePoint29Y"/>
                </a:cxn>
                <a:cxn ang="0">
                  <a:pos x="GluePoint30X" y="GluePoint30Y"/>
                </a:cxn>
                <a:cxn ang="0">
                  <a:pos x="GluePoint31X" y="GluePoint31Y"/>
                </a:cxn>
                <a:cxn ang="0">
                  <a:pos x="GluePoint32X" y="GluePoint32Y"/>
                </a:cxn>
                <a:cxn ang="0">
                  <a:pos x="GluePoint33X" y="GluePoint33Y"/>
                </a:cxn>
                <a:cxn ang="0">
                  <a:pos x="GluePoint34X" y="GluePoint34Y"/>
                </a:cxn>
                <a:cxn ang="0">
                  <a:pos x="GluePoint35X" y="GluePoint35Y"/>
                </a:cxn>
                <a:cxn ang="0">
                  <a:pos x="GluePoint36X" y="GluePoint36Y"/>
                </a:cxn>
                <a:cxn ang="0">
                  <a:pos x="GluePoint37X" y="GluePoint37Y"/>
                </a:cxn>
                <a:cxn ang="0">
                  <a:pos x="GluePoint38X" y="GluePoint38Y"/>
                </a:cxn>
                <a:cxn ang="0">
                  <a:pos x="GluePoint39X" y="GluePoint39Y"/>
                </a:cxn>
                <a:cxn ang="0">
                  <a:pos x="GluePoint40X" y="GluePoint40Y"/>
                </a:cxn>
                <a:cxn ang="0">
                  <a:pos x="GluePoint41X" y="GluePoint41Y"/>
                </a:cxn>
              </a:cxnLst>
              <a:rect l="textAreaLeft" t="textAreaTop" r="textAreaRight" b="textAreaBottom"/>
              <a:pathLst>
                <a:path w="1195101" h="1204626">
                  <a:moveTo>
                    <a:pt x="372618" y="571786"/>
                  </a:moveTo>
                  <a:cubicBezTo>
                    <a:pt x="372618" y="571786"/>
                    <a:pt x="372618" y="136874"/>
                    <a:pt x="372523" y="134303"/>
                  </a:cubicBezTo>
                  <a:cubicBezTo>
                    <a:pt x="372237" y="116967"/>
                    <a:pt x="371761" y="93250"/>
                    <a:pt x="386239" y="86487"/>
                  </a:cubicBezTo>
                  <a:cubicBezTo>
                    <a:pt x="396240" y="82105"/>
                    <a:pt x="493014" y="85630"/>
                    <a:pt x="498348" y="85630"/>
                  </a:cubicBezTo>
                  <a:cubicBezTo>
                    <a:pt x="650938" y="85630"/>
                    <a:pt x="738473" y="174974"/>
                    <a:pt x="738473" y="330518"/>
                  </a:cubicBezTo>
                  <a:cubicBezTo>
                    <a:pt x="738473" y="443960"/>
                    <a:pt x="708374" y="509016"/>
                    <a:pt x="640747" y="541687"/>
                  </a:cubicBezTo>
                  <a:cubicBezTo>
                    <a:pt x="577691" y="571976"/>
                    <a:pt x="372618" y="571786"/>
                    <a:pt x="372618" y="571786"/>
                  </a:cubicBezTo>
                  <a:moveTo>
                    <a:pt x="1186529" y="1129760"/>
                  </a:moveTo>
                  <a:cubicBezTo>
                    <a:pt x="1100138" y="1116235"/>
                    <a:pt x="1074134" y="1106424"/>
                    <a:pt x="1017461" y="1040702"/>
                  </a:cubicBezTo>
                  <a:lnTo>
                    <a:pt x="661797" y="632460"/>
                  </a:lnTo>
                  <a:cubicBezTo>
                    <a:pt x="849059" y="608076"/>
                    <a:pt x="964597" y="484251"/>
                    <a:pt x="964597" y="305371"/>
                  </a:cubicBezTo>
                  <a:cubicBezTo>
                    <a:pt x="964597" y="188976"/>
                    <a:pt x="919544" y="105061"/>
                    <a:pt x="831056" y="55816"/>
                  </a:cubicBezTo>
                  <a:cubicBezTo>
                    <a:pt x="763619" y="18383"/>
                    <a:pt x="670084" y="190"/>
                    <a:pt x="544639" y="190"/>
                  </a:cubicBezTo>
                  <a:cubicBezTo>
                    <a:pt x="507206" y="1143"/>
                    <a:pt x="416909" y="4191"/>
                    <a:pt x="317468" y="4191"/>
                  </a:cubicBezTo>
                  <a:cubicBezTo>
                    <a:pt x="214313" y="4191"/>
                    <a:pt x="191" y="0"/>
                    <a:pt x="191" y="0"/>
                  </a:cubicBezTo>
                  <a:lnTo>
                    <a:pt x="191" y="74866"/>
                  </a:lnTo>
                  <a:lnTo>
                    <a:pt x="15050" y="74866"/>
                  </a:lnTo>
                  <a:cubicBezTo>
                    <a:pt x="71818" y="74486"/>
                    <a:pt x="135731" y="74771"/>
                    <a:pt x="152781" y="128683"/>
                  </a:cubicBezTo>
                  <a:cubicBezTo>
                    <a:pt x="168307" y="175355"/>
                    <a:pt x="168307" y="306896"/>
                    <a:pt x="168307" y="350139"/>
                  </a:cubicBezTo>
                  <a:lnTo>
                    <a:pt x="168307" y="841248"/>
                  </a:lnTo>
                  <a:cubicBezTo>
                    <a:pt x="168307" y="895445"/>
                    <a:pt x="168307" y="977837"/>
                    <a:pt x="161068" y="1034129"/>
                  </a:cubicBezTo>
                  <a:cubicBezTo>
                    <a:pt x="158972" y="1050798"/>
                    <a:pt x="156210" y="1065276"/>
                    <a:pt x="152686" y="1075944"/>
                  </a:cubicBezTo>
                  <a:cubicBezTo>
                    <a:pt x="135350" y="1129665"/>
                    <a:pt x="66104" y="1129665"/>
                    <a:pt x="10382" y="1129665"/>
                  </a:cubicBezTo>
                  <a:lnTo>
                    <a:pt x="0" y="1129665"/>
                  </a:lnTo>
                  <a:lnTo>
                    <a:pt x="0" y="1204532"/>
                  </a:lnTo>
                  <a:cubicBezTo>
                    <a:pt x="0" y="1204532"/>
                    <a:pt x="166783" y="1197102"/>
                    <a:pt x="278225" y="1197102"/>
                  </a:cubicBezTo>
                  <a:cubicBezTo>
                    <a:pt x="374047" y="1197102"/>
                    <a:pt x="540734" y="1204246"/>
                    <a:pt x="540734" y="1204532"/>
                  </a:cubicBezTo>
                  <a:lnTo>
                    <a:pt x="540734" y="1129665"/>
                  </a:lnTo>
                  <a:lnTo>
                    <a:pt x="525971" y="1129665"/>
                  </a:lnTo>
                  <a:cubicBezTo>
                    <a:pt x="470059" y="1129951"/>
                    <a:pt x="406813" y="1129760"/>
                    <a:pt x="388239" y="1075754"/>
                  </a:cubicBezTo>
                  <a:cubicBezTo>
                    <a:pt x="384620" y="1065086"/>
                    <a:pt x="381953" y="1050607"/>
                    <a:pt x="379857" y="1034034"/>
                  </a:cubicBezTo>
                  <a:cubicBezTo>
                    <a:pt x="372618" y="978122"/>
                    <a:pt x="372618" y="898017"/>
                    <a:pt x="372618" y="854297"/>
                  </a:cubicBezTo>
                  <a:lnTo>
                    <a:pt x="372618" y="653510"/>
                  </a:lnTo>
                  <a:cubicBezTo>
                    <a:pt x="439198" y="654082"/>
                    <a:pt x="444913" y="661035"/>
                    <a:pt x="479107" y="702469"/>
                  </a:cubicBezTo>
                  <a:cubicBezTo>
                    <a:pt x="485489" y="710089"/>
                    <a:pt x="492728" y="718756"/>
                    <a:pt x="501110" y="728472"/>
                  </a:cubicBezTo>
                  <a:lnTo>
                    <a:pt x="797909" y="1096804"/>
                  </a:lnTo>
                  <a:lnTo>
                    <a:pt x="885158" y="1204532"/>
                  </a:lnTo>
                  <a:cubicBezTo>
                    <a:pt x="885158" y="1204532"/>
                    <a:pt x="980885" y="1200436"/>
                    <a:pt x="1027366" y="1200436"/>
                  </a:cubicBezTo>
                  <a:cubicBezTo>
                    <a:pt x="1094994" y="1200436"/>
                    <a:pt x="1195102" y="1204627"/>
                    <a:pt x="1195102" y="1204627"/>
                  </a:cubicBezTo>
                  <a:lnTo>
                    <a:pt x="1195102" y="1131094"/>
                  </a:lnTo>
                  <a:lnTo>
                    <a:pt x="1186529" y="1129760"/>
                  </a:lnTo>
                  <a:close/>
                </a:path>
              </a:pathLst>
            </a:custGeom>
            <a:solidFill>
              <a:schemeClr val="bg1"/>
            </a:solidFill>
            <a:ln w="9525">
              <a:noFill/>
            </a:ln>
          </p:spPr>
          <p:style>
            <a:lnRef idx="0"/>
            <a:fillRef idx="0"/>
            <a:effectRef idx="0"/>
            <a:fontRef idx="minor"/>
          </p:style>
          <p:txBody>
            <a:bodyPr lIns="90000" tIns="45000" rIns="90000" bIns="45000" anchor="ctr">
              <a:noAutofit/>
            </a:bodyPr>
            <a:p>
              <a:endParaRPr lang="en-US" sz="1800" b="0" u="none" strike="noStrike">
                <a:solidFill>
                  <a:schemeClr val="dk1"/>
                </a:solidFill>
                <a:effectLst/>
                <a:uFillTx/>
                <a:latin typeface="Arial"/>
              </a:endParaRPr>
            </a:p>
          </p:txBody>
        </p:sp>
      </p:grpSp>
      <p:sp>
        <p:nvSpPr>
          <p:cNvPr id="55" name="PlaceHolder 2"/>
          <p:cNvSpPr>
            <a:spLocks noGrp="1"/>
          </p:cNvSpPr>
          <p:nvPr>
            <p:ph type="title"/>
          </p:nvPr>
        </p:nvSpPr>
        <p:spPr>
          <a:xfrm>
            <a:off x="609480" y="273600"/>
            <a:ext cx="10971360" cy="1143720"/>
          </a:xfrm>
          <a:prstGeom prst="rect">
            <a:avLst/>
          </a:prstGeom>
          <a:noFill/>
          <a:ln w="0">
            <a:noFill/>
          </a:ln>
        </p:spPr>
        <p:txBody>
          <a:bodyPr lIns="0" tIns="0" rIns="0" bIns="0" anchor="ctr">
            <a:noAutofit/>
          </a:bodyPr>
          <a:lstStyle>
            <a:lvl1pPr indent="0" algn="l">
              <a:lnSpc>
                <a:spcPct val="100000"/>
              </a:lnSpc>
              <a:buNone/>
              <a:tabLst>
                <a:tab pos="0" algn="l"/>
              </a:tabLst>
              <a:defRPr lang="en-US" sz="1800" b="0" u="none" strike="noStrike">
                <a:solidFill>
                  <a:schemeClr val="dk1"/>
                </a:solidFill>
                <a:effectLst/>
                <a:uFillTx/>
                <a:latin typeface="Arial"/>
              </a:defRPr>
            </a:lvl1pPr>
          </a:lstStyle>
          <a:p>
            <a:pPr indent="0" algn="l">
              <a:lnSpc>
                <a:spcPct val="100000"/>
              </a:lnSpc>
              <a:buNone/>
              <a:tabLst>
                <a:tab pos="0" algn="l"/>
              </a:tabLst>
            </a:pPr>
            <a:r>
              <a:rPr lang="en-US" sz="1800" b="0" u="none" strike="noStrike">
                <a:solidFill>
                  <a:schemeClr val="dk1"/>
                </a:solidFill>
                <a:effectLst/>
                <a:uFillTx/>
                <a:latin typeface="Arial"/>
              </a:rPr>
              <a:t>Click to edit the title text format</a:t>
            </a:r>
            <a:endParaRPr lang="en-US" sz="1800" b="0" u="none" strike="noStrike">
              <a:solidFill>
                <a:schemeClr val="dk1"/>
              </a:solidFill>
              <a:effectLst/>
              <a:uFillTx/>
              <a:latin typeface="Arial"/>
            </a:endParaRPr>
          </a:p>
        </p:txBody>
      </p:sp>
    </p:spTree>
  </p:cSld>
</p:sldLayout>
</file>

<file path=ppt/slideLayouts/slideLayout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Layout 1 Header Bottom Reference">
    <p:bg>
      <p:bgPr>
        <a:solidFill>
          <a:srgbClr val="FFFFFF"/>
        </a:solidFill>
      </p:bgPr>
    </p:bg>
    <p:spTree>
      <p:nvGrpSpPr>
        <p:cNvPr id="1" name=""/>
        <p:cNvGrpSpPr/>
        <p:nvPr/>
      </p:nvGrpSpPr>
      <p:grpSpPr>
        <a:xfrm>
          <a:off x="0" y="0"/>
          <a:ext cx="0" cy="0"/>
          <a:chOff x="0" y="0"/>
          <a:chExt cx="0" cy="0"/>
        </a:xfrm>
      </p:grpSpPr>
      <p:sp>
        <p:nvSpPr>
          <p:cNvPr id="56" name="Rectangle 5"/>
          <p:cNvSpPr/>
          <p:nvPr/>
        </p:nvSpPr>
        <p:spPr>
          <a:xfrm>
            <a:off x="0" y="0"/>
            <a:ext cx="12190680" cy="666000"/>
          </a:xfrm>
          <a:prstGeom prst="rect">
            <a:avLst/>
          </a:prstGeom>
          <a:solidFill>
            <a:srgbClr val="F86901"/>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p>
            <a:endParaRPr lang="en-US" sz="1800" b="0" u="none" strike="noStrike">
              <a:solidFill>
                <a:schemeClr val="lt1"/>
              </a:solidFill>
              <a:effectLst/>
              <a:uFillTx/>
              <a:latin typeface="Arial"/>
            </a:endParaRPr>
          </a:p>
        </p:txBody>
      </p:sp>
      <p:sp>
        <p:nvSpPr>
          <p:cNvPr id="57" name="TextBox 10"/>
          <p:cNvSpPr/>
          <p:nvPr/>
        </p:nvSpPr>
        <p:spPr>
          <a:xfrm>
            <a:off x="11689200" y="269640"/>
            <a:ext cx="476280" cy="238680"/>
          </a:xfrm>
          <a:prstGeom prst="rect">
            <a:avLst/>
          </a:prstGeom>
          <a:noFill/>
          <a:ln w="0">
            <a:noFill/>
          </a:ln>
        </p:spPr>
        <p:style>
          <a:lnRef idx="0"/>
          <a:fillRef idx="0"/>
          <a:effectRef idx="0"/>
          <a:fontRef idx="minor"/>
        </p:style>
        <p:txBody>
          <a:bodyPr lIns="90000" tIns="45000" rIns="90000" bIns="45000" anchor="t">
            <a:spAutoFit/>
          </a:bodyPr>
          <a:p>
            <a:pPr defTabSz="914400">
              <a:lnSpc>
                <a:spcPct val="80000"/>
              </a:lnSpc>
            </a:pPr>
            <a:r>
              <a:rPr lang="en-US" sz="1200" b="0" u="none" strike="noStrike">
                <a:solidFill>
                  <a:srgbClr val="E56B2A"/>
                </a:solidFill>
                <a:effectLst/>
                <a:uFillTx/>
                <a:latin typeface="Georgia"/>
              </a:rPr>
              <a:t> </a:t>
            </a:r>
            <a:fld id="{877C33EC-36BD-45A6-B81F-BBA1CFA72BAD}" type="slidenum">
              <a:rPr lang="en-US" sz="1130" b="0" u="none" strike="noStrike">
                <a:solidFill>
                  <a:schemeClr val="lt1"/>
                </a:solidFill>
                <a:effectLst/>
                <a:uFillTx/>
                <a:latin typeface="Arial"/>
              </a:rPr>
              <a:t>&lt;number&gt;</a:t>
            </a:fld>
            <a:endParaRPr lang="en-US" sz="1130" b="0" u="none" strike="noStrike">
              <a:solidFill>
                <a:srgbClr val="000000"/>
              </a:solidFill>
              <a:effectLst/>
              <a:uFillTx/>
              <a:latin typeface="Arial"/>
            </a:endParaRPr>
          </a:p>
        </p:txBody>
      </p:sp>
      <p:pic>
        <p:nvPicPr>
          <p:cNvPr id="58" name="Graphic 11"/>
          <p:cNvPicPr/>
          <p:nvPr/>
        </p:nvPicPr>
        <p:blipFill>
          <a:blip r:embed="rId2">
            <a:extLst>
              <a:ext uri="{96DAC541-7B7A-43D3-8B79-37D633B846F1}">
                <asvg:svgBlip xmlns:asvg="http://schemas.microsoft.com/office/drawing/2016/SVG/main" r:embed="rId3"/>
              </a:ext>
            </a:extLst>
          </a:blip>
          <a:stretch/>
        </p:blipFill>
        <p:spPr>
          <a:xfrm>
            <a:off x="9069840" y="240840"/>
            <a:ext cx="2699280" cy="238680"/>
          </a:xfrm>
          <a:prstGeom prst="rect">
            <a:avLst/>
          </a:prstGeom>
          <a:noFill/>
          <a:ln w="0">
            <a:noFill/>
          </a:ln>
        </p:spPr>
      </p:pic>
      <p:grpSp>
        <p:nvGrpSpPr>
          <p:cNvPr id="59" name="Graphic 22"/>
          <p:cNvGrpSpPr/>
          <p:nvPr/>
        </p:nvGrpSpPr>
        <p:grpSpPr>
          <a:xfrm>
            <a:off x="201960" y="195840"/>
            <a:ext cx="797760" cy="300600"/>
            <a:chOff x="201960" y="195840"/>
            <a:chExt cx="797760" cy="300600"/>
          </a:xfrm>
        </p:grpSpPr>
        <p:sp>
          <p:nvSpPr>
            <p:cNvPr id="60" name="Freeform 2"/>
            <p:cNvSpPr/>
            <p:nvPr/>
          </p:nvSpPr>
          <p:spPr>
            <a:xfrm>
              <a:off x="540720" y="195840"/>
              <a:ext cx="135720" cy="300240"/>
            </a:xfrm>
            <a:custGeom>
              <a:avLst/>
              <a:gdLst>
                <a:gd name="textAreaLeft" fmla="*/ 0 w 135720"/>
                <a:gd name="textAreaRight" fmla="*/ 137160 w 135720"/>
                <a:gd name="textAreaTop" fmla="*/ 0 h 300240"/>
                <a:gd name="textAreaBottom" fmla="*/ 301680 h 300240"/>
                <a:gd name="GluePoint1X" fmla="*/ 393478 w 547877"/>
                <a:gd name="GluePoint1Y" fmla="*/ 129064 h 1204531"/>
                <a:gd name="GluePoint2X" fmla="*/ 537686 w 547877"/>
                <a:gd name="GluePoint2Y" fmla="*/ 74771 h 1204531"/>
                <a:gd name="GluePoint3X" fmla="*/ 547878 w 547877"/>
                <a:gd name="GluePoint3Y" fmla="*/ 74771 h 1204531"/>
                <a:gd name="GluePoint4X" fmla="*/ 547878 w 547877"/>
                <a:gd name="GluePoint4Y" fmla="*/ 0 h 1204531"/>
                <a:gd name="GluePoint5X" fmla="*/ 267938 w 547877"/>
                <a:gd name="GluePoint5Y" fmla="*/ 4667 h 1204531"/>
                <a:gd name="GluePoint6X" fmla="*/ 0 w 547877"/>
                <a:gd name="GluePoint6Y" fmla="*/ 0 h 1204531"/>
                <a:gd name="GluePoint7X" fmla="*/ 0 w 547877"/>
                <a:gd name="GluePoint7Y" fmla="*/ 74771 h 1204531"/>
                <a:gd name="GluePoint8X" fmla="*/ 10192 w 547877"/>
                <a:gd name="GluePoint8Y" fmla="*/ 74771 h 1204531"/>
                <a:gd name="GluePoint9X" fmla="*/ 154400 w 547877"/>
                <a:gd name="GluePoint9Y" fmla="*/ 128968 h 1204531"/>
                <a:gd name="GluePoint10X" fmla="*/ 171640 w 547877"/>
                <a:gd name="GluePoint10Y" fmla="*/ 363188 h 1204531"/>
                <a:gd name="GluePoint11X" fmla="*/ 171640 w 547877"/>
                <a:gd name="GluePoint11Y" fmla="*/ 841153 h 1204531"/>
                <a:gd name="GluePoint12X" fmla="*/ 154496 w 547877"/>
                <a:gd name="GluePoint12Y" fmla="*/ 1075373 h 1204531"/>
                <a:gd name="GluePoint13X" fmla="*/ 10192 w 547877"/>
                <a:gd name="GluePoint13Y" fmla="*/ 1129569 h 1204531"/>
                <a:gd name="GluePoint14X" fmla="*/ 0 w 547877"/>
                <a:gd name="GluePoint14Y" fmla="*/ 1129569 h 1204531"/>
                <a:gd name="GluePoint15X" fmla="*/ 0 w 547877"/>
                <a:gd name="GluePoint15Y" fmla="*/ 1204531 h 1204531"/>
                <a:gd name="GluePoint16X" fmla="*/ 268224 w 547877"/>
                <a:gd name="GluePoint16Y" fmla="*/ 1197102 h 1204531"/>
                <a:gd name="GluePoint17X" fmla="*/ 547878 w 547877"/>
                <a:gd name="GluePoint17Y" fmla="*/ 1204531 h 1204531"/>
                <a:gd name="GluePoint18X" fmla="*/ 547878 w 547877"/>
                <a:gd name="GluePoint18Y" fmla="*/ 1129569 h 1204531"/>
                <a:gd name="GluePoint19X" fmla="*/ 537686 w 547877"/>
                <a:gd name="GluePoint19Y" fmla="*/ 1129569 h 1204531"/>
                <a:gd name="GluePoint20X" fmla="*/ 393478 w 547877"/>
                <a:gd name="GluePoint20Y" fmla="*/ 1075468 h 1204531"/>
                <a:gd name="GluePoint21X" fmla="*/ 376333 w 547877"/>
                <a:gd name="GluePoint21Y" fmla="*/ 841153 h 1204531"/>
                <a:gd name="GluePoint22X" fmla="*/ 376333 w 547877"/>
                <a:gd name="GluePoint22Y" fmla="*/ 363188 h 1204531"/>
                <a:gd name="GluePoint23X" fmla="*/ 393478 w 547877"/>
                <a:gd name="GluePoint23Y" fmla="*/ 129064 h 1204531"/>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 ang="0">
                  <a:pos x="GluePoint16X" y="GluePoint16Y"/>
                </a:cxn>
                <a:cxn ang="0">
                  <a:pos x="GluePoint17X" y="GluePoint17Y"/>
                </a:cxn>
                <a:cxn ang="0">
                  <a:pos x="GluePoint18X" y="GluePoint18Y"/>
                </a:cxn>
                <a:cxn ang="0">
                  <a:pos x="GluePoint19X" y="GluePoint19Y"/>
                </a:cxn>
                <a:cxn ang="0">
                  <a:pos x="GluePoint20X" y="GluePoint20Y"/>
                </a:cxn>
                <a:cxn ang="0">
                  <a:pos x="GluePoint21X" y="GluePoint21Y"/>
                </a:cxn>
                <a:cxn ang="0">
                  <a:pos x="GluePoint22X" y="GluePoint22Y"/>
                </a:cxn>
                <a:cxn ang="0">
                  <a:pos x="GluePoint23X" y="GluePoint23Y"/>
                </a:cxn>
              </a:cxnLst>
              <a:rect l="textAreaLeft" t="textAreaTop" r="textAreaRight" b="textAreaBottom"/>
              <a:pathLst>
                <a:path w="547877" h="1204531">
                  <a:moveTo>
                    <a:pt x="393478" y="129064"/>
                  </a:moveTo>
                  <a:cubicBezTo>
                    <a:pt x="414242" y="74771"/>
                    <a:pt x="482727" y="74771"/>
                    <a:pt x="537686" y="74771"/>
                  </a:cubicBezTo>
                  <a:lnTo>
                    <a:pt x="547878" y="74771"/>
                  </a:lnTo>
                  <a:lnTo>
                    <a:pt x="547878" y="0"/>
                  </a:lnTo>
                  <a:cubicBezTo>
                    <a:pt x="547878" y="0"/>
                    <a:pt x="333565" y="4667"/>
                    <a:pt x="267938" y="4667"/>
                  </a:cubicBezTo>
                  <a:cubicBezTo>
                    <a:pt x="200406" y="4667"/>
                    <a:pt x="0" y="0"/>
                    <a:pt x="0" y="0"/>
                  </a:cubicBezTo>
                  <a:lnTo>
                    <a:pt x="0" y="74771"/>
                  </a:lnTo>
                  <a:lnTo>
                    <a:pt x="10192" y="74771"/>
                  </a:lnTo>
                  <a:cubicBezTo>
                    <a:pt x="65246" y="74771"/>
                    <a:pt x="133731" y="74771"/>
                    <a:pt x="154400" y="128968"/>
                  </a:cubicBezTo>
                  <a:cubicBezTo>
                    <a:pt x="171640" y="175450"/>
                    <a:pt x="171640" y="307086"/>
                    <a:pt x="171640" y="363188"/>
                  </a:cubicBezTo>
                  <a:lnTo>
                    <a:pt x="171640" y="841153"/>
                  </a:lnTo>
                  <a:cubicBezTo>
                    <a:pt x="171640" y="897350"/>
                    <a:pt x="171640" y="1028890"/>
                    <a:pt x="154496" y="1075373"/>
                  </a:cubicBezTo>
                  <a:cubicBezTo>
                    <a:pt x="133731" y="1129569"/>
                    <a:pt x="65246" y="1129569"/>
                    <a:pt x="10192" y="1129569"/>
                  </a:cubicBezTo>
                  <a:lnTo>
                    <a:pt x="0" y="1129569"/>
                  </a:lnTo>
                  <a:lnTo>
                    <a:pt x="0" y="1204531"/>
                  </a:lnTo>
                  <a:cubicBezTo>
                    <a:pt x="0" y="1204341"/>
                    <a:pt x="173260" y="1197102"/>
                    <a:pt x="268224" y="1197102"/>
                  </a:cubicBezTo>
                  <a:cubicBezTo>
                    <a:pt x="377476" y="1197102"/>
                    <a:pt x="547878" y="1204531"/>
                    <a:pt x="547878" y="1204531"/>
                  </a:cubicBezTo>
                  <a:lnTo>
                    <a:pt x="547878" y="1129569"/>
                  </a:lnTo>
                  <a:lnTo>
                    <a:pt x="537686" y="1129569"/>
                  </a:lnTo>
                  <a:cubicBezTo>
                    <a:pt x="482727" y="1129569"/>
                    <a:pt x="414242" y="1129569"/>
                    <a:pt x="393478" y="1075468"/>
                  </a:cubicBezTo>
                  <a:cubicBezTo>
                    <a:pt x="376333" y="1028890"/>
                    <a:pt x="376333" y="897350"/>
                    <a:pt x="376333" y="841153"/>
                  </a:cubicBezTo>
                  <a:lnTo>
                    <a:pt x="376333" y="363188"/>
                  </a:lnTo>
                  <a:cubicBezTo>
                    <a:pt x="376333" y="307086"/>
                    <a:pt x="376333" y="175450"/>
                    <a:pt x="393478" y="129064"/>
                  </a:cubicBezTo>
                </a:path>
              </a:pathLst>
            </a:custGeom>
            <a:solidFill>
              <a:schemeClr val="bg1"/>
            </a:solidFill>
            <a:ln w="9525">
              <a:noFill/>
            </a:ln>
          </p:spPr>
          <p:style>
            <a:lnRef idx="0"/>
            <a:fillRef idx="0"/>
            <a:effectRef idx="0"/>
            <a:fontRef idx="minor"/>
          </p:style>
          <p:txBody>
            <a:bodyPr lIns="68040" tIns="45000" rIns="68040" bIns="45000" anchor="ctr">
              <a:noAutofit/>
            </a:bodyPr>
            <a:p>
              <a:endParaRPr lang="en-US" sz="1800" b="0" u="none" strike="noStrike">
                <a:solidFill>
                  <a:schemeClr val="dk1"/>
                </a:solidFill>
                <a:effectLst/>
                <a:uFillTx/>
                <a:latin typeface="Arial"/>
              </a:endParaRPr>
            </a:p>
          </p:txBody>
        </p:sp>
        <p:sp>
          <p:nvSpPr>
            <p:cNvPr id="61" name="Freeform 3"/>
            <p:cNvSpPr/>
            <p:nvPr/>
          </p:nvSpPr>
          <p:spPr>
            <a:xfrm>
              <a:off x="718920" y="196200"/>
              <a:ext cx="280800" cy="300240"/>
            </a:xfrm>
            <a:custGeom>
              <a:avLst/>
              <a:gdLst>
                <a:gd name="textAreaLeft" fmla="*/ 0 w 280800"/>
                <a:gd name="textAreaRight" fmla="*/ 282240 w 280800"/>
                <a:gd name="textAreaTop" fmla="*/ 0 h 300240"/>
                <a:gd name="textAreaBottom" fmla="*/ 301680 h 300240"/>
                <a:gd name="GluePoint1X" fmla="*/ 0 w 1126902"/>
                <a:gd name="GluePoint1Y" fmla="*/ 0 h 1204245"/>
                <a:gd name="GluePoint2X" fmla="*/ 0 w 1126902"/>
                <a:gd name="GluePoint2Y" fmla="*/ 312420 h 1204245"/>
                <a:gd name="GluePoint3X" fmla="*/ 74295 w 1126902"/>
                <a:gd name="GluePoint3Y" fmla="*/ 312420 h 1204245"/>
                <a:gd name="GluePoint4X" fmla="*/ 74581 w 1126902"/>
                <a:gd name="GluePoint4Y" fmla="*/ 302609 h 1204245"/>
                <a:gd name="GluePoint5X" fmla="*/ 334328 w 1126902"/>
                <a:gd name="GluePoint5Y" fmla="*/ 90773 h 1204245"/>
                <a:gd name="GluePoint6X" fmla="*/ 352330 w 1126902"/>
                <a:gd name="GluePoint6Y" fmla="*/ 90678 h 1204245"/>
                <a:gd name="GluePoint7X" fmla="*/ 453200 w 1126902"/>
                <a:gd name="GluePoint7Y" fmla="*/ 106204 h 1204245"/>
                <a:gd name="GluePoint8X" fmla="*/ 461201 w 1126902"/>
                <a:gd name="GluePoint8Y" fmla="*/ 128873 h 1204245"/>
                <a:gd name="GluePoint9X" fmla="*/ 461201 w 1126902"/>
                <a:gd name="GluePoint9Y" fmla="*/ 950119 h 1204245"/>
                <a:gd name="GluePoint10X" fmla="*/ 272510 w 1126902"/>
                <a:gd name="GluePoint10Y" fmla="*/ 1129475 h 1204245"/>
                <a:gd name="GluePoint11X" fmla="*/ 262700 w 1126902"/>
                <a:gd name="GluePoint11Y" fmla="*/ 1129856 h 1204245"/>
                <a:gd name="GluePoint12X" fmla="*/ 262700 w 1126902"/>
                <a:gd name="GluePoint12Y" fmla="*/ 1204246 h 1204245"/>
                <a:gd name="GluePoint13X" fmla="*/ 578548 w 1126902"/>
                <a:gd name="GluePoint13Y" fmla="*/ 1196911 h 1204245"/>
                <a:gd name="GluePoint14X" fmla="*/ 864203 w 1126902"/>
                <a:gd name="GluePoint14Y" fmla="*/ 1204246 h 1204245"/>
                <a:gd name="GluePoint15X" fmla="*/ 864203 w 1126902"/>
                <a:gd name="GluePoint15Y" fmla="*/ 1129856 h 1204245"/>
                <a:gd name="GluePoint16X" fmla="*/ 854393 w 1126902"/>
                <a:gd name="GluePoint16Y" fmla="*/ 1129475 h 1204245"/>
                <a:gd name="GluePoint17X" fmla="*/ 665702 w 1126902"/>
                <a:gd name="GluePoint17Y" fmla="*/ 950119 h 1204245"/>
                <a:gd name="GluePoint18X" fmla="*/ 665702 w 1126902"/>
                <a:gd name="GluePoint18Y" fmla="*/ 128873 h 1204245"/>
                <a:gd name="GluePoint19X" fmla="*/ 673608 w 1126902"/>
                <a:gd name="GluePoint19Y" fmla="*/ 108490 h 1204245"/>
                <a:gd name="GluePoint20X" fmla="*/ 791718 w 1126902"/>
                <a:gd name="GluePoint20Y" fmla="*/ 90488 h 1204245"/>
                <a:gd name="GluePoint21X" fmla="*/ 815912 w 1126902"/>
                <a:gd name="GluePoint21Y" fmla="*/ 90773 h 1204245"/>
                <a:gd name="GluePoint22X" fmla="*/ 1052513 w 1126902"/>
                <a:gd name="GluePoint22Y" fmla="*/ 302895 h 1204245"/>
                <a:gd name="GluePoint23X" fmla="*/ 1053084 w 1126902"/>
                <a:gd name="GluePoint23Y" fmla="*/ 312420 h 1204245"/>
                <a:gd name="GluePoint24X" fmla="*/ 1126903 w 1126902"/>
                <a:gd name="GluePoint24Y" fmla="*/ 312420 h 1204245"/>
                <a:gd name="GluePoint25X" fmla="*/ 1126903 w 1126902"/>
                <a:gd name="GluePoint25Y" fmla="*/ 0 h 1204245"/>
                <a:gd name="GluePoint26X" fmla="*/ 563404 w 1126902"/>
                <a:gd name="GluePoint26Y" fmla="*/ 2857 h 1204245"/>
                <a:gd name="GluePoint27X" fmla="*/ 0 w 1126902"/>
                <a:gd name="GluePoint27Y" fmla="*/ 0 h 1204245"/>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 ang="0">
                  <a:pos x="GluePoint16X" y="GluePoint16Y"/>
                </a:cxn>
                <a:cxn ang="0">
                  <a:pos x="GluePoint17X" y="GluePoint17Y"/>
                </a:cxn>
                <a:cxn ang="0">
                  <a:pos x="GluePoint18X" y="GluePoint18Y"/>
                </a:cxn>
                <a:cxn ang="0">
                  <a:pos x="GluePoint19X" y="GluePoint19Y"/>
                </a:cxn>
                <a:cxn ang="0">
                  <a:pos x="GluePoint20X" y="GluePoint20Y"/>
                </a:cxn>
                <a:cxn ang="0">
                  <a:pos x="GluePoint21X" y="GluePoint21Y"/>
                </a:cxn>
                <a:cxn ang="0">
                  <a:pos x="GluePoint22X" y="GluePoint22Y"/>
                </a:cxn>
                <a:cxn ang="0">
                  <a:pos x="GluePoint23X" y="GluePoint23Y"/>
                </a:cxn>
                <a:cxn ang="0">
                  <a:pos x="GluePoint24X" y="GluePoint24Y"/>
                </a:cxn>
                <a:cxn ang="0">
                  <a:pos x="GluePoint25X" y="GluePoint25Y"/>
                </a:cxn>
                <a:cxn ang="0">
                  <a:pos x="GluePoint26X" y="GluePoint26Y"/>
                </a:cxn>
                <a:cxn ang="0">
                  <a:pos x="GluePoint27X" y="GluePoint27Y"/>
                </a:cxn>
              </a:cxnLst>
              <a:rect l="textAreaLeft" t="textAreaTop" r="textAreaRight" b="textAreaBottom"/>
              <a:pathLst>
                <a:path w="1126902" h="1204245">
                  <a:moveTo>
                    <a:pt x="0" y="0"/>
                  </a:moveTo>
                  <a:lnTo>
                    <a:pt x="0" y="312420"/>
                  </a:lnTo>
                  <a:lnTo>
                    <a:pt x="74295" y="312420"/>
                  </a:lnTo>
                  <a:lnTo>
                    <a:pt x="74581" y="302609"/>
                  </a:lnTo>
                  <a:cubicBezTo>
                    <a:pt x="81344" y="99346"/>
                    <a:pt x="159163" y="90773"/>
                    <a:pt x="334328" y="90773"/>
                  </a:cubicBezTo>
                  <a:cubicBezTo>
                    <a:pt x="340328" y="90773"/>
                    <a:pt x="346424" y="90773"/>
                    <a:pt x="352330" y="90678"/>
                  </a:cubicBezTo>
                  <a:cubicBezTo>
                    <a:pt x="395859" y="90392"/>
                    <a:pt x="437007" y="90106"/>
                    <a:pt x="453200" y="106204"/>
                  </a:cubicBezTo>
                  <a:cubicBezTo>
                    <a:pt x="458629" y="111538"/>
                    <a:pt x="461201" y="118967"/>
                    <a:pt x="461201" y="128873"/>
                  </a:cubicBezTo>
                  <a:lnTo>
                    <a:pt x="461201" y="950119"/>
                  </a:lnTo>
                  <a:cubicBezTo>
                    <a:pt x="461201" y="1072039"/>
                    <a:pt x="444151" y="1122426"/>
                    <a:pt x="272510" y="1129475"/>
                  </a:cubicBezTo>
                  <a:lnTo>
                    <a:pt x="262700" y="1129856"/>
                  </a:lnTo>
                  <a:lnTo>
                    <a:pt x="262700" y="1204246"/>
                  </a:lnTo>
                  <a:cubicBezTo>
                    <a:pt x="262700" y="1204246"/>
                    <a:pt x="462725" y="1196911"/>
                    <a:pt x="578548" y="1196911"/>
                  </a:cubicBezTo>
                  <a:cubicBezTo>
                    <a:pt x="666941" y="1196911"/>
                    <a:pt x="864203" y="1204246"/>
                    <a:pt x="864203" y="1204246"/>
                  </a:cubicBezTo>
                  <a:lnTo>
                    <a:pt x="864203" y="1129856"/>
                  </a:lnTo>
                  <a:lnTo>
                    <a:pt x="854393" y="1129475"/>
                  </a:lnTo>
                  <a:cubicBezTo>
                    <a:pt x="682752" y="1122426"/>
                    <a:pt x="665702" y="1072039"/>
                    <a:pt x="665702" y="950119"/>
                  </a:cubicBezTo>
                  <a:lnTo>
                    <a:pt x="665702" y="128873"/>
                  </a:lnTo>
                  <a:cubicBezTo>
                    <a:pt x="665702" y="120396"/>
                    <a:pt x="668369" y="113729"/>
                    <a:pt x="673608" y="108490"/>
                  </a:cubicBezTo>
                  <a:cubicBezTo>
                    <a:pt x="693420" y="89059"/>
                    <a:pt x="747903" y="89821"/>
                    <a:pt x="791718" y="90488"/>
                  </a:cubicBezTo>
                  <a:cubicBezTo>
                    <a:pt x="800005" y="90583"/>
                    <a:pt x="808196" y="90773"/>
                    <a:pt x="815912" y="90773"/>
                  </a:cubicBezTo>
                  <a:cubicBezTo>
                    <a:pt x="987267" y="90773"/>
                    <a:pt x="1042511" y="140303"/>
                    <a:pt x="1052513" y="302895"/>
                  </a:cubicBezTo>
                  <a:lnTo>
                    <a:pt x="1053084" y="312420"/>
                  </a:lnTo>
                  <a:lnTo>
                    <a:pt x="1126903" y="312420"/>
                  </a:lnTo>
                  <a:lnTo>
                    <a:pt x="1126903" y="0"/>
                  </a:lnTo>
                  <a:cubicBezTo>
                    <a:pt x="1126903" y="0"/>
                    <a:pt x="694468" y="2857"/>
                    <a:pt x="563404" y="2857"/>
                  </a:cubicBezTo>
                  <a:cubicBezTo>
                    <a:pt x="432340" y="2857"/>
                    <a:pt x="0" y="0"/>
                    <a:pt x="0" y="0"/>
                  </a:cubicBezTo>
                </a:path>
              </a:pathLst>
            </a:custGeom>
            <a:solidFill>
              <a:schemeClr val="bg1"/>
            </a:solidFill>
            <a:ln w="9525">
              <a:noFill/>
            </a:ln>
          </p:spPr>
          <p:style>
            <a:lnRef idx="0"/>
            <a:fillRef idx="0"/>
            <a:effectRef idx="0"/>
            <a:fontRef idx="minor"/>
          </p:style>
          <p:txBody>
            <a:bodyPr lIns="90000" tIns="45000" rIns="90000" bIns="45000" anchor="ctr">
              <a:noAutofit/>
            </a:bodyPr>
            <a:p>
              <a:endParaRPr lang="en-US" sz="1800" b="0" u="none" strike="noStrike">
                <a:solidFill>
                  <a:schemeClr val="dk1"/>
                </a:solidFill>
                <a:effectLst/>
                <a:uFillTx/>
                <a:latin typeface="Arial"/>
              </a:endParaRPr>
            </a:p>
          </p:txBody>
        </p:sp>
        <p:sp>
          <p:nvSpPr>
            <p:cNvPr id="62" name="Freeform 4"/>
            <p:cNvSpPr/>
            <p:nvPr/>
          </p:nvSpPr>
          <p:spPr>
            <a:xfrm>
              <a:off x="201960" y="195840"/>
              <a:ext cx="297720" cy="300240"/>
            </a:xfrm>
            <a:custGeom>
              <a:avLst/>
              <a:gdLst>
                <a:gd name="textAreaLeft" fmla="*/ 0 w 297720"/>
                <a:gd name="textAreaRight" fmla="*/ 299160 w 297720"/>
                <a:gd name="textAreaTop" fmla="*/ 0 h 300240"/>
                <a:gd name="textAreaBottom" fmla="*/ 301680 h 300240"/>
                <a:gd name="GluePoint1X" fmla="*/ 372618 w 1195101"/>
                <a:gd name="GluePoint1Y" fmla="*/ 571786 h 1204626"/>
                <a:gd name="GluePoint2X" fmla="*/ 372523 w 1195101"/>
                <a:gd name="GluePoint2Y" fmla="*/ 134303 h 1204626"/>
                <a:gd name="GluePoint3X" fmla="*/ 386239 w 1195101"/>
                <a:gd name="GluePoint3Y" fmla="*/ 86487 h 1204626"/>
                <a:gd name="GluePoint4X" fmla="*/ 498348 w 1195101"/>
                <a:gd name="GluePoint4Y" fmla="*/ 85630 h 1204626"/>
                <a:gd name="GluePoint5X" fmla="*/ 738473 w 1195101"/>
                <a:gd name="GluePoint5Y" fmla="*/ 330518 h 1204626"/>
                <a:gd name="GluePoint6X" fmla="*/ 640747 w 1195101"/>
                <a:gd name="GluePoint6Y" fmla="*/ 541687 h 1204626"/>
                <a:gd name="GluePoint7X" fmla="*/ 372618 w 1195101"/>
                <a:gd name="GluePoint7Y" fmla="*/ 571786 h 1204626"/>
                <a:gd name="GluePoint8X" fmla="*/ 1186529 w 1195101"/>
                <a:gd name="GluePoint8Y" fmla="*/ 1129760 h 1204626"/>
                <a:gd name="GluePoint9X" fmla="*/ 1017461 w 1195101"/>
                <a:gd name="GluePoint9Y" fmla="*/ 1040702 h 1204626"/>
                <a:gd name="GluePoint10X" fmla="*/ 661797 w 1195101"/>
                <a:gd name="GluePoint10Y" fmla="*/ 632460 h 1204626"/>
                <a:gd name="GluePoint11X" fmla="*/ 964597 w 1195101"/>
                <a:gd name="GluePoint11Y" fmla="*/ 305371 h 1204626"/>
                <a:gd name="GluePoint12X" fmla="*/ 831056 w 1195101"/>
                <a:gd name="GluePoint12Y" fmla="*/ 55816 h 1204626"/>
                <a:gd name="GluePoint13X" fmla="*/ 544639 w 1195101"/>
                <a:gd name="GluePoint13Y" fmla="*/ 190 h 1204626"/>
                <a:gd name="GluePoint14X" fmla="*/ 317468 w 1195101"/>
                <a:gd name="GluePoint14Y" fmla="*/ 4191 h 1204626"/>
                <a:gd name="GluePoint15X" fmla="*/ 191 w 1195101"/>
                <a:gd name="GluePoint15Y" fmla="*/ 0 h 1204626"/>
                <a:gd name="GluePoint16X" fmla="*/ 191 w 1195101"/>
                <a:gd name="GluePoint16Y" fmla="*/ 74866 h 1204626"/>
                <a:gd name="GluePoint17X" fmla="*/ 15050 w 1195101"/>
                <a:gd name="GluePoint17Y" fmla="*/ 74866 h 1204626"/>
                <a:gd name="GluePoint18X" fmla="*/ 152781 w 1195101"/>
                <a:gd name="GluePoint18Y" fmla="*/ 128683 h 1204626"/>
                <a:gd name="GluePoint19X" fmla="*/ 168307 w 1195101"/>
                <a:gd name="GluePoint19Y" fmla="*/ 350139 h 1204626"/>
                <a:gd name="GluePoint20X" fmla="*/ 168307 w 1195101"/>
                <a:gd name="GluePoint20Y" fmla="*/ 841248 h 1204626"/>
                <a:gd name="GluePoint21X" fmla="*/ 161068 w 1195101"/>
                <a:gd name="GluePoint21Y" fmla="*/ 1034129 h 1204626"/>
                <a:gd name="GluePoint22X" fmla="*/ 152686 w 1195101"/>
                <a:gd name="GluePoint22Y" fmla="*/ 1075944 h 1204626"/>
                <a:gd name="GluePoint23X" fmla="*/ 10382 w 1195101"/>
                <a:gd name="GluePoint23Y" fmla="*/ 1129665 h 1204626"/>
                <a:gd name="GluePoint24X" fmla="*/ 0 w 1195101"/>
                <a:gd name="GluePoint24Y" fmla="*/ 1129665 h 1204626"/>
                <a:gd name="GluePoint25X" fmla="*/ 0 w 1195101"/>
                <a:gd name="GluePoint25Y" fmla="*/ 1204532 h 1204626"/>
                <a:gd name="GluePoint26X" fmla="*/ 278225 w 1195101"/>
                <a:gd name="GluePoint26Y" fmla="*/ 1197102 h 1204626"/>
                <a:gd name="GluePoint27X" fmla="*/ 540734 w 1195101"/>
                <a:gd name="GluePoint27Y" fmla="*/ 1204532 h 1204626"/>
                <a:gd name="GluePoint28X" fmla="*/ 540734 w 1195101"/>
                <a:gd name="GluePoint28Y" fmla="*/ 1129665 h 1204626"/>
                <a:gd name="GluePoint29X" fmla="*/ 525971 w 1195101"/>
                <a:gd name="GluePoint29Y" fmla="*/ 1129665 h 1204626"/>
                <a:gd name="GluePoint30X" fmla="*/ 388239 w 1195101"/>
                <a:gd name="GluePoint30Y" fmla="*/ 1075754 h 1204626"/>
                <a:gd name="GluePoint31X" fmla="*/ 379857 w 1195101"/>
                <a:gd name="GluePoint31Y" fmla="*/ 1034034 h 1204626"/>
                <a:gd name="GluePoint32X" fmla="*/ 372618 w 1195101"/>
                <a:gd name="GluePoint32Y" fmla="*/ 854297 h 1204626"/>
                <a:gd name="GluePoint33X" fmla="*/ 372618 w 1195101"/>
                <a:gd name="GluePoint33Y" fmla="*/ 653510 h 1204626"/>
                <a:gd name="GluePoint34X" fmla="*/ 479107 w 1195101"/>
                <a:gd name="GluePoint34Y" fmla="*/ 702469 h 1204626"/>
                <a:gd name="GluePoint35X" fmla="*/ 501110 w 1195101"/>
                <a:gd name="GluePoint35Y" fmla="*/ 728472 h 1204626"/>
                <a:gd name="GluePoint36X" fmla="*/ 797909 w 1195101"/>
                <a:gd name="GluePoint36Y" fmla="*/ 1096804 h 1204626"/>
                <a:gd name="GluePoint37X" fmla="*/ 885158 w 1195101"/>
                <a:gd name="GluePoint37Y" fmla="*/ 1204532 h 1204626"/>
                <a:gd name="GluePoint38X" fmla="*/ 1027366 w 1195101"/>
                <a:gd name="GluePoint38Y" fmla="*/ 1200436 h 1204626"/>
                <a:gd name="GluePoint39X" fmla="*/ 1195102 w 1195101"/>
                <a:gd name="GluePoint39Y" fmla="*/ 1204627 h 1204626"/>
                <a:gd name="GluePoint40X" fmla="*/ 1195102 w 1195101"/>
                <a:gd name="GluePoint40Y" fmla="*/ 1131094 h 1204626"/>
                <a:gd name="GluePoint41X" fmla="*/ 1186529 w 1195101"/>
                <a:gd name="GluePoint41Y" fmla="*/ 1129760 h 1204626"/>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 ang="0">
                  <a:pos x="GluePoint16X" y="GluePoint16Y"/>
                </a:cxn>
                <a:cxn ang="0">
                  <a:pos x="GluePoint17X" y="GluePoint17Y"/>
                </a:cxn>
                <a:cxn ang="0">
                  <a:pos x="GluePoint18X" y="GluePoint18Y"/>
                </a:cxn>
                <a:cxn ang="0">
                  <a:pos x="GluePoint19X" y="GluePoint19Y"/>
                </a:cxn>
                <a:cxn ang="0">
                  <a:pos x="GluePoint20X" y="GluePoint20Y"/>
                </a:cxn>
                <a:cxn ang="0">
                  <a:pos x="GluePoint21X" y="GluePoint21Y"/>
                </a:cxn>
                <a:cxn ang="0">
                  <a:pos x="GluePoint22X" y="GluePoint22Y"/>
                </a:cxn>
                <a:cxn ang="0">
                  <a:pos x="GluePoint23X" y="GluePoint23Y"/>
                </a:cxn>
                <a:cxn ang="0">
                  <a:pos x="GluePoint24X" y="GluePoint24Y"/>
                </a:cxn>
                <a:cxn ang="0">
                  <a:pos x="GluePoint25X" y="GluePoint25Y"/>
                </a:cxn>
                <a:cxn ang="0">
                  <a:pos x="GluePoint26X" y="GluePoint26Y"/>
                </a:cxn>
                <a:cxn ang="0">
                  <a:pos x="GluePoint27X" y="GluePoint27Y"/>
                </a:cxn>
                <a:cxn ang="0">
                  <a:pos x="GluePoint28X" y="GluePoint28Y"/>
                </a:cxn>
                <a:cxn ang="0">
                  <a:pos x="GluePoint29X" y="GluePoint29Y"/>
                </a:cxn>
                <a:cxn ang="0">
                  <a:pos x="GluePoint30X" y="GluePoint30Y"/>
                </a:cxn>
                <a:cxn ang="0">
                  <a:pos x="GluePoint31X" y="GluePoint31Y"/>
                </a:cxn>
                <a:cxn ang="0">
                  <a:pos x="GluePoint32X" y="GluePoint32Y"/>
                </a:cxn>
                <a:cxn ang="0">
                  <a:pos x="GluePoint33X" y="GluePoint33Y"/>
                </a:cxn>
                <a:cxn ang="0">
                  <a:pos x="GluePoint34X" y="GluePoint34Y"/>
                </a:cxn>
                <a:cxn ang="0">
                  <a:pos x="GluePoint35X" y="GluePoint35Y"/>
                </a:cxn>
                <a:cxn ang="0">
                  <a:pos x="GluePoint36X" y="GluePoint36Y"/>
                </a:cxn>
                <a:cxn ang="0">
                  <a:pos x="GluePoint37X" y="GluePoint37Y"/>
                </a:cxn>
                <a:cxn ang="0">
                  <a:pos x="GluePoint38X" y="GluePoint38Y"/>
                </a:cxn>
                <a:cxn ang="0">
                  <a:pos x="GluePoint39X" y="GluePoint39Y"/>
                </a:cxn>
                <a:cxn ang="0">
                  <a:pos x="GluePoint40X" y="GluePoint40Y"/>
                </a:cxn>
                <a:cxn ang="0">
                  <a:pos x="GluePoint41X" y="GluePoint41Y"/>
                </a:cxn>
              </a:cxnLst>
              <a:rect l="textAreaLeft" t="textAreaTop" r="textAreaRight" b="textAreaBottom"/>
              <a:pathLst>
                <a:path w="1195101" h="1204626">
                  <a:moveTo>
                    <a:pt x="372618" y="571786"/>
                  </a:moveTo>
                  <a:cubicBezTo>
                    <a:pt x="372618" y="571786"/>
                    <a:pt x="372618" y="136874"/>
                    <a:pt x="372523" y="134303"/>
                  </a:cubicBezTo>
                  <a:cubicBezTo>
                    <a:pt x="372237" y="116967"/>
                    <a:pt x="371761" y="93250"/>
                    <a:pt x="386239" y="86487"/>
                  </a:cubicBezTo>
                  <a:cubicBezTo>
                    <a:pt x="396240" y="82105"/>
                    <a:pt x="493014" y="85630"/>
                    <a:pt x="498348" y="85630"/>
                  </a:cubicBezTo>
                  <a:cubicBezTo>
                    <a:pt x="650938" y="85630"/>
                    <a:pt x="738473" y="174974"/>
                    <a:pt x="738473" y="330518"/>
                  </a:cubicBezTo>
                  <a:cubicBezTo>
                    <a:pt x="738473" y="443960"/>
                    <a:pt x="708374" y="509016"/>
                    <a:pt x="640747" y="541687"/>
                  </a:cubicBezTo>
                  <a:cubicBezTo>
                    <a:pt x="577691" y="571976"/>
                    <a:pt x="372618" y="571786"/>
                    <a:pt x="372618" y="571786"/>
                  </a:cubicBezTo>
                  <a:moveTo>
                    <a:pt x="1186529" y="1129760"/>
                  </a:moveTo>
                  <a:cubicBezTo>
                    <a:pt x="1100138" y="1116235"/>
                    <a:pt x="1074134" y="1106424"/>
                    <a:pt x="1017461" y="1040702"/>
                  </a:cubicBezTo>
                  <a:lnTo>
                    <a:pt x="661797" y="632460"/>
                  </a:lnTo>
                  <a:cubicBezTo>
                    <a:pt x="849059" y="608076"/>
                    <a:pt x="964597" y="484251"/>
                    <a:pt x="964597" y="305371"/>
                  </a:cubicBezTo>
                  <a:cubicBezTo>
                    <a:pt x="964597" y="188976"/>
                    <a:pt x="919544" y="105061"/>
                    <a:pt x="831056" y="55816"/>
                  </a:cubicBezTo>
                  <a:cubicBezTo>
                    <a:pt x="763619" y="18383"/>
                    <a:pt x="670084" y="190"/>
                    <a:pt x="544639" y="190"/>
                  </a:cubicBezTo>
                  <a:cubicBezTo>
                    <a:pt x="507206" y="1143"/>
                    <a:pt x="416909" y="4191"/>
                    <a:pt x="317468" y="4191"/>
                  </a:cubicBezTo>
                  <a:cubicBezTo>
                    <a:pt x="214313" y="4191"/>
                    <a:pt x="191" y="0"/>
                    <a:pt x="191" y="0"/>
                  </a:cubicBezTo>
                  <a:lnTo>
                    <a:pt x="191" y="74866"/>
                  </a:lnTo>
                  <a:lnTo>
                    <a:pt x="15050" y="74866"/>
                  </a:lnTo>
                  <a:cubicBezTo>
                    <a:pt x="71818" y="74486"/>
                    <a:pt x="135731" y="74771"/>
                    <a:pt x="152781" y="128683"/>
                  </a:cubicBezTo>
                  <a:cubicBezTo>
                    <a:pt x="168307" y="175355"/>
                    <a:pt x="168307" y="306896"/>
                    <a:pt x="168307" y="350139"/>
                  </a:cubicBezTo>
                  <a:lnTo>
                    <a:pt x="168307" y="841248"/>
                  </a:lnTo>
                  <a:cubicBezTo>
                    <a:pt x="168307" y="895445"/>
                    <a:pt x="168307" y="977837"/>
                    <a:pt x="161068" y="1034129"/>
                  </a:cubicBezTo>
                  <a:cubicBezTo>
                    <a:pt x="158972" y="1050798"/>
                    <a:pt x="156210" y="1065276"/>
                    <a:pt x="152686" y="1075944"/>
                  </a:cubicBezTo>
                  <a:cubicBezTo>
                    <a:pt x="135350" y="1129665"/>
                    <a:pt x="66104" y="1129665"/>
                    <a:pt x="10382" y="1129665"/>
                  </a:cubicBezTo>
                  <a:lnTo>
                    <a:pt x="0" y="1129665"/>
                  </a:lnTo>
                  <a:lnTo>
                    <a:pt x="0" y="1204532"/>
                  </a:lnTo>
                  <a:cubicBezTo>
                    <a:pt x="0" y="1204532"/>
                    <a:pt x="166783" y="1197102"/>
                    <a:pt x="278225" y="1197102"/>
                  </a:cubicBezTo>
                  <a:cubicBezTo>
                    <a:pt x="374047" y="1197102"/>
                    <a:pt x="540734" y="1204246"/>
                    <a:pt x="540734" y="1204532"/>
                  </a:cubicBezTo>
                  <a:lnTo>
                    <a:pt x="540734" y="1129665"/>
                  </a:lnTo>
                  <a:lnTo>
                    <a:pt x="525971" y="1129665"/>
                  </a:lnTo>
                  <a:cubicBezTo>
                    <a:pt x="470059" y="1129951"/>
                    <a:pt x="406813" y="1129760"/>
                    <a:pt x="388239" y="1075754"/>
                  </a:cubicBezTo>
                  <a:cubicBezTo>
                    <a:pt x="384620" y="1065086"/>
                    <a:pt x="381953" y="1050607"/>
                    <a:pt x="379857" y="1034034"/>
                  </a:cubicBezTo>
                  <a:cubicBezTo>
                    <a:pt x="372618" y="978122"/>
                    <a:pt x="372618" y="898017"/>
                    <a:pt x="372618" y="854297"/>
                  </a:cubicBezTo>
                  <a:lnTo>
                    <a:pt x="372618" y="653510"/>
                  </a:lnTo>
                  <a:cubicBezTo>
                    <a:pt x="439198" y="654082"/>
                    <a:pt x="444913" y="661035"/>
                    <a:pt x="479107" y="702469"/>
                  </a:cubicBezTo>
                  <a:cubicBezTo>
                    <a:pt x="485489" y="710089"/>
                    <a:pt x="492728" y="718756"/>
                    <a:pt x="501110" y="728472"/>
                  </a:cubicBezTo>
                  <a:lnTo>
                    <a:pt x="797909" y="1096804"/>
                  </a:lnTo>
                  <a:lnTo>
                    <a:pt x="885158" y="1204532"/>
                  </a:lnTo>
                  <a:cubicBezTo>
                    <a:pt x="885158" y="1204532"/>
                    <a:pt x="980885" y="1200436"/>
                    <a:pt x="1027366" y="1200436"/>
                  </a:cubicBezTo>
                  <a:cubicBezTo>
                    <a:pt x="1094994" y="1200436"/>
                    <a:pt x="1195102" y="1204627"/>
                    <a:pt x="1195102" y="1204627"/>
                  </a:cubicBezTo>
                  <a:lnTo>
                    <a:pt x="1195102" y="1131094"/>
                  </a:lnTo>
                  <a:lnTo>
                    <a:pt x="1186529" y="1129760"/>
                  </a:lnTo>
                  <a:close/>
                </a:path>
              </a:pathLst>
            </a:custGeom>
            <a:solidFill>
              <a:schemeClr val="bg1"/>
            </a:solidFill>
            <a:ln w="9525">
              <a:noFill/>
            </a:ln>
          </p:spPr>
          <p:style>
            <a:lnRef idx="0"/>
            <a:fillRef idx="0"/>
            <a:effectRef idx="0"/>
            <a:fontRef idx="minor"/>
          </p:style>
          <p:txBody>
            <a:bodyPr lIns="90000" tIns="45000" rIns="90000" bIns="45000" anchor="ctr">
              <a:noAutofit/>
            </a:bodyPr>
            <a:p>
              <a:endParaRPr lang="en-US" sz="1800" b="0" u="none" strike="noStrike">
                <a:solidFill>
                  <a:schemeClr val="dk1"/>
                </a:solidFill>
                <a:effectLst/>
                <a:uFillTx/>
                <a:latin typeface="Arial"/>
              </a:endParaRPr>
            </a:p>
          </p:txBody>
        </p:sp>
      </p:grpSp>
      <p:sp>
        <p:nvSpPr>
          <p:cNvPr id="63" name="Text Placeholder 14"/>
          <p:cNvSpPr/>
          <p:nvPr/>
        </p:nvSpPr>
        <p:spPr>
          <a:xfrm>
            <a:off x="386640" y="3434040"/>
            <a:ext cx="2464560" cy="953280"/>
          </a:xfrm>
          <a:prstGeom prst="rect">
            <a:avLst/>
          </a:prstGeom>
          <a:noFill/>
          <a:ln w="0">
            <a:noFill/>
          </a:ln>
        </p:spPr>
        <p:style>
          <a:lnRef idx="0"/>
          <a:fillRef idx="0"/>
          <a:effectRef idx="0"/>
          <a:fontRef idx="minor"/>
        </p:style>
        <p:txBody>
          <a:bodyPr lIns="90000" tIns="45000" rIns="90000" bIns="45000" anchor="t">
            <a:noAutofit/>
          </a:bodyPr>
          <a:p>
            <a:endParaRPr lang="en-US" sz="2000" b="1" u="none" strike="noStrike">
              <a:solidFill>
                <a:srgbClr val="E56B2A"/>
              </a:solidFill>
              <a:effectLst/>
              <a:uFillTx/>
              <a:latin typeface="Arial"/>
            </a:endParaRPr>
          </a:p>
        </p:txBody>
      </p:sp>
      <p:sp>
        <p:nvSpPr>
          <p:cNvPr id="64" name="Rectangle 20"/>
          <p:cNvSpPr/>
          <p:nvPr/>
        </p:nvSpPr>
        <p:spPr>
          <a:xfrm>
            <a:off x="0" y="0"/>
            <a:ext cx="12190680" cy="685656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p>
            <a:endParaRPr lang="en-US" sz="1800" b="0" u="none" strike="noStrike">
              <a:solidFill>
                <a:schemeClr val="lt1"/>
              </a:solidFill>
              <a:effectLst/>
              <a:uFillTx/>
              <a:latin typeface="Arial"/>
            </a:endParaRPr>
          </a:p>
        </p:txBody>
      </p:sp>
      <p:sp>
        <p:nvSpPr>
          <p:cNvPr id="65" name="PlaceHolder 1"/>
          <p:cNvSpPr>
            <a:spLocks noGrp="1"/>
          </p:cNvSpPr>
          <p:nvPr>
            <p:ph type="body" hasCustomPrompt="1"/>
          </p:nvPr>
        </p:nvSpPr>
        <p:spPr>
          <a:xfrm>
            <a:off x="744840" y="709560"/>
            <a:ext cx="3504600" cy="3543120"/>
          </a:xfrm>
          <a:prstGeom prst="rect">
            <a:avLst/>
          </a:prstGeom>
          <a:solidFill>
            <a:schemeClr val="lt1">
              <a:lumMod val="75000"/>
            </a:schemeClr>
          </a:solidFill>
          <a:ln w="0">
            <a:noFill/>
          </a:ln>
        </p:spPr>
        <p:txBody>
          <a:bodyPr lIns="90000" tIns="45000" rIns="90000" bIns="45000" anchor="ctr" anchorCtr="1">
            <a:noAutofit/>
          </a:bodyPr>
          <a:lstStyle>
            <a:lvl1pPr indent="0" algn="l" defTabSz="914400">
              <a:lnSpc>
                <a:spcPct val="90000"/>
              </a:lnSpc>
              <a:spcBef>
                <a:spcPts val="1001"/>
              </a:spcBef>
              <a:buNone/>
              <a:tabLst>
                <a:tab pos="0" algn="l"/>
              </a:tabLst>
              <a:defRPr lang="en-US" sz="2800" b="0" u="none" strike="noStrike">
                <a:solidFill>
                  <a:schemeClr val="dk1"/>
                </a:solidFill>
                <a:effectLst/>
                <a:uFillTx/>
                <a:latin typeface="Arial"/>
              </a:defRPr>
            </a:lvl1pPr>
          </a:lstStyle>
          <a:p>
            <a:pPr indent="0" algn="l" defTabSz="914400">
              <a:lnSpc>
                <a:spcPct val="90000"/>
              </a:lnSpc>
              <a:spcBef>
                <a:spcPts val="1001"/>
              </a:spcBef>
              <a:buNone/>
              <a:tabLst>
                <a:tab pos="0" algn="l"/>
              </a:tabLst>
            </a:pPr>
            <a:r>
              <a:rPr lang="en-US" sz="2800" b="0" u="none" strike="noStrike">
                <a:solidFill>
                  <a:schemeClr val="dk1"/>
                </a:solidFill>
                <a:effectLst/>
                <a:uFillTx/>
                <a:latin typeface="Arial"/>
              </a:rPr>
              <a:t>Place image/chart here</a:t>
            </a:r>
            <a:endParaRPr lang="en-US" sz="2800" b="1" u="none" strike="noStrike">
              <a:solidFill>
                <a:srgbClr val="F86901"/>
              </a:solidFill>
              <a:effectLst/>
              <a:uFillTx/>
              <a:latin typeface="Arial"/>
            </a:endParaRPr>
          </a:p>
        </p:txBody>
      </p:sp>
      <p:sp>
        <p:nvSpPr>
          <p:cNvPr id="66" name="Freeform 1"/>
          <p:cNvSpPr/>
          <p:nvPr/>
        </p:nvSpPr>
        <p:spPr>
          <a:xfrm>
            <a:off x="-1776600" y="568800"/>
            <a:ext cx="6206040" cy="10047240"/>
          </a:xfrm>
          <a:custGeom>
            <a:avLst/>
            <a:gdLst>
              <a:gd name="textAreaLeft" fmla="*/ 0 w 6206040"/>
              <a:gd name="textAreaRight" fmla="*/ 6207480 w 6206040"/>
              <a:gd name="textAreaTop" fmla="*/ 0 h 10047240"/>
              <a:gd name="textAreaBottom" fmla="*/ 10048680 h 10047240"/>
              <a:gd name="GluePoint1X" fmla="*/ 283845 w 690181"/>
              <a:gd name="GluePoint1Y" fmla="*/ 28575 h 1117282"/>
              <a:gd name="GluePoint2X" fmla="*/ 662845 w 690181"/>
              <a:gd name="GluePoint2Y" fmla="*/ 28575 h 1117282"/>
              <a:gd name="GluePoint3X" fmla="*/ 662845 w 690181"/>
              <a:gd name="GluePoint3Y" fmla="*/ 409003 h 1117282"/>
              <a:gd name="GluePoint4X" fmla="*/ 283845 w 690181"/>
              <a:gd name="GluePoint4Y" fmla="*/ 409003 h 1117282"/>
              <a:gd name="GluePoint5X" fmla="*/ 283845 w 690181"/>
              <a:gd name="GluePoint5Y" fmla="*/ 28575 h 1117282"/>
              <a:gd name="GluePoint6X" fmla="*/ 268319 w 690181"/>
              <a:gd name="GluePoint6Y" fmla="*/ 0 h 1117282"/>
              <a:gd name="GluePoint7X" fmla="*/ 0 w 690181"/>
              <a:gd name="GluePoint7Y" fmla="*/ 271748 h 1117282"/>
              <a:gd name="GluePoint8X" fmla="*/ 0 w 690181"/>
              <a:gd name="GluePoint8Y" fmla="*/ 1117283 h 1117282"/>
              <a:gd name="GluePoint9X" fmla="*/ 690181 w 690181"/>
              <a:gd name="GluePoint9Y" fmla="*/ 421196 h 1117282"/>
              <a:gd name="GluePoint10X" fmla="*/ 690086 w 690181"/>
              <a:gd name="GluePoint10Y" fmla="*/ 952 h 1117282"/>
              <a:gd name="GluePoint11X" fmla="*/ 268319 w 690181"/>
              <a:gd name="GluePoint11Y" fmla="*/ 0 h 1117282"/>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Lst>
            <a:rect l="textAreaLeft" t="textAreaTop" r="textAreaRight" b="textAreaBottom"/>
            <a:pathLst>
              <a:path w="690181" h="1117282">
                <a:moveTo>
                  <a:pt x="283845" y="28575"/>
                </a:moveTo>
                <a:lnTo>
                  <a:pt x="662845" y="28575"/>
                </a:lnTo>
                <a:lnTo>
                  <a:pt x="662845" y="409003"/>
                </a:lnTo>
                <a:lnTo>
                  <a:pt x="283845" y="409003"/>
                </a:lnTo>
                <a:lnTo>
                  <a:pt x="283845" y="28575"/>
                </a:lnTo>
                <a:close/>
                <a:moveTo>
                  <a:pt x="268319" y="0"/>
                </a:moveTo>
                <a:lnTo>
                  <a:pt x="0" y="271748"/>
                </a:lnTo>
                <a:lnTo>
                  <a:pt x="0" y="1117283"/>
                </a:lnTo>
                <a:lnTo>
                  <a:pt x="690181" y="421196"/>
                </a:lnTo>
                <a:lnTo>
                  <a:pt x="690086" y="952"/>
                </a:lnTo>
                <a:lnTo>
                  <a:pt x="268319" y="0"/>
                </a:lnTo>
                <a:close/>
              </a:path>
            </a:pathLst>
          </a:custGeom>
          <a:solidFill>
            <a:srgbClr val="E8E8E8"/>
          </a:solidFill>
          <a:ln w="9525">
            <a:noFill/>
          </a:ln>
        </p:spPr>
        <p:style>
          <a:lnRef idx="0"/>
          <a:fillRef idx="0"/>
          <a:effectRef idx="0"/>
          <a:fontRef idx="minor"/>
        </p:style>
        <p:txBody>
          <a:bodyPr lIns="90000" tIns="45000" rIns="90000" bIns="45000" anchor="ctr">
            <a:noAutofit/>
          </a:bodyPr>
          <a:p>
            <a:endParaRPr lang="en-US" sz="1800" b="0" u="none" strike="noStrike">
              <a:solidFill>
                <a:schemeClr val="dk1"/>
              </a:solidFill>
              <a:effectLst/>
              <a:uFillTx/>
              <a:latin typeface="Arial"/>
            </a:endParaRPr>
          </a:p>
        </p:txBody>
      </p:sp>
      <p:sp>
        <p:nvSpPr>
          <p:cNvPr id="67" name="Rectangle 2"/>
          <p:cNvSpPr/>
          <p:nvPr/>
        </p:nvSpPr>
        <p:spPr>
          <a:xfrm>
            <a:off x="0" y="6218280"/>
            <a:ext cx="12190680" cy="645120"/>
          </a:xfrm>
          <a:prstGeom prst="rect">
            <a:avLst/>
          </a:prstGeom>
          <a:solidFill>
            <a:srgbClr val="F86901"/>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p>
            <a:endParaRPr lang="en-US" sz="1800" b="0" u="none" strike="noStrike">
              <a:solidFill>
                <a:schemeClr val="lt1"/>
              </a:solidFill>
              <a:effectLst/>
              <a:uFillTx/>
              <a:latin typeface="Arial"/>
            </a:endParaRPr>
          </a:p>
        </p:txBody>
      </p:sp>
      <p:sp>
        <p:nvSpPr>
          <p:cNvPr id="68" name="TextBox 3"/>
          <p:cNvSpPr/>
          <p:nvPr/>
        </p:nvSpPr>
        <p:spPr>
          <a:xfrm>
            <a:off x="11689200" y="6487920"/>
            <a:ext cx="476280" cy="238680"/>
          </a:xfrm>
          <a:prstGeom prst="rect">
            <a:avLst/>
          </a:prstGeom>
          <a:noFill/>
          <a:ln w="0">
            <a:noFill/>
          </a:ln>
        </p:spPr>
        <p:style>
          <a:lnRef idx="0"/>
          <a:fillRef idx="0"/>
          <a:effectRef idx="0"/>
          <a:fontRef idx="minor"/>
        </p:style>
        <p:txBody>
          <a:bodyPr lIns="90000" tIns="45000" rIns="90000" bIns="45000" anchor="t">
            <a:spAutoFit/>
          </a:bodyPr>
          <a:p>
            <a:pPr defTabSz="914400">
              <a:lnSpc>
                <a:spcPct val="80000"/>
              </a:lnSpc>
            </a:pPr>
            <a:r>
              <a:rPr lang="en-US" sz="1200" b="0" u="none" strike="noStrike">
                <a:solidFill>
                  <a:schemeClr val="lt1"/>
                </a:solidFill>
                <a:effectLst/>
                <a:uFillTx/>
                <a:latin typeface="Georgia"/>
              </a:rPr>
              <a:t> </a:t>
            </a:r>
            <a:fld id="{EBD16EDD-89C0-40CE-9124-8CE9392FE66C}" type="slidenum">
              <a:rPr lang="en-US" sz="1130" b="0" u="none" strike="noStrike">
                <a:solidFill>
                  <a:schemeClr val="lt1"/>
                </a:solidFill>
                <a:effectLst/>
                <a:uFillTx/>
                <a:latin typeface="Arial"/>
              </a:rPr>
              <a:t>&lt;number&gt;</a:t>
            </a:fld>
            <a:endParaRPr lang="en-US" sz="1130" b="0" u="none" strike="noStrike">
              <a:solidFill>
                <a:srgbClr val="000000"/>
              </a:solidFill>
              <a:effectLst/>
              <a:uFillTx/>
              <a:latin typeface="Arial"/>
            </a:endParaRPr>
          </a:p>
        </p:txBody>
      </p:sp>
      <p:pic>
        <p:nvPicPr>
          <p:cNvPr id="69" name="Graphic 4"/>
          <p:cNvPicPr/>
          <p:nvPr/>
        </p:nvPicPr>
        <p:blipFill>
          <a:blip r:embed="rId4">
            <a:extLst>
              <a:ext uri="{96DAC541-7B7A-43D3-8B79-37D633B846F1}">
                <asvg:svgBlip xmlns:asvg="http://schemas.microsoft.com/office/drawing/2016/SVG/main" r:embed="rId5"/>
              </a:ext>
            </a:extLst>
          </a:blip>
          <a:stretch/>
        </p:blipFill>
        <p:spPr>
          <a:xfrm>
            <a:off x="9069840" y="6459120"/>
            <a:ext cx="2699280" cy="238680"/>
          </a:xfrm>
          <a:prstGeom prst="rect">
            <a:avLst/>
          </a:prstGeom>
          <a:noFill/>
          <a:ln w="0">
            <a:noFill/>
          </a:ln>
        </p:spPr>
      </p:pic>
      <p:grpSp>
        <p:nvGrpSpPr>
          <p:cNvPr id="70" name="Graphic 22"/>
          <p:cNvGrpSpPr/>
          <p:nvPr/>
        </p:nvGrpSpPr>
        <p:grpSpPr>
          <a:xfrm>
            <a:off x="201960" y="6414120"/>
            <a:ext cx="797760" cy="300600"/>
            <a:chOff x="201960" y="6414120"/>
            <a:chExt cx="797760" cy="300600"/>
          </a:xfrm>
        </p:grpSpPr>
        <p:sp>
          <p:nvSpPr>
            <p:cNvPr id="71" name="Freeform 7"/>
            <p:cNvSpPr/>
            <p:nvPr/>
          </p:nvSpPr>
          <p:spPr>
            <a:xfrm>
              <a:off x="540720" y="6414120"/>
              <a:ext cx="135720" cy="300240"/>
            </a:xfrm>
            <a:custGeom>
              <a:avLst/>
              <a:gdLst>
                <a:gd name="textAreaLeft" fmla="*/ 0 w 135720"/>
                <a:gd name="textAreaRight" fmla="*/ 137160 w 135720"/>
                <a:gd name="textAreaTop" fmla="*/ 0 h 300240"/>
                <a:gd name="textAreaBottom" fmla="*/ 301680 h 300240"/>
                <a:gd name="GluePoint1X" fmla="*/ 393478 w 547877"/>
                <a:gd name="GluePoint1Y" fmla="*/ 129064 h 1204531"/>
                <a:gd name="GluePoint2X" fmla="*/ 537686 w 547877"/>
                <a:gd name="GluePoint2Y" fmla="*/ 74771 h 1204531"/>
                <a:gd name="GluePoint3X" fmla="*/ 547878 w 547877"/>
                <a:gd name="GluePoint3Y" fmla="*/ 74771 h 1204531"/>
                <a:gd name="GluePoint4X" fmla="*/ 547878 w 547877"/>
                <a:gd name="GluePoint4Y" fmla="*/ 0 h 1204531"/>
                <a:gd name="GluePoint5X" fmla="*/ 267938 w 547877"/>
                <a:gd name="GluePoint5Y" fmla="*/ 4667 h 1204531"/>
                <a:gd name="GluePoint6X" fmla="*/ 0 w 547877"/>
                <a:gd name="GluePoint6Y" fmla="*/ 0 h 1204531"/>
                <a:gd name="GluePoint7X" fmla="*/ 0 w 547877"/>
                <a:gd name="GluePoint7Y" fmla="*/ 74771 h 1204531"/>
                <a:gd name="GluePoint8X" fmla="*/ 10192 w 547877"/>
                <a:gd name="GluePoint8Y" fmla="*/ 74771 h 1204531"/>
                <a:gd name="GluePoint9X" fmla="*/ 154400 w 547877"/>
                <a:gd name="GluePoint9Y" fmla="*/ 128968 h 1204531"/>
                <a:gd name="GluePoint10X" fmla="*/ 171640 w 547877"/>
                <a:gd name="GluePoint10Y" fmla="*/ 363188 h 1204531"/>
                <a:gd name="GluePoint11X" fmla="*/ 171640 w 547877"/>
                <a:gd name="GluePoint11Y" fmla="*/ 841153 h 1204531"/>
                <a:gd name="GluePoint12X" fmla="*/ 154496 w 547877"/>
                <a:gd name="GluePoint12Y" fmla="*/ 1075373 h 1204531"/>
                <a:gd name="GluePoint13X" fmla="*/ 10192 w 547877"/>
                <a:gd name="GluePoint13Y" fmla="*/ 1129569 h 1204531"/>
                <a:gd name="GluePoint14X" fmla="*/ 0 w 547877"/>
                <a:gd name="GluePoint14Y" fmla="*/ 1129569 h 1204531"/>
                <a:gd name="GluePoint15X" fmla="*/ 0 w 547877"/>
                <a:gd name="GluePoint15Y" fmla="*/ 1204531 h 1204531"/>
                <a:gd name="GluePoint16X" fmla="*/ 268224 w 547877"/>
                <a:gd name="GluePoint16Y" fmla="*/ 1197102 h 1204531"/>
                <a:gd name="GluePoint17X" fmla="*/ 547878 w 547877"/>
                <a:gd name="GluePoint17Y" fmla="*/ 1204531 h 1204531"/>
                <a:gd name="GluePoint18X" fmla="*/ 547878 w 547877"/>
                <a:gd name="GluePoint18Y" fmla="*/ 1129569 h 1204531"/>
                <a:gd name="GluePoint19X" fmla="*/ 537686 w 547877"/>
                <a:gd name="GluePoint19Y" fmla="*/ 1129569 h 1204531"/>
                <a:gd name="GluePoint20X" fmla="*/ 393478 w 547877"/>
                <a:gd name="GluePoint20Y" fmla="*/ 1075468 h 1204531"/>
                <a:gd name="GluePoint21X" fmla="*/ 376333 w 547877"/>
                <a:gd name="GluePoint21Y" fmla="*/ 841153 h 1204531"/>
                <a:gd name="GluePoint22X" fmla="*/ 376333 w 547877"/>
                <a:gd name="GluePoint22Y" fmla="*/ 363188 h 1204531"/>
                <a:gd name="GluePoint23X" fmla="*/ 393478 w 547877"/>
                <a:gd name="GluePoint23Y" fmla="*/ 129064 h 1204531"/>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 ang="0">
                  <a:pos x="GluePoint16X" y="GluePoint16Y"/>
                </a:cxn>
                <a:cxn ang="0">
                  <a:pos x="GluePoint17X" y="GluePoint17Y"/>
                </a:cxn>
                <a:cxn ang="0">
                  <a:pos x="GluePoint18X" y="GluePoint18Y"/>
                </a:cxn>
                <a:cxn ang="0">
                  <a:pos x="GluePoint19X" y="GluePoint19Y"/>
                </a:cxn>
                <a:cxn ang="0">
                  <a:pos x="GluePoint20X" y="GluePoint20Y"/>
                </a:cxn>
                <a:cxn ang="0">
                  <a:pos x="GluePoint21X" y="GluePoint21Y"/>
                </a:cxn>
                <a:cxn ang="0">
                  <a:pos x="GluePoint22X" y="GluePoint22Y"/>
                </a:cxn>
                <a:cxn ang="0">
                  <a:pos x="GluePoint23X" y="GluePoint23Y"/>
                </a:cxn>
              </a:cxnLst>
              <a:rect l="textAreaLeft" t="textAreaTop" r="textAreaRight" b="textAreaBottom"/>
              <a:pathLst>
                <a:path w="547877" h="1204531">
                  <a:moveTo>
                    <a:pt x="393478" y="129064"/>
                  </a:moveTo>
                  <a:cubicBezTo>
                    <a:pt x="414242" y="74771"/>
                    <a:pt x="482727" y="74771"/>
                    <a:pt x="537686" y="74771"/>
                  </a:cubicBezTo>
                  <a:lnTo>
                    <a:pt x="547878" y="74771"/>
                  </a:lnTo>
                  <a:lnTo>
                    <a:pt x="547878" y="0"/>
                  </a:lnTo>
                  <a:cubicBezTo>
                    <a:pt x="547878" y="0"/>
                    <a:pt x="333565" y="4667"/>
                    <a:pt x="267938" y="4667"/>
                  </a:cubicBezTo>
                  <a:cubicBezTo>
                    <a:pt x="200406" y="4667"/>
                    <a:pt x="0" y="0"/>
                    <a:pt x="0" y="0"/>
                  </a:cubicBezTo>
                  <a:lnTo>
                    <a:pt x="0" y="74771"/>
                  </a:lnTo>
                  <a:lnTo>
                    <a:pt x="10192" y="74771"/>
                  </a:lnTo>
                  <a:cubicBezTo>
                    <a:pt x="65246" y="74771"/>
                    <a:pt x="133731" y="74771"/>
                    <a:pt x="154400" y="128968"/>
                  </a:cubicBezTo>
                  <a:cubicBezTo>
                    <a:pt x="171640" y="175450"/>
                    <a:pt x="171640" y="307086"/>
                    <a:pt x="171640" y="363188"/>
                  </a:cubicBezTo>
                  <a:lnTo>
                    <a:pt x="171640" y="841153"/>
                  </a:lnTo>
                  <a:cubicBezTo>
                    <a:pt x="171640" y="897350"/>
                    <a:pt x="171640" y="1028890"/>
                    <a:pt x="154496" y="1075373"/>
                  </a:cubicBezTo>
                  <a:cubicBezTo>
                    <a:pt x="133731" y="1129569"/>
                    <a:pt x="65246" y="1129569"/>
                    <a:pt x="10192" y="1129569"/>
                  </a:cubicBezTo>
                  <a:lnTo>
                    <a:pt x="0" y="1129569"/>
                  </a:lnTo>
                  <a:lnTo>
                    <a:pt x="0" y="1204531"/>
                  </a:lnTo>
                  <a:cubicBezTo>
                    <a:pt x="0" y="1204341"/>
                    <a:pt x="173260" y="1197102"/>
                    <a:pt x="268224" y="1197102"/>
                  </a:cubicBezTo>
                  <a:cubicBezTo>
                    <a:pt x="377476" y="1197102"/>
                    <a:pt x="547878" y="1204531"/>
                    <a:pt x="547878" y="1204531"/>
                  </a:cubicBezTo>
                  <a:lnTo>
                    <a:pt x="547878" y="1129569"/>
                  </a:lnTo>
                  <a:lnTo>
                    <a:pt x="537686" y="1129569"/>
                  </a:lnTo>
                  <a:cubicBezTo>
                    <a:pt x="482727" y="1129569"/>
                    <a:pt x="414242" y="1129569"/>
                    <a:pt x="393478" y="1075468"/>
                  </a:cubicBezTo>
                  <a:cubicBezTo>
                    <a:pt x="376333" y="1028890"/>
                    <a:pt x="376333" y="897350"/>
                    <a:pt x="376333" y="841153"/>
                  </a:cubicBezTo>
                  <a:lnTo>
                    <a:pt x="376333" y="363188"/>
                  </a:lnTo>
                  <a:cubicBezTo>
                    <a:pt x="376333" y="307086"/>
                    <a:pt x="376333" y="175450"/>
                    <a:pt x="393478" y="129064"/>
                  </a:cubicBezTo>
                </a:path>
              </a:pathLst>
            </a:custGeom>
            <a:solidFill>
              <a:schemeClr val="bg1"/>
            </a:solidFill>
            <a:ln w="9525">
              <a:noFill/>
            </a:ln>
          </p:spPr>
          <p:style>
            <a:lnRef idx="0"/>
            <a:fillRef idx="0"/>
            <a:effectRef idx="0"/>
            <a:fontRef idx="minor"/>
          </p:style>
          <p:txBody>
            <a:bodyPr lIns="68040" tIns="45000" rIns="68040" bIns="45000" anchor="ctr">
              <a:noAutofit/>
            </a:bodyPr>
            <a:p>
              <a:endParaRPr lang="en-US" sz="1800" b="0" u="none" strike="noStrike">
                <a:solidFill>
                  <a:schemeClr val="dk1"/>
                </a:solidFill>
                <a:effectLst/>
                <a:uFillTx/>
                <a:latin typeface="Arial"/>
              </a:endParaRPr>
            </a:p>
          </p:txBody>
        </p:sp>
        <p:sp>
          <p:nvSpPr>
            <p:cNvPr id="72" name="Freeform 8"/>
            <p:cNvSpPr/>
            <p:nvPr/>
          </p:nvSpPr>
          <p:spPr>
            <a:xfrm>
              <a:off x="718920" y="6414480"/>
              <a:ext cx="280800" cy="300240"/>
            </a:xfrm>
            <a:custGeom>
              <a:avLst/>
              <a:gdLst>
                <a:gd name="textAreaLeft" fmla="*/ 0 w 280800"/>
                <a:gd name="textAreaRight" fmla="*/ 282240 w 280800"/>
                <a:gd name="textAreaTop" fmla="*/ 0 h 300240"/>
                <a:gd name="textAreaBottom" fmla="*/ 301680 h 300240"/>
                <a:gd name="GluePoint1X" fmla="*/ 0 w 1126902"/>
                <a:gd name="GluePoint1Y" fmla="*/ 0 h 1204245"/>
                <a:gd name="GluePoint2X" fmla="*/ 0 w 1126902"/>
                <a:gd name="GluePoint2Y" fmla="*/ 312420 h 1204245"/>
                <a:gd name="GluePoint3X" fmla="*/ 74295 w 1126902"/>
                <a:gd name="GluePoint3Y" fmla="*/ 312420 h 1204245"/>
                <a:gd name="GluePoint4X" fmla="*/ 74581 w 1126902"/>
                <a:gd name="GluePoint4Y" fmla="*/ 302609 h 1204245"/>
                <a:gd name="GluePoint5X" fmla="*/ 334328 w 1126902"/>
                <a:gd name="GluePoint5Y" fmla="*/ 90773 h 1204245"/>
                <a:gd name="GluePoint6X" fmla="*/ 352330 w 1126902"/>
                <a:gd name="GluePoint6Y" fmla="*/ 90678 h 1204245"/>
                <a:gd name="GluePoint7X" fmla="*/ 453200 w 1126902"/>
                <a:gd name="GluePoint7Y" fmla="*/ 106204 h 1204245"/>
                <a:gd name="GluePoint8X" fmla="*/ 461201 w 1126902"/>
                <a:gd name="GluePoint8Y" fmla="*/ 128873 h 1204245"/>
                <a:gd name="GluePoint9X" fmla="*/ 461201 w 1126902"/>
                <a:gd name="GluePoint9Y" fmla="*/ 950119 h 1204245"/>
                <a:gd name="GluePoint10X" fmla="*/ 272510 w 1126902"/>
                <a:gd name="GluePoint10Y" fmla="*/ 1129475 h 1204245"/>
                <a:gd name="GluePoint11X" fmla="*/ 262700 w 1126902"/>
                <a:gd name="GluePoint11Y" fmla="*/ 1129856 h 1204245"/>
                <a:gd name="GluePoint12X" fmla="*/ 262700 w 1126902"/>
                <a:gd name="GluePoint12Y" fmla="*/ 1204246 h 1204245"/>
                <a:gd name="GluePoint13X" fmla="*/ 578548 w 1126902"/>
                <a:gd name="GluePoint13Y" fmla="*/ 1196911 h 1204245"/>
                <a:gd name="GluePoint14X" fmla="*/ 864203 w 1126902"/>
                <a:gd name="GluePoint14Y" fmla="*/ 1204246 h 1204245"/>
                <a:gd name="GluePoint15X" fmla="*/ 864203 w 1126902"/>
                <a:gd name="GluePoint15Y" fmla="*/ 1129856 h 1204245"/>
                <a:gd name="GluePoint16X" fmla="*/ 854393 w 1126902"/>
                <a:gd name="GluePoint16Y" fmla="*/ 1129475 h 1204245"/>
                <a:gd name="GluePoint17X" fmla="*/ 665702 w 1126902"/>
                <a:gd name="GluePoint17Y" fmla="*/ 950119 h 1204245"/>
                <a:gd name="GluePoint18X" fmla="*/ 665702 w 1126902"/>
                <a:gd name="GluePoint18Y" fmla="*/ 128873 h 1204245"/>
                <a:gd name="GluePoint19X" fmla="*/ 673608 w 1126902"/>
                <a:gd name="GluePoint19Y" fmla="*/ 108490 h 1204245"/>
                <a:gd name="GluePoint20X" fmla="*/ 791718 w 1126902"/>
                <a:gd name="GluePoint20Y" fmla="*/ 90488 h 1204245"/>
                <a:gd name="GluePoint21X" fmla="*/ 815912 w 1126902"/>
                <a:gd name="GluePoint21Y" fmla="*/ 90773 h 1204245"/>
                <a:gd name="GluePoint22X" fmla="*/ 1052513 w 1126902"/>
                <a:gd name="GluePoint22Y" fmla="*/ 302895 h 1204245"/>
                <a:gd name="GluePoint23X" fmla="*/ 1053084 w 1126902"/>
                <a:gd name="GluePoint23Y" fmla="*/ 312420 h 1204245"/>
                <a:gd name="GluePoint24X" fmla="*/ 1126903 w 1126902"/>
                <a:gd name="GluePoint24Y" fmla="*/ 312420 h 1204245"/>
                <a:gd name="GluePoint25X" fmla="*/ 1126903 w 1126902"/>
                <a:gd name="GluePoint25Y" fmla="*/ 0 h 1204245"/>
                <a:gd name="GluePoint26X" fmla="*/ 563404 w 1126902"/>
                <a:gd name="GluePoint26Y" fmla="*/ 2857 h 1204245"/>
                <a:gd name="GluePoint27X" fmla="*/ 0 w 1126902"/>
                <a:gd name="GluePoint27Y" fmla="*/ 0 h 1204245"/>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 ang="0">
                  <a:pos x="GluePoint16X" y="GluePoint16Y"/>
                </a:cxn>
                <a:cxn ang="0">
                  <a:pos x="GluePoint17X" y="GluePoint17Y"/>
                </a:cxn>
                <a:cxn ang="0">
                  <a:pos x="GluePoint18X" y="GluePoint18Y"/>
                </a:cxn>
                <a:cxn ang="0">
                  <a:pos x="GluePoint19X" y="GluePoint19Y"/>
                </a:cxn>
                <a:cxn ang="0">
                  <a:pos x="GluePoint20X" y="GluePoint20Y"/>
                </a:cxn>
                <a:cxn ang="0">
                  <a:pos x="GluePoint21X" y="GluePoint21Y"/>
                </a:cxn>
                <a:cxn ang="0">
                  <a:pos x="GluePoint22X" y="GluePoint22Y"/>
                </a:cxn>
                <a:cxn ang="0">
                  <a:pos x="GluePoint23X" y="GluePoint23Y"/>
                </a:cxn>
                <a:cxn ang="0">
                  <a:pos x="GluePoint24X" y="GluePoint24Y"/>
                </a:cxn>
                <a:cxn ang="0">
                  <a:pos x="GluePoint25X" y="GluePoint25Y"/>
                </a:cxn>
                <a:cxn ang="0">
                  <a:pos x="GluePoint26X" y="GluePoint26Y"/>
                </a:cxn>
                <a:cxn ang="0">
                  <a:pos x="GluePoint27X" y="GluePoint27Y"/>
                </a:cxn>
              </a:cxnLst>
              <a:rect l="textAreaLeft" t="textAreaTop" r="textAreaRight" b="textAreaBottom"/>
              <a:pathLst>
                <a:path w="1126902" h="1204245">
                  <a:moveTo>
                    <a:pt x="0" y="0"/>
                  </a:moveTo>
                  <a:lnTo>
                    <a:pt x="0" y="312420"/>
                  </a:lnTo>
                  <a:lnTo>
                    <a:pt x="74295" y="312420"/>
                  </a:lnTo>
                  <a:lnTo>
                    <a:pt x="74581" y="302609"/>
                  </a:lnTo>
                  <a:cubicBezTo>
                    <a:pt x="81344" y="99346"/>
                    <a:pt x="159163" y="90773"/>
                    <a:pt x="334328" y="90773"/>
                  </a:cubicBezTo>
                  <a:cubicBezTo>
                    <a:pt x="340328" y="90773"/>
                    <a:pt x="346424" y="90773"/>
                    <a:pt x="352330" y="90678"/>
                  </a:cubicBezTo>
                  <a:cubicBezTo>
                    <a:pt x="395859" y="90392"/>
                    <a:pt x="437007" y="90106"/>
                    <a:pt x="453200" y="106204"/>
                  </a:cubicBezTo>
                  <a:cubicBezTo>
                    <a:pt x="458629" y="111538"/>
                    <a:pt x="461201" y="118967"/>
                    <a:pt x="461201" y="128873"/>
                  </a:cubicBezTo>
                  <a:lnTo>
                    <a:pt x="461201" y="950119"/>
                  </a:lnTo>
                  <a:cubicBezTo>
                    <a:pt x="461201" y="1072039"/>
                    <a:pt x="444151" y="1122426"/>
                    <a:pt x="272510" y="1129475"/>
                  </a:cubicBezTo>
                  <a:lnTo>
                    <a:pt x="262700" y="1129856"/>
                  </a:lnTo>
                  <a:lnTo>
                    <a:pt x="262700" y="1204246"/>
                  </a:lnTo>
                  <a:cubicBezTo>
                    <a:pt x="262700" y="1204246"/>
                    <a:pt x="462725" y="1196911"/>
                    <a:pt x="578548" y="1196911"/>
                  </a:cubicBezTo>
                  <a:cubicBezTo>
                    <a:pt x="666941" y="1196911"/>
                    <a:pt x="864203" y="1204246"/>
                    <a:pt x="864203" y="1204246"/>
                  </a:cubicBezTo>
                  <a:lnTo>
                    <a:pt x="864203" y="1129856"/>
                  </a:lnTo>
                  <a:lnTo>
                    <a:pt x="854393" y="1129475"/>
                  </a:lnTo>
                  <a:cubicBezTo>
                    <a:pt x="682752" y="1122426"/>
                    <a:pt x="665702" y="1072039"/>
                    <a:pt x="665702" y="950119"/>
                  </a:cubicBezTo>
                  <a:lnTo>
                    <a:pt x="665702" y="128873"/>
                  </a:lnTo>
                  <a:cubicBezTo>
                    <a:pt x="665702" y="120396"/>
                    <a:pt x="668369" y="113729"/>
                    <a:pt x="673608" y="108490"/>
                  </a:cubicBezTo>
                  <a:cubicBezTo>
                    <a:pt x="693420" y="89059"/>
                    <a:pt x="747903" y="89821"/>
                    <a:pt x="791718" y="90488"/>
                  </a:cubicBezTo>
                  <a:cubicBezTo>
                    <a:pt x="800005" y="90583"/>
                    <a:pt x="808196" y="90773"/>
                    <a:pt x="815912" y="90773"/>
                  </a:cubicBezTo>
                  <a:cubicBezTo>
                    <a:pt x="987267" y="90773"/>
                    <a:pt x="1042511" y="140303"/>
                    <a:pt x="1052513" y="302895"/>
                  </a:cubicBezTo>
                  <a:lnTo>
                    <a:pt x="1053084" y="312420"/>
                  </a:lnTo>
                  <a:lnTo>
                    <a:pt x="1126903" y="312420"/>
                  </a:lnTo>
                  <a:lnTo>
                    <a:pt x="1126903" y="0"/>
                  </a:lnTo>
                  <a:cubicBezTo>
                    <a:pt x="1126903" y="0"/>
                    <a:pt x="694468" y="2857"/>
                    <a:pt x="563404" y="2857"/>
                  </a:cubicBezTo>
                  <a:cubicBezTo>
                    <a:pt x="432340" y="2857"/>
                    <a:pt x="0" y="0"/>
                    <a:pt x="0" y="0"/>
                  </a:cubicBezTo>
                </a:path>
              </a:pathLst>
            </a:custGeom>
            <a:solidFill>
              <a:schemeClr val="bg1"/>
            </a:solidFill>
            <a:ln w="9525">
              <a:noFill/>
            </a:ln>
          </p:spPr>
          <p:style>
            <a:lnRef idx="0"/>
            <a:fillRef idx="0"/>
            <a:effectRef idx="0"/>
            <a:fontRef idx="minor"/>
          </p:style>
          <p:txBody>
            <a:bodyPr lIns="90000" tIns="45000" rIns="90000" bIns="45000" anchor="ctr">
              <a:noAutofit/>
            </a:bodyPr>
            <a:p>
              <a:endParaRPr lang="en-US" sz="1800" b="0" u="none" strike="noStrike">
                <a:solidFill>
                  <a:schemeClr val="dk1"/>
                </a:solidFill>
                <a:effectLst/>
                <a:uFillTx/>
                <a:latin typeface="Arial"/>
              </a:endParaRPr>
            </a:p>
          </p:txBody>
        </p:sp>
        <p:sp>
          <p:nvSpPr>
            <p:cNvPr id="73" name="Freeform 9"/>
            <p:cNvSpPr/>
            <p:nvPr/>
          </p:nvSpPr>
          <p:spPr>
            <a:xfrm>
              <a:off x="201960" y="6414120"/>
              <a:ext cx="297720" cy="300240"/>
            </a:xfrm>
            <a:custGeom>
              <a:avLst/>
              <a:gdLst>
                <a:gd name="textAreaLeft" fmla="*/ 0 w 297720"/>
                <a:gd name="textAreaRight" fmla="*/ 299160 w 297720"/>
                <a:gd name="textAreaTop" fmla="*/ 0 h 300240"/>
                <a:gd name="textAreaBottom" fmla="*/ 301680 h 300240"/>
                <a:gd name="GluePoint1X" fmla="*/ 372618 w 1195101"/>
                <a:gd name="GluePoint1Y" fmla="*/ 571786 h 1204626"/>
                <a:gd name="GluePoint2X" fmla="*/ 372523 w 1195101"/>
                <a:gd name="GluePoint2Y" fmla="*/ 134303 h 1204626"/>
                <a:gd name="GluePoint3X" fmla="*/ 386239 w 1195101"/>
                <a:gd name="GluePoint3Y" fmla="*/ 86487 h 1204626"/>
                <a:gd name="GluePoint4X" fmla="*/ 498348 w 1195101"/>
                <a:gd name="GluePoint4Y" fmla="*/ 85630 h 1204626"/>
                <a:gd name="GluePoint5X" fmla="*/ 738473 w 1195101"/>
                <a:gd name="GluePoint5Y" fmla="*/ 330518 h 1204626"/>
                <a:gd name="GluePoint6X" fmla="*/ 640747 w 1195101"/>
                <a:gd name="GluePoint6Y" fmla="*/ 541687 h 1204626"/>
                <a:gd name="GluePoint7X" fmla="*/ 372618 w 1195101"/>
                <a:gd name="GluePoint7Y" fmla="*/ 571786 h 1204626"/>
                <a:gd name="GluePoint8X" fmla="*/ 1186529 w 1195101"/>
                <a:gd name="GluePoint8Y" fmla="*/ 1129760 h 1204626"/>
                <a:gd name="GluePoint9X" fmla="*/ 1017461 w 1195101"/>
                <a:gd name="GluePoint9Y" fmla="*/ 1040702 h 1204626"/>
                <a:gd name="GluePoint10X" fmla="*/ 661797 w 1195101"/>
                <a:gd name="GluePoint10Y" fmla="*/ 632460 h 1204626"/>
                <a:gd name="GluePoint11X" fmla="*/ 964597 w 1195101"/>
                <a:gd name="GluePoint11Y" fmla="*/ 305371 h 1204626"/>
                <a:gd name="GluePoint12X" fmla="*/ 831056 w 1195101"/>
                <a:gd name="GluePoint12Y" fmla="*/ 55816 h 1204626"/>
                <a:gd name="GluePoint13X" fmla="*/ 544639 w 1195101"/>
                <a:gd name="GluePoint13Y" fmla="*/ 190 h 1204626"/>
                <a:gd name="GluePoint14X" fmla="*/ 317468 w 1195101"/>
                <a:gd name="GluePoint14Y" fmla="*/ 4191 h 1204626"/>
                <a:gd name="GluePoint15X" fmla="*/ 191 w 1195101"/>
                <a:gd name="GluePoint15Y" fmla="*/ 0 h 1204626"/>
                <a:gd name="GluePoint16X" fmla="*/ 191 w 1195101"/>
                <a:gd name="GluePoint16Y" fmla="*/ 74866 h 1204626"/>
                <a:gd name="GluePoint17X" fmla="*/ 15050 w 1195101"/>
                <a:gd name="GluePoint17Y" fmla="*/ 74866 h 1204626"/>
                <a:gd name="GluePoint18X" fmla="*/ 152781 w 1195101"/>
                <a:gd name="GluePoint18Y" fmla="*/ 128683 h 1204626"/>
                <a:gd name="GluePoint19X" fmla="*/ 168307 w 1195101"/>
                <a:gd name="GluePoint19Y" fmla="*/ 350139 h 1204626"/>
                <a:gd name="GluePoint20X" fmla="*/ 168307 w 1195101"/>
                <a:gd name="GluePoint20Y" fmla="*/ 841248 h 1204626"/>
                <a:gd name="GluePoint21X" fmla="*/ 161068 w 1195101"/>
                <a:gd name="GluePoint21Y" fmla="*/ 1034129 h 1204626"/>
                <a:gd name="GluePoint22X" fmla="*/ 152686 w 1195101"/>
                <a:gd name="GluePoint22Y" fmla="*/ 1075944 h 1204626"/>
                <a:gd name="GluePoint23X" fmla="*/ 10382 w 1195101"/>
                <a:gd name="GluePoint23Y" fmla="*/ 1129665 h 1204626"/>
                <a:gd name="GluePoint24X" fmla="*/ 0 w 1195101"/>
                <a:gd name="GluePoint24Y" fmla="*/ 1129665 h 1204626"/>
                <a:gd name="GluePoint25X" fmla="*/ 0 w 1195101"/>
                <a:gd name="GluePoint25Y" fmla="*/ 1204532 h 1204626"/>
                <a:gd name="GluePoint26X" fmla="*/ 278225 w 1195101"/>
                <a:gd name="GluePoint26Y" fmla="*/ 1197102 h 1204626"/>
                <a:gd name="GluePoint27X" fmla="*/ 540734 w 1195101"/>
                <a:gd name="GluePoint27Y" fmla="*/ 1204532 h 1204626"/>
                <a:gd name="GluePoint28X" fmla="*/ 540734 w 1195101"/>
                <a:gd name="GluePoint28Y" fmla="*/ 1129665 h 1204626"/>
                <a:gd name="GluePoint29X" fmla="*/ 525971 w 1195101"/>
                <a:gd name="GluePoint29Y" fmla="*/ 1129665 h 1204626"/>
                <a:gd name="GluePoint30X" fmla="*/ 388239 w 1195101"/>
                <a:gd name="GluePoint30Y" fmla="*/ 1075754 h 1204626"/>
                <a:gd name="GluePoint31X" fmla="*/ 379857 w 1195101"/>
                <a:gd name="GluePoint31Y" fmla="*/ 1034034 h 1204626"/>
                <a:gd name="GluePoint32X" fmla="*/ 372618 w 1195101"/>
                <a:gd name="GluePoint32Y" fmla="*/ 854297 h 1204626"/>
                <a:gd name="GluePoint33X" fmla="*/ 372618 w 1195101"/>
                <a:gd name="GluePoint33Y" fmla="*/ 653510 h 1204626"/>
                <a:gd name="GluePoint34X" fmla="*/ 479107 w 1195101"/>
                <a:gd name="GluePoint34Y" fmla="*/ 702469 h 1204626"/>
                <a:gd name="GluePoint35X" fmla="*/ 501110 w 1195101"/>
                <a:gd name="GluePoint35Y" fmla="*/ 728472 h 1204626"/>
                <a:gd name="GluePoint36X" fmla="*/ 797909 w 1195101"/>
                <a:gd name="GluePoint36Y" fmla="*/ 1096804 h 1204626"/>
                <a:gd name="GluePoint37X" fmla="*/ 885158 w 1195101"/>
                <a:gd name="GluePoint37Y" fmla="*/ 1204532 h 1204626"/>
                <a:gd name="GluePoint38X" fmla="*/ 1027366 w 1195101"/>
                <a:gd name="GluePoint38Y" fmla="*/ 1200436 h 1204626"/>
                <a:gd name="GluePoint39X" fmla="*/ 1195102 w 1195101"/>
                <a:gd name="GluePoint39Y" fmla="*/ 1204627 h 1204626"/>
                <a:gd name="GluePoint40X" fmla="*/ 1195102 w 1195101"/>
                <a:gd name="GluePoint40Y" fmla="*/ 1131094 h 1204626"/>
                <a:gd name="GluePoint41X" fmla="*/ 1186529 w 1195101"/>
                <a:gd name="GluePoint41Y" fmla="*/ 1129760 h 1204626"/>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 ang="0">
                  <a:pos x="GluePoint16X" y="GluePoint16Y"/>
                </a:cxn>
                <a:cxn ang="0">
                  <a:pos x="GluePoint17X" y="GluePoint17Y"/>
                </a:cxn>
                <a:cxn ang="0">
                  <a:pos x="GluePoint18X" y="GluePoint18Y"/>
                </a:cxn>
                <a:cxn ang="0">
                  <a:pos x="GluePoint19X" y="GluePoint19Y"/>
                </a:cxn>
                <a:cxn ang="0">
                  <a:pos x="GluePoint20X" y="GluePoint20Y"/>
                </a:cxn>
                <a:cxn ang="0">
                  <a:pos x="GluePoint21X" y="GluePoint21Y"/>
                </a:cxn>
                <a:cxn ang="0">
                  <a:pos x="GluePoint22X" y="GluePoint22Y"/>
                </a:cxn>
                <a:cxn ang="0">
                  <a:pos x="GluePoint23X" y="GluePoint23Y"/>
                </a:cxn>
                <a:cxn ang="0">
                  <a:pos x="GluePoint24X" y="GluePoint24Y"/>
                </a:cxn>
                <a:cxn ang="0">
                  <a:pos x="GluePoint25X" y="GluePoint25Y"/>
                </a:cxn>
                <a:cxn ang="0">
                  <a:pos x="GluePoint26X" y="GluePoint26Y"/>
                </a:cxn>
                <a:cxn ang="0">
                  <a:pos x="GluePoint27X" y="GluePoint27Y"/>
                </a:cxn>
                <a:cxn ang="0">
                  <a:pos x="GluePoint28X" y="GluePoint28Y"/>
                </a:cxn>
                <a:cxn ang="0">
                  <a:pos x="GluePoint29X" y="GluePoint29Y"/>
                </a:cxn>
                <a:cxn ang="0">
                  <a:pos x="GluePoint30X" y="GluePoint30Y"/>
                </a:cxn>
                <a:cxn ang="0">
                  <a:pos x="GluePoint31X" y="GluePoint31Y"/>
                </a:cxn>
                <a:cxn ang="0">
                  <a:pos x="GluePoint32X" y="GluePoint32Y"/>
                </a:cxn>
                <a:cxn ang="0">
                  <a:pos x="GluePoint33X" y="GluePoint33Y"/>
                </a:cxn>
                <a:cxn ang="0">
                  <a:pos x="GluePoint34X" y="GluePoint34Y"/>
                </a:cxn>
                <a:cxn ang="0">
                  <a:pos x="GluePoint35X" y="GluePoint35Y"/>
                </a:cxn>
                <a:cxn ang="0">
                  <a:pos x="GluePoint36X" y="GluePoint36Y"/>
                </a:cxn>
                <a:cxn ang="0">
                  <a:pos x="GluePoint37X" y="GluePoint37Y"/>
                </a:cxn>
                <a:cxn ang="0">
                  <a:pos x="GluePoint38X" y="GluePoint38Y"/>
                </a:cxn>
                <a:cxn ang="0">
                  <a:pos x="GluePoint39X" y="GluePoint39Y"/>
                </a:cxn>
                <a:cxn ang="0">
                  <a:pos x="GluePoint40X" y="GluePoint40Y"/>
                </a:cxn>
                <a:cxn ang="0">
                  <a:pos x="GluePoint41X" y="GluePoint41Y"/>
                </a:cxn>
              </a:cxnLst>
              <a:rect l="textAreaLeft" t="textAreaTop" r="textAreaRight" b="textAreaBottom"/>
              <a:pathLst>
                <a:path w="1195101" h="1204626">
                  <a:moveTo>
                    <a:pt x="372618" y="571786"/>
                  </a:moveTo>
                  <a:cubicBezTo>
                    <a:pt x="372618" y="571786"/>
                    <a:pt x="372618" y="136874"/>
                    <a:pt x="372523" y="134303"/>
                  </a:cubicBezTo>
                  <a:cubicBezTo>
                    <a:pt x="372237" y="116967"/>
                    <a:pt x="371761" y="93250"/>
                    <a:pt x="386239" y="86487"/>
                  </a:cubicBezTo>
                  <a:cubicBezTo>
                    <a:pt x="396240" y="82105"/>
                    <a:pt x="493014" y="85630"/>
                    <a:pt x="498348" y="85630"/>
                  </a:cubicBezTo>
                  <a:cubicBezTo>
                    <a:pt x="650938" y="85630"/>
                    <a:pt x="738473" y="174974"/>
                    <a:pt x="738473" y="330518"/>
                  </a:cubicBezTo>
                  <a:cubicBezTo>
                    <a:pt x="738473" y="443960"/>
                    <a:pt x="708374" y="509016"/>
                    <a:pt x="640747" y="541687"/>
                  </a:cubicBezTo>
                  <a:cubicBezTo>
                    <a:pt x="577691" y="571976"/>
                    <a:pt x="372618" y="571786"/>
                    <a:pt x="372618" y="571786"/>
                  </a:cubicBezTo>
                  <a:moveTo>
                    <a:pt x="1186529" y="1129760"/>
                  </a:moveTo>
                  <a:cubicBezTo>
                    <a:pt x="1100138" y="1116235"/>
                    <a:pt x="1074134" y="1106424"/>
                    <a:pt x="1017461" y="1040702"/>
                  </a:cubicBezTo>
                  <a:lnTo>
                    <a:pt x="661797" y="632460"/>
                  </a:lnTo>
                  <a:cubicBezTo>
                    <a:pt x="849059" y="608076"/>
                    <a:pt x="964597" y="484251"/>
                    <a:pt x="964597" y="305371"/>
                  </a:cubicBezTo>
                  <a:cubicBezTo>
                    <a:pt x="964597" y="188976"/>
                    <a:pt x="919544" y="105061"/>
                    <a:pt x="831056" y="55816"/>
                  </a:cubicBezTo>
                  <a:cubicBezTo>
                    <a:pt x="763619" y="18383"/>
                    <a:pt x="670084" y="190"/>
                    <a:pt x="544639" y="190"/>
                  </a:cubicBezTo>
                  <a:cubicBezTo>
                    <a:pt x="507206" y="1143"/>
                    <a:pt x="416909" y="4191"/>
                    <a:pt x="317468" y="4191"/>
                  </a:cubicBezTo>
                  <a:cubicBezTo>
                    <a:pt x="214313" y="4191"/>
                    <a:pt x="191" y="0"/>
                    <a:pt x="191" y="0"/>
                  </a:cubicBezTo>
                  <a:lnTo>
                    <a:pt x="191" y="74866"/>
                  </a:lnTo>
                  <a:lnTo>
                    <a:pt x="15050" y="74866"/>
                  </a:lnTo>
                  <a:cubicBezTo>
                    <a:pt x="71818" y="74486"/>
                    <a:pt x="135731" y="74771"/>
                    <a:pt x="152781" y="128683"/>
                  </a:cubicBezTo>
                  <a:cubicBezTo>
                    <a:pt x="168307" y="175355"/>
                    <a:pt x="168307" y="306896"/>
                    <a:pt x="168307" y="350139"/>
                  </a:cubicBezTo>
                  <a:lnTo>
                    <a:pt x="168307" y="841248"/>
                  </a:lnTo>
                  <a:cubicBezTo>
                    <a:pt x="168307" y="895445"/>
                    <a:pt x="168307" y="977837"/>
                    <a:pt x="161068" y="1034129"/>
                  </a:cubicBezTo>
                  <a:cubicBezTo>
                    <a:pt x="158972" y="1050798"/>
                    <a:pt x="156210" y="1065276"/>
                    <a:pt x="152686" y="1075944"/>
                  </a:cubicBezTo>
                  <a:cubicBezTo>
                    <a:pt x="135350" y="1129665"/>
                    <a:pt x="66104" y="1129665"/>
                    <a:pt x="10382" y="1129665"/>
                  </a:cubicBezTo>
                  <a:lnTo>
                    <a:pt x="0" y="1129665"/>
                  </a:lnTo>
                  <a:lnTo>
                    <a:pt x="0" y="1204532"/>
                  </a:lnTo>
                  <a:cubicBezTo>
                    <a:pt x="0" y="1204532"/>
                    <a:pt x="166783" y="1197102"/>
                    <a:pt x="278225" y="1197102"/>
                  </a:cubicBezTo>
                  <a:cubicBezTo>
                    <a:pt x="374047" y="1197102"/>
                    <a:pt x="540734" y="1204246"/>
                    <a:pt x="540734" y="1204532"/>
                  </a:cubicBezTo>
                  <a:lnTo>
                    <a:pt x="540734" y="1129665"/>
                  </a:lnTo>
                  <a:lnTo>
                    <a:pt x="525971" y="1129665"/>
                  </a:lnTo>
                  <a:cubicBezTo>
                    <a:pt x="470059" y="1129951"/>
                    <a:pt x="406813" y="1129760"/>
                    <a:pt x="388239" y="1075754"/>
                  </a:cubicBezTo>
                  <a:cubicBezTo>
                    <a:pt x="384620" y="1065086"/>
                    <a:pt x="381953" y="1050607"/>
                    <a:pt x="379857" y="1034034"/>
                  </a:cubicBezTo>
                  <a:cubicBezTo>
                    <a:pt x="372618" y="978122"/>
                    <a:pt x="372618" y="898017"/>
                    <a:pt x="372618" y="854297"/>
                  </a:cubicBezTo>
                  <a:lnTo>
                    <a:pt x="372618" y="653510"/>
                  </a:lnTo>
                  <a:cubicBezTo>
                    <a:pt x="439198" y="654082"/>
                    <a:pt x="444913" y="661035"/>
                    <a:pt x="479107" y="702469"/>
                  </a:cubicBezTo>
                  <a:cubicBezTo>
                    <a:pt x="485489" y="710089"/>
                    <a:pt x="492728" y="718756"/>
                    <a:pt x="501110" y="728472"/>
                  </a:cubicBezTo>
                  <a:lnTo>
                    <a:pt x="797909" y="1096804"/>
                  </a:lnTo>
                  <a:lnTo>
                    <a:pt x="885158" y="1204532"/>
                  </a:lnTo>
                  <a:cubicBezTo>
                    <a:pt x="885158" y="1204532"/>
                    <a:pt x="980885" y="1200436"/>
                    <a:pt x="1027366" y="1200436"/>
                  </a:cubicBezTo>
                  <a:cubicBezTo>
                    <a:pt x="1094994" y="1200436"/>
                    <a:pt x="1195102" y="1204627"/>
                    <a:pt x="1195102" y="1204627"/>
                  </a:cubicBezTo>
                  <a:lnTo>
                    <a:pt x="1195102" y="1131094"/>
                  </a:lnTo>
                  <a:lnTo>
                    <a:pt x="1186529" y="1129760"/>
                  </a:lnTo>
                  <a:close/>
                </a:path>
              </a:pathLst>
            </a:custGeom>
            <a:solidFill>
              <a:schemeClr val="bg1"/>
            </a:solidFill>
            <a:ln w="9525">
              <a:noFill/>
            </a:ln>
          </p:spPr>
          <p:style>
            <a:lnRef idx="0"/>
            <a:fillRef idx="0"/>
            <a:effectRef idx="0"/>
            <a:fontRef idx="minor"/>
          </p:style>
          <p:txBody>
            <a:bodyPr lIns="90000" tIns="45000" rIns="90000" bIns="45000" anchor="ctr">
              <a:noAutofit/>
            </a:bodyPr>
            <a:p>
              <a:endParaRPr lang="en-US" sz="1800" b="0" u="none" strike="noStrike">
                <a:solidFill>
                  <a:schemeClr val="dk1"/>
                </a:solidFill>
                <a:effectLst/>
                <a:uFillTx/>
                <a:latin typeface="Arial"/>
              </a:endParaRPr>
            </a:p>
          </p:txBody>
        </p:sp>
      </p:grpSp>
      <p:sp>
        <p:nvSpPr>
          <p:cNvPr id="74" name="PlaceHolder 2"/>
          <p:cNvSpPr>
            <a:spLocks noGrp="1"/>
          </p:cNvSpPr>
          <p:nvPr>
            <p:ph type="body"/>
          </p:nvPr>
        </p:nvSpPr>
        <p:spPr>
          <a:xfrm>
            <a:off x="4626360" y="1981800"/>
            <a:ext cx="7444080" cy="2041200"/>
          </a:xfrm>
          <a:prstGeom prst="rect">
            <a:avLst/>
          </a:prstGeom>
          <a:noFill/>
          <a:ln w="0">
            <a:noFill/>
          </a:ln>
        </p:spPr>
        <p:txBody>
          <a:bodyPr lIns="90000" tIns="45000" rIns="90000" bIns="45000" anchor="t">
            <a:noAutofit/>
          </a:bodyPr>
          <a:lstStyle>
            <a:lvl1pPr algn="l" defTabSz="914400">
              <a:lnSpc>
                <a:spcPct val="90000"/>
              </a:lnSpc>
              <a:spcBef>
                <a:spcPts val="1001"/>
              </a:spcBef>
              <a:buClr>
                <a:srgbClr val="F86901"/>
              </a:buClr>
              <a:buFont typeface="Wingdings" charset="2"/>
              <a:buChar char=""/>
              <a:tabLst>
                <a:tab pos="0" algn="l"/>
              </a:tabLst>
              <a:defRPr lang="en-US" sz="2200" b="0" u="none" strike="noStrike">
                <a:solidFill>
                  <a:schemeClr val="dk1"/>
                </a:solidFill>
                <a:effectLst/>
                <a:uFillTx/>
                <a:latin typeface="Arial"/>
              </a:defRPr>
            </a:lvl1pPr>
            <a:lvl2pPr lvl="1" algn="l" defTabSz="914400">
              <a:lnSpc>
                <a:spcPct val="90000"/>
              </a:lnSpc>
              <a:spcBef>
                <a:spcPts val="499"/>
              </a:spcBef>
              <a:buClr>
                <a:srgbClr val="F86901"/>
              </a:buClr>
              <a:buFont typeface="Wingdings" charset="2"/>
              <a:buChar char=""/>
              <a:tabLst>
                <a:tab pos="0" algn="l"/>
              </a:tabLst>
              <a:defRPr lang="en-US" sz="2000" b="0" u="none" strike="noStrike">
                <a:solidFill>
                  <a:schemeClr val="dk1"/>
                </a:solidFill>
                <a:effectLst/>
                <a:uFillTx/>
                <a:latin typeface="Arial"/>
              </a:defRPr>
            </a:lvl2pPr>
            <a:lvl3pPr lvl="2" algn="l" defTabSz="914400">
              <a:lnSpc>
                <a:spcPct val="90000"/>
              </a:lnSpc>
              <a:spcBef>
                <a:spcPts val="499"/>
              </a:spcBef>
              <a:buClr>
                <a:srgbClr val="F86901"/>
              </a:buClr>
              <a:buFont typeface="Wingdings" charset="2"/>
              <a:buChar char=""/>
              <a:tabLst>
                <a:tab pos="0" algn="l"/>
              </a:tabLst>
              <a:defRPr lang="en-US" sz="1800" b="0" u="none" strike="noStrike">
                <a:solidFill>
                  <a:schemeClr val="dk1"/>
                </a:solidFill>
                <a:effectLst/>
                <a:uFillTx/>
                <a:latin typeface="Arial"/>
              </a:defRPr>
            </a:lvl3pPr>
            <a:lvl4pPr lvl="3" algn="l" defTabSz="914400">
              <a:lnSpc>
                <a:spcPct val="90000"/>
              </a:lnSpc>
              <a:spcBef>
                <a:spcPts val="499"/>
              </a:spcBef>
              <a:buClr>
                <a:srgbClr val="F86901"/>
              </a:buClr>
              <a:buFont typeface="Wingdings" charset="2"/>
              <a:buChar char=""/>
              <a:tabLst>
                <a:tab pos="0" algn="l"/>
              </a:tabLst>
              <a:defRPr lang="en-US" sz="1600" b="0" u="none" strike="noStrike">
                <a:solidFill>
                  <a:schemeClr val="dk1"/>
                </a:solidFill>
                <a:effectLst/>
                <a:uFillTx/>
                <a:latin typeface="Arial"/>
              </a:defRPr>
            </a:lvl4pPr>
            <a:lvl5pPr lvl="4" algn="l" defTabSz="914400">
              <a:lnSpc>
                <a:spcPct val="90000"/>
              </a:lnSpc>
              <a:spcBef>
                <a:spcPts val="499"/>
              </a:spcBef>
              <a:buClr>
                <a:srgbClr val="F86901"/>
              </a:buClr>
              <a:buFont typeface="Wingdings" charset="2"/>
              <a:buChar char=""/>
              <a:tabLst>
                <a:tab pos="0" algn="l"/>
              </a:tabLst>
              <a:defRPr lang="en-US" sz="1400" b="0" u="none" strike="noStrike">
                <a:solidFill>
                  <a:schemeClr val="dk1"/>
                </a:solidFill>
                <a:effectLst/>
                <a:uFillTx/>
                <a:latin typeface="Arial"/>
              </a:defRPr>
            </a:lvl5pPr>
          </a:lstStyle>
          <a:p>
            <a:pPr marL="228600" indent="-228600" algn="l" defTabSz="914400">
              <a:lnSpc>
                <a:spcPct val="90000"/>
              </a:lnSpc>
              <a:spcBef>
                <a:spcPts val="1001"/>
              </a:spcBef>
              <a:buClr>
                <a:srgbClr val="F86901"/>
              </a:buClr>
              <a:buFont typeface="Wingdings" charset="2"/>
              <a:buChar char=""/>
              <a:tabLst>
                <a:tab pos="0" algn="l"/>
              </a:tabLst>
            </a:pPr>
            <a:r>
              <a:rPr lang="en-US" sz="2200" b="0" u="none" strike="noStrike">
                <a:solidFill>
                  <a:schemeClr val="dk1"/>
                </a:solidFill>
                <a:effectLst/>
                <a:uFillTx/>
                <a:latin typeface="Arial"/>
              </a:rPr>
              <a:t>Click to edit Master text styles</a:t>
            </a:r>
            <a:endParaRPr lang="en-US" sz="2200" b="1" u="none" strike="noStrike">
              <a:solidFill>
                <a:srgbClr val="F86901"/>
              </a:solidFill>
              <a:effectLst/>
              <a:uFillTx/>
              <a:latin typeface="Arial"/>
            </a:endParaRPr>
          </a:p>
          <a:p>
            <a:pPr marL="685800" lvl="1" indent="-228600" algn="l" defTabSz="914400">
              <a:lnSpc>
                <a:spcPct val="90000"/>
              </a:lnSpc>
              <a:spcBef>
                <a:spcPts val="499"/>
              </a:spcBef>
              <a:buClr>
                <a:srgbClr val="F86901"/>
              </a:buClr>
              <a:buFont typeface="Wingdings" charset="2"/>
              <a:buChar char=""/>
              <a:tabLst>
                <a:tab pos="0" algn="l"/>
              </a:tabLst>
            </a:pPr>
            <a:r>
              <a:rPr lang="en-US" sz="2000" b="0" u="none" strike="noStrike">
                <a:solidFill>
                  <a:schemeClr val="dk1"/>
                </a:solidFill>
                <a:effectLst/>
                <a:uFillTx/>
                <a:latin typeface="Arial"/>
              </a:rPr>
              <a:t>Second level</a:t>
            </a:r>
            <a:endParaRPr lang="en-US" sz="2000" b="0" u="none" strike="noStrike">
              <a:solidFill>
                <a:schemeClr val="dk1"/>
              </a:solidFill>
              <a:effectLst/>
              <a:uFillTx/>
              <a:latin typeface="Arial"/>
            </a:endParaRPr>
          </a:p>
          <a:p>
            <a:pPr marL="1143000" lvl="2" indent="-228600" algn="l" defTabSz="914400">
              <a:lnSpc>
                <a:spcPct val="90000"/>
              </a:lnSpc>
              <a:spcBef>
                <a:spcPts val="499"/>
              </a:spcBef>
              <a:buClr>
                <a:srgbClr val="F86901"/>
              </a:buClr>
              <a:buFont typeface="Wingdings" charset="2"/>
              <a:buChar char=""/>
              <a:tabLst>
                <a:tab pos="0" algn="l"/>
              </a:tabLst>
            </a:pPr>
            <a:r>
              <a:rPr lang="en-US" sz="1800" b="0" u="none" strike="noStrike">
                <a:solidFill>
                  <a:schemeClr val="dk1"/>
                </a:solidFill>
                <a:effectLst/>
                <a:uFillTx/>
                <a:latin typeface="Arial"/>
              </a:rPr>
              <a:t>Third level</a:t>
            </a:r>
            <a:endParaRPr lang="en-US" sz="1800" b="0" u="none" strike="noStrike">
              <a:solidFill>
                <a:schemeClr val="dk1"/>
              </a:solidFill>
              <a:effectLst/>
              <a:uFillTx/>
              <a:latin typeface="Arial"/>
            </a:endParaRPr>
          </a:p>
          <a:p>
            <a:pPr marL="1600200" lvl="3" indent="-228600" algn="l" defTabSz="914400">
              <a:lnSpc>
                <a:spcPct val="90000"/>
              </a:lnSpc>
              <a:spcBef>
                <a:spcPts val="499"/>
              </a:spcBef>
              <a:buClr>
                <a:srgbClr val="F86901"/>
              </a:buClr>
              <a:buFont typeface="Wingdings" charset="2"/>
              <a:buChar char=""/>
              <a:tabLst>
                <a:tab pos="0" algn="l"/>
              </a:tabLst>
            </a:pPr>
            <a:r>
              <a:rPr lang="en-US" sz="1600" b="0" u="none" strike="noStrike">
                <a:solidFill>
                  <a:schemeClr val="dk1"/>
                </a:solidFill>
                <a:effectLst/>
                <a:uFillTx/>
                <a:latin typeface="Arial"/>
              </a:rPr>
              <a:t>Fourth level</a:t>
            </a:r>
            <a:endParaRPr lang="en-US" sz="1600" b="0" u="none" strike="noStrike">
              <a:solidFill>
                <a:schemeClr val="dk1"/>
              </a:solidFill>
              <a:effectLst/>
              <a:uFillTx/>
              <a:latin typeface="Arial"/>
            </a:endParaRPr>
          </a:p>
          <a:p>
            <a:pPr marL="2057400" lvl="4" indent="-228600" algn="l" defTabSz="914400">
              <a:lnSpc>
                <a:spcPct val="90000"/>
              </a:lnSpc>
              <a:spcBef>
                <a:spcPts val="499"/>
              </a:spcBef>
              <a:buClr>
                <a:srgbClr val="F86901"/>
              </a:buClr>
              <a:buFont typeface="Wingdings" charset="2"/>
              <a:buChar char=""/>
              <a:tabLst>
                <a:tab pos="0" algn="l"/>
              </a:tabLst>
            </a:pPr>
            <a:r>
              <a:rPr lang="en-US" sz="1400" b="0" u="none" strike="noStrike">
                <a:solidFill>
                  <a:schemeClr val="dk1"/>
                </a:solidFill>
                <a:effectLst/>
                <a:uFillTx/>
                <a:latin typeface="Arial"/>
              </a:rPr>
              <a:t>Fifth level</a:t>
            </a:r>
            <a:endParaRPr lang="en-US" sz="1400" b="0" u="none" strike="noStrike">
              <a:solidFill>
                <a:schemeClr val="dk1"/>
              </a:solidFill>
              <a:effectLst/>
              <a:uFillTx/>
              <a:latin typeface="Arial"/>
            </a:endParaRPr>
          </a:p>
        </p:txBody>
      </p:sp>
      <p:sp>
        <p:nvSpPr>
          <p:cNvPr id="75" name="PlaceHolder 3"/>
          <p:cNvSpPr>
            <a:spLocks noGrp="1"/>
          </p:cNvSpPr>
          <p:nvPr>
            <p:ph type="title" hasCustomPrompt="1"/>
          </p:nvPr>
        </p:nvSpPr>
        <p:spPr>
          <a:xfrm>
            <a:off x="4588200" y="786960"/>
            <a:ext cx="7482600" cy="564480"/>
          </a:xfrm>
          <a:prstGeom prst="rect">
            <a:avLst/>
          </a:prstGeom>
          <a:noFill/>
          <a:ln w="0">
            <a:noFill/>
          </a:ln>
        </p:spPr>
        <p:txBody>
          <a:bodyPr lIns="91440" tIns="45720" rIns="91440" bIns="45720" anchor="ctr">
            <a:normAutofit fontScale="85000" lnSpcReduction="9999"/>
          </a:bodyPr>
          <a:lstStyle>
            <a:lvl1pPr indent="0" algn="l" defTabSz="914400">
              <a:lnSpc>
                <a:spcPct val="90000"/>
              </a:lnSpc>
              <a:buNone/>
              <a:tabLst>
                <a:tab pos="0" algn="l"/>
              </a:tabLst>
              <a:defRPr lang="en-US" sz="4400" b="1" u="none" strike="noStrike">
                <a:solidFill>
                  <a:schemeClr val="dk1"/>
                </a:solidFill>
                <a:effectLst/>
                <a:uFillTx/>
                <a:latin typeface="Arial"/>
              </a:defRPr>
            </a:lvl1pPr>
          </a:lstStyle>
          <a:p>
            <a:pPr indent="0" algn="l" defTabSz="914400">
              <a:lnSpc>
                <a:spcPct val="90000"/>
              </a:lnSpc>
              <a:buNone/>
              <a:tabLst>
                <a:tab pos="0" algn="l"/>
              </a:tabLst>
            </a:pPr>
            <a:r>
              <a:rPr lang="en-US" sz="4400" b="1" u="none" strike="noStrike">
                <a:solidFill>
                  <a:schemeClr val="dk1"/>
                </a:solidFill>
                <a:effectLst/>
                <a:uFillTx/>
                <a:latin typeface="Arial"/>
              </a:rPr>
              <a:t>Click for Main Header</a:t>
            </a:r>
            <a:endParaRPr lang="en-US" sz="4400" b="1" u="none" strike="noStrike">
              <a:solidFill>
                <a:schemeClr val="dk1"/>
              </a:solidFill>
              <a:effectLst/>
              <a:uFillTx/>
              <a:latin typeface="Arial"/>
            </a:endParaRPr>
          </a:p>
        </p:txBody>
      </p:sp>
      <p:sp>
        <p:nvSpPr>
          <p:cNvPr id="76" name="PlaceHolder 4"/>
          <p:cNvSpPr>
            <a:spLocks noGrp="1"/>
          </p:cNvSpPr>
          <p:nvPr>
            <p:ph type="body" hasCustomPrompt="1"/>
          </p:nvPr>
        </p:nvSpPr>
        <p:spPr>
          <a:xfrm>
            <a:off x="4626360" y="1408320"/>
            <a:ext cx="7444080" cy="498600"/>
          </a:xfrm>
          <a:prstGeom prst="rect">
            <a:avLst/>
          </a:prstGeom>
          <a:noFill/>
          <a:ln w="0">
            <a:noFill/>
          </a:ln>
        </p:spPr>
        <p:txBody>
          <a:bodyPr lIns="90000" tIns="45000" rIns="90000" bIns="45000" anchor="t">
            <a:noAutofit/>
          </a:bodyPr>
          <a:lstStyle>
            <a:lvl1pPr indent="0" algn="l" defTabSz="914400">
              <a:lnSpc>
                <a:spcPct val="90000"/>
              </a:lnSpc>
              <a:spcBef>
                <a:spcPts val="1001"/>
              </a:spcBef>
              <a:buNone/>
              <a:tabLst>
                <a:tab pos="0" algn="l"/>
              </a:tabLst>
              <a:defRPr lang="en-US" sz="3200" b="1" u="none" strike="noStrike">
                <a:solidFill>
                  <a:srgbClr val="F86901"/>
                </a:solidFill>
                <a:effectLst/>
                <a:uFillTx/>
                <a:latin typeface="Arial"/>
              </a:defRPr>
            </a:lvl1pPr>
          </a:lstStyle>
          <a:p>
            <a:pPr indent="0" algn="l" defTabSz="914400">
              <a:lnSpc>
                <a:spcPct val="90000"/>
              </a:lnSpc>
              <a:spcBef>
                <a:spcPts val="1001"/>
              </a:spcBef>
              <a:buNone/>
              <a:tabLst>
                <a:tab pos="0" algn="l"/>
              </a:tabLst>
            </a:pPr>
            <a:r>
              <a:rPr lang="en-US" sz="3200" b="1" u="none" strike="noStrike">
                <a:solidFill>
                  <a:srgbClr val="F86901"/>
                </a:solidFill>
                <a:effectLst/>
                <a:uFillTx/>
                <a:latin typeface="Arial"/>
              </a:rPr>
              <a:t>Click to add subhead</a:t>
            </a:r>
            <a:endParaRPr lang="en-US" sz="3200" b="1" u="none" strike="noStrike">
              <a:solidFill>
                <a:srgbClr val="F86901"/>
              </a:solidFill>
              <a:effectLst/>
              <a:uFillTx/>
              <a:latin typeface="Arial"/>
            </a:endParaRPr>
          </a:p>
        </p:txBody>
      </p:sp>
    </p:spTree>
  </p:cSld>
</p:sldLayout>
</file>

<file path=ppt/slideLayouts/slideLayout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Layout 4 Header Bottom">
    <p:bg>
      <p:bgPr>
        <a:solidFill>
          <a:srgbClr val="FFFFFF"/>
        </a:solidFill>
      </p:bgPr>
    </p:bg>
    <p:spTree>
      <p:nvGrpSpPr>
        <p:cNvPr id="1" name=""/>
        <p:cNvGrpSpPr/>
        <p:nvPr/>
      </p:nvGrpSpPr>
      <p:grpSpPr>
        <a:xfrm>
          <a:off x="0" y="0"/>
          <a:ext cx="0" cy="0"/>
          <a:chOff x="0" y="0"/>
          <a:chExt cx="0" cy="0"/>
        </a:xfrm>
      </p:grpSpPr>
      <p:sp>
        <p:nvSpPr>
          <p:cNvPr id="77" name="Rectangle 5"/>
          <p:cNvSpPr/>
          <p:nvPr/>
        </p:nvSpPr>
        <p:spPr>
          <a:xfrm>
            <a:off x="0" y="0"/>
            <a:ext cx="12190680" cy="666000"/>
          </a:xfrm>
          <a:prstGeom prst="rect">
            <a:avLst/>
          </a:prstGeom>
          <a:solidFill>
            <a:srgbClr val="F86901"/>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p>
            <a:endParaRPr lang="en-US" sz="1800" b="0" u="none" strike="noStrike">
              <a:solidFill>
                <a:schemeClr val="lt1"/>
              </a:solidFill>
              <a:effectLst/>
              <a:uFillTx/>
              <a:latin typeface="Arial"/>
            </a:endParaRPr>
          </a:p>
        </p:txBody>
      </p:sp>
      <p:sp>
        <p:nvSpPr>
          <p:cNvPr id="78" name="TextBox 10"/>
          <p:cNvSpPr/>
          <p:nvPr/>
        </p:nvSpPr>
        <p:spPr>
          <a:xfrm>
            <a:off x="11689200" y="269640"/>
            <a:ext cx="476280" cy="238680"/>
          </a:xfrm>
          <a:prstGeom prst="rect">
            <a:avLst/>
          </a:prstGeom>
          <a:noFill/>
          <a:ln w="0">
            <a:noFill/>
          </a:ln>
        </p:spPr>
        <p:style>
          <a:lnRef idx="0"/>
          <a:fillRef idx="0"/>
          <a:effectRef idx="0"/>
          <a:fontRef idx="minor"/>
        </p:style>
        <p:txBody>
          <a:bodyPr lIns="90000" tIns="45000" rIns="90000" bIns="45000" anchor="t">
            <a:spAutoFit/>
          </a:bodyPr>
          <a:p>
            <a:pPr defTabSz="914400">
              <a:lnSpc>
                <a:spcPct val="80000"/>
              </a:lnSpc>
            </a:pPr>
            <a:r>
              <a:rPr lang="en-US" sz="1200" b="0" u="none" strike="noStrike">
                <a:solidFill>
                  <a:srgbClr val="E56B2A"/>
                </a:solidFill>
                <a:effectLst/>
                <a:uFillTx/>
                <a:latin typeface="Georgia"/>
              </a:rPr>
              <a:t> </a:t>
            </a:r>
            <a:fld id="{2B2989A2-571A-4A3A-86A1-45E1916374B4}" type="slidenum">
              <a:rPr lang="en-US" sz="1130" b="0" u="none" strike="noStrike">
                <a:solidFill>
                  <a:schemeClr val="lt1"/>
                </a:solidFill>
                <a:effectLst/>
                <a:uFillTx/>
                <a:latin typeface="Arial"/>
              </a:rPr>
              <a:t>&lt;number&gt;</a:t>
            </a:fld>
            <a:endParaRPr lang="en-US" sz="1130" b="0" u="none" strike="noStrike">
              <a:solidFill>
                <a:srgbClr val="000000"/>
              </a:solidFill>
              <a:effectLst/>
              <a:uFillTx/>
              <a:latin typeface="Arial"/>
            </a:endParaRPr>
          </a:p>
        </p:txBody>
      </p:sp>
      <p:pic>
        <p:nvPicPr>
          <p:cNvPr id="79" name="Graphic 11"/>
          <p:cNvPicPr/>
          <p:nvPr/>
        </p:nvPicPr>
        <p:blipFill>
          <a:blip r:embed="rId2">
            <a:extLst>
              <a:ext uri="{96DAC541-7B7A-43D3-8B79-37D633B846F1}">
                <asvg:svgBlip xmlns:asvg="http://schemas.microsoft.com/office/drawing/2016/SVG/main" r:embed="rId3"/>
              </a:ext>
            </a:extLst>
          </a:blip>
          <a:stretch/>
        </p:blipFill>
        <p:spPr>
          <a:xfrm>
            <a:off x="9069840" y="240840"/>
            <a:ext cx="2699280" cy="238680"/>
          </a:xfrm>
          <a:prstGeom prst="rect">
            <a:avLst/>
          </a:prstGeom>
          <a:noFill/>
          <a:ln w="0">
            <a:noFill/>
          </a:ln>
        </p:spPr>
      </p:pic>
      <p:grpSp>
        <p:nvGrpSpPr>
          <p:cNvPr id="80" name="Graphic 22"/>
          <p:cNvGrpSpPr/>
          <p:nvPr/>
        </p:nvGrpSpPr>
        <p:grpSpPr>
          <a:xfrm>
            <a:off x="201960" y="195840"/>
            <a:ext cx="797760" cy="300600"/>
            <a:chOff x="201960" y="195840"/>
            <a:chExt cx="797760" cy="300600"/>
          </a:xfrm>
        </p:grpSpPr>
        <p:sp>
          <p:nvSpPr>
            <p:cNvPr id="81" name="Freeform 2"/>
            <p:cNvSpPr/>
            <p:nvPr/>
          </p:nvSpPr>
          <p:spPr>
            <a:xfrm>
              <a:off x="540720" y="195840"/>
              <a:ext cx="135720" cy="300240"/>
            </a:xfrm>
            <a:custGeom>
              <a:avLst/>
              <a:gdLst>
                <a:gd name="textAreaLeft" fmla="*/ 0 w 135720"/>
                <a:gd name="textAreaRight" fmla="*/ 137160 w 135720"/>
                <a:gd name="textAreaTop" fmla="*/ 0 h 300240"/>
                <a:gd name="textAreaBottom" fmla="*/ 301680 h 300240"/>
                <a:gd name="GluePoint1X" fmla="*/ 393478 w 547877"/>
                <a:gd name="GluePoint1Y" fmla="*/ 129064 h 1204531"/>
                <a:gd name="GluePoint2X" fmla="*/ 537686 w 547877"/>
                <a:gd name="GluePoint2Y" fmla="*/ 74771 h 1204531"/>
                <a:gd name="GluePoint3X" fmla="*/ 547878 w 547877"/>
                <a:gd name="GluePoint3Y" fmla="*/ 74771 h 1204531"/>
                <a:gd name="GluePoint4X" fmla="*/ 547878 w 547877"/>
                <a:gd name="GluePoint4Y" fmla="*/ 0 h 1204531"/>
                <a:gd name="GluePoint5X" fmla="*/ 267938 w 547877"/>
                <a:gd name="GluePoint5Y" fmla="*/ 4667 h 1204531"/>
                <a:gd name="GluePoint6X" fmla="*/ 0 w 547877"/>
                <a:gd name="GluePoint6Y" fmla="*/ 0 h 1204531"/>
                <a:gd name="GluePoint7X" fmla="*/ 0 w 547877"/>
                <a:gd name="GluePoint7Y" fmla="*/ 74771 h 1204531"/>
                <a:gd name="GluePoint8X" fmla="*/ 10192 w 547877"/>
                <a:gd name="GluePoint8Y" fmla="*/ 74771 h 1204531"/>
                <a:gd name="GluePoint9X" fmla="*/ 154400 w 547877"/>
                <a:gd name="GluePoint9Y" fmla="*/ 128968 h 1204531"/>
                <a:gd name="GluePoint10X" fmla="*/ 171640 w 547877"/>
                <a:gd name="GluePoint10Y" fmla="*/ 363188 h 1204531"/>
                <a:gd name="GluePoint11X" fmla="*/ 171640 w 547877"/>
                <a:gd name="GluePoint11Y" fmla="*/ 841153 h 1204531"/>
                <a:gd name="GluePoint12X" fmla="*/ 154496 w 547877"/>
                <a:gd name="GluePoint12Y" fmla="*/ 1075373 h 1204531"/>
                <a:gd name="GluePoint13X" fmla="*/ 10192 w 547877"/>
                <a:gd name="GluePoint13Y" fmla="*/ 1129569 h 1204531"/>
                <a:gd name="GluePoint14X" fmla="*/ 0 w 547877"/>
                <a:gd name="GluePoint14Y" fmla="*/ 1129569 h 1204531"/>
                <a:gd name="GluePoint15X" fmla="*/ 0 w 547877"/>
                <a:gd name="GluePoint15Y" fmla="*/ 1204531 h 1204531"/>
                <a:gd name="GluePoint16X" fmla="*/ 268224 w 547877"/>
                <a:gd name="GluePoint16Y" fmla="*/ 1197102 h 1204531"/>
                <a:gd name="GluePoint17X" fmla="*/ 547878 w 547877"/>
                <a:gd name="GluePoint17Y" fmla="*/ 1204531 h 1204531"/>
                <a:gd name="GluePoint18X" fmla="*/ 547878 w 547877"/>
                <a:gd name="GluePoint18Y" fmla="*/ 1129569 h 1204531"/>
                <a:gd name="GluePoint19X" fmla="*/ 537686 w 547877"/>
                <a:gd name="GluePoint19Y" fmla="*/ 1129569 h 1204531"/>
                <a:gd name="GluePoint20X" fmla="*/ 393478 w 547877"/>
                <a:gd name="GluePoint20Y" fmla="*/ 1075468 h 1204531"/>
                <a:gd name="GluePoint21X" fmla="*/ 376333 w 547877"/>
                <a:gd name="GluePoint21Y" fmla="*/ 841153 h 1204531"/>
                <a:gd name="GluePoint22X" fmla="*/ 376333 w 547877"/>
                <a:gd name="GluePoint22Y" fmla="*/ 363188 h 1204531"/>
                <a:gd name="GluePoint23X" fmla="*/ 393478 w 547877"/>
                <a:gd name="GluePoint23Y" fmla="*/ 129064 h 1204531"/>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 ang="0">
                  <a:pos x="GluePoint16X" y="GluePoint16Y"/>
                </a:cxn>
                <a:cxn ang="0">
                  <a:pos x="GluePoint17X" y="GluePoint17Y"/>
                </a:cxn>
                <a:cxn ang="0">
                  <a:pos x="GluePoint18X" y="GluePoint18Y"/>
                </a:cxn>
                <a:cxn ang="0">
                  <a:pos x="GluePoint19X" y="GluePoint19Y"/>
                </a:cxn>
                <a:cxn ang="0">
                  <a:pos x="GluePoint20X" y="GluePoint20Y"/>
                </a:cxn>
                <a:cxn ang="0">
                  <a:pos x="GluePoint21X" y="GluePoint21Y"/>
                </a:cxn>
                <a:cxn ang="0">
                  <a:pos x="GluePoint22X" y="GluePoint22Y"/>
                </a:cxn>
                <a:cxn ang="0">
                  <a:pos x="GluePoint23X" y="GluePoint23Y"/>
                </a:cxn>
              </a:cxnLst>
              <a:rect l="textAreaLeft" t="textAreaTop" r="textAreaRight" b="textAreaBottom"/>
              <a:pathLst>
                <a:path w="547877" h="1204531">
                  <a:moveTo>
                    <a:pt x="393478" y="129064"/>
                  </a:moveTo>
                  <a:cubicBezTo>
                    <a:pt x="414242" y="74771"/>
                    <a:pt x="482727" y="74771"/>
                    <a:pt x="537686" y="74771"/>
                  </a:cubicBezTo>
                  <a:lnTo>
                    <a:pt x="547878" y="74771"/>
                  </a:lnTo>
                  <a:lnTo>
                    <a:pt x="547878" y="0"/>
                  </a:lnTo>
                  <a:cubicBezTo>
                    <a:pt x="547878" y="0"/>
                    <a:pt x="333565" y="4667"/>
                    <a:pt x="267938" y="4667"/>
                  </a:cubicBezTo>
                  <a:cubicBezTo>
                    <a:pt x="200406" y="4667"/>
                    <a:pt x="0" y="0"/>
                    <a:pt x="0" y="0"/>
                  </a:cubicBezTo>
                  <a:lnTo>
                    <a:pt x="0" y="74771"/>
                  </a:lnTo>
                  <a:lnTo>
                    <a:pt x="10192" y="74771"/>
                  </a:lnTo>
                  <a:cubicBezTo>
                    <a:pt x="65246" y="74771"/>
                    <a:pt x="133731" y="74771"/>
                    <a:pt x="154400" y="128968"/>
                  </a:cubicBezTo>
                  <a:cubicBezTo>
                    <a:pt x="171640" y="175450"/>
                    <a:pt x="171640" y="307086"/>
                    <a:pt x="171640" y="363188"/>
                  </a:cubicBezTo>
                  <a:lnTo>
                    <a:pt x="171640" y="841153"/>
                  </a:lnTo>
                  <a:cubicBezTo>
                    <a:pt x="171640" y="897350"/>
                    <a:pt x="171640" y="1028890"/>
                    <a:pt x="154496" y="1075373"/>
                  </a:cubicBezTo>
                  <a:cubicBezTo>
                    <a:pt x="133731" y="1129569"/>
                    <a:pt x="65246" y="1129569"/>
                    <a:pt x="10192" y="1129569"/>
                  </a:cubicBezTo>
                  <a:lnTo>
                    <a:pt x="0" y="1129569"/>
                  </a:lnTo>
                  <a:lnTo>
                    <a:pt x="0" y="1204531"/>
                  </a:lnTo>
                  <a:cubicBezTo>
                    <a:pt x="0" y="1204341"/>
                    <a:pt x="173260" y="1197102"/>
                    <a:pt x="268224" y="1197102"/>
                  </a:cubicBezTo>
                  <a:cubicBezTo>
                    <a:pt x="377476" y="1197102"/>
                    <a:pt x="547878" y="1204531"/>
                    <a:pt x="547878" y="1204531"/>
                  </a:cubicBezTo>
                  <a:lnTo>
                    <a:pt x="547878" y="1129569"/>
                  </a:lnTo>
                  <a:lnTo>
                    <a:pt x="537686" y="1129569"/>
                  </a:lnTo>
                  <a:cubicBezTo>
                    <a:pt x="482727" y="1129569"/>
                    <a:pt x="414242" y="1129569"/>
                    <a:pt x="393478" y="1075468"/>
                  </a:cubicBezTo>
                  <a:cubicBezTo>
                    <a:pt x="376333" y="1028890"/>
                    <a:pt x="376333" y="897350"/>
                    <a:pt x="376333" y="841153"/>
                  </a:cubicBezTo>
                  <a:lnTo>
                    <a:pt x="376333" y="363188"/>
                  </a:lnTo>
                  <a:cubicBezTo>
                    <a:pt x="376333" y="307086"/>
                    <a:pt x="376333" y="175450"/>
                    <a:pt x="393478" y="129064"/>
                  </a:cubicBezTo>
                </a:path>
              </a:pathLst>
            </a:custGeom>
            <a:solidFill>
              <a:schemeClr val="bg1"/>
            </a:solidFill>
            <a:ln w="9525">
              <a:noFill/>
            </a:ln>
          </p:spPr>
          <p:style>
            <a:lnRef idx="0"/>
            <a:fillRef idx="0"/>
            <a:effectRef idx="0"/>
            <a:fontRef idx="minor"/>
          </p:style>
          <p:txBody>
            <a:bodyPr lIns="68040" tIns="45000" rIns="68040" bIns="45000" anchor="ctr">
              <a:noAutofit/>
            </a:bodyPr>
            <a:p>
              <a:endParaRPr lang="en-US" sz="1800" b="0" u="none" strike="noStrike">
                <a:solidFill>
                  <a:schemeClr val="dk1"/>
                </a:solidFill>
                <a:effectLst/>
                <a:uFillTx/>
                <a:latin typeface="Arial"/>
              </a:endParaRPr>
            </a:p>
          </p:txBody>
        </p:sp>
        <p:sp>
          <p:nvSpPr>
            <p:cNvPr id="82" name="Freeform 3"/>
            <p:cNvSpPr/>
            <p:nvPr/>
          </p:nvSpPr>
          <p:spPr>
            <a:xfrm>
              <a:off x="718920" y="196200"/>
              <a:ext cx="280800" cy="300240"/>
            </a:xfrm>
            <a:custGeom>
              <a:avLst/>
              <a:gdLst>
                <a:gd name="textAreaLeft" fmla="*/ 0 w 280800"/>
                <a:gd name="textAreaRight" fmla="*/ 282240 w 280800"/>
                <a:gd name="textAreaTop" fmla="*/ 0 h 300240"/>
                <a:gd name="textAreaBottom" fmla="*/ 301680 h 300240"/>
                <a:gd name="GluePoint1X" fmla="*/ 0 w 1126902"/>
                <a:gd name="GluePoint1Y" fmla="*/ 0 h 1204245"/>
                <a:gd name="GluePoint2X" fmla="*/ 0 w 1126902"/>
                <a:gd name="GluePoint2Y" fmla="*/ 312420 h 1204245"/>
                <a:gd name="GluePoint3X" fmla="*/ 74295 w 1126902"/>
                <a:gd name="GluePoint3Y" fmla="*/ 312420 h 1204245"/>
                <a:gd name="GluePoint4X" fmla="*/ 74581 w 1126902"/>
                <a:gd name="GluePoint4Y" fmla="*/ 302609 h 1204245"/>
                <a:gd name="GluePoint5X" fmla="*/ 334328 w 1126902"/>
                <a:gd name="GluePoint5Y" fmla="*/ 90773 h 1204245"/>
                <a:gd name="GluePoint6X" fmla="*/ 352330 w 1126902"/>
                <a:gd name="GluePoint6Y" fmla="*/ 90678 h 1204245"/>
                <a:gd name="GluePoint7X" fmla="*/ 453200 w 1126902"/>
                <a:gd name="GluePoint7Y" fmla="*/ 106204 h 1204245"/>
                <a:gd name="GluePoint8X" fmla="*/ 461201 w 1126902"/>
                <a:gd name="GluePoint8Y" fmla="*/ 128873 h 1204245"/>
                <a:gd name="GluePoint9X" fmla="*/ 461201 w 1126902"/>
                <a:gd name="GluePoint9Y" fmla="*/ 950119 h 1204245"/>
                <a:gd name="GluePoint10X" fmla="*/ 272510 w 1126902"/>
                <a:gd name="GluePoint10Y" fmla="*/ 1129475 h 1204245"/>
                <a:gd name="GluePoint11X" fmla="*/ 262700 w 1126902"/>
                <a:gd name="GluePoint11Y" fmla="*/ 1129856 h 1204245"/>
                <a:gd name="GluePoint12X" fmla="*/ 262700 w 1126902"/>
                <a:gd name="GluePoint12Y" fmla="*/ 1204246 h 1204245"/>
                <a:gd name="GluePoint13X" fmla="*/ 578548 w 1126902"/>
                <a:gd name="GluePoint13Y" fmla="*/ 1196911 h 1204245"/>
                <a:gd name="GluePoint14X" fmla="*/ 864203 w 1126902"/>
                <a:gd name="GluePoint14Y" fmla="*/ 1204246 h 1204245"/>
                <a:gd name="GluePoint15X" fmla="*/ 864203 w 1126902"/>
                <a:gd name="GluePoint15Y" fmla="*/ 1129856 h 1204245"/>
                <a:gd name="GluePoint16X" fmla="*/ 854393 w 1126902"/>
                <a:gd name="GluePoint16Y" fmla="*/ 1129475 h 1204245"/>
                <a:gd name="GluePoint17X" fmla="*/ 665702 w 1126902"/>
                <a:gd name="GluePoint17Y" fmla="*/ 950119 h 1204245"/>
                <a:gd name="GluePoint18X" fmla="*/ 665702 w 1126902"/>
                <a:gd name="GluePoint18Y" fmla="*/ 128873 h 1204245"/>
                <a:gd name="GluePoint19X" fmla="*/ 673608 w 1126902"/>
                <a:gd name="GluePoint19Y" fmla="*/ 108490 h 1204245"/>
                <a:gd name="GluePoint20X" fmla="*/ 791718 w 1126902"/>
                <a:gd name="GluePoint20Y" fmla="*/ 90488 h 1204245"/>
                <a:gd name="GluePoint21X" fmla="*/ 815912 w 1126902"/>
                <a:gd name="GluePoint21Y" fmla="*/ 90773 h 1204245"/>
                <a:gd name="GluePoint22X" fmla="*/ 1052513 w 1126902"/>
                <a:gd name="GluePoint22Y" fmla="*/ 302895 h 1204245"/>
                <a:gd name="GluePoint23X" fmla="*/ 1053084 w 1126902"/>
                <a:gd name="GluePoint23Y" fmla="*/ 312420 h 1204245"/>
                <a:gd name="GluePoint24X" fmla="*/ 1126903 w 1126902"/>
                <a:gd name="GluePoint24Y" fmla="*/ 312420 h 1204245"/>
                <a:gd name="GluePoint25X" fmla="*/ 1126903 w 1126902"/>
                <a:gd name="GluePoint25Y" fmla="*/ 0 h 1204245"/>
                <a:gd name="GluePoint26X" fmla="*/ 563404 w 1126902"/>
                <a:gd name="GluePoint26Y" fmla="*/ 2857 h 1204245"/>
                <a:gd name="GluePoint27X" fmla="*/ 0 w 1126902"/>
                <a:gd name="GluePoint27Y" fmla="*/ 0 h 1204245"/>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 ang="0">
                  <a:pos x="GluePoint16X" y="GluePoint16Y"/>
                </a:cxn>
                <a:cxn ang="0">
                  <a:pos x="GluePoint17X" y="GluePoint17Y"/>
                </a:cxn>
                <a:cxn ang="0">
                  <a:pos x="GluePoint18X" y="GluePoint18Y"/>
                </a:cxn>
                <a:cxn ang="0">
                  <a:pos x="GluePoint19X" y="GluePoint19Y"/>
                </a:cxn>
                <a:cxn ang="0">
                  <a:pos x="GluePoint20X" y="GluePoint20Y"/>
                </a:cxn>
                <a:cxn ang="0">
                  <a:pos x="GluePoint21X" y="GluePoint21Y"/>
                </a:cxn>
                <a:cxn ang="0">
                  <a:pos x="GluePoint22X" y="GluePoint22Y"/>
                </a:cxn>
                <a:cxn ang="0">
                  <a:pos x="GluePoint23X" y="GluePoint23Y"/>
                </a:cxn>
                <a:cxn ang="0">
                  <a:pos x="GluePoint24X" y="GluePoint24Y"/>
                </a:cxn>
                <a:cxn ang="0">
                  <a:pos x="GluePoint25X" y="GluePoint25Y"/>
                </a:cxn>
                <a:cxn ang="0">
                  <a:pos x="GluePoint26X" y="GluePoint26Y"/>
                </a:cxn>
                <a:cxn ang="0">
                  <a:pos x="GluePoint27X" y="GluePoint27Y"/>
                </a:cxn>
              </a:cxnLst>
              <a:rect l="textAreaLeft" t="textAreaTop" r="textAreaRight" b="textAreaBottom"/>
              <a:pathLst>
                <a:path w="1126902" h="1204245">
                  <a:moveTo>
                    <a:pt x="0" y="0"/>
                  </a:moveTo>
                  <a:lnTo>
                    <a:pt x="0" y="312420"/>
                  </a:lnTo>
                  <a:lnTo>
                    <a:pt x="74295" y="312420"/>
                  </a:lnTo>
                  <a:lnTo>
                    <a:pt x="74581" y="302609"/>
                  </a:lnTo>
                  <a:cubicBezTo>
                    <a:pt x="81344" y="99346"/>
                    <a:pt x="159163" y="90773"/>
                    <a:pt x="334328" y="90773"/>
                  </a:cubicBezTo>
                  <a:cubicBezTo>
                    <a:pt x="340328" y="90773"/>
                    <a:pt x="346424" y="90773"/>
                    <a:pt x="352330" y="90678"/>
                  </a:cubicBezTo>
                  <a:cubicBezTo>
                    <a:pt x="395859" y="90392"/>
                    <a:pt x="437007" y="90106"/>
                    <a:pt x="453200" y="106204"/>
                  </a:cubicBezTo>
                  <a:cubicBezTo>
                    <a:pt x="458629" y="111538"/>
                    <a:pt x="461201" y="118967"/>
                    <a:pt x="461201" y="128873"/>
                  </a:cubicBezTo>
                  <a:lnTo>
                    <a:pt x="461201" y="950119"/>
                  </a:lnTo>
                  <a:cubicBezTo>
                    <a:pt x="461201" y="1072039"/>
                    <a:pt x="444151" y="1122426"/>
                    <a:pt x="272510" y="1129475"/>
                  </a:cubicBezTo>
                  <a:lnTo>
                    <a:pt x="262700" y="1129856"/>
                  </a:lnTo>
                  <a:lnTo>
                    <a:pt x="262700" y="1204246"/>
                  </a:lnTo>
                  <a:cubicBezTo>
                    <a:pt x="262700" y="1204246"/>
                    <a:pt x="462725" y="1196911"/>
                    <a:pt x="578548" y="1196911"/>
                  </a:cubicBezTo>
                  <a:cubicBezTo>
                    <a:pt x="666941" y="1196911"/>
                    <a:pt x="864203" y="1204246"/>
                    <a:pt x="864203" y="1204246"/>
                  </a:cubicBezTo>
                  <a:lnTo>
                    <a:pt x="864203" y="1129856"/>
                  </a:lnTo>
                  <a:lnTo>
                    <a:pt x="854393" y="1129475"/>
                  </a:lnTo>
                  <a:cubicBezTo>
                    <a:pt x="682752" y="1122426"/>
                    <a:pt x="665702" y="1072039"/>
                    <a:pt x="665702" y="950119"/>
                  </a:cubicBezTo>
                  <a:lnTo>
                    <a:pt x="665702" y="128873"/>
                  </a:lnTo>
                  <a:cubicBezTo>
                    <a:pt x="665702" y="120396"/>
                    <a:pt x="668369" y="113729"/>
                    <a:pt x="673608" y="108490"/>
                  </a:cubicBezTo>
                  <a:cubicBezTo>
                    <a:pt x="693420" y="89059"/>
                    <a:pt x="747903" y="89821"/>
                    <a:pt x="791718" y="90488"/>
                  </a:cubicBezTo>
                  <a:cubicBezTo>
                    <a:pt x="800005" y="90583"/>
                    <a:pt x="808196" y="90773"/>
                    <a:pt x="815912" y="90773"/>
                  </a:cubicBezTo>
                  <a:cubicBezTo>
                    <a:pt x="987267" y="90773"/>
                    <a:pt x="1042511" y="140303"/>
                    <a:pt x="1052513" y="302895"/>
                  </a:cubicBezTo>
                  <a:lnTo>
                    <a:pt x="1053084" y="312420"/>
                  </a:lnTo>
                  <a:lnTo>
                    <a:pt x="1126903" y="312420"/>
                  </a:lnTo>
                  <a:lnTo>
                    <a:pt x="1126903" y="0"/>
                  </a:lnTo>
                  <a:cubicBezTo>
                    <a:pt x="1126903" y="0"/>
                    <a:pt x="694468" y="2857"/>
                    <a:pt x="563404" y="2857"/>
                  </a:cubicBezTo>
                  <a:cubicBezTo>
                    <a:pt x="432340" y="2857"/>
                    <a:pt x="0" y="0"/>
                    <a:pt x="0" y="0"/>
                  </a:cubicBezTo>
                </a:path>
              </a:pathLst>
            </a:custGeom>
            <a:solidFill>
              <a:schemeClr val="bg1"/>
            </a:solidFill>
            <a:ln w="9525">
              <a:noFill/>
            </a:ln>
          </p:spPr>
          <p:style>
            <a:lnRef idx="0"/>
            <a:fillRef idx="0"/>
            <a:effectRef idx="0"/>
            <a:fontRef idx="minor"/>
          </p:style>
          <p:txBody>
            <a:bodyPr lIns="90000" tIns="45000" rIns="90000" bIns="45000" anchor="ctr">
              <a:noAutofit/>
            </a:bodyPr>
            <a:p>
              <a:endParaRPr lang="en-US" sz="1800" b="0" u="none" strike="noStrike">
                <a:solidFill>
                  <a:schemeClr val="dk1"/>
                </a:solidFill>
                <a:effectLst/>
                <a:uFillTx/>
                <a:latin typeface="Arial"/>
              </a:endParaRPr>
            </a:p>
          </p:txBody>
        </p:sp>
        <p:sp>
          <p:nvSpPr>
            <p:cNvPr id="83" name="Freeform 4"/>
            <p:cNvSpPr/>
            <p:nvPr/>
          </p:nvSpPr>
          <p:spPr>
            <a:xfrm>
              <a:off x="201960" y="195840"/>
              <a:ext cx="297720" cy="300240"/>
            </a:xfrm>
            <a:custGeom>
              <a:avLst/>
              <a:gdLst>
                <a:gd name="textAreaLeft" fmla="*/ 0 w 297720"/>
                <a:gd name="textAreaRight" fmla="*/ 299160 w 297720"/>
                <a:gd name="textAreaTop" fmla="*/ 0 h 300240"/>
                <a:gd name="textAreaBottom" fmla="*/ 301680 h 300240"/>
                <a:gd name="GluePoint1X" fmla="*/ 372618 w 1195101"/>
                <a:gd name="GluePoint1Y" fmla="*/ 571786 h 1204626"/>
                <a:gd name="GluePoint2X" fmla="*/ 372523 w 1195101"/>
                <a:gd name="GluePoint2Y" fmla="*/ 134303 h 1204626"/>
                <a:gd name="GluePoint3X" fmla="*/ 386239 w 1195101"/>
                <a:gd name="GluePoint3Y" fmla="*/ 86487 h 1204626"/>
                <a:gd name="GluePoint4X" fmla="*/ 498348 w 1195101"/>
                <a:gd name="GluePoint4Y" fmla="*/ 85630 h 1204626"/>
                <a:gd name="GluePoint5X" fmla="*/ 738473 w 1195101"/>
                <a:gd name="GluePoint5Y" fmla="*/ 330518 h 1204626"/>
                <a:gd name="GluePoint6X" fmla="*/ 640747 w 1195101"/>
                <a:gd name="GluePoint6Y" fmla="*/ 541687 h 1204626"/>
                <a:gd name="GluePoint7X" fmla="*/ 372618 w 1195101"/>
                <a:gd name="GluePoint7Y" fmla="*/ 571786 h 1204626"/>
                <a:gd name="GluePoint8X" fmla="*/ 1186529 w 1195101"/>
                <a:gd name="GluePoint8Y" fmla="*/ 1129760 h 1204626"/>
                <a:gd name="GluePoint9X" fmla="*/ 1017461 w 1195101"/>
                <a:gd name="GluePoint9Y" fmla="*/ 1040702 h 1204626"/>
                <a:gd name="GluePoint10X" fmla="*/ 661797 w 1195101"/>
                <a:gd name="GluePoint10Y" fmla="*/ 632460 h 1204626"/>
                <a:gd name="GluePoint11X" fmla="*/ 964597 w 1195101"/>
                <a:gd name="GluePoint11Y" fmla="*/ 305371 h 1204626"/>
                <a:gd name="GluePoint12X" fmla="*/ 831056 w 1195101"/>
                <a:gd name="GluePoint12Y" fmla="*/ 55816 h 1204626"/>
                <a:gd name="GluePoint13X" fmla="*/ 544639 w 1195101"/>
                <a:gd name="GluePoint13Y" fmla="*/ 190 h 1204626"/>
                <a:gd name="GluePoint14X" fmla="*/ 317468 w 1195101"/>
                <a:gd name="GluePoint14Y" fmla="*/ 4191 h 1204626"/>
                <a:gd name="GluePoint15X" fmla="*/ 191 w 1195101"/>
                <a:gd name="GluePoint15Y" fmla="*/ 0 h 1204626"/>
                <a:gd name="GluePoint16X" fmla="*/ 191 w 1195101"/>
                <a:gd name="GluePoint16Y" fmla="*/ 74866 h 1204626"/>
                <a:gd name="GluePoint17X" fmla="*/ 15050 w 1195101"/>
                <a:gd name="GluePoint17Y" fmla="*/ 74866 h 1204626"/>
                <a:gd name="GluePoint18X" fmla="*/ 152781 w 1195101"/>
                <a:gd name="GluePoint18Y" fmla="*/ 128683 h 1204626"/>
                <a:gd name="GluePoint19X" fmla="*/ 168307 w 1195101"/>
                <a:gd name="GluePoint19Y" fmla="*/ 350139 h 1204626"/>
                <a:gd name="GluePoint20X" fmla="*/ 168307 w 1195101"/>
                <a:gd name="GluePoint20Y" fmla="*/ 841248 h 1204626"/>
                <a:gd name="GluePoint21X" fmla="*/ 161068 w 1195101"/>
                <a:gd name="GluePoint21Y" fmla="*/ 1034129 h 1204626"/>
                <a:gd name="GluePoint22X" fmla="*/ 152686 w 1195101"/>
                <a:gd name="GluePoint22Y" fmla="*/ 1075944 h 1204626"/>
                <a:gd name="GluePoint23X" fmla="*/ 10382 w 1195101"/>
                <a:gd name="GluePoint23Y" fmla="*/ 1129665 h 1204626"/>
                <a:gd name="GluePoint24X" fmla="*/ 0 w 1195101"/>
                <a:gd name="GluePoint24Y" fmla="*/ 1129665 h 1204626"/>
                <a:gd name="GluePoint25X" fmla="*/ 0 w 1195101"/>
                <a:gd name="GluePoint25Y" fmla="*/ 1204532 h 1204626"/>
                <a:gd name="GluePoint26X" fmla="*/ 278225 w 1195101"/>
                <a:gd name="GluePoint26Y" fmla="*/ 1197102 h 1204626"/>
                <a:gd name="GluePoint27X" fmla="*/ 540734 w 1195101"/>
                <a:gd name="GluePoint27Y" fmla="*/ 1204532 h 1204626"/>
                <a:gd name="GluePoint28X" fmla="*/ 540734 w 1195101"/>
                <a:gd name="GluePoint28Y" fmla="*/ 1129665 h 1204626"/>
                <a:gd name="GluePoint29X" fmla="*/ 525971 w 1195101"/>
                <a:gd name="GluePoint29Y" fmla="*/ 1129665 h 1204626"/>
                <a:gd name="GluePoint30X" fmla="*/ 388239 w 1195101"/>
                <a:gd name="GluePoint30Y" fmla="*/ 1075754 h 1204626"/>
                <a:gd name="GluePoint31X" fmla="*/ 379857 w 1195101"/>
                <a:gd name="GluePoint31Y" fmla="*/ 1034034 h 1204626"/>
                <a:gd name="GluePoint32X" fmla="*/ 372618 w 1195101"/>
                <a:gd name="GluePoint32Y" fmla="*/ 854297 h 1204626"/>
                <a:gd name="GluePoint33X" fmla="*/ 372618 w 1195101"/>
                <a:gd name="GluePoint33Y" fmla="*/ 653510 h 1204626"/>
                <a:gd name="GluePoint34X" fmla="*/ 479107 w 1195101"/>
                <a:gd name="GluePoint34Y" fmla="*/ 702469 h 1204626"/>
                <a:gd name="GluePoint35X" fmla="*/ 501110 w 1195101"/>
                <a:gd name="GluePoint35Y" fmla="*/ 728472 h 1204626"/>
                <a:gd name="GluePoint36X" fmla="*/ 797909 w 1195101"/>
                <a:gd name="GluePoint36Y" fmla="*/ 1096804 h 1204626"/>
                <a:gd name="GluePoint37X" fmla="*/ 885158 w 1195101"/>
                <a:gd name="GluePoint37Y" fmla="*/ 1204532 h 1204626"/>
                <a:gd name="GluePoint38X" fmla="*/ 1027366 w 1195101"/>
                <a:gd name="GluePoint38Y" fmla="*/ 1200436 h 1204626"/>
                <a:gd name="GluePoint39X" fmla="*/ 1195102 w 1195101"/>
                <a:gd name="GluePoint39Y" fmla="*/ 1204627 h 1204626"/>
                <a:gd name="GluePoint40X" fmla="*/ 1195102 w 1195101"/>
                <a:gd name="GluePoint40Y" fmla="*/ 1131094 h 1204626"/>
                <a:gd name="GluePoint41X" fmla="*/ 1186529 w 1195101"/>
                <a:gd name="GluePoint41Y" fmla="*/ 1129760 h 1204626"/>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 ang="0">
                  <a:pos x="GluePoint16X" y="GluePoint16Y"/>
                </a:cxn>
                <a:cxn ang="0">
                  <a:pos x="GluePoint17X" y="GluePoint17Y"/>
                </a:cxn>
                <a:cxn ang="0">
                  <a:pos x="GluePoint18X" y="GluePoint18Y"/>
                </a:cxn>
                <a:cxn ang="0">
                  <a:pos x="GluePoint19X" y="GluePoint19Y"/>
                </a:cxn>
                <a:cxn ang="0">
                  <a:pos x="GluePoint20X" y="GluePoint20Y"/>
                </a:cxn>
                <a:cxn ang="0">
                  <a:pos x="GluePoint21X" y="GluePoint21Y"/>
                </a:cxn>
                <a:cxn ang="0">
                  <a:pos x="GluePoint22X" y="GluePoint22Y"/>
                </a:cxn>
                <a:cxn ang="0">
                  <a:pos x="GluePoint23X" y="GluePoint23Y"/>
                </a:cxn>
                <a:cxn ang="0">
                  <a:pos x="GluePoint24X" y="GluePoint24Y"/>
                </a:cxn>
                <a:cxn ang="0">
                  <a:pos x="GluePoint25X" y="GluePoint25Y"/>
                </a:cxn>
                <a:cxn ang="0">
                  <a:pos x="GluePoint26X" y="GluePoint26Y"/>
                </a:cxn>
                <a:cxn ang="0">
                  <a:pos x="GluePoint27X" y="GluePoint27Y"/>
                </a:cxn>
                <a:cxn ang="0">
                  <a:pos x="GluePoint28X" y="GluePoint28Y"/>
                </a:cxn>
                <a:cxn ang="0">
                  <a:pos x="GluePoint29X" y="GluePoint29Y"/>
                </a:cxn>
                <a:cxn ang="0">
                  <a:pos x="GluePoint30X" y="GluePoint30Y"/>
                </a:cxn>
                <a:cxn ang="0">
                  <a:pos x="GluePoint31X" y="GluePoint31Y"/>
                </a:cxn>
                <a:cxn ang="0">
                  <a:pos x="GluePoint32X" y="GluePoint32Y"/>
                </a:cxn>
                <a:cxn ang="0">
                  <a:pos x="GluePoint33X" y="GluePoint33Y"/>
                </a:cxn>
                <a:cxn ang="0">
                  <a:pos x="GluePoint34X" y="GluePoint34Y"/>
                </a:cxn>
                <a:cxn ang="0">
                  <a:pos x="GluePoint35X" y="GluePoint35Y"/>
                </a:cxn>
                <a:cxn ang="0">
                  <a:pos x="GluePoint36X" y="GluePoint36Y"/>
                </a:cxn>
                <a:cxn ang="0">
                  <a:pos x="GluePoint37X" y="GluePoint37Y"/>
                </a:cxn>
                <a:cxn ang="0">
                  <a:pos x="GluePoint38X" y="GluePoint38Y"/>
                </a:cxn>
                <a:cxn ang="0">
                  <a:pos x="GluePoint39X" y="GluePoint39Y"/>
                </a:cxn>
                <a:cxn ang="0">
                  <a:pos x="GluePoint40X" y="GluePoint40Y"/>
                </a:cxn>
                <a:cxn ang="0">
                  <a:pos x="GluePoint41X" y="GluePoint41Y"/>
                </a:cxn>
              </a:cxnLst>
              <a:rect l="textAreaLeft" t="textAreaTop" r="textAreaRight" b="textAreaBottom"/>
              <a:pathLst>
                <a:path w="1195101" h="1204626">
                  <a:moveTo>
                    <a:pt x="372618" y="571786"/>
                  </a:moveTo>
                  <a:cubicBezTo>
                    <a:pt x="372618" y="571786"/>
                    <a:pt x="372618" y="136874"/>
                    <a:pt x="372523" y="134303"/>
                  </a:cubicBezTo>
                  <a:cubicBezTo>
                    <a:pt x="372237" y="116967"/>
                    <a:pt x="371761" y="93250"/>
                    <a:pt x="386239" y="86487"/>
                  </a:cubicBezTo>
                  <a:cubicBezTo>
                    <a:pt x="396240" y="82105"/>
                    <a:pt x="493014" y="85630"/>
                    <a:pt x="498348" y="85630"/>
                  </a:cubicBezTo>
                  <a:cubicBezTo>
                    <a:pt x="650938" y="85630"/>
                    <a:pt x="738473" y="174974"/>
                    <a:pt x="738473" y="330518"/>
                  </a:cubicBezTo>
                  <a:cubicBezTo>
                    <a:pt x="738473" y="443960"/>
                    <a:pt x="708374" y="509016"/>
                    <a:pt x="640747" y="541687"/>
                  </a:cubicBezTo>
                  <a:cubicBezTo>
                    <a:pt x="577691" y="571976"/>
                    <a:pt x="372618" y="571786"/>
                    <a:pt x="372618" y="571786"/>
                  </a:cubicBezTo>
                  <a:moveTo>
                    <a:pt x="1186529" y="1129760"/>
                  </a:moveTo>
                  <a:cubicBezTo>
                    <a:pt x="1100138" y="1116235"/>
                    <a:pt x="1074134" y="1106424"/>
                    <a:pt x="1017461" y="1040702"/>
                  </a:cubicBezTo>
                  <a:lnTo>
                    <a:pt x="661797" y="632460"/>
                  </a:lnTo>
                  <a:cubicBezTo>
                    <a:pt x="849059" y="608076"/>
                    <a:pt x="964597" y="484251"/>
                    <a:pt x="964597" y="305371"/>
                  </a:cubicBezTo>
                  <a:cubicBezTo>
                    <a:pt x="964597" y="188976"/>
                    <a:pt x="919544" y="105061"/>
                    <a:pt x="831056" y="55816"/>
                  </a:cubicBezTo>
                  <a:cubicBezTo>
                    <a:pt x="763619" y="18383"/>
                    <a:pt x="670084" y="190"/>
                    <a:pt x="544639" y="190"/>
                  </a:cubicBezTo>
                  <a:cubicBezTo>
                    <a:pt x="507206" y="1143"/>
                    <a:pt x="416909" y="4191"/>
                    <a:pt x="317468" y="4191"/>
                  </a:cubicBezTo>
                  <a:cubicBezTo>
                    <a:pt x="214313" y="4191"/>
                    <a:pt x="191" y="0"/>
                    <a:pt x="191" y="0"/>
                  </a:cubicBezTo>
                  <a:lnTo>
                    <a:pt x="191" y="74866"/>
                  </a:lnTo>
                  <a:lnTo>
                    <a:pt x="15050" y="74866"/>
                  </a:lnTo>
                  <a:cubicBezTo>
                    <a:pt x="71818" y="74486"/>
                    <a:pt x="135731" y="74771"/>
                    <a:pt x="152781" y="128683"/>
                  </a:cubicBezTo>
                  <a:cubicBezTo>
                    <a:pt x="168307" y="175355"/>
                    <a:pt x="168307" y="306896"/>
                    <a:pt x="168307" y="350139"/>
                  </a:cubicBezTo>
                  <a:lnTo>
                    <a:pt x="168307" y="841248"/>
                  </a:lnTo>
                  <a:cubicBezTo>
                    <a:pt x="168307" y="895445"/>
                    <a:pt x="168307" y="977837"/>
                    <a:pt x="161068" y="1034129"/>
                  </a:cubicBezTo>
                  <a:cubicBezTo>
                    <a:pt x="158972" y="1050798"/>
                    <a:pt x="156210" y="1065276"/>
                    <a:pt x="152686" y="1075944"/>
                  </a:cubicBezTo>
                  <a:cubicBezTo>
                    <a:pt x="135350" y="1129665"/>
                    <a:pt x="66104" y="1129665"/>
                    <a:pt x="10382" y="1129665"/>
                  </a:cubicBezTo>
                  <a:lnTo>
                    <a:pt x="0" y="1129665"/>
                  </a:lnTo>
                  <a:lnTo>
                    <a:pt x="0" y="1204532"/>
                  </a:lnTo>
                  <a:cubicBezTo>
                    <a:pt x="0" y="1204532"/>
                    <a:pt x="166783" y="1197102"/>
                    <a:pt x="278225" y="1197102"/>
                  </a:cubicBezTo>
                  <a:cubicBezTo>
                    <a:pt x="374047" y="1197102"/>
                    <a:pt x="540734" y="1204246"/>
                    <a:pt x="540734" y="1204532"/>
                  </a:cubicBezTo>
                  <a:lnTo>
                    <a:pt x="540734" y="1129665"/>
                  </a:lnTo>
                  <a:lnTo>
                    <a:pt x="525971" y="1129665"/>
                  </a:lnTo>
                  <a:cubicBezTo>
                    <a:pt x="470059" y="1129951"/>
                    <a:pt x="406813" y="1129760"/>
                    <a:pt x="388239" y="1075754"/>
                  </a:cubicBezTo>
                  <a:cubicBezTo>
                    <a:pt x="384620" y="1065086"/>
                    <a:pt x="381953" y="1050607"/>
                    <a:pt x="379857" y="1034034"/>
                  </a:cubicBezTo>
                  <a:cubicBezTo>
                    <a:pt x="372618" y="978122"/>
                    <a:pt x="372618" y="898017"/>
                    <a:pt x="372618" y="854297"/>
                  </a:cubicBezTo>
                  <a:lnTo>
                    <a:pt x="372618" y="653510"/>
                  </a:lnTo>
                  <a:cubicBezTo>
                    <a:pt x="439198" y="654082"/>
                    <a:pt x="444913" y="661035"/>
                    <a:pt x="479107" y="702469"/>
                  </a:cubicBezTo>
                  <a:cubicBezTo>
                    <a:pt x="485489" y="710089"/>
                    <a:pt x="492728" y="718756"/>
                    <a:pt x="501110" y="728472"/>
                  </a:cubicBezTo>
                  <a:lnTo>
                    <a:pt x="797909" y="1096804"/>
                  </a:lnTo>
                  <a:lnTo>
                    <a:pt x="885158" y="1204532"/>
                  </a:lnTo>
                  <a:cubicBezTo>
                    <a:pt x="885158" y="1204532"/>
                    <a:pt x="980885" y="1200436"/>
                    <a:pt x="1027366" y="1200436"/>
                  </a:cubicBezTo>
                  <a:cubicBezTo>
                    <a:pt x="1094994" y="1200436"/>
                    <a:pt x="1195102" y="1204627"/>
                    <a:pt x="1195102" y="1204627"/>
                  </a:cubicBezTo>
                  <a:lnTo>
                    <a:pt x="1195102" y="1131094"/>
                  </a:lnTo>
                  <a:lnTo>
                    <a:pt x="1186529" y="1129760"/>
                  </a:lnTo>
                  <a:close/>
                </a:path>
              </a:pathLst>
            </a:custGeom>
            <a:solidFill>
              <a:schemeClr val="bg1"/>
            </a:solidFill>
            <a:ln w="9525">
              <a:noFill/>
            </a:ln>
          </p:spPr>
          <p:style>
            <a:lnRef idx="0"/>
            <a:fillRef idx="0"/>
            <a:effectRef idx="0"/>
            <a:fontRef idx="minor"/>
          </p:style>
          <p:txBody>
            <a:bodyPr lIns="90000" tIns="45000" rIns="90000" bIns="45000" anchor="ctr">
              <a:noAutofit/>
            </a:bodyPr>
            <a:p>
              <a:endParaRPr lang="en-US" sz="1800" b="0" u="none" strike="noStrike">
                <a:solidFill>
                  <a:schemeClr val="dk1"/>
                </a:solidFill>
                <a:effectLst/>
                <a:uFillTx/>
                <a:latin typeface="Arial"/>
              </a:endParaRPr>
            </a:p>
          </p:txBody>
        </p:sp>
      </p:grpSp>
      <p:sp>
        <p:nvSpPr>
          <p:cNvPr id="84" name="Text Placeholder 14"/>
          <p:cNvSpPr/>
          <p:nvPr/>
        </p:nvSpPr>
        <p:spPr>
          <a:xfrm>
            <a:off x="386640" y="3434040"/>
            <a:ext cx="2464560" cy="953280"/>
          </a:xfrm>
          <a:prstGeom prst="rect">
            <a:avLst/>
          </a:prstGeom>
          <a:noFill/>
          <a:ln w="0">
            <a:noFill/>
          </a:ln>
        </p:spPr>
        <p:style>
          <a:lnRef idx="0"/>
          <a:fillRef idx="0"/>
          <a:effectRef idx="0"/>
          <a:fontRef idx="minor"/>
        </p:style>
        <p:txBody>
          <a:bodyPr lIns="90000" tIns="45000" rIns="90000" bIns="45000" anchor="t">
            <a:noAutofit/>
          </a:bodyPr>
          <a:p>
            <a:endParaRPr lang="en-US" sz="2000" b="1" u="none" strike="noStrike">
              <a:solidFill>
                <a:srgbClr val="E56B2A"/>
              </a:solidFill>
              <a:effectLst/>
              <a:uFillTx/>
              <a:latin typeface="Arial"/>
            </a:endParaRPr>
          </a:p>
        </p:txBody>
      </p:sp>
      <p:sp>
        <p:nvSpPr>
          <p:cNvPr id="85" name="Rectangle 12"/>
          <p:cNvSpPr/>
          <p:nvPr/>
        </p:nvSpPr>
        <p:spPr>
          <a:xfrm>
            <a:off x="0" y="0"/>
            <a:ext cx="12190680" cy="685656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p>
            <a:endParaRPr lang="en-US" sz="1800" b="0" u="none" strike="noStrike">
              <a:solidFill>
                <a:schemeClr val="lt1"/>
              </a:solidFill>
              <a:effectLst/>
              <a:uFillTx/>
              <a:latin typeface="Arial"/>
            </a:endParaRPr>
          </a:p>
        </p:txBody>
      </p:sp>
      <p:sp>
        <p:nvSpPr>
          <p:cNvPr id="86" name="PlaceHolder 1"/>
          <p:cNvSpPr>
            <a:spLocks noGrp="1"/>
          </p:cNvSpPr>
          <p:nvPr>
            <p:ph type="body" hasCustomPrompt="1"/>
          </p:nvPr>
        </p:nvSpPr>
        <p:spPr>
          <a:xfrm>
            <a:off x="4000680" y="434160"/>
            <a:ext cx="7859880" cy="5348520"/>
          </a:xfrm>
          <a:prstGeom prst="rect">
            <a:avLst/>
          </a:prstGeom>
          <a:solidFill>
            <a:schemeClr val="lt1">
              <a:lumMod val="95000"/>
            </a:schemeClr>
          </a:solidFill>
          <a:ln w="0">
            <a:noFill/>
          </a:ln>
        </p:spPr>
        <p:txBody>
          <a:bodyPr lIns="90000" tIns="45000" rIns="90000" bIns="45000" anchor="t">
            <a:noAutofit/>
          </a:bodyPr>
          <a:lstStyle>
            <a:lvl1pPr indent="0" algn="l" defTabSz="914400">
              <a:lnSpc>
                <a:spcPct val="90000"/>
              </a:lnSpc>
              <a:spcBef>
                <a:spcPts val="1001"/>
              </a:spcBef>
              <a:buNone/>
              <a:tabLst>
                <a:tab pos="0" algn="l"/>
              </a:tabLst>
              <a:defRPr lang="en-US" sz="2800" b="0" u="none" strike="noStrike">
                <a:solidFill>
                  <a:schemeClr val="dk1"/>
                </a:solidFill>
                <a:effectLst/>
                <a:uFillTx/>
                <a:latin typeface="Arial"/>
              </a:defRPr>
            </a:lvl1pPr>
          </a:lstStyle>
          <a:p>
            <a:pPr indent="0" algn="l" defTabSz="914400">
              <a:lnSpc>
                <a:spcPct val="90000"/>
              </a:lnSpc>
              <a:spcBef>
                <a:spcPts val="1001"/>
              </a:spcBef>
              <a:buNone/>
              <a:tabLst>
                <a:tab pos="0" algn="l"/>
              </a:tabLst>
            </a:pPr>
            <a:r>
              <a:rPr lang="en-US" sz="2800" b="0" u="none" strike="noStrike">
                <a:solidFill>
                  <a:schemeClr val="dk1"/>
                </a:solidFill>
                <a:effectLst/>
                <a:uFillTx/>
                <a:latin typeface="Arial"/>
              </a:rPr>
              <a:t>Place image/chart Here</a:t>
            </a:r>
            <a:endParaRPr lang="en-US" sz="2800" b="0" u="none" strike="noStrike">
              <a:solidFill>
                <a:schemeClr val="dk1"/>
              </a:solidFill>
              <a:effectLst/>
              <a:uFillTx/>
              <a:latin typeface="Arial"/>
            </a:endParaRPr>
          </a:p>
        </p:txBody>
      </p:sp>
      <p:sp>
        <p:nvSpPr>
          <p:cNvPr id="87" name="PlaceHolder 2"/>
          <p:cNvSpPr>
            <a:spLocks noGrp="1"/>
          </p:cNvSpPr>
          <p:nvPr>
            <p:ph type="title" hasCustomPrompt="1"/>
          </p:nvPr>
        </p:nvSpPr>
        <p:spPr>
          <a:xfrm>
            <a:off x="386640" y="434160"/>
            <a:ext cx="3327480" cy="1209240"/>
          </a:xfrm>
          <a:prstGeom prst="rect">
            <a:avLst/>
          </a:prstGeom>
          <a:noFill/>
          <a:ln w="0">
            <a:noFill/>
          </a:ln>
        </p:spPr>
        <p:txBody>
          <a:bodyPr lIns="0" tIns="0" rIns="0" bIns="0" anchor="t">
            <a:normAutofit/>
          </a:bodyPr>
          <a:lstStyle>
            <a:lvl1pPr indent="0" algn="l" defTabSz="914400">
              <a:lnSpc>
                <a:spcPct val="90000"/>
              </a:lnSpc>
              <a:buNone/>
              <a:tabLst>
                <a:tab pos="0" algn="l"/>
              </a:tabLst>
              <a:defRPr lang="en-US" sz="4400" b="1" u="none" strike="noStrike">
                <a:solidFill>
                  <a:schemeClr val="dk1"/>
                </a:solidFill>
                <a:effectLst/>
                <a:uFillTx/>
                <a:latin typeface="Arial"/>
              </a:defRPr>
            </a:lvl1pPr>
          </a:lstStyle>
          <a:p>
            <a:pPr indent="0" algn="l" defTabSz="914400">
              <a:lnSpc>
                <a:spcPct val="90000"/>
              </a:lnSpc>
              <a:buNone/>
              <a:tabLst>
                <a:tab pos="0" algn="l"/>
              </a:tabLst>
            </a:pPr>
            <a:r>
              <a:rPr lang="en-US" sz="4400" b="1" u="none" strike="noStrike">
                <a:solidFill>
                  <a:schemeClr val="dk1"/>
                </a:solidFill>
                <a:effectLst/>
                <a:uFillTx/>
                <a:latin typeface="Arial"/>
              </a:rPr>
              <a:t>Click to add Main Header</a:t>
            </a:r>
            <a:endParaRPr lang="en-US" sz="4400" b="1" u="none" strike="noStrike">
              <a:solidFill>
                <a:schemeClr val="dk1"/>
              </a:solidFill>
              <a:effectLst/>
              <a:uFillTx/>
              <a:latin typeface="Arial"/>
            </a:endParaRPr>
          </a:p>
        </p:txBody>
      </p:sp>
      <p:sp>
        <p:nvSpPr>
          <p:cNvPr id="88" name="Rectangle 14"/>
          <p:cNvSpPr/>
          <p:nvPr/>
        </p:nvSpPr>
        <p:spPr>
          <a:xfrm>
            <a:off x="0" y="6218280"/>
            <a:ext cx="12190680" cy="638280"/>
          </a:xfrm>
          <a:prstGeom prst="rect">
            <a:avLst/>
          </a:prstGeom>
          <a:solidFill>
            <a:srgbClr val="F86901"/>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p>
            <a:endParaRPr lang="en-US" sz="1800" b="0" u="none" strike="noStrike">
              <a:solidFill>
                <a:schemeClr val="lt1"/>
              </a:solidFill>
              <a:effectLst/>
              <a:uFillTx/>
              <a:latin typeface="Arial"/>
            </a:endParaRPr>
          </a:p>
        </p:txBody>
      </p:sp>
      <p:sp>
        <p:nvSpPr>
          <p:cNvPr id="89" name="TextBox 15"/>
          <p:cNvSpPr/>
          <p:nvPr/>
        </p:nvSpPr>
        <p:spPr>
          <a:xfrm>
            <a:off x="11689200" y="6487920"/>
            <a:ext cx="476280" cy="238680"/>
          </a:xfrm>
          <a:prstGeom prst="rect">
            <a:avLst/>
          </a:prstGeom>
          <a:noFill/>
          <a:ln w="0">
            <a:noFill/>
          </a:ln>
        </p:spPr>
        <p:style>
          <a:lnRef idx="0"/>
          <a:fillRef idx="0"/>
          <a:effectRef idx="0"/>
          <a:fontRef idx="minor"/>
        </p:style>
        <p:txBody>
          <a:bodyPr lIns="90000" tIns="45000" rIns="90000" bIns="45000" anchor="t">
            <a:spAutoFit/>
          </a:bodyPr>
          <a:p>
            <a:pPr defTabSz="914400">
              <a:lnSpc>
                <a:spcPct val="80000"/>
              </a:lnSpc>
            </a:pPr>
            <a:r>
              <a:rPr lang="en-US" sz="1200" b="0" u="none" strike="noStrike">
                <a:solidFill>
                  <a:schemeClr val="lt1"/>
                </a:solidFill>
                <a:effectLst/>
                <a:uFillTx/>
                <a:latin typeface="Georgia"/>
              </a:rPr>
              <a:t> </a:t>
            </a:r>
            <a:fld id="{EA9AE5C2-6151-429D-8AA1-CB4DFF706001}" type="slidenum">
              <a:rPr lang="en-US" sz="1130" b="0" u="none" strike="noStrike">
                <a:solidFill>
                  <a:schemeClr val="lt1"/>
                </a:solidFill>
                <a:effectLst/>
                <a:uFillTx/>
                <a:latin typeface="Arial"/>
              </a:rPr>
              <a:t>&lt;number&gt;</a:t>
            </a:fld>
            <a:endParaRPr lang="en-US" sz="1130" b="0" u="none" strike="noStrike">
              <a:solidFill>
                <a:srgbClr val="000000"/>
              </a:solidFill>
              <a:effectLst/>
              <a:uFillTx/>
              <a:latin typeface="Arial"/>
            </a:endParaRPr>
          </a:p>
        </p:txBody>
      </p:sp>
      <p:pic>
        <p:nvPicPr>
          <p:cNvPr id="90" name="Graphic 16"/>
          <p:cNvPicPr/>
          <p:nvPr/>
        </p:nvPicPr>
        <p:blipFill>
          <a:blip r:embed="rId4">
            <a:extLst>
              <a:ext uri="{96DAC541-7B7A-43D3-8B79-37D633B846F1}">
                <asvg:svgBlip xmlns:asvg="http://schemas.microsoft.com/office/drawing/2016/SVG/main" r:embed="rId5"/>
              </a:ext>
            </a:extLst>
          </a:blip>
          <a:stretch/>
        </p:blipFill>
        <p:spPr>
          <a:xfrm>
            <a:off x="9069840" y="6459120"/>
            <a:ext cx="2699280" cy="238680"/>
          </a:xfrm>
          <a:prstGeom prst="rect">
            <a:avLst/>
          </a:prstGeom>
          <a:noFill/>
          <a:ln w="0">
            <a:noFill/>
          </a:ln>
        </p:spPr>
      </p:pic>
      <p:grpSp>
        <p:nvGrpSpPr>
          <p:cNvPr id="91" name="Graphic 22"/>
          <p:cNvGrpSpPr/>
          <p:nvPr/>
        </p:nvGrpSpPr>
        <p:grpSpPr>
          <a:xfrm>
            <a:off x="201960" y="6414120"/>
            <a:ext cx="797760" cy="300600"/>
            <a:chOff x="201960" y="6414120"/>
            <a:chExt cx="797760" cy="300600"/>
          </a:xfrm>
        </p:grpSpPr>
        <p:sp>
          <p:nvSpPr>
            <p:cNvPr id="92" name="Freeform 18"/>
            <p:cNvSpPr/>
            <p:nvPr/>
          </p:nvSpPr>
          <p:spPr>
            <a:xfrm>
              <a:off x="540720" y="6414120"/>
              <a:ext cx="135720" cy="300240"/>
            </a:xfrm>
            <a:custGeom>
              <a:avLst/>
              <a:gdLst>
                <a:gd name="textAreaLeft" fmla="*/ 0 w 135720"/>
                <a:gd name="textAreaRight" fmla="*/ 137160 w 135720"/>
                <a:gd name="textAreaTop" fmla="*/ 0 h 300240"/>
                <a:gd name="textAreaBottom" fmla="*/ 301680 h 300240"/>
                <a:gd name="GluePoint1X" fmla="*/ 393478 w 547877"/>
                <a:gd name="GluePoint1Y" fmla="*/ 129064 h 1204531"/>
                <a:gd name="GluePoint2X" fmla="*/ 537686 w 547877"/>
                <a:gd name="GluePoint2Y" fmla="*/ 74771 h 1204531"/>
                <a:gd name="GluePoint3X" fmla="*/ 547878 w 547877"/>
                <a:gd name="GluePoint3Y" fmla="*/ 74771 h 1204531"/>
                <a:gd name="GluePoint4X" fmla="*/ 547878 w 547877"/>
                <a:gd name="GluePoint4Y" fmla="*/ 0 h 1204531"/>
                <a:gd name="GluePoint5X" fmla="*/ 267938 w 547877"/>
                <a:gd name="GluePoint5Y" fmla="*/ 4667 h 1204531"/>
                <a:gd name="GluePoint6X" fmla="*/ 0 w 547877"/>
                <a:gd name="GluePoint6Y" fmla="*/ 0 h 1204531"/>
                <a:gd name="GluePoint7X" fmla="*/ 0 w 547877"/>
                <a:gd name="GluePoint7Y" fmla="*/ 74771 h 1204531"/>
                <a:gd name="GluePoint8X" fmla="*/ 10192 w 547877"/>
                <a:gd name="GluePoint8Y" fmla="*/ 74771 h 1204531"/>
                <a:gd name="GluePoint9X" fmla="*/ 154400 w 547877"/>
                <a:gd name="GluePoint9Y" fmla="*/ 128968 h 1204531"/>
                <a:gd name="GluePoint10X" fmla="*/ 171640 w 547877"/>
                <a:gd name="GluePoint10Y" fmla="*/ 363188 h 1204531"/>
                <a:gd name="GluePoint11X" fmla="*/ 171640 w 547877"/>
                <a:gd name="GluePoint11Y" fmla="*/ 841153 h 1204531"/>
                <a:gd name="GluePoint12X" fmla="*/ 154496 w 547877"/>
                <a:gd name="GluePoint12Y" fmla="*/ 1075373 h 1204531"/>
                <a:gd name="GluePoint13X" fmla="*/ 10192 w 547877"/>
                <a:gd name="GluePoint13Y" fmla="*/ 1129569 h 1204531"/>
                <a:gd name="GluePoint14X" fmla="*/ 0 w 547877"/>
                <a:gd name="GluePoint14Y" fmla="*/ 1129569 h 1204531"/>
                <a:gd name="GluePoint15X" fmla="*/ 0 w 547877"/>
                <a:gd name="GluePoint15Y" fmla="*/ 1204531 h 1204531"/>
                <a:gd name="GluePoint16X" fmla="*/ 268224 w 547877"/>
                <a:gd name="GluePoint16Y" fmla="*/ 1197102 h 1204531"/>
                <a:gd name="GluePoint17X" fmla="*/ 547878 w 547877"/>
                <a:gd name="GluePoint17Y" fmla="*/ 1204531 h 1204531"/>
                <a:gd name="GluePoint18X" fmla="*/ 547878 w 547877"/>
                <a:gd name="GluePoint18Y" fmla="*/ 1129569 h 1204531"/>
                <a:gd name="GluePoint19X" fmla="*/ 537686 w 547877"/>
                <a:gd name="GluePoint19Y" fmla="*/ 1129569 h 1204531"/>
                <a:gd name="GluePoint20X" fmla="*/ 393478 w 547877"/>
                <a:gd name="GluePoint20Y" fmla="*/ 1075468 h 1204531"/>
                <a:gd name="GluePoint21X" fmla="*/ 376333 w 547877"/>
                <a:gd name="GluePoint21Y" fmla="*/ 841153 h 1204531"/>
                <a:gd name="GluePoint22X" fmla="*/ 376333 w 547877"/>
                <a:gd name="GluePoint22Y" fmla="*/ 363188 h 1204531"/>
                <a:gd name="GluePoint23X" fmla="*/ 393478 w 547877"/>
                <a:gd name="GluePoint23Y" fmla="*/ 129064 h 1204531"/>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 ang="0">
                  <a:pos x="GluePoint16X" y="GluePoint16Y"/>
                </a:cxn>
                <a:cxn ang="0">
                  <a:pos x="GluePoint17X" y="GluePoint17Y"/>
                </a:cxn>
                <a:cxn ang="0">
                  <a:pos x="GluePoint18X" y="GluePoint18Y"/>
                </a:cxn>
                <a:cxn ang="0">
                  <a:pos x="GluePoint19X" y="GluePoint19Y"/>
                </a:cxn>
                <a:cxn ang="0">
                  <a:pos x="GluePoint20X" y="GluePoint20Y"/>
                </a:cxn>
                <a:cxn ang="0">
                  <a:pos x="GluePoint21X" y="GluePoint21Y"/>
                </a:cxn>
                <a:cxn ang="0">
                  <a:pos x="GluePoint22X" y="GluePoint22Y"/>
                </a:cxn>
                <a:cxn ang="0">
                  <a:pos x="GluePoint23X" y="GluePoint23Y"/>
                </a:cxn>
              </a:cxnLst>
              <a:rect l="textAreaLeft" t="textAreaTop" r="textAreaRight" b="textAreaBottom"/>
              <a:pathLst>
                <a:path w="547877" h="1204531">
                  <a:moveTo>
                    <a:pt x="393478" y="129064"/>
                  </a:moveTo>
                  <a:cubicBezTo>
                    <a:pt x="414242" y="74771"/>
                    <a:pt x="482727" y="74771"/>
                    <a:pt x="537686" y="74771"/>
                  </a:cubicBezTo>
                  <a:lnTo>
                    <a:pt x="547878" y="74771"/>
                  </a:lnTo>
                  <a:lnTo>
                    <a:pt x="547878" y="0"/>
                  </a:lnTo>
                  <a:cubicBezTo>
                    <a:pt x="547878" y="0"/>
                    <a:pt x="333565" y="4667"/>
                    <a:pt x="267938" y="4667"/>
                  </a:cubicBezTo>
                  <a:cubicBezTo>
                    <a:pt x="200406" y="4667"/>
                    <a:pt x="0" y="0"/>
                    <a:pt x="0" y="0"/>
                  </a:cubicBezTo>
                  <a:lnTo>
                    <a:pt x="0" y="74771"/>
                  </a:lnTo>
                  <a:lnTo>
                    <a:pt x="10192" y="74771"/>
                  </a:lnTo>
                  <a:cubicBezTo>
                    <a:pt x="65246" y="74771"/>
                    <a:pt x="133731" y="74771"/>
                    <a:pt x="154400" y="128968"/>
                  </a:cubicBezTo>
                  <a:cubicBezTo>
                    <a:pt x="171640" y="175450"/>
                    <a:pt x="171640" y="307086"/>
                    <a:pt x="171640" y="363188"/>
                  </a:cubicBezTo>
                  <a:lnTo>
                    <a:pt x="171640" y="841153"/>
                  </a:lnTo>
                  <a:cubicBezTo>
                    <a:pt x="171640" y="897350"/>
                    <a:pt x="171640" y="1028890"/>
                    <a:pt x="154496" y="1075373"/>
                  </a:cubicBezTo>
                  <a:cubicBezTo>
                    <a:pt x="133731" y="1129569"/>
                    <a:pt x="65246" y="1129569"/>
                    <a:pt x="10192" y="1129569"/>
                  </a:cubicBezTo>
                  <a:lnTo>
                    <a:pt x="0" y="1129569"/>
                  </a:lnTo>
                  <a:lnTo>
                    <a:pt x="0" y="1204531"/>
                  </a:lnTo>
                  <a:cubicBezTo>
                    <a:pt x="0" y="1204341"/>
                    <a:pt x="173260" y="1197102"/>
                    <a:pt x="268224" y="1197102"/>
                  </a:cubicBezTo>
                  <a:cubicBezTo>
                    <a:pt x="377476" y="1197102"/>
                    <a:pt x="547878" y="1204531"/>
                    <a:pt x="547878" y="1204531"/>
                  </a:cubicBezTo>
                  <a:lnTo>
                    <a:pt x="547878" y="1129569"/>
                  </a:lnTo>
                  <a:lnTo>
                    <a:pt x="537686" y="1129569"/>
                  </a:lnTo>
                  <a:cubicBezTo>
                    <a:pt x="482727" y="1129569"/>
                    <a:pt x="414242" y="1129569"/>
                    <a:pt x="393478" y="1075468"/>
                  </a:cubicBezTo>
                  <a:cubicBezTo>
                    <a:pt x="376333" y="1028890"/>
                    <a:pt x="376333" y="897350"/>
                    <a:pt x="376333" y="841153"/>
                  </a:cubicBezTo>
                  <a:lnTo>
                    <a:pt x="376333" y="363188"/>
                  </a:lnTo>
                  <a:cubicBezTo>
                    <a:pt x="376333" y="307086"/>
                    <a:pt x="376333" y="175450"/>
                    <a:pt x="393478" y="129064"/>
                  </a:cubicBezTo>
                </a:path>
              </a:pathLst>
            </a:custGeom>
            <a:solidFill>
              <a:schemeClr val="bg1"/>
            </a:solidFill>
            <a:ln w="9525">
              <a:noFill/>
            </a:ln>
          </p:spPr>
          <p:style>
            <a:lnRef idx="0"/>
            <a:fillRef idx="0"/>
            <a:effectRef idx="0"/>
            <a:fontRef idx="minor"/>
          </p:style>
          <p:txBody>
            <a:bodyPr lIns="68040" tIns="45000" rIns="68040" bIns="45000" anchor="ctr">
              <a:noAutofit/>
            </a:bodyPr>
            <a:p>
              <a:endParaRPr lang="en-US" sz="1800" b="0" u="none" strike="noStrike">
                <a:solidFill>
                  <a:schemeClr val="dk1"/>
                </a:solidFill>
                <a:effectLst/>
                <a:uFillTx/>
                <a:latin typeface="Arial"/>
              </a:endParaRPr>
            </a:p>
          </p:txBody>
        </p:sp>
        <p:sp>
          <p:nvSpPr>
            <p:cNvPr id="93" name="Freeform 19"/>
            <p:cNvSpPr/>
            <p:nvPr/>
          </p:nvSpPr>
          <p:spPr>
            <a:xfrm>
              <a:off x="718920" y="6414480"/>
              <a:ext cx="280800" cy="300240"/>
            </a:xfrm>
            <a:custGeom>
              <a:avLst/>
              <a:gdLst>
                <a:gd name="textAreaLeft" fmla="*/ 0 w 280800"/>
                <a:gd name="textAreaRight" fmla="*/ 282240 w 280800"/>
                <a:gd name="textAreaTop" fmla="*/ 0 h 300240"/>
                <a:gd name="textAreaBottom" fmla="*/ 301680 h 300240"/>
                <a:gd name="GluePoint1X" fmla="*/ 0 w 1126902"/>
                <a:gd name="GluePoint1Y" fmla="*/ 0 h 1204245"/>
                <a:gd name="GluePoint2X" fmla="*/ 0 w 1126902"/>
                <a:gd name="GluePoint2Y" fmla="*/ 312420 h 1204245"/>
                <a:gd name="GluePoint3X" fmla="*/ 74295 w 1126902"/>
                <a:gd name="GluePoint3Y" fmla="*/ 312420 h 1204245"/>
                <a:gd name="GluePoint4X" fmla="*/ 74581 w 1126902"/>
                <a:gd name="GluePoint4Y" fmla="*/ 302609 h 1204245"/>
                <a:gd name="GluePoint5X" fmla="*/ 334328 w 1126902"/>
                <a:gd name="GluePoint5Y" fmla="*/ 90773 h 1204245"/>
                <a:gd name="GluePoint6X" fmla="*/ 352330 w 1126902"/>
                <a:gd name="GluePoint6Y" fmla="*/ 90678 h 1204245"/>
                <a:gd name="GluePoint7X" fmla="*/ 453200 w 1126902"/>
                <a:gd name="GluePoint7Y" fmla="*/ 106204 h 1204245"/>
                <a:gd name="GluePoint8X" fmla="*/ 461201 w 1126902"/>
                <a:gd name="GluePoint8Y" fmla="*/ 128873 h 1204245"/>
                <a:gd name="GluePoint9X" fmla="*/ 461201 w 1126902"/>
                <a:gd name="GluePoint9Y" fmla="*/ 950119 h 1204245"/>
                <a:gd name="GluePoint10X" fmla="*/ 272510 w 1126902"/>
                <a:gd name="GluePoint10Y" fmla="*/ 1129475 h 1204245"/>
                <a:gd name="GluePoint11X" fmla="*/ 262700 w 1126902"/>
                <a:gd name="GluePoint11Y" fmla="*/ 1129856 h 1204245"/>
                <a:gd name="GluePoint12X" fmla="*/ 262700 w 1126902"/>
                <a:gd name="GluePoint12Y" fmla="*/ 1204246 h 1204245"/>
                <a:gd name="GluePoint13X" fmla="*/ 578548 w 1126902"/>
                <a:gd name="GluePoint13Y" fmla="*/ 1196911 h 1204245"/>
                <a:gd name="GluePoint14X" fmla="*/ 864203 w 1126902"/>
                <a:gd name="GluePoint14Y" fmla="*/ 1204246 h 1204245"/>
                <a:gd name="GluePoint15X" fmla="*/ 864203 w 1126902"/>
                <a:gd name="GluePoint15Y" fmla="*/ 1129856 h 1204245"/>
                <a:gd name="GluePoint16X" fmla="*/ 854393 w 1126902"/>
                <a:gd name="GluePoint16Y" fmla="*/ 1129475 h 1204245"/>
                <a:gd name="GluePoint17X" fmla="*/ 665702 w 1126902"/>
                <a:gd name="GluePoint17Y" fmla="*/ 950119 h 1204245"/>
                <a:gd name="GluePoint18X" fmla="*/ 665702 w 1126902"/>
                <a:gd name="GluePoint18Y" fmla="*/ 128873 h 1204245"/>
                <a:gd name="GluePoint19X" fmla="*/ 673608 w 1126902"/>
                <a:gd name="GluePoint19Y" fmla="*/ 108490 h 1204245"/>
                <a:gd name="GluePoint20X" fmla="*/ 791718 w 1126902"/>
                <a:gd name="GluePoint20Y" fmla="*/ 90488 h 1204245"/>
                <a:gd name="GluePoint21X" fmla="*/ 815912 w 1126902"/>
                <a:gd name="GluePoint21Y" fmla="*/ 90773 h 1204245"/>
                <a:gd name="GluePoint22X" fmla="*/ 1052513 w 1126902"/>
                <a:gd name="GluePoint22Y" fmla="*/ 302895 h 1204245"/>
                <a:gd name="GluePoint23X" fmla="*/ 1053084 w 1126902"/>
                <a:gd name="GluePoint23Y" fmla="*/ 312420 h 1204245"/>
                <a:gd name="GluePoint24X" fmla="*/ 1126903 w 1126902"/>
                <a:gd name="GluePoint24Y" fmla="*/ 312420 h 1204245"/>
                <a:gd name="GluePoint25X" fmla="*/ 1126903 w 1126902"/>
                <a:gd name="GluePoint25Y" fmla="*/ 0 h 1204245"/>
                <a:gd name="GluePoint26X" fmla="*/ 563404 w 1126902"/>
                <a:gd name="GluePoint26Y" fmla="*/ 2857 h 1204245"/>
                <a:gd name="GluePoint27X" fmla="*/ 0 w 1126902"/>
                <a:gd name="GluePoint27Y" fmla="*/ 0 h 1204245"/>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 ang="0">
                  <a:pos x="GluePoint16X" y="GluePoint16Y"/>
                </a:cxn>
                <a:cxn ang="0">
                  <a:pos x="GluePoint17X" y="GluePoint17Y"/>
                </a:cxn>
                <a:cxn ang="0">
                  <a:pos x="GluePoint18X" y="GluePoint18Y"/>
                </a:cxn>
                <a:cxn ang="0">
                  <a:pos x="GluePoint19X" y="GluePoint19Y"/>
                </a:cxn>
                <a:cxn ang="0">
                  <a:pos x="GluePoint20X" y="GluePoint20Y"/>
                </a:cxn>
                <a:cxn ang="0">
                  <a:pos x="GluePoint21X" y="GluePoint21Y"/>
                </a:cxn>
                <a:cxn ang="0">
                  <a:pos x="GluePoint22X" y="GluePoint22Y"/>
                </a:cxn>
                <a:cxn ang="0">
                  <a:pos x="GluePoint23X" y="GluePoint23Y"/>
                </a:cxn>
                <a:cxn ang="0">
                  <a:pos x="GluePoint24X" y="GluePoint24Y"/>
                </a:cxn>
                <a:cxn ang="0">
                  <a:pos x="GluePoint25X" y="GluePoint25Y"/>
                </a:cxn>
                <a:cxn ang="0">
                  <a:pos x="GluePoint26X" y="GluePoint26Y"/>
                </a:cxn>
                <a:cxn ang="0">
                  <a:pos x="GluePoint27X" y="GluePoint27Y"/>
                </a:cxn>
              </a:cxnLst>
              <a:rect l="textAreaLeft" t="textAreaTop" r="textAreaRight" b="textAreaBottom"/>
              <a:pathLst>
                <a:path w="1126902" h="1204245">
                  <a:moveTo>
                    <a:pt x="0" y="0"/>
                  </a:moveTo>
                  <a:lnTo>
                    <a:pt x="0" y="312420"/>
                  </a:lnTo>
                  <a:lnTo>
                    <a:pt x="74295" y="312420"/>
                  </a:lnTo>
                  <a:lnTo>
                    <a:pt x="74581" y="302609"/>
                  </a:lnTo>
                  <a:cubicBezTo>
                    <a:pt x="81344" y="99346"/>
                    <a:pt x="159163" y="90773"/>
                    <a:pt x="334328" y="90773"/>
                  </a:cubicBezTo>
                  <a:cubicBezTo>
                    <a:pt x="340328" y="90773"/>
                    <a:pt x="346424" y="90773"/>
                    <a:pt x="352330" y="90678"/>
                  </a:cubicBezTo>
                  <a:cubicBezTo>
                    <a:pt x="395859" y="90392"/>
                    <a:pt x="437007" y="90106"/>
                    <a:pt x="453200" y="106204"/>
                  </a:cubicBezTo>
                  <a:cubicBezTo>
                    <a:pt x="458629" y="111538"/>
                    <a:pt x="461201" y="118967"/>
                    <a:pt x="461201" y="128873"/>
                  </a:cubicBezTo>
                  <a:lnTo>
                    <a:pt x="461201" y="950119"/>
                  </a:lnTo>
                  <a:cubicBezTo>
                    <a:pt x="461201" y="1072039"/>
                    <a:pt x="444151" y="1122426"/>
                    <a:pt x="272510" y="1129475"/>
                  </a:cubicBezTo>
                  <a:lnTo>
                    <a:pt x="262700" y="1129856"/>
                  </a:lnTo>
                  <a:lnTo>
                    <a:pt x="262700" y="1204246"/>
                  </a:lnTo>
                  <a:cubicBezTo>
                    <a:pt x="262700" y="1204246"/>
                    <a:pt x="462725" y="1196911"/>
                    <a:pt x="578548" y="1196911"/>
                  </a:cubicBezTo>
                  <a:cubicBezTo>
                    <a:pt x="666941" y="1196911"/>
                    <a:pt x="864203" y="1204246"/>
                    <a:pt x="864203" y="1204246"/>
                  </a:cubicBezTo>
                  <a:lnTo>
                    <a:pt x="864203" y="1129856"/>
                  </a:lnTo>
                  <a:lnTo>
                    <a:pt x="854393" y="1129475"/>
                  </a:lnTo>
                  <a:cubicBezTo>
                    <a:pt x="682752" y="1122426"/>
                    <a:pt x="665702" y="1072039"/>
                    <a:pt x="665702" y="950119"/>
                  </a:cubicBezTo>
                  <a:lnTo>
                    <a:pt x="665702" y="128873"/>
                  </a:lnTo>
                  <a:cubicBezTo>
                    <a:pt x="665702" y="120396"/>
                    <a:pt x="668369" y="113729"/>
                    <a:pt x="673608" y="108490"/>
                  </a:cubicBezTo>
                  <a:cubicBezTo>
                    <a:pt x="693420" y="89059"/>
                    <a:pt x="747903" y="89821"/>
                    <a:pt x="791718" y="90488"/>
                  </a:cubicBezTo>
                  <a:cubicBezTo>
                    <a:pt x="800005" y="90583"/>
                    <a:pt x="808196" y="90773"/>
                    <a:pt x="815912" y="90773"/>
                  </a:cubicBezTo>
                  <a:cubicBezTo>
                    <a:pt x="987267" y="90773"/>
                    <a:pt x="1042511" y="140303"/>
                    <a:pt x="1052513" y="302895"/>
                  </a:cubicBezTo>
                  <a:lnTo>
                    <a:pt x="1053084" y="312420"/>
                  </a:lnTo>
                  <a:lnTo>
                    <a:pt x="1126903" y="312420"/>
                  </a:lnTo>
                  <a:lnTo>
                    <a:pt x="1126903" y="0"/>
                  </a:lnTo>
                  <a:cubicBezTo>
                    <a:pt x="1126903" y="0"/>
                    <a:pt x="694468" y="2857"/>
                    <a:pt x="563404" y="2857"/>
                  </a:cubicBezTo>
                  <a:cubicBezTo>
                    <a:pt x="432340" y="2857"/>
                    <a:pt x="0" y="0"/>
                    <a:pt x="0" y="0"/>
                  </a:cubicBezTo>
                </a:path>
              </a:pathLst>
            </a:custGeom>
            <a:solidFill>
              <a:schemeClr val="bg1"/>
            </a:solidFill>
            <a:ln w="9525">
              <a:noFill/>
            </a:ln>
          </p:spPr>
          <p:style>
            <a:lnRef idx="0"/>
            <a:fillRef idx="0"/>
            <a:effectRef idx="0"/>
            <a:fontRef idx="minor"/>
          </p:style>
          <p:txBody>
            <a:bodyPr lIns="90000" tIns="45000" rIns="90000" bIns="45000" anchor="ctr">
              <a:noAutofit/>
            </a:bodyPr>
            <a:p>
              <a:endParaRPr lang="en-US" sz="1800" b="0" u="none" strike="noStrike">
                <a:solidFill>
                  <a:schemeClr val="dk1"/>
                </a:solidFill>
                <a:effectLst/>
                <a:uFillTx/>
                <a:latin typeface="Arial"/>
              </a:endParaRPr>
            </a:p>
          </p:txBody>
        </p:sp>
        <p:sp>
          <p:nvSpPr>
            <p:cNvPr id="94" name="Freeform 20"/>
            <p:cNvSpPr/>
            <p:nvPr/>
          </p:nvSpPr>
          <p:spPr>
            <a:xfrm>
              <a:off x="201960" y="6414120"/>
              <a:ext cx="297720" cy="300240"/>
            </a:xfrm>
            <a:custGeom>
              <a:avLst/>
              <a:gdLst>
                <a:gd name="textAreaLeft" fmla="*/ 0 w 297720"/>
                <a:gd name="textAreaRight" fmla="*/ 299160 w 297720"/>
                <a:gd name="textAreaTop" fmla="*/ 0 h 300240"/>
                <a:gd name="textAreaBottom" fmla="*/ 301680 h 300240"/>
                <a:gd name="GluePoint1X" fmla="*/ 372618 w 1195101"/>
                <a:gd name="GluePoint1Y" fmla="*/ 571786 h 1204626"/>
                <a:gd name="GluePoint2X" fmla="*/ 372523 w 1195101"/>
                <a:gd name="GluePoint2Y" fmla="*/ 134303 h 1204626"/>
                <a:gd name="GluePoint3X" fmla="*/ 386239 w 1195101"/>
                <a:gd name="GluePoint3Y" fmla="*/ 86487 h 1204626"/>
                <a:gd name="GluePoint4X" fmla="*/ 498348 w 1195101"/>
                <a:gd name="GluePoint4Y" fmla="*/ 85630 h 1204626"/>
                <a:gd name="GluePoint5X" fmla="*/ 738473 w 1195101"/>
                <a:gd name="GluePoint5Y" fmla="*/ 330518 h 1204626"/>
                <a:gd name="GluePoint6X" fmla="*/ 640747 w 1195101"/>
                <a:gd name="GluePoint6Y" fmla="*/ 541687 h 1204626"/>
                <a:gd name="GluePoint7X" fmla="*/ 372618 w 1195101"/>
                <a:gd name="GluePoint7Y" fmla="*/ 571786 h 1204626"/>
                <a:gd name="GluePoint8X" fmla="*/ 1186529 w 1195101"/>
                <a:gd name="GluePoint8Y" fmla="*/ 1129760 h 1204626"/>
                <a:gd name="GluePoint9X" fmla="*/ 1017461 w 1195101"/>
                <a:gd name="GluePoint9Y" fmla="*/ 1040702 h 1204626"/>
                <a:gd name="GluePoint10X" fmla="*/ 661797 w 1195101"/>
                <a:gd name="GluePoint10Y" fmla="*/ 632460 h 1204626"/>
                <a:gd name="GluePoint11X" fmla="*/ 964597 w 1195101"/>
                <a:gd name="GluePoint11Y" fmla="*/ 305371 h 1204626"/>
                <a:gd name="GluePoint12X" fmla="*/ 831056 w 1195101"/>
                <a:gd name="GluePoint12Y" fmla="*/ 55816 h 1204626"/>
                <a:gd name="GluePoint13X" fmla="*/ 544639 w 1195101"/>
                <a:gd name="GluePoint13Y" fmla="*/ 190 h 1204626"/>
                <a:gd name="GluePoint14X" fmla="*/ 317468 w 1195101"/>
                <a:gd name="GluePoint14Y" fmla="*/ 4191 h 1204626"/>
                <a:gd name="GluePoint15X" fmla="*/ 191 w 1195101"/>
                <a:gd name="GluePoint15Y" fmla="*/ 0 h 1204626"/>
                <a:gd name="GluePoint16X" fmla="*/ 191 w 1195101"/>
                <a:gd name="GluePoint16Y" fmla="*/ 74866 h 1204626"/>
                <a:gd name="GluePoint17X" fmla="*/ 15050 w 1195101"/>
                <a:gd name="GluePoint17Y" fmla="*/ 74866 h 1204626"/>
                <a:gd name="GluePoint18X" fmla="*/ 152781 w 1195101"/>
                <a:gd name="GluePoint18Y" fmla="*/ 128683 h 1204626"/>
                <a:gd name="GluePoint19X" fmla="*/ 168307 w 1195101"/>
                <a:gd name="GluePoint19Y" fmla="*/ 350139 h 1204626"/>
                <a:gd name="GluePoint20X" fmla="*/ 168307 w 1195101"/>
                <a:gd name="GluePoint20Y" fmla="*/ 841248 h 1204626"/>
                <a:gd name="GluePoint21X" fmla="*/ 161068 w 1195101"/>
                <a:gd name="GluePoint21Y" fmla="*/ 1034129 h 1204626"/>
                <a:gd name="GluePoint22X" fmla="*/ 152686 w 1195101"/>
                <a:gd name="GluePoint22Y" fmla="*/ 1075944 h 1204626"/>
                <a:gd name="GluePoint23X" fmla="*/ 10382 w 1195101"/>
                <a:gd name="GluePoint23Y" fmla="*/ 1129665 h 1204626"/>
                <a:gd name="GluePoint24X" fmla="*/ 0 w 1195101"/>
                <a:gd name="GluePoint24Y" fmla="*/ 1129665 h 1204626"/>
                <a:gd name="GluePoint25X" fmla="*/ 0 w 1195101"/>
                <a:gd name="GluePoint25Y" fmla="*/ 1204532 h 1204626"/>
                <a:gd name="GluePoint26X" fmla="*/ 278225 w 1195101"/>
                <a:gd name="GluePoint26Y" fmla="*/ 1197102 h 1204626"/>
                <a:gd name="GluePoint27X" fmla="*/ 540734 w 1195101"/>
                <a:gd name="GluePoint27Y" fmla="*/ 1204532 h 1204626"/>
                <a:gd name="GluePoint28X" fmla="*/ 540734 w 1195101"/>
                <a:gd name="GluePoint28Y" fmla="*/ 1129665 h 1204626"/>
                <a:gd name="GluePoint29X" fmla="*/ 525971 w 1195101"/>
                <a:gd name="GluePoint29Y" fmla="*/ 1129665 h 1204626"/>
                <a:gd name="GluePoint30X" fmla="*/ 388239 w 1195101"/>
                <a:gd name="GluePoint30Y" fmla="*/ 1075754 h 1204626"/>
                <a:gd name="GluePoint31X" fmla="*/ 379857 w 1195101"/>
                <a:gd name="GluePoint31Y" fmla="*/ 1034034 h 1204626"/>
                <a:gd name="GluePoint32X" fmla="*/ 372618 w 1195101"/>
                <a:gd name="GluePoint32Y" fmla="*/ 854297 h 1204626"/>
                <a:gd name="GluePoint33X" fmla="*/ 372618 w 1195101"/>
                <a:gd name="GluePoint33Y" fmla="*/ 653510 h 1204626"/>
                <a:gd name="GluePoint34X" fmla="*/ 479107 w 1195101"/>
                <a:gd name="GluePoint34Y" fmla="*/ 702469 h 1204626"/>
                <a:gd name="GluePoint35X" fmla="*/ 501110 w 1195101"/>
                <a:gd name="GluePoint35Y" fmla="*/ 728472 h 1204626"/>
                <a:gd name="GluePoint36X" fmla="*/ 797909 w 1195101"/>
                <a:gd name="GluePoint36Y" fmla="*/ 1096804 h 1204626"/>
                <a:gd name="GluePoint37X" fmla="*/ 885158 w 1195101"/>
                <a:gd name="GluePoint37Y" fmla="*/ 1204532 h 1204626"/>
                <a:gd name="GluePoint38X" fmla="*/ 1027366 w 1195101"/>
                <a:gd name="GluePoint38Y" fmla="*/ 1200436 h 1204626"/>
                <a:gd name="GluePoint39X" fmla="*/ 1195102 w 1195101"/>
                <a:gd name="GluePoint39Y" fmla="*/ 1204627 h 1204626"/>
                <a:gd name="GluePoint40X" fmla="*/ 1195102 w 1195101"/>
                <a:gd name="GluePoint40Y" fmla="*/ 1131094 h 1204626"/>
                <a:gd name="GluePoint41X" fmla="*/ 1186529 w 1195101"/>
                <a:gd name="GluePoint41Y" fmla="*/ 1129760 h 1204626"/>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 ang="0">
                  <a:pos x="GluePoint16X" y="GluePoint16Y"/>
                </a:cxn>
                <a:cxn ang="0">
                  <a:pos x="GluePoint17X" y="GluePoint17Y"/>
                </a:cxn>
                <a:cxn ang="0">
                  <a:pos x="GluePoint18X" y="GluePoint18Y"/>
                </a:cxn>
                <a:cxn ang="0">
                  <a:pos x="GluePoint19X" y="GluePoint19Y"/>
                </a:cxn>
                <a:cxn ang="0">
                  <a:pos x="GluePoint20X" y="GluePoint20Y"/>
                </a:cxn>
                <a:cxn ang="0">
                  <a:pos x="GluePoint21X" y="GluePoint21Y"/>
                </a:cxn>
                <a:cxn ang="0">
                  <a:pos x="GluePoint22X" y="GluePoint22Y"/>
                </a:cxn>
                <a:cxn ang="0">
                  <a:pos x="GluePoint23X" y="GluePoint23Y"/>
                </a:cxn>
                <a:cxn ang="0">
                  <a:pos x="GluePoint24X" y="GluePoint24Y"/>
                </a:cxn>
                <a:cxn ang="0">
                  <a:pos x="GluePoint25X" y="GluePoint25Y"/>
                </a:cxn>
                <a:cxn ang="0">
                  <a:pos x="GluePoint26X" y="GluePoint26Y"/>
                </a:cxn>
                <a:cxn ang="0">
                  <a:pos x="GluePoint27X" y="GluePoint27Y"/>
                </a:cxn>
                <a:cxn ang="0">
                  <a:pos x="GluePoint28X" y="GluePoint28Y"/>
                </a:cxn>
                <a:cxn ang="0">
                  <a:pos x="GluePoint29X" y="GluePoint29Y"/>
                </a:cxn>
                <a:cxn ang="0">
                  <a:pos x="GluePoint30X" y="GluePoint30Y"/>
                </a:cxn>
                <a:cxn ang="0">
                  <a:pos x="GluePoint31X" y="GluePoint31Y"/>
                </a:cxn>
                <a:cxn ang="0">
                  <a:pos x="GluePoint32X" y="GluePoint32Y"/>
                </a:cxn>
                <a:cxn ang="0">
                  <a:pos x="GluePoint33X" y="GluePoint33Y"/>
                </a:cxn>
                <a:cxn ang="0">
                  <a:pos x="GluePoint34X" y="GluePoint34Y"/>
                </a:cxn>
                <a:cxn ang="0">
                  <a:pos x="GluePoint35X" y="GluePoint35Y"/>
                </a:cxn>
                <a:cxn ang="0">
                  <a:pos x="GluePoint36X" y="GluePoint36Y"/>
                </a:cxn>
                <a:cxn ang="0">
                  <a:pos x="GluePoint37X" y="GluePoint37Y"/>
                </a:cxn>
                <a:cxn ang="0">
                  <a:pos x="GluePoint38X" y="GluePoint38Y"/>
                </a:cxn>
                <a:cxn ang="0">
                  <a:pos x="GluePoint39X" y="GluePoint39Y"/>
                </a:cxn>
                <a:cxn ang="0">
                  <a:pos x="GluePoint40X" y="GluePoint40Y"/>
                </a:cxn>
                <a:cxn ang="0">
                  <a:pos x="GluePoint41X" y="GluePoint41Y"/>
                </a:cxn>
              </a:cxnLst>
              <a:rect l="textAreaLeft" t="textAreaTop" r="textAreaRight" b="textAreaBottom"/>
              <a:pathLst>
                <a:path w="1195101" h="1204626">
                  <a:moveTo>
                    <a:pt x="372618" y="571786"/>
                  </a:moveTo>
                  <a:cubicBezTo>
                    <a:pt x="372618" y="571786"/>
                    <a:pt x="372618" y="136874"/>
                    <a:pt x="372523" y="134303"/>
                  </a:cubicBezTo>
                  <a:cubicBezTo>
                    <a:pt x="372237" y="116967"/>
                    <a:pt x="371761" y="93250"/>
                    <a:pt x="386239" y="86487"/>
                  </a:cubicBezTo>
                  <a:cubicBezTo>
                    <a:pt x="396240" y="82105"/>
                    <a:pt x="493014" y="85630"/>
                    <a:pt x="498348" y="85630"/>
                  </a:cubicBezTo>
                  <a:cubicBezTo>
                    <a:pt x="650938" y="85630"/>
                    <a:pt x="738473" y="174974"/>
                    <a:pt x="738473" y="330518"/>
                  </a:cubicBezTo>
                  <a:cubicBezTo>
                    <a:pt x="738473" y="443960"/>
                    <a:pt x="708374" y="509016"/>
                    <a:pt x="640747" y="541687"/>
                  </a:cubicBezTo>
                  <a:cubicBezTo>
                    <a:pt x="577691" y="571976"/>
                    <a:pt x="372618" y="571786"/>
                    <a:pt x="372618" y="571786"/>
                  </a:cubicBezTo>
                  <a:moveTo>
                    <a:pt x="1186529" y="1129760"/>
                  </a:moveTo>
                  <a:cubicBezTo>
                    <a:pt x="1100138" y="1116235"/>
                    <a:pt x="1074134" y="1106424"/>
                    <a:pt x="1017461" y="1040702"/>
                  </a:cubicBezTo>
                  <a:lnTo>
                    <a:pt x="661797" y="632460"/>
                  </a:lnTo>
                  <a:cubicBezTo>
                    <a:pt x="849059" y="608076"/>
                    <a:pt x="964597" y="484251"/>
                    <a:pt x="964597" y="305371"/>
                  </a:cubicBezTo>
                  <a:cubicBezTo>
                    <a:pt x="964597" y="188976"/>
                    <a:pt x="919544" y="105061"/>
                    <a:pt x="831056" y="55816"/>
                  </a:cubicBezTo>
                  <a:cubicBezTo>
                    <a:pt x="763619" y="18383"/>
                    <a:pt x="670084" y="190"/>
                    <a:pt x="544639" y="190"/>
                  </a:cubicBezTo>
                  <a:cubicBezTo>
                    <a:pt x="507206" y="1143"/>
                    <a:pt x="416909" y="4191"/>
                    <a:pt x="317468" y="4191"/>
                  </a:cubicBezTo>
                  <a:cubicBezTo>
                    <a:pt x="214313" y="4191"/>
                    <a:pt x="191" y="0"/>
                    <a:pt x="191" y="0"/>
                  </a:cubicBezTo>
                  <a:lnTo>
                    <a:pt x="191" y="74866"/>
                  </a:lnTo>
                  <a:lnTo>
                    <a:pt x="15050" y="74866"/>
                  </a:lnTo>
                  <a:cubicBezTo>
                    <a:pt x="71818" y="74486"/>
                    <a:pt x="135731" y="74771"/>
                    <a:pt x="152781" y="128683"/>
                  </a:cubicBezTo>
                  <a:cubicBezTo>
                    <a:pt x="168307" y="175355"/>
                    <a:pt x="168307" y="306896"/>
                    <a:pt x="168307" y="350139"/>
                  </a:cubicBezTo>
                  <a:lnTo>
                    <a:pt x="168307" y="841248"/>
                  </a:lnTo>
                  <a:cubicBezTo>
                    <a:pt x="168307" y="895445"/>
                    <a:pt x="168307" y="977837"/>
                    <a:pt x="161068" y="1034129"/>
                  </a:cubicBezTo>
                  <a:cubicBezTo>
                    <a:pt x="158972" y="1050798"/>
                    <a:pt x="156210" y="1065276"/>
                    <a:pt x="152686" y="1075944"/>
                  </a:cubicBezTo>
                  <a:cubicBezTo>
                    <a:pt x="135350" y="1129665"/>
                    <a:pt x="66104" y="1129665"/>
                    <a:pt x="10382" y="1129665"/>
                  </a:cubicBezTo>
                  <a:lnTo>
                    <a:pt x="0" y="1129665"/>
                  </a:lnTo>
                  <a:lnTo>
                    <a:pt x="0" y="1204532"/>
                  </a:lnTo>
                  <a:cubicBezTo>
                    <a:pt x="0" y="1204532"/>
                    <a:pt x="166783" y="1197102"/>
                    <a:pt x="278225" y="1197102"/>
                  </a:cubicBezTo>
                  <a:cubicBezTo>
                    <a:pt x="374047" y="1197102"/>
                    <a:pt x="540734" y="1204246"/>
                    <a:pt x="540734" y="1204532"/>
                  </a:cubicBezTo>
                  <a:lnTo>
                    <a:pt x="540734" y="1129665"/>
                  </a:lnTo>
                  <a:lnTo>
                    <a:pt x="525971" y="1129665"/>
                  </a:lnTo>
                  <a:cubicBezTo>
                    <a:pt x="470059" y="1129951"/>
                    <a:pt x="406813" y="1129760"/>
                    <a:pt x="388239" y="1075754"/>
                  </a:cubicBezTo>
                  <a:cubicBezTo>
                    <a:pt x="384620" y="1065086"/>
                    <a:pt x="381953" y="1050607"/>
                    <a:pt x="379857" y="1034034"/>
                  </a:cubicBezTo>
                  <a:cubicBezTo>
                    <a:pt x="372618" y="978122"/>
                    <a:pt x="372618" y="898017"/>
                    <a:pt x="372618" y="854297"/>
                  </a:cubicBezTo>
                  <a:lnTo>
                    <a:pt x="372618" y="653510"/>
                  </a:lnTo>
                  <a:cubicBezTo>
                    <a:pt x="439198" y="654082"/>
                    <a:pt x="444913" y="661035"/>
                    <a:pt x="479107" y="702469"/>
                  </a:cubicBezTo>
                  <a:cubicBezTo>
                    <a:pt x="485489" y="710089"/>
                    <a:pt x="492728" y="718756"/>
                    <a:pt x="501110" y="728472"/>
                  </a:cubicBezTo>
                  <a:lnTo>
                    <a:pt x="797909" y="1096804"/>
                  </a:lnTo>
                  <a:lnTo>
                    <a:pt x="885158" y="1204532"/>
                  </a:lnTo>
                  <a:cubicBezTo>
                    <a:pt x="885158" y="1204532"/>
                    <a:pt x="980885" y="1200436"/>
                    <a:pt x="1027366" y="1200436"/>
                  </a:cubicBezTo>
                  <a:cubicBezTo>
                    <a:pt x="1094994" y="1200436"/>
                    <a:pt x="1195102" y="1204627"/>
                    <a:pt x="1195102" y="1204627"/>
                  </a:cubicBezTo>
                  <a:lnTo>
                    <a:pt x="1195102" y="1131094"/>
                  </a:lnTo>
                  <a:lnTo>
                    <a:pt x="1186529" y="1129760"/>
                  </a:lnTo>
                  <a:close/>
                </a:path>
              </a:pathLst>
            </a:custGeom>
            <a:solidFill>
              <a:schemeClr val="bg1"/>
            </a:solidFill>
            <a:ln w="9525">
              <a:noFill/>
            </a:ln>
          </p:spPr>
          <p:style>
            <a:lnRef idx="0"/>
            <a:fillRef idx="0"/>
            <a:effectRef idx="0"/>
            <a:fontRef idx="minor"/>
          </p:style>
          <p:txBody>
            <a:bodyPr lIns="90000" tIns="45000" rIns="90000" bIns="45000" anchor="ctr">
              <a:noAutofit/>
            </a:bodyPr>
            <a:p>
              <a:endParaRPr lang="en-US" sz="1800" b="0" u="none" strike="noStrike">
                <a:solidFill>
                  <a:schemeClr val="dk1"/>
                </a:solidFill>
                <a:effectLst/>
                <a:uFillTx/>
                <a:latin typeface="Arial"/>
              </a:endParaRPr>
            </a:p>
          </p:txBody>
        </p:sp>
      </p:grpSp>
    </p:spTree>
  </p:cSld>
</p:sldLayout>
</file>

<file path=ppt/slideLayouts/slideLayout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1_Layout 1 Header Bottom">
    <p:bg>
      <p:bgPr>
        <a:solidFill>
          <a:srgbClr val="FFFFFF"/>
        </a:solidFill>
      </p:bgPr>
    </p:bg>
    <p:spTree>
      <p:nvGrpSpPr>
        <p:cNvPr id="1" name=""/>
        <p:cNvGrpSpPr/>
        <p:nvPr/>
      </p:nvGrpSpPr>
      <p:grpSpPr>
        <a:xfrm>
          <a:off x="0" y="0"/>
          <a:ext cx="0" cy="0"/>
          <a:chOff x="0" y="0"/>
          <a:chExt cx="0" cy="0"/>
        </a:xfrm>
      </p:grpSpPr>
      <p:sp>
        <p:nvSpPr>
          <p:cNvPr id="95" name="Rectangle 5"/>
          <p:cNvSpPr/>
          <p:nvPr/>
        </p:nvSpPr>
        <p:spPr>
          <a:xfrm>
            <a:off x="0" y="0"/>
            <a:ext cx="12190680" cy="666000"/>
          </a:xfrm>
          <a:prstGeom prst="rect">
            <a:avLst/>
          </a:prstGeom>
          <a:solidFill>
            <a:srgbClr val="F86901"/>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p>
            <a:endParaRPr lang="en-US" sz="1800" b="0" u="none" strike="noStrike">
              <a:solidFill>
                <a:schemeClr val="lt1"/>
              </a:solidFill>
              <a:effectLst/>
              <a:uFillTx/>
              <a:latin typeface="Arial"/>
            </a:endParaRPr>
          </a:p>
        </p:txBody>
      </p:sp>
      <p:sp>
        <p:nvSpPr>
          <p:cNvPr id="96" name="TextBox 10"/>
          <p:cNvSpPr/>
          <p:nvPr/>
        </p:nvSpPr>
        <p:spPr>
          <a:xfrm>
            <a:off x="11689200" y="269640"/>
            <a:ext cx="476280" cy="238680"/>
          </a:xfrm>
          <a:prstGeom prst="rect">
            <a:avLst/>
          </a:prstGeom>
          <a:noFill/>
          <a:ln w="0">
            <a:noFill/>
          </a:ln>
        </p:spPr>
        <p:style>
          <a:lnRef idx="0"/>
          <a:fillRef idx="0"/>
          <a:effectRef idx="0"/>
          <a:fontRef idx="minor"/>
        </p:style>
        <p:txBody>
          <a:bodyPr lIns="90000" tIns="45000" rIns="90000" bIns="45000" anchor="t">
            <a:spAutoFit/>
          </a:bodyPr>
          <a:p>
            <a:pPr defTabSz="914400">
              <a:lnSpc>
                <a:spcPct val="80000"/>
              </a:lnSpc>
            </a:pPr>
            <a:r>
              <a:rPr lang="en-US" sz="1200" b="0" u="none" strike="noStrike">
                <a:solidFill>
                  <a:srgbClr val="E56B2A"/>
                </a:solidFill>
                <a:effectLst/>
                <a:uFillTx/>
                <a:latin typeface="Georgia"/>
              </a:rPr>
              <a:t> </a:t>
            </a:r>
            <a:fld id="{EF5D8B55-4787-4401-9588-6629FCA36D51}" type="slidenum">
              <a:rPr lang="en-US" sz="1130" b="0" u="none" strike="noStrike">
                <a:solidFill>
                  <a:schemeClr val="lt1"/>
                </a:solidFill>
                <a:effectLst/>
                <a:uFillTx/>
                <a:latin typeface="Arial"/>
              </a:rPr>
              <a:t>&lt;number&gt;</a:t>
            </a:fld>
            <a:endParaRPr lang="en-US" sz="1130" b="0" u="none" strike="noStrike">
              <a:solidFill>
                <a:srgbClr val="000000"/>
              </a:solidFill>
              <a:effectLst/>
              <a:uFillTx/>
              <a:latin typeface="Arial"/>
            </a:endParaRPr>
          </a:p>
        </p:txBody>
      </p:sp>
      <p:pic>
        <p:nvPicPr>
          <p:cNvPr id="97" name="Graphic 11"/>
          <p:cNvPicPr/>
          <p:nvPr/>
        </p:nvPicPr>
        <p:blipFill>
          <a:blip r:embed="rId2">
            <a:extLst>
              <a:ext uri="{96DAC541-7B7A-43D3-8B79-37D633B846F1}">
                <asvg:svgBlip xmlns:asvg="http://schemas.microsoft.com/office/drawing/2016/SVG/main" r:embed="rId3"/>
              </a:ext>
            </a:extLst>
          </a:blip>
          <a:stretch/>
        </p:blipFill>
        <p:spPr>
          <a:xfrm>
            <a:off x="9069840" y="240840"/>
            <a:ext cx="2699280" cy="238680"/>
          </a:xfrm>
          <a:prstGeom prst="rect">
            <a:avLst/>
          </a:prstGeom>
          <a:noFill/>
          <a:ln w="0">
            <a:noFill/>
          </a:ln>
        </p:spPr>
      </p:pic>
      <p:grpSp>
        <p:nvGrpSpPr>
          <p:cNvPr id="98" name="Graphic 22"/>
          <p:cNvGrpSpPr/>
          <p:nvPr/>
        </p:nvGrpSpPr>
        <p:grpSpPr>
          <a:xfrm>
            <a:off x="201960" y="195840"/>
            <a:ext cx="797760" cy="300600"/>
            <a:chOff x="201960" y="195840"/>
            <a:chExt cx="797760" cy="300600"/>
          </a:xfrm>
        </p:grpSpPr>
        <p:sp>
          <p:nvSpPr>
            <p:cNvPr id="99" name="Freeform 2"/>
            <p:cNvSpPr/>
            <p:nvPr/>
          </p:nvSpPr>
          <p:spPr>
            <a:xfrm>
              <a:off x="540720" y="195840"/>
              <a:ext cx="135720" cy="300240"/>
            </a:xfrm>
            <a:custGeom>
              <a:avLst/>
              <a:gdLst>
                <a:gd name="textAreaLeft" fmla="*/ 0 w 135720"/>
                <a:gd name="textAreaRight" fmla="*/ 137160 w 135720"/>
                <a:gd name="textAreaTop" fmla="*/ 0 h 300240"/>
                <a:gd name="textAreaBottom" fmla="*/ 301680 h 300240"/>
                <a:gd name="GluePoint1X" fmla="*/ 393478 w 547877"/>
                <a:gd name="GluePoint1Y" fmla="*/ 129064 h 1204531"/>
                <a:gd name="GluePoint2X" fmla="*/ 537686 w 547877"/>
                <a:gd name="GluePoint2Y" fmla="*/ 74771 h 1204531"/>
                <a:gd name="GluePoint3X" fmla="*/ 547878 w 547877"/>
                <a:gd name="GluePoint3Y" fmla="*/ 74771 h 1204531"/>
                <a:gd name="GluePoint4X" fmla="*/ 547878 w 547877"/>
                <a:gd name="GluePoint4Y" fmla="*/ 0 h 1204531"/>
                <a:gd name="GluePoint5X" fmla="*/ 267938 w 547877"/>
                <a:gd name="GluePoint5Y" fmla="*/ 4667 h 1204531"/>
                <a:gd name="GluePoint6X" fmla="*/ 0 w 547877"/>
                <a:gd name="GluePoint6Y" fmla="*/ 0 h 1204531"/>
                <a:gd name="GluePoint7X" fmla="*/ 0 w 547877"/>
                <a:gd name="GluePoint7Y" fmla="*/ 74771 h 1204531"/>
                <a:gd name="GluePoint8X" fmla="*/ 10192 w 547877"/>
                <a:gd name="GluePoint8Y" fmla="*/ 74771 h 1204531"/>
                <a:gd name="GluePoint9X" fmla="*/ 154400 w 547877"/>
                <a:gd name="GluePoint9Y" fmla="*/ 128968 h 1204531"/>
                <a:gd name="GluePoint10X" fmla="*/ 171640 w 547877"/>
                <a:gd name="GluePoint10Y" fmla="*/ 363188 h 1204531"/>
                <a:gd name="GluePoint11X" fmla="*/ 171640 w 547877"/>
                <a:gd name="GluePoint11Y" fmla="*/ 841153 h 1204531"/>
                <a:gd name="GluePoint12X" fmla="*/ 154496 w 547877"/>
                <a:gd name="GluePoint12Y" fmla="*/ 1075373 h 1204531"/>
                <a:gd name="GluePoint13X" fmla="*/ 10192 w 547877"/>
                <a:gd name="GluePoint13Y" fmla="*/ 1129569 h 1204531"/>
                <a:gd name="GluePoint14X" fmla="*/ 0 w 547877"/>
                <a:gd name="GluePoint14Y" fmla="*/ 1129569 h 1204531"/>
                <a:gd name="GluePoint15X" fmla="*/ 0 w 547877"/>
                <a:gd name="GluePoint15Y" fmla="*/ 1204531 h 1204531"/>
                <a:gd name="GluePoint16X" fmla="*/ 268224 w 547877"/>
                <a:gd name="GluePoint16Y" fmla="*/ 1197102 h 1204531"/>
                <a:gd name="GluePoint17X" fmla="*/ 547878 w 547877"/>
                <a:gd name="GluePoint17Y" fmla="*/ 1204531 h 1204531"/>
                <a:gd name="GluePoint18X" fmla="*/ 547878 w 547877"/>
                <a:gd name="GluePoint18Y" fmla="*/ 1129569 h 1204531"/>
                <a:gd name="GluePoint19X" fmla="*/ 537686 w 547877"/>
                <a:gd name="GluePoint19Y" fmla="*/ 1129569 h 1204531"/>
                <a:gd name="GluePoint20X" fmla="*/ 393478 w 547877"/>
                <a:gd name="GluePoint20Y" fmla="*/ 1075468 h 1204531"/>
                <a:gd name="GluePoint21X" fmla="*/ 376333 w 547877"/>
                <a:gd name="GluePoint21Y" fmla="*/ 841153 h 1204531"/>
                <a:gd name="GluePoint22X" fmla="*/ 376333 w 547877"/>
                <a:gd name="GluePoint22Y" fmla="*/ 363188 h 1204531"/>
                <a:gd name="GluePoint23X" fmla="*/ 393478 w 547877"/>
                <a:gd name="GluePoint23Y" fmla="*/ 129064 h 1204531"/>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 ang="0">
                  <a:pos x="GluePoint16X" y="GluePoint16Y"/>
                </a:cxn>
                <a:cxn ang="0">
                  <a:pos x="GluePoint17X" y="GluePoint17Y"/>
                </a:cxn>
                <a:cxn ang="0">
                  <a:pos x="GluePoint18X" y="GluePoint18Y"/>
                </a:cxn>
                <a:cxn ang="0">
                  <a:pos x="GluePoint19X" y="GluePoint19Y"/>
                </a:cxn>
                <a:cxn ang="0">
                  <a:pos x="GluePoint20X" y="GluePoint20Y"/>
                </a:cxn>
                <a:cxn ang="0">
                  <a:pos x="GluePoint21X" y="GluePoint21Y"/>
                </a:cxn>
                <a:cxn ang="0">
                  <a:pos x="GluePoint22X" y="GluePoint22Y"/>
                </a:cxn>
                <a:cxn ang="0">
                  <a:pos x="GluePoint23X" y="GluePoint23Y"/>
                </a:cxn>
              </a:cxnLst>
              <a:rect l="textAreaLeft" t="textAreaTop" r="textAreaRight" b="textAreaBottom"/>
              <a:pathLst>
                <a:path w="547877" h="1204531">
                  <a:moveTo>
                    <a:pt x="393478" y="129064"/>
                  </a:moveTo>
                  <a:cubicBezTo>
                    <a:pt x="414242" y="74771"/>
                    <a:pt x="482727" y="74771"/>
                    <a:pt x="537686" y="74771"/>
                  </a:cubicBezTo>
                  <a:lnTo>
                    <a:pt x="547878" y="74771"/>
                  </a:lnTo>
                  <a:lnTo>
                    <a:pt x="547878" y="0"/>
                  </a:lnTo>
                  <a:cubicBezTo>
                    <a:pt x="547878" y="0"/>
                    <a:pt x="333565" y="4667"/>
                    <a:pt x="267938" y="4667"/>
                  </a:cubicBezTo>
                  <a:cubicBezTo>
                    <a:pt x="200406" y="4667"/>
                    <a:pt x="0" y="0"/>
                    <a:pt x="0" y="0"/>
                  </a:cubicBezTo>
                  <a:lnTo>
                    <a:pt x="0" y="74771"/>
                  </a:lnTo>
                  <a:lnTo>
                    <a:pt x="10192" y="74771"/>
                  </a:lnTo>
                  <a:cubicBezTo>
                    <a:pt x="65246" y="74771"/>
                    <a:pt x="133731" y="74771"/>
                    <a:pt x="154400" y="128968"/>
                  </a:cubicBezTo>
                  <a:cubicBezTo>
                    <a:pt x="171640" y="175450"/>
                    <a:pt x="171640" y="307086"/>
                    <a:pt x="171640" y="363188"/>
                  </a:cubicBezTo>
                  <a:lnTo>
                    <a:pt x="171640" y="841153"/>
                  </a:lnTo>
                  <a:cubicBezTo>
                    <a:pt x="171640" y="897350"/>
                    <a:pt x="171640" y="1028890"/>
                    <a:pt x="154496" y="1075373"/>
                  </a:cubicBezTo>
                  <a:cubicBezTo>
                    <a:pt x="133731" y="1129569"/>
                    <a:pt x="65246" y="1129569"/>
                    <a:pt x="10192" y="1129569"/>
                  </a:cubicBezTo>
                  <a:lnTo>
                    <a:pt x="0" y="1129569"/>
                  </a:lnTo>
                  <a:lnTo>
                    <a:pt x="0" y="1204531"/>
                  </a:lnTo>
                  <a:cubicBezTo>
                    <a:pt x="0" y="1204341"/>
                    <a:pt x="173260" y="1197102"/>
                    <a:pt x="268224" y="1197102"/>
                  </a:cubicBezTo>
                  <a:cubicBezTo>
                    <a:pt x="377476" y="1197102"/>
                    <a:pt x="547878" y="1204531"/>
                    <a:pt x="547878" y="1204531"/>
                  </a:cubicBezTo>
                  <a:lnTo>
                    <a:pt x="547878" y="1129569"/>
                  </a:lnTo>
                  <a:lnTo>
                    <a:pt x="537686" y="1129569"/>
                  </a:lnTo>
                  <a:cubicBezTo>
                    <a:pt x="482727" y="1129569"/>
                    <a:pt x="414242" y="1129569"/>
                    <a:pt x="393478" y="1075468"/>
                  </a:cubicBezTo>
                  <a:cubicBezTo>
                    <a:pt x="376333" y="1028890"/>
                    <a:pt x="376333" y="897350"/>
                    <a:pt x="376333" y="841153"/>
                  </a:cubicBezTo>
                  <a:lnTo>
                    <a:pt x="376333" y="363188"/>
                  </a:lnTo>
                  <a:cubicBezTo>
                    <a:pt x="376333" y="307086"/>
                    <a:pt x="376333" y="175450"/>
                    <a:pt x="393478" y="129064"/>
                  </a:cubicBezTo>
                </a:path>
              </a:pathLst>
            </a:custGeom>
            <a:solidFill>
              <a:schemeClr val="bg1"/>
            </a:solidFill>
            <a:ln w="9525">
              <a:noFill/>
            </a:ln>
          </p:spPr>
          <p:style>
            <a:lnRef idx="0"/>
            <a:fillRef idx="0"/>
            <a:effectRef idx="0"/>
            <a:fontRef idx="minor"/>
          </p:style>
          <p:txBody>
            <a:bodyPr lIns="68040" tIns="45000" rIns="68040" bIns="45000" anchor="ctr">
              <a:noAutofit/>
            </a:bodyPr>
            <a:p>
              <a:endParaRPr lang="en-US" sz="1800" b="0" u="none" strike="noStrike">
                <a:solidFill>
                  <a:schemeClr val="dk1"/>
                </a:solidFill>
                <a:effectLst/>
                <a:uFillTx/>
                <a:latin typeface="Arial"/>
              </a:endParaRPr>
            </a:p>
          </p:txBody>
        </p:sp>
        <p:sp>
          <p:nvSpPr>
            <p:cNvPr id="100" name="Freeform 3"/>
            <p:cNvSpPr/>
            <p:nvPr/>
          </p:nvSpPr>
          <p:spPr>
            <a:xfrm>
              <a:off x="718920" y="196200"/>
              <a:ext cx="280800" cy="300240"/>
            </a:xfrm>
            <a:custGeom>
              <a:avLst/>
              <a:gdLst>
                <a:gd name="textAreaLeft" fmla="*/ 0 w 280800"/>
                <a:gd name="textAreaRight" fmla="*/ 282240 w 280800"/>
                <a:gd name="textAreaTop" fmla="*/ 0 h 300240"/>
                <a:gd name="textAreaBottom" fmla="*/ 301680 h 300240"/>
                <a:gd name="GluePoint1X" fmla="*/ 0 w 1126902"/>
                <a:gd name="GluePoint1Y" fmla="*/ 0 h 1204245"/>
                <a:gd name="GluePoint2X" fmla="*/ 0 w 1126902"/>
                <a:gd name="GluePoint2Y" fmla="*/ 312420 h 1204245"/>
                <a:gd name="GluePoint3X" fmla="*/ 74295 w 1126902"/>
                <a:gd name="GluePoint3Y" fmla="*/ 312420 h 1204245"/>
                <a:gd name="GluePoint4X" fmla="*/ 74581 w 1126902"/>
                <a:gd name="GluePoint4Y" fmla="*/ 302609 h 1204245"/>
                <a:gd name="GluePoint5X" fmla="*/ 334328 w 1126902"/>
                <a:gd name="GluePoint5Y" fmla="*/ 90773 h 1204245"/>
                <a:gd name="GluePoint6X" fmla="*/ 352330 w 1126902"/>
                <a:gd name="GluePoint6Y" fmla="*/ 90678 h 1204245"/>
                <a:gd name="GluePoint7X" fmla="*/ 453200 w 1126902"/>
                <a:gd name="GluePoint7Y" fmla="*/ 106204 h 1204245"/>
                <a:gd name="GluePoint8X" fmla="*/ 461201 w 1126902"/>
                <a:gd name="GluePoint8Y" fmla="*/ 128873 h 1204245"/>
                <a:gd name="GluePoint9X" fmla="*/ 461201 w 1126902"/>
                <a:gd name="GluePoint9Y" fmla="*/ 950119 h 1204245"/>
                <a:gd name="GluePoint10X" fmla="*/ 272510 w 1126902"/>
                <a:gd name="GluePoint10Y" fmla="*/ 1129475 h 1204245"/>
                <a:gd name="GluePoint11X" fmla="*/ 262700 w 1126902"/>
                <a:gd name="GluePoint11Y" fmla="*/ 1129856 h 1204245"/>
                <a:gd name="GluePoint12X" fmla="*/ 262700 w 1126902"/>
                <a:gd name="GluePoint12Y" fmla="*/ 1204246 h 1204245"/>
                <a:gd name="GluePoint13X" fmla="*/ 578548 w 1126902"/>
                <a:gd name="GluePoint13Y" fmla="*/ 1196911 h 1204245"/>
                <a:gd name="GluePoint14X" fmla="*/ 864203 w 1126902"/>
                <a:gd name="GluePoint14Y" fmla="*/ 1204246 h 1204245"/>
                <a:gd name="GluePoint15X" fmla="*/ 864203 w 1126902"/>
                <a:gd name="GluePoint15Y" fmla="*/ 1129856 h 1204245"/>
                <a:gd name="GluePoint16X" fmla="*/ 854393 w 1126902"/>
                <a:gd name="GluePoint16Y" fmla="*/ 1129475 h 1204245"/>
                <a:gd name="GluePoint17X" fmla="*/ 665702 w 1126902"/>
                <a:gd name="GluePoint17Y" fmla="*/ 950119 h 1204245"/>
                <a:gd name="GluePoint18X" fmla="*/ 665702 w 1126902"/>
                <a:gd name="GluePoint18Y" fmla="*/ 128873 h 1204245"/>
                <a:gd name="GluePoint19X" fmla="*/ 673608 w 1126902"/>
                <a:gd name="GluePoint19Y" fmla="*/ 108490 h 1204245"/>
                <a:gd name="GluePoint20X" fmla="*/ 791718 w 1126902"/>
                <a:gd name="GluePoint20Y" fmla="*/ 90488 h 1204245"/>
                <a:gd name="GluePoint21X" fmla="*/ 815912 w 1126902"/>
                <a:gd name="GluePoint21Y" fmla="*/ 90773 h 1204245"/>
                <a:gd name="GluePoint22X" fmla="*/ 1052513 w 1126902"/>
                <a:gd name="GluePoint22Y" fmla="*/ 302895 h 1204245"/>
                <a:gd name="GluePoint23X" fmla="*/ 1053084 w 1126902"/>
                <a:gd name="GluePoint23Y" fmla="*/ 312420 h 1204245"/>
                <a:gd name="GluePoint24X" fmla="*/ 1126903 w 1126902"/>
                <a:gd name="GluePoint24Y" fmla="*/ 312420 h 1204245"/>
                <a:gd name="GluePoint25X" fmla="*/ 1126903 w 1126902"/>
                <a:gd name="GluePoint25Y" fmla="*/ 0 h 1204245"/>
                <a:gd name="GluePoint26X" fmla="*/ 563404 w 1126902"/>
                <a:gd name="GluePoint26Y" fmla="*/ 2857 h 1204245"/>
                <a:gd name="GluePoint27X" fmla="*/ 0 w 1126902"/>
                <a:gd name="GluePoint27Y" fmla="*/ 0 h 1204245"/>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 ang="0">
                  <a:pos x="GluePoint16X" y="GluePoint16Y"/>
                </a:cxn>
                <a:cxn ang="0">
                  <a:pos x="GluePoint17X" y="GluePoint17Y"/>
                </a:cxn>
                <a:cxn ang="0">
                  <a:pos x="GluePoint18X" y="GluePoint18Y"/>
                </a:cxn>
                <a:cxn ang="0">
                  <a:pos x="GluePoint19X" y="GluePoint19Y"/>
                </a:cxn>
                <a:cxn ang="0">
                  <a:pos x="GluePoint20X" y="GluePoint20Y"/>
                </a:cxn>
                <a:cxn ang="0">
                  <a:pos x="GluePoint21X" y="GluePoint21Y"/>
                </a:cxn>
                <a:cxn ang="0">
                  <a:pos x="GluePoint22X" y="GluePoint22Y"/>
                </a:cxn>
                <a:cxn ang="0">
                  <a:pos x="GluePoint23X" y="GluePoint23Y"/>
                </a:cxn>
                <a:cxn ang="0">
                  <a:pos x="GluePoint24X" y="GluePoint24Y"/>
                </a:cxn>
                <a:cxn ang="0">
                  <a:pos x="GluePoint25X" y="GluePoint25Y"/>
                </a:cxn>
                <a:cxn ang="0">
                  <a:pos x="GluePoint26X" y="GluePoint26Y"/>
                </a:cxn>
                <a:cxn ang="0">
                  <a:pos x="GluePoint27X" y="GluePoint27Y"/>
                </a:cxn>
              </a:cxnLst>
              <a:rect l="textAreaLeft" t="textAreaTop" r="textAreaRight" b="textAreaBottom"/>
              <a:pathLst>
                <a:path w="1126902" h="1204245">
                  <a:moveTo>
                    <a:pt x="0" y="0"/>
                  </a:moveTo>
                  <a:lnTo>
                    <a:pt x="0" y="312420"/>
                  </a:lnTo>
                  <a:lnTo>
                    <a:pt x="74295" y="312420"/>
                  </a:lnTo>
                  <a:lnTo>
                    <a:pt x="74581" y="302609"/>
                  </a:lnTo>
                  <a:cubicBezTo>
                    <a:pt x="81344" y="99346"/>
                    <a:pt x="159163" y="90773"/>
                    <a:pt x="334328" y="90773"/>
                  </a:cubicBezTo>
                  <a:cubicBezTo>
                    <a:pt x="340328" y="90773"/>
                    <a:pt x="346424" y="90773"/>
                    <a:pt x="352330" y="90678"/>
                  </a:cubicBezTo>
                  <a:cubicBezTo>
                    <a:pt x="395859" y="90392"/>
                    <a:pt x="437007" y="90106"/>
                    <a:pt x="453200" y="106204"/>
                  </a:cubicBezTo>
                  <a:cubicBezTo>
                    <a:pt x="458629" y="111538"/>
                    <a:pt x="461201" y="118967"/>
                    <a:pt x="461201" y="128873"/>
                  </a:cubicBezTo>
                  <a:lnTo>
                    <a:pt x="461201" y="950119"/>
                  </a:lnTo>
                  <a:cubicBezTo>
                    <a:pt x="461201" y="1072039"/>
                    <a:pt x="444151" y="1122426"/>
                    <a:pt x="272510" y="1129475"/>
                  </a:cubicBezTo>
                  <a:lnTo>
                    <a:pt x="262700" y="1129856"/>
                  </a:lnTo>
                  <a:lnTo>
                    <a:pt x="262700" y="1204246"/>
                  </a:lnTo>
                  <a:cubicBezTo>
                    <a:pt x="262700" y="1204246"/>
                    <a:pt x="462725" y="1196911"/>
                    <a:pt x="578548" y="1196911"/>
                  </a:cubicBezTo>
                  <a:cubicBezTo>
                    <a:pt x="666941" y="1196911"/>
                    <a:pt x="864203" y="1204246"/>
                    <a:pt x="864203" y="1204246"/>
                  </a:cubicBezTo>
                  <a:lnTo>
                    <a:pt x="864203" y="1129856"/>
                  </a:lnTo>
                  <a:lnTo>
                    <a:pt x="854393" y="1129475"/>
                  </a:lnTo>
                  <a:cubicBezTo>
                    <a:pt x="682752" y="1122426"/>
                    <a:pt x="665702" y="1072039"/>
                    <a:pt x="665702" y="950119"/>
                  </a:cubicBezTo>
                  <a:lnTo>
                    <a:pt x="665702" y="128873"/>
                  </a:lnTo>
                  <a:cubicBezTo>
                    <a:pt x="665702" y="120396"/>
                    <a:pt x="668369" y="113729"/>
                    <a:pt x="673608" y="108490"/>
                  </a:cubicBezTo>
                  <a:cubicBezTo>
                    <a:pt x="693420" y="89059"/>
                    <a:pt x="747903" y="89821"/>
                    <a:pt x="791718" y="90488"/>
                  </a:cubicBezTo>
                  <a:cubicBezTo>
                    <a:pt x="800005" y="90583"/>
                    <a:pt x="808196" y="90773"/>
                    <a:pt x="815912" y="90773"/>
                  </a:cubicBezTo>
                  <a:cubicBezTo>
                    <a:pt x="987267" y="90773"/>
                    <a:pt x="1042511" y="140303"/>
                    <a:pt x="1052513" y="302895"/>
                  </a:cubicBezTo>
                  <a:lnTo>
                    <a:pt x="1053084" y="312420"/>
                  </a:lnTo>
                  <a:lnTo>
                    <a:pt x="1126903" y="312420"/>
                  </a:lnTo>
                  <a:lnTo>
                    <a:pt x="1126903" y="0"/>
                  </a:lnTo>
                  <a:cubicBezTo>
                    <a:pt x="1126903" y="0"/>
                    <a:pt x="694468" y="2857"/>
                    <a:pt x="563404" y="2857"/>
                  </a:cubicBezTo>
                  <a:cubicBezTo>
                    <a:pt x="432340" y="2857"/>
                    <a:pt x="0" y="0"/>
                    <a:pt x="0" y="0"/>
                  </a:cubicBezTo>
                </a:path>
              </a:pathLst>
            </a:custGeom>
            <a:solidFill>
              <a:schemeClr val="bg1"/>
            </a:solidFill>
            <a:ln w="9525">
              <a:noFill/>
            </a:ln>
          </p:spPr>
          <p:style>
            <a:lnRef idx="0"/>
            <a:fillRef idx="0"/>
            <a:effectRef idx="0"/>
            <a:fontRef idx="minor"/>
          </p:style>
          <p:txBody>
            <a:bodyPr lIns="90000" tIns="45000" rIns="90000" bIns="45000" anchor="ctr">
              <a:noAutofit/>
            </a:bodyPr>
            <a:p>
              <a:endParaRPr lang="en-US" sz="1800" b="0" u="none" strike="noStrike">
                <a:solidFill>
                  <a:schemeClr val="dk1"/>
                </a:solidFill>
                <a:effectLst/>
                <a:uFillTx/>
                <a:latin typeface="Arial"/>
              </a:endParaRPr>
            </a:p>
          </p:txBody>
        </p:sp>
        <p:sp>
          <p:nvSpPr>
            <p:cNvPr id="101" name="Freeform 4"/>
            <p:cNvSpPr/>
            <p:nvPr/>
          </p:nvSpPr>
          <p:spPr>
            <a:xfrm>
              <a:off x="201960" y="195840"/>
              <a:ext cx="297720" cy="300240"/>
            </a:xfrm>
            <a:custGeom>
              <a:avLst/>
              <a:gdLst>
                <a:gd name="textAreaLeft" fmla="*/ 0 w 297720"/>
                <a:gd name="textAreaRight" fmla="*/ 299160 w 297720"/>
                <a:gd name="textAreaTop" fmla="*/ 0 h 300240"/>
                <a:gd name="textAreaBottom" fmla="*/ 301680 h 300240"/>
                <a:gd name="GluePoint1X" fmla="*/ 372618 w 1195101"/>
                <a:gd name="GluePoint1Y" fmla="*/ 571786 h 1204626"/>
                <a:gd name="GluePoint2X" fmla="*/ 372523 w 1195101"/>
                <a:gd name="GluePoint2Y" fmla="*/ 134303 h 1204626"/>
                <a:gd name="GluePoint3X" fmla="*/ 386239 w 1195101"/>
                <a:gd name="GluePoint3Y" fmla="*/ 86487 h 1204626"/>
                <a:gd name="GluePoint4X" fmla="*/ 498348 w 1195101"/>
                <a:gd name="GluePoint4Y" fmla="*/ 85630 h 1204626"/>
                <a:gd name="GluePoint5X" fmla="*/ 738473 w 1195101"/>
                <a:gd name="GluePoint5Y" fmla="*/ 330518 h 1204626"/>
                <a:gd name="GluePoint6X" fmla="*/ 640747 w 1195101"/>
                <a:gd name="GluePoint6Y" fmla="*/ 541687 h 1204626"/>
                <a:gd name="GluePoint7X" fmla="*/ 372618 w 1195101"/>
                <a:gd name="GluePoint7Y" fmla="*/ 571786 h 1204626"/>
                <a:gd name="GluePoint8X" fmla="*/ 1186529 w 1195101"/>
                <a:gd name="GluePoint8Y" fmla="*/ 1129760 h 1204626"/>
                <a:gd name="GluePoint9X" fmla="*/ 1017461 w 1195101"/>
                <a:gd name="GluePoint9Y" fmla="*/ 1040702 h 1204626"/>
                <a:gd name="GluePoint10X" fmla="*/ 661797 w 1195101"/>
                <a:gd name="GluePoint10Y" fmla="*/ 632460 h 1204626"/>
                <a:gd name="GluePoint11X" fmla="*/ 964597 w 1195101"/>
                <a:gd name="GluePoint11Y" fmla="*/ 305371 h 1204626"/>
                <a:gd name="GluePoint12X" fmla="*/ 831056 w 1195101"/>
                <a:gd name="GluePoint12Y" fmla="*/ 55816 h 1204626"/>
                <a:gd name="GluePoint13X" fmla="*/ 544639 w 1195101"/>
                <a:gd name="GluePoint13Y" fmla="*/ 190 h 1204626"/>
                <a:gd name="GluePoint14X" fmla="*/ 317468 w 1195101"/>
                <a:gd name="GluePoint14Y" fmla="*/ 4191 h 1204626"/>
                <a:gd name="GluePoint15X" fmla="*/ 191 w 1195101"/>
                <a:gd name="GluePoint15Y" fmla="*/ 0 h 1204626"/>
                <a:gd name="GluePoint16X" fmla="*/ 191 w 1195101"/>
                <a:gd name="GluePoint16Y" fmla="*/ 74866 h 1204626"/>
                <a:gd name="GluePoint17X" fmla="*/ 15050 w 1195101"/>
                <a:gd name="GluePoint17Y" fmla="*/ 74866 h 1204626"/>
                <a:gd name="GluePoint18X" fmla="*/ 152781 w 1195101"/>
                <a:gd name="GluePoint18Y" fmla="*/ 128683 h 1204626"/>
                <a:gd name="GluePoint19X" fmla="*/ 168307 w 1195101"/>
                <a:gd name="GluePoint19Y" fmla="*/ 350139 h 1204626"/>
                <a:gd name="GluePoint20X" fmla="*/ 168307 w 1195101"/>
                <a:gd name="GluePoint20Y" fmla="*/ 841248 h 1204626"/>
                <a:gd name="GluePoint21X" fmla="*/ 161068 w 1195101"/>
                <a:gd name="GluePoint21Y" fmla="*/ 1034129 h 1204626"/>
                <a:gd name="GluePoint22X" fmla="*/ 152686 w 1195101"/>
                <a:gd name="GluePoint22Y" fmla="*/ 1075944 h 1204626"/>
                <a:gd name="GluePoint23X" fmla="*/ 10382 w 1195101"/>
                <a:gd name="GluePoint23Y" fmla="*/ 1129665 h 1204626"/>
                <a:gd name="GluePoint24X" fmla="*/ 0 w 1195101"/>
                <a:gd name="GluePoint24Y" fmla="*/ 1129665 h 1204626"/>
                <a:gd name="GluePoint25X" fmla="*/ 0 w 1195101"/>
                <a:gd name="GluePoint25Y" fmla="*/ 1204532 h 1204626"/>
                <a:gd name="GluePoint26X" fmla="*/ 278225 w 1195101"/>
                <a:gd name="GluePoint26Y" fmla="*/ 1197102 h 1204626"/>
                <a:gd name="GluePoint27X" fmla="*/ 540734 w 1195101"/>
                <a:gd name="GluePoint27Y" fmla="*/ 1204532 h 1204626"/>
                <a:gd name="GluePoint28X" fmla="*/ 540734 w 1195101"/>
                <a:gd name="GluePoint28Y" fmla="*/ 1129665 h 1204626"/>
                <a:gd name="GluePoint29X" fmla="*/ 525971 w 1195101"/>
                <a:gd name="GluePoint29Y" fmla="*/ 1129665 h 1204626"/>
                <a:gd name="GluePoint30X" fmla="*/ 388239 w 1195101"/>
                <a:gd name="GluePoint30Y" fmla="*/ 1075754 h 1204626"/>
                <a:gd name="GluePoint31X" fmla="*/ 379857 w 1195101"/>
                <a:gd name="GluePoint31Y" fmla="*/ 1034034 h 1204626"/>
                <a:gd name="GluePoint32X" fmla="*/ 372618 w 1195101"/>
                <a:gd name="GluePoint32Y" fmla="*/ 854297 h 1204626"/>
                <a:gd name="GluePoint33X" fmla="*/ 372618 w 1195101"/>
                <a:gd name="GluePoint33Y" fmla="*/ 653510 h 1204626"/>
                <a:gd name="GluePoint34X" fmla="*/ 479107 w 1195101"/>
                <a:gd name="GluePoint34Y" fmla="*/ 702469 h 1204626"/>
                <a:gd name="GluePoint35X" fmla="*/ 501110 w 1195101"/>
                <a:gd name="GluePoint35Y" fmla="*/ 728472 h 1204626"/>
                <a:gd name="GluePoint36X" fmla="*/ 797909 w 1195101"/>
                <a:gd name="GluePoint36Y" fmla="*/ 1096804 h 1204626"/>
                <a:gd name="GluePoint37X" fmla="*/ 885158 w 1195101"/>
                <a:gd name="GluePoint37Y" fmla="*/ 1204532 h 1204626"/>
                <a:gd name="GluePoint38X" fmla="*/ 1027366 w 1195101"/>
                <a:gd name="GluePoint38Y" fmla="*/ 1200436 h 1204626"/>
                <a:gd name="GluePoint39X" fmla="*/ 1195102 w 1195101"/>
                <a:gd name="GluePoint39Y" fmla="*/ 1204627 h 1204626"/>
                <a:gd name="GluePoint40X" fmla="*/ 1195102 w 1195101"/>
                <a:gd name="GluePoint40Y" fmla="*/ 1131094 h 1204626"/>
                <a:gd name="GluePoint41X" fmla="*/ 1186529 w 1195101"/>
                <a:gd name="GluePoint41Y" fmla="*/ 1129760 h 1204626"/>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 ang="0">
                  <a:pos x="GluePoint16X" y="GluePoint16Y"/>
                </a:cxn>
                <a:cxn ang="0">
                  <a:pos x="GluePoint17X" y="GluePoint17Y"/>
                </a:cxn>
                <a:cxn ang="0">
                  <a:pos x="GluePoint18X" y="GluePoint18Y"/>
                </a:cxn>
                <a:cxn ang="0">
                  <a:pos x="GluePoint19X" y="GluePoint19Y"/>
                </a:cxn>
                <a:cxn ang="0">
                  <a:pos x="GluePoint20X" y="GluePoint20Y"/>
                </a:cxn>
                <a:cxn ang="0">
                  <a:pos x="GluePoint21X" y="GluePoint21Y"/>
                </a:cxn>
                <a:cxn ang="0">
                  <a:pos x="GluePoint22X" y="GluePoint22Y"/>
                </a:cxn>
                <a:cxn ang="0">
                  <a:pos x="GluePoint23X" y="GluePoint23Y"/>
                </a:cxn>
                <a:cxn ang="0">
                  <a:pos x="GluePoint24X" y="GluePoint24Y"/>
                </a:cxn>
                <a:cxn ang="0">
                  <a:pos x="GluePoint25X" y="GluePoint25Y"/>
                </a:cxn>
                <a:cxn ang="0">
                  <a:pos x="GluePoint26X" y="GluePoint26Y"/>
                </a:cxn>
                <a:cxn ang="0">
                  <a:pos x="GluePoint27X" y="GluePoint27Y"/>
                </a:cxn>
                <a:cxn ang="0">
                  <a:pos x="GluePoint28X" y="GluePoint28Y"/>
                </a:cxn>
                <a:cxn ang="0">
                  <a:pos x="GluePoint29X" y="GluePoint29Y"/>
                </a:cxn>
                <a:cxn ang="0">
                  <a:pos x="GluePoint30X" y="GluePoint30Y"/>
                </a:cxn>
                <a:cxn ang="0">
                  <a:pos x="GluePoint31X" y="GluePoint31Y"/>
                </a:cxn>
                <a:cxn ang="0">
                  <a:pos x="GluePoint32X" y="GluePoint32Y"/>
                </a:cxn>
                <a:cxn ang="0">
                  <a:pos x="GluePoint33X" y="GluePoint33Y"/>
                </a:cxn>
                <a:cxn ang="0">
                  <a:pos x="GluePoint34X" y="GluePoint34Y"/>
                </a:cxn>
                <a:cxn ang="0">
                  <a:pos x="GluePoint35X" y="GluePoint35Y"/>
                </a:cxn>
                <a:cxn ang="0">
                  <a:pos x="GluePoint36X" y="GluePoint36Y"/>
                </a:cxn>
                <a:cxn ang="0">
                  <a:pos x="GluePoint37X" y="GluePoint37Y"/>
                </a:cxn>
                <a:cxn ang="0">
                  <a:pos x="GluePoint38X" y="GluePoint38Y"/>
                </a:cxn>
                <a:cxn ang="0">
                  <a:pos x="GluePoint39X" y="GluePoint39Y"/>
                </a:cxn>
                <a:cxn ang="0">
                  <a:pos x="GluePoint40X" y="GluePoint40Y"/>
                </a:cxn>
                <a:cxn ang="0">
                  <a:pos x="GluePoint41X" y="GluePoint41Y"/>
                </a:cxn>
              </a:cxnLst>
              <a:rect l="textAreaLeft" t="textAreaTop" r="textAreaRight" b="textAreaBottom"/>
              <a:pathLst>
                <a:path w="1195101" h="1204626">
                  <a:moveTo>
                    <a:pt x="372618" y="571786"/>
                  </a:moveTo>
                  <a:cubicBezTo>
                    <a:pt x="372618" y="571786"/>
                    <a:pt x="372618" y="136874"/>
                    <a:pt x="372523" y="134303"/>
                  </a:cubicBezTo>
                  <a:cubicBezTo>
                    <a:pt x="372237" y="116967"/>
                    <a:pt x="371761" y="93250"/>
                    <a:pt x="386239" y="86487"/>
                  </a:cubicBezTo>
                  <a:cubicBezTo>
                    <a:pt x="396240" y="82105"/>
                    <a:pt x="493014" y="85630"/>
                    <a:pt x="498348" y="85630"/>
                  </a:cubicBezTo>
                  <a:cubicBezTo>
                    <a:pt x="650938" y="85630"/>
                    <a:pt x="738473" y="174974"/>
                    <a:pt x="738473" y="330518"/>
                  </a:cubicBezTo>
                  <a:cubicBezTo>
                    <a:pt x="738473" y="443960"/>
                    <a:pt x="708374" y="509016"/>
                    <a:pt x="640747" y="541687"/>
                  </a:cubicBezTo>
                  <a:cubicBezTo>
                    <a:pt x="577691" y="571976"/>
                    <a:pt x="372618" y="571786"/>
                    <a:pt x="372618" y="571786"/>
                  </a:cubicBezTo>
                  <a:moveTo>
                    <a:pt x="1186529" y="1129760"/>
                  </a:moveTo>
                  <a:cubicBezTo>
                    <a:pt x="1100138" y="1116235"/>
                    <a:pt x="1074134" y="1106424"/>
                    <a:pt x="1017461" y="1040702"/>
                  </a:cubicBezTo>
                  <a:lnTo>
                    <a:pt x="661797" y="632460"/>
                  </a:lnTo>
                  <a:cubicBezTo>
                    <a:pt x="849059" y="608076"/>
                    <a:pt x="964597" y="484251"/>
                    <a:pt x="964597" y="305371"/>
                  </a:cubicBezTo>
                  <a:cubicBezTo>
                    <a:pt x="964597" y="188976"/>
                    <a:pt x="919544" y="105061"/>
                    <a:pt x="831056" y="55816"/>
                  </a:cubicBezTo>
                  <a:cubicBezTo>
                    <a:pt x="763619" y="18383"/>
                    <a:pt x="670084" y="190"/>
                    <a:pt x="544639" y="190"/>
                  </a:cubicBezTo>
                  <a:cubicBezTo>
                    <a:pt x="507206" y="1143"/>
                    <a:pt x="416909" y="4191"/>
                    <a:pt x="317468" y="4191"/>
                  </a:cubicBezTo>
                  <a:cubicBezTo>
                    <a:pt x="214313" y="4191"/>
                    <a:pt x="191" y="0"/>
                    <a:pt x="191" y="0"/>
                  </a:cubicBezTo>
                  <a:lnTo>
                    <a:pt x="191" y="74866"/>
                  </a:lnTo>
                  <a:lnTo>
                    <a:pt x="15050" y="74866"/>
                  </a:lnTo>
                  <a:cubicBezTo>
                    <a:pt x="71818" y="74486"/>
                    <a:pt x="135731" y="74771"/>
                    <a:pt x="152781" y="128683"/>
                  </a:cubicBezTo>
                  <a:cubicBezTo>
                    <a:pt x="168307" y="175355"/>
                    <a:pt x="168307" y="306896"/>
                    <a:pt x="168307" y="350139"/>
                  </a:cubicBezTo>
                  <a:lnTo>
                    <a:pt x="168307" y="841248"/>
                  </a:lnTo>
                  <a:cubicBezTo>
                    <a:pt x="168307" y="895445"/>
                    <a:pt x="168307" y="977837"/>
                    <a:pt x="161068" y="1034129"/>
                  </a:cubicBezTo>
                  <a:cubicBezTo>
                    <a:pt x="158972" y="1050798"/>
                    <a:pt x="156210" y="1065276"/>
                    <a:pt x="152686" y="1075944"/>
                  </a:cubicBezTo>
                  <a:cubicBezTo>
                    <a:pt x="135350" y="1129665"/>
                    <a:pt x="66104" y="1129665"/>
                    <a:pt x="10382" y="1129665"/>
                  </a:cubicBezTo>
                  <a:lnTo>
                    <a:pt x="0" y="1129665"/>
                  </a:lnTo>
                  <a:lnTo>
                    <a:pt x="0" y="1204532"/>
                  </a:lnTo>
                  <a:cubicBezTo>
                    <a:pt x="0" y="1204532"/>
                    <a:pt x="166783" y="1197102"/>
                    <a:pt x="278225" y="1197102"/>
                  </a:cubicBezTo>
                  <a:cubicBezTo>
                    <a:pt x="374047" y="1197102"/>
                    <a:pt x="540734" y="1204246"/>
                    <a:pt x="540734" y="1204532"/>
                  </a:cubicBezTo>
                  <a:lnTo>
                    <a:pt x="540734" y="1129665"/>
                  </a:lnTo>
                  <a:lnTo>
                    <a:pt x="525971" y="1129665"/>
                  </a:lnTo>
                  <a:cubicBezTo>
                    <a:pt x="470059" y="1129951"/>
                    <a:pt x="406813" y="1129760"/>
                    <a:pt x="388239" y="1075754"/>
                  </a:cubicBezTo>
                  <a:cubicBezTo>
                    <a:pt x="384620" y="1065086"/>
                    <a:pt x="381953" y="1050607"/>
                    <a:pt x="379857" y="1034034"/>
                  </a:cubicBezTo>
                  <a:cubicBezTo>
                    <a:pt x="372618" y="978122"/>
                    <a:pt x="372618" y="898017"/>
                    <a:pt x="372618" y="854297"/>
                  </a:cubicBezTo>
                  <a:lnTo>
                    <a:pt x="372618" y="653510"/>
                  </a:lnTo>
                  <a:cubicBezTo>
                    <a:pt x="439198" y="654082"/>
                    <a:pt x="444913" y="661035"/>
                    <a:pt x="479107" y="702469"/>
                  </a:cubicBezTo>
                  <a:cubicBezTo>
                    <a:pt x="485489" y="710089"/>
                    <a:pt x="492728" y="718756"/>
                    <a:pt x="501110" y="728472"/>
                  </a:cubicBezTo>
                  <a:lnTo>
                    <a:pt x="797909" y="1096804"/>
                  </a:lnTo>
                  <a:lnTo>
                    <a:pt x="885158" y="1204532"/>
                  </a:lnTo>
                  <a:cubicBezTo>
                    <a:pt x="885158" y="1204532"/>
                    <a:pt x="980885" y="1200436"/>
                    <a:pt x="1027366" y="1200436"/>
                  </a:cubicBezTo>
                  <a:cubicBezTo>
                    <a:pt x="1094994" y="1200436"/>
                    <a:pt x="1195102" y="1204627"/>
                    <a:pt x="1195102" y="1204627"/>
                  </a:cubicBezTo>
                  <a:lnTo>
                    <a:pt x="1195102" y="1131094"/>
                  </a:lnTo>
                  <a:lnTo>
                    <a:pt x="1186529" y="1129760"/>
                  </a:lnTo>
                  <a:close/>
                </a:path>
              </a:pathLst>
            </a:custGeom>
            <a:solidFill>
              <a:schemeClr val="bg1"/>
            </a:solidFill>
            <a:ln w="9525">
              <a:noFill/>
            </a:ln>
          </p:spPr>
          <p:style>
            <a:lnRef idx="0"/>
            <a:fillRef idx="0"/>
            <a:effectRef idx="0"/>
            <a:fontRef idx="minor"/>
          </p:style>
          <p:txBody>
            <a:bodyPr lIns="90000" tIns="45000" rIns="90000" bIns="45000" anchor="ctr">
              <a:noAutofit/>
            </a:bodyPr>
            <a:p>
              <a:endParaRPr lang="en-US" sz="1800" b="0" u="none" strike="noStrike">
                <a:solidFill>
                  <a:schemeClr val="dk1"/>
                </a:solidFill>
                <a:effectLst/>
                <a:uFillTx/>
                <a:latin typeface="Arial"/>
              </a:endParaRPr>
            </a:p>
          </p:txBody>
        </p:sp>
      </p:grpSp>
      <p:sp>
        <p:nvSpPr>
          <p:cNvPr id="102" name="Text Placeholder 14"/>
          <p:cNvSpPr/>
          <p:nvPr/>
        </p:nvSpPr>
        <p:spPr>
          <a:xfrm>
            <a:off x="386640" y="3434040"/>
            <a:ext cx="2464560" cy="953280"/>
          </a:xfrm>
          <a:prstGeom prst="rect">
            <a:avLst/>
          </a:prstGeom>
          <a:noFill/>
          <a:ln w="0">
            <a:noFill/>
          </a:ln>
        </p:spPr>
        <p:style>
          <a:lnRef idx="0"/>
          <a:fillRef idx="0"/>
          <a:effectRef idx="0"/>
          <a:fontRef idx="minor"/>
        </p:style>
        <p:txBody>
          <a:bodyPr lIns="90000" tIns="45000" rIns="90000" bIns="45000" anchor="t">
            <a:noAutofit/>
          </a:bodyPr>
          <a:p>
            <a:endParaRPr lang="en-US" sz="2000" b="1" u="none" strike="noStrike">
              <a:solidFill>
                <a:srgbClr val="E56B2A"/>
              </a:solidFill>
              <a:effectLst/>
              <a:uFillTx/>
              <a:latin typeface="Arial"/>
            </a:endParaRPr>
          </a:p>
        </p:txBody>
      </p:sp>
      <p:sp>
        <p:nvSpPr>
          <p:cNvPr id="103" name="Rectangle 12"/>
          <p:cNvSpPr/>
          <p:nvPr/>
        </p:nvSpPr>
        <p:spPr>
          <a:xfrm>
            <a:off x="0" y="0"/>
            <a:ext cx="12190680" cy="685656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p>
            <a:endParaRPr lang="en-US" sz="1800" b="0" u="none" strike="noStrike">
              <a:solidFill>
                <a:schemeClr val="lt1"/>
              </a:solidFill>
              <a:effectLst/>
              <a:uFillTx/>
              <a:latin typeface="Arial"/>
            </a:endParaRPr>
          </a:p>
        </p:txBody>
      </p:sp>
      <p:sp>
        <p:nvSpPr>
          <p:cNvPr id="104" name="PlaceHolder 1"/>
          <p:cNvSpPr>
            <a:spLocks noGrp="1"/>
          </p:cNvSpPr>
          <p:nvPr>
            <p:ph type="body" hasCustomPrompt="1"/>
          </p:nvPr>
        </p:nvSpPr>
        <p:spPr>
          <a:xfrm>
            <a:off x="744840" y="709560"/>
            <a:ext cx="3504600" cy="3543120"/>
          </a:xfrm>
          <a:prstGeom prst="rect">
            <a:avLst/>
          </a:prstGeom>
          <a:solidFill>
            <a:schemeClr val="lt1">
              <a:lumMod val="75000"/>
            </a:schemeClr>
          </a:solidFill>
          <a:ln w="0">
            <a:noFill/>
          </a:ln>
        </p:spPr>
        <p:txBody>
          <a:bodyPr lIns="90000" tIns="45000" rIns="90000" bIns="45000" anchor="ctr" anchorCtr="1">
            <a:noAutofit/>
          </a:bodyPr>
          <a:lstStyle>
            <a:lvl1pPr indent="0" algn="l" defTabSz="914400">
              <a:lnSpc>
                <a:spcPct val="90000"/>
              </a:lnSpc>
              <a:spcBef>
                <a:spcPts val="1001"/>
              </a:spcBef>
              <a:buNone/>
              <a:tabLst>
                <a:tab pos="0" algn="l"/>
              </a:tabLst>
              <a:defRPr lang="en-US" sz="2800" b="0" u="none" strike="noStrike">
                <a:solidFill>
                  <a:schemeClr val="dk1"/>
                </a:solidFill>
                <a:effectLst/>
                <a:uFillTx/>
                <a:latin typeface="Arial"/>
              </a:defRPr>
            </a:lvl1pPr>
          </a:lstStyle>
          <a:p>
            <a:pPr indent="0" algn="l" defTabSz="914400">
              <a:lnSpc>
                <a:spcPct val="90000"/>
              </a:lnSpc>
              <a:spcBef>
                <a:spcPts val="1001"/>
              </a:spcBef>
              <a:buNone/>
              <a:tabLst>
                <a:tab pos="0" algn="l"/>
              </a:tabLst>
            </a:pPr>
            <a:r>
              <a:rPr lang="en-US" sz="2800" b="0" u="none" strike="noStrike">
                <a:solidFill>
                  <a:schemeClr val="dk1"/>
                </a:solidFill>
                <a:effectLst/>
                <a:uFillTx/>
                <a:latin typeface="Arial"/>
              </a:rPr>
              <a:t>Place image/chart here</a:t>
            </a:r>
            <a:endParaRPr lang="en-US" sz="2800" b="0" u="none" strike="noStrike">
              <a:solidFill>
                <a:schemeClr val="dk1"/>
              </a:solidFill>
              <a:effectLst/>
              <a:uFillTx/>
              <a:latin typeface="Arial"/>
            </a:endParaRPr>
          </a:p>
        </p:txBody>
      </p:sp>
      <p:sp>
        <p:nvSpPr>
          <p:cNvPr id="105" name="Freeform 1"/>
          <p:cNvSpPr/>
          <p:nvPr/>
        </p:nvSpPr>
        <p:spPr>
          <a:xfrm>
            <a:off x="-1776600" y="579600"/>
            <a:ext cx="6206040" cy="10047240"/>
          </a:xfrm>
          <a:custGeom>
            <a:avLst/>
            <a:gdLst>
              <a:gd name="textAreaLeft" fmla="*/ 0 w 6206040"/>
              <a:gd name="textAreaRight" fmla="*/ 6207480 w 6206040"/>
              <a:gd name="textAreaTop" fmla="*/ 0 h 10047240"/>
              <a:gd name="textAreaBottom" fmla="*/ 10048680 h 10047240"/>
              <a:gd name="GluePoint1X" fmla="*/ 283845 w 690181"/>
              <a:gd name="GluePoint1Y" fmla="*/ 28575 h 1117282"/>
              <a:gd name="GluePoint2X" fmla="*/ 662845 w 690181"/>
              <a:gd name="GluePoint2Y" fmla="*/ 28575 h 1117282"/>
              <a:gd name="GluePoint3X" fmla="*/ 662845 w 690181"/>
              <a:gd name="GluePoint3Y" fmla="*/ 409003 h 1117282"/>
              <a:gd name="GluePoint4X" fmla="*/ 283845 w 690181"/>
              <a:gd name="GluePoint4Y" fmla="*/ 409003 h 1117282"/>
              <a:gd name="GluePoint5X" fmla="*/ 283845 w 690181"/>
              <a:gd name="GluePoint5Y" fmla="*/ 28575 h 1117282"/>
              <a:gd name="GluePoint6X" fmla="*/ 268319 w 690181"/>
              <a:gd name="GluePoint6Y" fmla="*/ 0 h 1117282"/>
              <a:gd name="GluePoint7X" fmla="*/ 0 w 690181"/>
              <a:gd name="GluePoint7Y" fmla="*/ 271748 h 1117282"/>
              <a:gd name="GluePoint8X" fmla="*/ 0 w 690181"/>
              <a:gd name="GluePoint8Y" fmla="*/ 1117283 h 1117282"/>
              <a:gd name="GluePoint9X" fmla="*/ 690181 w 690181"/>
              <a:gd name="GluePoint9Y" fmla="*/ 421196 h 1117282"/>
              <a:gd name="GluePoint10X" fmla="*/ 690086 w 690181"/>
              <a:gd name="GluePoint10Y" fmla="*/ 952 h 1117282"/>
              <a:gd name="GluePoint11X" fmla="*/ 268319 w 690181"/>
              <a:gd name="GluePoint11Y" fmla="*/ 0 h 1117282"/>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Lst>
            <a:rect l="textAreaLeft" t="textAreaTop" r="textAreaRight" b="textAreaBottom"/>
            <a:pathLst>
              <a:path w="690181" h="1117282">
                <a:moveTo>
                  <a:pt x="283845" y="28575"/>
                </a:moveTo>
                <a:lnTo>
                  <a:pt x="662845" y="28575"/>
                </a:lnTo>
                <a:lnTo>
                  <a:pt x="662845" y="409003"/>
                </a:lnTo>
                <a:lnTo>
                  <a:pt x="283845" y="409003"/>
                </a:lnTo>
                <a:lnTo>
                  <a:pt x="283845" y="28575"/>
                </a:lnTo>
                <a:close/>
                <a:moveTo>
                  <a:pt x="268319" y="0"/>
                </a:moveTo>
                <a:lnTo>
                  <a:pt x="0" y="271748"/>
                </a:lnTo>
                <a:lnTo>
                  <a:pt x="0" y="1117283"/>
                </a:lnTo>
                <a:lnTo>
                  <a:pt x="690181" y="421196"/>
                </a:lnTo>
                <a:lnTo>
                  <a:pt x="690086" y="952"/>
                </a:lnTo>
                <a:lnTo>
                  <a:pt x="268319" y="0"/>
                </a:lnTo>
                <a:close/>
              </a:path>
            </a:pathLst>
          </a:custGeom>
          <a:solidFill>
            <a:srgbClr val="F86901"/>
          </a:solidFill>
          <a:ln w="9525">
            <a:noFill/>
          </a:ln>
        </p:spPr>
        <p:style>
          <a:lnRef idx="0"/>
          <a:fillRef idx="0"/>
          <a:effectRef idx="0"/>
          <a:fontRef idx="minor"/>
        </p:style>
        <p:txBody>
          <a:bodyPr lIns="90000" tIns="45000" rIns="90000" bIns="45000" anchor="ctr">
            <a:noAutofit/>
          </a:bodyPr>
          <a:p>
            <a:endParaRPr lang="en-US" sz="1800" b="0" u="none" strike="noStrike">
              <a:solidFill>
                <a:schemeClr val="dk1"/>
              </a:solidFill>
              <a:effectLst/>
              <a:uFillTx/>
              <a:latin typeface="Arial"/>
            </a:endParaRPr>
          </a:p>
        </p:txBody>
      </p:sp>
      <p:sp>
        <p:nvSpPr>
          <p:cNvPr id="106" name="Rectangle 2"/>
          <p:cNvSpPr/>
          <p:nvPr/>
        </p:nvSpPr>
        <p:spPr>
          <a:xfrm>
            <a:off x="0" y="6218280"/>
            <a:ext cx="12190680" cy="638280"/>
          </a:xfrm>
          <a:prstGeom prst="rect">
            <a:avLst/>
          </a:prstGeom>
          <a:solidFill>
            <a:srgbClr val="F86901"/>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p>
            <a:endParaRPr lang="en-US" sz="1800" b="0" u="none" strike="noStrike">
              <a:solidFill>
                <a:schemeClr val="lt1"/>
              </a:solidFill>
              <a:effectLst/>
              <a:uFillTx/>
              <a:latin typeface="Arial"/>
            </a:endParaRPr>
          </a:p>
        </p:txBody>
      </p:sp>
      <p:sp>
        <p:nvSpPr>
          <p:cNvPr id="107" name="TextBox 3"/>
          <p:cNvSpPr/>
          <p:nvPr/>
        </p:nvSpPr>
        <p:spPr>
          <a:xfrm>
            <a:off x="11689200" y="6487920"/>
            <a:ext cx="476280" cy="238680"/>
          </a:xfrm>
          <a:prstGeom prst="rect">
            <a:avLst/>
          </a:prstGeom>
          <a:noFill/>
          <a:ln w="0">
            <a:noFill/>
          </a:ln>
        </p:spPr>
        <p:style>
          <a:lnRef idx="0"/>
          <a:fillRef idx="0"/>
          <a:effectRef idx="0"/>
          <a:fontRef idx="minor"/>
        </p:style>
        <p:txBody>
          <a:bodyPr lIns="90000" tIns="45000" rIns="90000" bIns="45000" anchor="t">
            <a:spAutoFit/>
          </a:bodyPr>
          <a:p>
            <a:pPr defTabSz="914400">
              <a:lnSpc>
                <a:spcPct val="80000"/>
              </a:lnSpc>
            </a:pPr>
            <a:r>
              <a:rPr lang="en-US" sz="1200" b="0" u="none" strike="noStrike">
                <a:solidFill>
                  <a:schemeClr val="lt1"/>
                </a:solidFill>
                <a:effectLst/>
                <a:uFillTx/>
                <a:latin typeface="Georgia"/>
              </a:rPr>
              <a:t> </a:t>
            </a:r>
            <a:fld id="{6A98512A-7D9B-44A9-9338-2B337487D93D}" type="slidenum">
              <a:rPr lang="en-US" sz="1130" b="0" u="none" strike="noStrike">
                <a:solidFill>
                  <a:schemeClr val="lt1"/>
                </a:solidFill>
                <a:effectLst/>
                <a:uFillTx/>
                <a:latin typeface="Arial"/>
              </a:rPr>
              <a:t>&lt;number&gt;</a:t>
            </a:fld>
            <a:endParaRPr lang="en-US" sz="1130" b="0" u="none" strike="noStrike">
              <a:solidFill>
                <a:srgbClr val="000000"/>
              </a:solidFill>
              <a:effectLst/>
              <a:uFillTx/>
              <a:latin typeface="Arial"/>
            </a:endParaRPr>
          </a:p>
        </p:txBody>
      </p:sp>
      <p:pic>
        <p:nvPicPr>
          <p:cNvPr id="108" name="Graphic 4"/>
          <p:cNvPicPr/>
          <p:nvPr/>
        </p:nvPicPr>
        <p:blipFill>
          <a:blip r:embed="rId4">
            <a:extLst>
              <a:ext uri="{96DAC541-7B7A-43D3-8B79-37D633B846F1}">
                <asvg:svgBlip xmlns:asvg="http://schemas.microsoft.com/office/drawing/2016/SVG/main" r:embed="rId5"/>
              </a:ext>
            </a:extLst>
          </a:blip>
          <a:stretch/>
        </p:blipFill>
        <p:spPr>
          <a:xfrm>
            <a:off x="9069840" y="6459120"/>
            <a:ext cx="2699280" cy="238680"/>
          </a:xfrm>
          <a:prstGeom prst="rect">
            <a:avLst/>
          </a:prstGeom>
          <a:noFill/>
          <a:ln w="0">
            <a:noFill/>
          </a:ln>
        </p:spPr>
      </p:pic>
      <p:grpSp>
        <p:nvGrpSpPr>
          <p:cNvPr id="109" name="Graphic 22"/>
          <p:cNvGrpSpPr/>
          <p:nvPr/>
        </p:nvGrpSpPr>
        <p:grpSpPr>
          <a:xfrm>
            <a:off x="201960" y="6414120"/>
            <a:ext cx="797760" cy="300600"/>
            <a:chOff x="201960" y="6414120"/>
            <a:chExt cx="797760" cy="300600"/>
          </a:xfrm>
        </p:grpSpPr>
        <p:sp>
          <p:nvSpPr>
            <p:cNvPr id="110" name="Freeform 7"/>
            <p:cNvSpPr/>
            <p:nvPr/>
          </p:nvSpPr>
          <p:spPr>
            <a:xfrm>
              <a:off x="540720" y="6414120"/>
              <a:ext cx="135720" cy="300240"/>
            </a:xfrm>
            <a:custGeom>
              <a:avLst/>
              <a:gdLst>
                <a:gd name="textAreaLeft" fmla="*/ 0 w 135720"/>
                <a:gd name="textAreaRight" fmla="*/ 137160 w 135720"/>
                <a:gd name="textAreaTop" fmla="*/ 0 h 300240"/>
                <a:gd name="textAreaBottom" fmla="*/ 301680 h 300240"/>
                <a:gd name="GluePoint1X" fmla="*/ 393478 w 547877"/>
                <a:gd name="GluePoint1Y" fmla="*/ 129064 h 1204531"/>
                <a:gd name="GluePoint2X" fmla="*/ 537686 w 547877"/>
                <a:gd name="GluePoint2Y" fmla="*/ 74771 h 1204531"/>
                <a:gd name="GluePoint3X" fmla="*/ 547878 w 547877"/>
                <a:gd name="GluePoint3Y" fmla="*/ 74771 h 1204531"/>
                <a:gd name="GluePoint4X" fmla="*/ 547878 w 547877"/>
                <a:gd name="GluePoint4Y" fmla="*/ 0 h 1204531"/>
                <a:gd name="GluePoint5X" fmla="*/ 267938 w 547877"/>
                <a:gd name="GluePoint5Y" fmla="*/ 4667 h 1204531"/>
                <a:gd name="GluePoint6X" fmla="*/ 0 w 547877"/>
                <a:gd name="GluePoint6Y" fmla="*/ 0 h 1204531"/>
                <a:gd name="GluePoint7X" fmla="*/ 0 w 547877"/>
                <a:gd name="GluePoint7Y" fmla="*/ 74771 h 1204531"/>
                <a:gd name="GluePoint8X" fmla="*/ 10192 w 547877"/>
                <a:gd name="GluePoint8Y" fmla="*/ 74771 h 1204531"/>
                <a:gd name="GluePoint9X" fmla="*/ 154400 w 547877"/>
                <a:gd name="GluePoint9Y" fmla="*/ 128968 h 1204531"/>
                <a:gd name="GluePoint10X" fmla="*/ 171640 w 547877"/>
                <a:gd name="GluePoint10Y" fmla="*/ 363188 h 1204531"/>
                <a:gd name="GluePoint11X" fmla="*/ 171640 w 547877"/>
                <a:gd name="GluePoint11Y" fmla="*/ 841153 h 1204531"/>
                <a:gd name="GluePoint12X" fmla="*/ 154496 w 547877"/>
                <a:gd name="GluePoint12Y" fmla="*/ 1075373 h 1204531"/>
                <a:gd name="GluePoint13X" fmla="*/ 10192 w 547877"/>
                <a:gd name="GluePoint13Y" fmla="*/ 1129569 h 1204531"/>
                <a:gd name="GluePoint14X" fmla="*/ 0 w 547877"/>
                <a:gd name="GluePoint14Y" fmla="*/ 1129569 h 1204531"/>
                <a:gd name="GluePoint15X" fmla="*/ 0 w 547877"/>
                <a:gd name="GluePoint15Y" fmla="*/ 1204531 h 1204531"/>
                <a:gd name="GluePoint16X" fmla="*/ 268224 w 547877"/>
                <a:gd name="GluePoint16Y" fmla="*/ 1197102 h 1204531"/>
                <a:gd name="GluePoint17X" fmla="*/ 547878 w 547877"/>
                <a:gd name="GluePoint17Y" fmla="*/ 1204531 h 1204531"/>
                <a:gd name="GluePoint18X" fmla="*/ 547878 w 547877"/>
                <a:gd name="GluePoint18Y" fmla="*/ 1129569 h 1204531"/>
                <a:gd name="GluePoint19X" fmla="*/ 537686 w 547877"/>
                <a:gd name="GluePoint19Y" fmla="*/ 1129569 h 1204531"/>
                <a:gd name="GluePoint20X" fmla="*/ 393478 w 547877"/>
                <a:gd name="GluePoint20Y" fmla="*/ 1075468 h 1204531"/>
                <a:gd name="GluePoint21X" fmla="*/ 376333 w 547877"/>
                <a:gd name="GluePoint21Y" fmla="*/ 841153 h 1204531"/>
                <a:gd name="GluePoint22X" fmla="*/ 376333 w 547877"/>
                <a:gd name="GluePoint22Y" fmla="*/ 363188 h 1204531"/>
                <a:gd name="GluePoint23X" fmla="*/ 393478 w 547877"/>
                <a:gd name="GluePoint23Y" fmla="*/ 129064 h 1204531"/>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 ang="0">
                  <a:pos x="GluePoint16X" y="GluePoint16Y"/>
                </a:cxn>
                <a:cxn ang="0">
                  <a:pos x="GluePoint17X" y="GluePoint17Y"/>
                </a:cxn>
                <a:cxn ang="0">
                  <a:pos x="GluePoint18X" y="GluePoint18Y"/>
                </a:cxn>
                <a:cxn ang="0">
                  <a:pos x="GluePoint19X" y="GluePoint19Y"/>
                </a:cxn>
                <a:cxn ang="0">
                  <a:pos x="GluePoint20X" y="GluePoint20Y"/>
                </a:cxn>
                <a:cxn ang="0">
                  <a:pos x="GluePoint21X" y="GluePoint21Y"/>
                </a:cxn>
                <a:cxn ang="0">
                  <a:pos x="GluePoint22X" y="GluePoint22Y"/>
                </a:cxn>
                <a:cxn ang="0">
                  <a:pos x="GluePoint23X" y="GluePoint23Y"/>
                </a:cxn>
              </a:cxnLst>
              <a:rect l="textAreaLeft" t="textAreaTop" r="textAreaRight" b="textAreaBottom"/>
              <a:pathLst>
                <a:path w="547877" h="1204531">
                  <a:moveTo>
                    <a:pt x="393478" y="129064"/>
                  </a:moveTo>
                  <a:cubicBezTo>
                    <a:pt x="414242" y="74771"/>
                    <a:pt x="482727" y="74771"/>
                    <a:pt x="537686" y="74771"/>
                  </a:cubicBezTo>
                  <a:lnTo>
                    <a:pt x="547878" y="74771"/>
                  </a:lnTo>
                  <a:lnTo>
                    <a:pt x="547878" y="0"/>
                  </a:lnTo>
                  <a:cubicBezTo>
                    <a:pt x="547878" y="0"/>
                    <a:pt x="333565" y="4667"/>
                    <a:pt x="267938" y="4667"/>
                  </a:cubicBezTo>
                  <a:cubicBezTo>
                    <a:pt x="200406" y="4667"/>
                    <a:pt x="0" y="0"/>
                    <a:pt x="0" y="0"/>
                  </a:cubicBezTo>
                  <a:lnTo>
                    <a:pt x="0" y="74771"/>
                  </a:lnTo>
                  <a:lnTo>
                    <a:pt x="10192" y="74771"/>
                  </a:lnTo>
                  <a:cubicBezTo>
                    <a:pt x="65246" y="74771"/>
                    <a:pt x="133731" y="74771"/>
                    <a:pt x="154400" y="128968"/>
                  </a:cubicBezTo>
                  <a:cubicBezTo>
                    <a:pt x="171640" y="175450"/>
                    <a:pt x="171640" y="307086"/>
                    <a:pt x="171640" y="363188"/>
                  </a:cubicBezTo>
                  <a:lnTo>
                    <a:pt x="171640" y="841153"/>
                  </a:lnTo>
                  <a:cubicBezTo>
                    <a:pt x="171640" y="897350"/>
                    <a:pt x="171640" y="1028890"/>
                    <a:pt x="154496" y="1075373"/>
                  </a:cubicBezTo>
                  <a:cubicBezTo>
                    <a:pt x="133731" y="1129569"/>
                    <a:pt x="65246" y="1129569"/>
                    <a:pt x="10192" y="1129569"/>
                  </a:cubicBezTo>
                  <a:lnTo>
                    <a:pt x="0" y="1129569"/>
                  </a:lnTo>
                  <a:lnTo>
                    <a:pt x="0" y="1204531"/>
                  </a:lnTo>
                  <a:cubicBezTo>
                    <a:pt x="0" y="1204341"/>
                    <a:pt x="173260" y="1197102"/>
                    <a:pt x="268224" y="1197102"/>
                  </a:cubicBezTo>
                  <a:cubicBezTo>
                    <a:pt x="377476" y="1197102"/>
                    <a:pt x="547878" y="1204531"/>
                    <a:pt x="547878" y="1204531"/>
                  </a:cubicBezTo>
                  <a:lnTo>
                    <a:pt x="547878" y="1129569"/>
                  </a:lnTo>
                  <a:lnTo>
                    <a:pt x="537686" y="1129569"/>
                  </a:lnTo>
                  <a:cubicBezTo>
                    <a:pt x="482727" y="1129569"/>
                    <a:pt x="414242" y="1129569"/>
                    <a:pt x="393478" y="1075468"/>
                  </a:cubicBezTo>
                  <a:cubicBezTo>
                    <a:pt x="376333" y="1028890"/>
                    <a:pt x="376333" y="897350"/>
                    <a:pt x="376333" y="841153"/>
                  </a:cubicBezTo>
                  <a:lnTo>
                    <a:pt x="376333" y="363188"/>
                  </a:lnTo>
                  <a:cubicBezTo>
                    <a:pt x="376333" y="307086"/>
                    <a:pt x="376333" y="175450"/>
                    <a:pt x="393478" y="129064"/>
                  </a:cubicBezTo>
                </a:path>
              </a:pathLst>
            </a:custGeom>
            <a:solidFill>
              <a:schemeClr val="bg1"/>
            </a:solidFill>
            <a:ln w="9525">
              <a:noFill/>
            </a:ln>
          </p:spPr>
          <p:style>
            <a:lnRef idx="0"/>
            <a:fillRef idx="0"/>
            <a:effectRef idx="0"/>
            <a:fontRef idx="minor"/>
          </p:style>
          <p:txBody>
            <a:bodyPr lIns="68040" tIns="45000" rIns="68040" bIns="45000" anchor="ctr">
              <a:noAutofit/>
            </a:bodyPr>
            <a:p>
              <a:endParaRPr lang="en-US" sz="1800" b="0" u="none" strike="noStrike">
                <a:solidFill>
                  <a:schemeClr val="dk1"/>
                </a:solidFill>
                <a:effectLst/>
                <a:uFillTx/>
                <a:latin typeface="Arial"/>
              </a:endParaRPr>
            </a:p>
          </p:txBody>
        </p:sp>
        <p:sp>
          <p:nvSpPr>
            <p:cNvPr id="111" name="Freeform 8"/>
            <p:cNvSpPr/>
            <p:nvPr/>
          </p:nvSpPr>
          <p:spPr>
            <a:xfrm>
              <a:off x="718920" y="6414480"/>
              <a:ext cx="280800" cy="300240"/>
            </a:xfrm>
            <a:custGeom>
              <a:avLst/>
              <a:gdLst>
                <a:gd name="textAreaLeft" fmla="*/ 0 w 280800"/>
                <a:gd name="textAreaRight" fmla="*/ 282240 w 280800"/>
                <a:gd name="textAreaTop" fmla="*/ 0 h 300240"/>
                <a:gd name="textAreaBottom" fmla="*/ 301680 h 300240"/>
                <a:gd name="GluePoint1X" fmla="*/ 0 w 1126902"/>
                <a:gd name="GluePoint1Y" fmla="*/ 0 h 1204245"/>
                <a:gd name="GluePoint2X" fmla="*/ 0 w 1126902"/>
                <a:gd name="GluePoint2Y" fmla="*/ 312420 h 1204245"/>
                <a:gd name="GluePoint3X" fmla="*/ 74295 w 1126902"/>
                <a:gd name="GluePoint3Y" fmla="*/ 312420 h 1204245"/>
                <a:gd name="GluePoint4X" fmla="*/ 74581 w 1126902"/>
                <a:gd name="GluePoint4Y" fmla="*/ 302609 h 1204245"/>
                <a:gd name="GluePoint5X" fmla="*/ 334328 w 1126902"/>
                <a:gd name="GluePoint5Y" fmla="*/ 90773 h 1204245"/>
                <a:gd name="GluePoint6X" fmla="*/ 352330 w 1126902"/>
                <a:gd name="GluePoint6Y" fmla="*/ 90678 h 1204245"/>
                <a:gd name="GluePoint7X" fmla="*/ 453200 w 1126902"/>
                <a:gd name="GluePoint7Y" fmla="*/ 106204 h 1204245"/>
                <a:gd name="GluePoint8X" fmla="*/ 461201 w 1126902"/>
                <a:gd name="GluePoint8Y" fmla="*/ 128873 h 1204245"/>
                <a:gd name="GluePoint9X" fmla="*/ 461201 w 1126902"/>
                <a:gd name="GluePoint9Y" fmla="*/ 950119 h 1204245"/>
                <a:gd name="GluePoint10X" fmla="*/ 272510 w 1126902"/>
                <a:gd name="GluePoint10Y" fmla="*/ 1129475 h 1204245"/>
                <a:gd name="GluePoint11X" fmla="*/ 262700 w 1126902"/>
                <a:gd name="GluePoint11Y" fmla="*/ 1129856 h 1204245"/>
                <a:gd name="GluePoint12X" fmla="*/ 262700 w 1126902"/>
                <a:gd name="GluePoint12Y" fmla="*/ 1204246 h 1204245"/>
                <a:gd name="GluePoint13X" fmla="*/ 578548 w 1126902"/>
                <a:gd name="GluePoint13Y" fmla="*/ 1196911 h 1204245"/>
                <a:gd name="GluePoint14X" fmla="*/ 864203 w 1126902"/>
                <a:gd name="GluePoint14Y" fmla="*/ 1204246 h 1204245"/>
                <a:gd name="GluePoint15X" fmla="*/ 864203 w 1126902"/>
                <a:gd name="GluePoint15Y" fmla="*/ 1129856 h 1204245"/>
                <a:gd name="GluePoint16X" fmla="*/ 854393 w 1126902"/>
                <a:gd name="GluePoint16Y" fmla="*/ 1129475 h 1204245"/>
                <a:gd name="GluePoint17X" fmla="*/ 665702 w 1126902"/>
                <a:gd name="GluePoint17Y" fmla="*/ 950119 h 1204245"/>
                <a:gd name="GluePoint18X" fmla="*/ 665702 w 1126902"/>
                <a:gd name="GluePoint18Y" fmla="*/ 128873 h 1204245"/>
                <a:gd name="GluePoint19X" fmla="*/ 673608 w 1126902"/>
                <a:gd name="GluePoint19Y" fmla="*/ 108490 h 1204245"/>
                <a:gd name="GluePoint20X" fmla="*/ 791718 w 1126902"/>
                <a:gd name="GluePoint20Y" fmla="*/ 90488 h 1204245"/>
                <a:gd name="GluePoint21X" fmla="*/ 815912 w 1126902"/>
                <a:gd name="GluePoint21Y" fmla="*/ 90773 h 1204245"/>
                <a:gd name="GluePoint22X" fmla="*/ 1052513 w 1126902"/>
                <a:gd name="GluePoint22Y" fmla="*/ 302895 h 1204245"/>
                <a:gd name="GluePoint23X" fmla="*/ 1053084 w 1126902"/>
                <a:gd name="GluePoint23Y" fmla="*/ 312420 h 1204245"/>
                <a:gd name="GluePoint24X" fmla="*/ 1126903 w 1126902"/>
                <a:gd name="GluePoint24Y" fmla="*/ 312420 h 1204245"/>
                <a:gd name="GluePoint25X" fmla="*/ 1126903 w 1126902"/>
                <a:gd name="GluePoint25Y" fmla="*/ 0 h 1204245"/>
                <a:gd name="GluePoint26X" fmla="*/ 563404 w 1126902"/>
                <a:gd name="GluePoint26Y" fmla="*/ 2857 h 1204245"/>
                <a:gd name="GluePoint27X" fmla="*/ 0 w 1126902"/>
                <a:gd name="GluePoint27Y" fmla="*/ 0 h 1204245"/>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 ang="0">
                  <a:pos x="GluePoint16X" y="GluePoint16Y"/>
                </a:cxn>
                <a:cxn ang="0">
                  <a:pos x="GluePoint17X" y="GluePoint17Y"/>
                </a:cxn>
                <a:cxn ang="0">
                  <a:pos x="GluePoint18X" y="GluePoint18Y"/>
                </a:cxn>
                <a:cxn ang="0">
                  <a:pos x="GluePoint19X" y="GluePoint19Y"/>
                </a:cxn>
                <a:cxn ang="0">
                  <a:pos x="GluePoint20X" y="GluePoint20Y"/>
                </a:cxn>
                <a:cxn ang="0">
                  <a:pos x="GluePoint21X" y="GluePoint21Y"/>
                </a:cxn>
                <a:cxn ang="0">
                  <a:pos x="GluePoint22X" y="GluePoint22Y"/>
                </a:cxn>
                <a:cxn ang="0">
                  <a:pos x="GluePoint23X" y="GluePoint23Y"/>
                </a:cxn>
                <a:cxn ang="0">
                  <a:pos x="GluePoint24X" y="GluePoint24Y"/>
                </a:cxn>
                <a:cxn ang="0">
                  <a:pos x="GluePoint25X" y="GluePoint25Y"/>
                </a:cxn>
                <a:cxn ang="0">
                  <a:pos x="GluePoint26X" y="GluePoint26Y"/>
                </a:cxn>
                <a:cxn ang="0">
                  <a:pos x="GluePoint27X" y="GluePoint27Y"/>
                </a:cxn>
              </a:cxnLst>
              <a:rect l="textAreaLeft" t="textAreaTop" r="textAreaRight" b="textAreaBottom"/>
              <a:pathLst>
                <a:path w="1126902" h="1204245">
                  <a:moveTo>
                    <a:pt x="0" y="0"/>
                  </a:moveTo>
                  <a:lnTo>
                    <a:pt x="0" y="312420"/>
                  </a:lnTo>
                  <a:lnTo>
                    <a:pt x="74295" y="312420"/>
                  </a:lnTo>
                  <a:lnTo>
                    <a:pt x="74581" y="302609"/>
                  </a:lnTo>
                  <a:cubicBezTo>
                    <a:pt x="81344" y="99346"/>
                    <a:pt x="159163" y="90773"/>
                    <a:pt x="334328" y="90773"/>
                  </a:cubicBezTo>
                  <a:cubicBezTo>
                    <a:pt x="340328" y="90773"/>
                    <a:pt x="346424" y="90773"/>
                    <a:pt x="352330" y="90678"/>
                  </a:cubicBezTo>
                  <a:cubicBezTo>
                    <a:pt x="395859" y="90392"/>
                    <a:pt x="437007" y="90106"/>
                    <a:pt x="453200" y="106204"/>
                  </a:cubicBezTo>
                  <a:cubicBezTo>
                    <a:pt x="458629" y="111538"/>
                    <a:pt x="461201" y="118967"/>
                    <a:pt x="461201" y="128873"/>
                  </a:cubicBezTo>
                  <a:lnTo>
                    <a:pt x="461201" y="950119"/>
                  </a:lnTo>
                  <a:cubicBezTo>
                    <a:pt x="461201" y="1072039"/>
                    <a:pt x="444151" y="1122426"/>
                    <a:pt x="272510" y="1129475"/>
                  </a:cubicBezTo>
                  <a:lnTo>
                    <a:pt x="262700" y="1129856"/>
                  </a:lnTo>
                  <a:lnTo>
                    <a:pt x="262700" y="1204246"/>
                  </a:lnTo>
                  <a:cubicBezTo>
                    <a:pt x="262700" y="1204246"/>
                    <a:pt x="462725" y="1196911"/>
                    <a:pt x="578548" y="1196911"/>
                  </a:cubicBezTo>
                  <a:cubicBezTo>
                    <a:pt x="666941" y="1196911"/>
                    <a:pt x="864203" y="1204246"/>
                    <a:pt x="864203" y="1204246"/>
                  </a:cubicBezTo>
                  <a:lnTo>
                    <a:pt x="864203" y="1129856"/>
                  </a:lnTo>
                  <a:lnTo>
                    <a:pt x="854393" y="1129475"/>
                  </a:lnTo>
                  <a:cubicBezTo>
                    <a:pt x="682752" y="1122426"/>
                    <a:pt x="665702" y="1072039"/>
                    <a:pt x="665702" y="950119"/>
                  </a:cubicBezTo>
                  <a:lnTo>
                    <a:pt x="665702" y="128873"/>
                  </a:lnTo>
                  <a:cubicBezTo>
                    <a:pt x="665702" y="120396"/>
                    <a:pt x="668369" y="113729"/>
                    <a:pt x="673608" y="108490"/>
                  </a:cubicBezTo>
                  <a:cubicBezTo>
                    <a:pt x="693420" y="89059"/>
                    <a:pt x="747903" y="89821"/>
                    <a:pt x="791718" y="90488"/>
                  </a:cubicBezTo>
                  <a:cubicBezTo>
                    <a:pt x="800005" y="90583"/>
                    <a:pt x="808196" y="90773"/>
                    <a:pt x="815912" y="90773"/>
                  </a:cubicBezTo>
                  <a:cubicBezTo>
                    <a:pt x="987267" y="90773"/>
                    <a:pt x="1042511" y="140303"/>
                    <a:pt x="1052513" y="302895"/>
                  </a:cubicBezTo>
                  <a:lnTo>
                    <a:pt x="1053084" y="312420"/>
                  </a:lnTo>
                  <a:lnTo>
                    <a:pt x="1126903" y="312420"/>
                  </a:lnTo>
                  <a:lnTo>
                    <a:pt x="1126903" y="0"/>
                  </a:lnTo>
                  <a:cubicBezTo>
                    <a:pt x="1126903" y="0"/>
                    <a:pt x="694468" y="2857"/>
                    <a:pt x="563404" y="2857"/>
                  </a:cubicBezTo>
                  <a:cubicBezTo>
                    <a:pt x="432340" y="2857"/>
                    <a:pt x="0" y="0"/>
                    <a:pt x="0" y="0"/>
                  </a:cubicBezTo>
                </a:path>
              </a:pathLst>
            </a:custGeom>
            <a:solidFill>
              <a:schemeClr val="bg1"/>
            </a:solidFill>
            <a:ln w="9525">
              <a:noFill/>
            </a:ln>
          </p:spPr>
          <p:style>
            <a:lnRef idx="0"/>
            <a:fillRef idx="0"/>
            <a:effectRef idx="0"/>
            <a:fontRef idx="minor"/>
          </p:style>
          <p:txBody>
            <a:bodyPr lIns="90000" tIns="45000" rIns="90000" bIns="45000" anchor="ctr">
              <a:noAutofit/>
            </a:bodyPr>
            <a:p>
              <a:endParaRPr lang="en-US" sz="1800" b="0" u="none" strike="noStrike">
                <a:solidFill>
                  <a:schemeClr val="dk1"/>
                </a:solidFill>
                <a:effectLst/>
                <a:uFillTx/>
                <a:latin typeface="Arial"/>
              </a:endParaRPr>
            </a:p>
          </p:txBody>
        </p:sp>
        <p:sp>
          <p:nvSpPr>
            <p:cNvPr id="112" name="Freeform 9"/>
            <p:cNvSpPr/>
            <p:nvPr/>
          </p:nvSpPr>
          <p:spPr>
            <a:xfrm>
              <a:off x="201960" y="6414120"/>
              <a:ext cx="297720" cy="300240"/>
            </a:xfrm>
            <a:custGeom>
              <a:avLst/>
              <a:gdLst>
                <a:gd name="textAreaLeft" fmla="*/ 0 w 297720"/>
                <a:gd name="textAreaRight" fmla="*/ 299160 w 297720"/>
                <a:gd name="textAreaTop" fmla="*/ 0 h 300240"/>
                <a:gd name="textAreaBottom" fmla="*/ 301680 h 300240"/>
                <a:gd name="GluePoint1X" fmla="*/ 372618 w 1195101"/>
                <a:gd name="GluePoint1Y" fmla="*/ 571786 h 1204626"/>
                <a:gd name="GluePoint2X" fmla="*/ 372523 w 1195101"/>
                <a:gd name="GluePoint2Y" fmla="*/ 134303 h 1204626"/>
                <a:gd name="GluePoint3X" fmla="*/ 386239 w 1195101"/>
                <a:gd name="GluePoint3Y" fmla="*/ 86487 h 1204626"/>
                <a:gd name="GluePoint4X" fmla="*/ 498348 w 1195101"/>
                <a:gd name="GluePoint4Y" fmla="*/ 85630 h 1204626"/>
                <a:gd name="GluePoint5X" fmla="*/ 738473 w 1195101"/>
                <a:gd name="GluePoint5Y" fmla="*/ 330518 h 1204626"/>
                <a:gd name="GluePoint6X" fmla="*/ 640747 w 1195101"/>
                <a:gd name="GluePoint6Y" fmla="*/ 541687 h 1204626"/>
                <a:gd name="GluePoint7X" fmla="*/ 372618 w 1195101"/>
                <a:gd name="GluePoint7Y" fmla="*/ 571786 h 1204626"/>
                <a:gd name="GluePoint8X" fmla="*/ 1186529 w 1195101"/>
                <a:gd name="GluePoint8Y" fmla="*/ 1129760 h 1204626"/>
                <a:gd name="GluePoint9X" fmla="*/ 1017461 w 1195101"/>
                <a:gd name="GluePoint9Y" fmla="*/ 1040702 h 1204626"/>
                <a:gd name="GluePoint10X" fmla="*/ 661797 w 1195101"/>
                <a:gd name="GluePoint10Y" fmla="*/ 632460 h 1204626"/>
                <a:gd name="GluePoint11X" fmla="*/ 964597 w 1195101"/>
                <a:gd name="GluePoint11Y" fmla="*/ 305371 h 1204626"/>
                <a:gd name="GluePoint12X" fmla="*/ 831056 w 1195101"/>
                <a:gd name="GluePoint12Y" fmla="*/ 55816 h 1204626"/>
                <a:gd name="GluePoint13X" fmla="*/ 544639 w 1195101"/>
                <a:gd name="GluePoint13Y" fmla="*/ 190 h 1204626"/>
                <a:gd name="GluePoint14X" fmla="*/ 317468 w 1195101"/>
                <a:gd name="GluePoint14Y" fmla="*/ 4191 h 1204626"/>
                <a:gd name="GluePoint15X" fmla="*/ 191 w 1195101"/>
                <a:gd name="GluePoint15Y" fmla="*/ 0 h 1204626"/>
                <a:gd name="GluePoint16X" fmla="*/ 191 w 1195101"/>
                <a:gd name="GluePoint16Y" fmla="*/ 74866 h 1204626"/>
                <a:gd name="GluePoint17X" fmla="*/ 15050 w 1195101"/>
                <a:gd name="GluePoint17Y" fmla="*/ 74866 h 1204626"/>
                <a:gd name="GluePoint18X" fmla="*/ 152781 w 1195101"/>
                <a:gd name="GluePoint18Y" fmla="*/ 128683 h 1204626"/>
                <a:gd name="GluePoint19X" fmla="*/ 168307 w 1195101"/>
                <a:gd name="GluePoint19Y" fmla="*/ 350139 h 1204626"/>
                <a:gd name="GluePoint20X" fmla="*/ 168307 w 1195101"/>
                <a:gd name="GluePoint20Y" fmla="*/ 841248 h 1204626"/>
                <a:gd name="GluePoint21X" fmla="*/ 161068 w 1195101"/>
                <a:gd name="GluePoint21Y" fmla="*/ 1034129 h 1204626"/>
                <a:gd name="GluePoint22X" fmla="*/ 152686 w 1195101"/>
                <a:gd name="GluePoint22Y" fmla="*/ 1075944 h 1204626"/>
                <a:gd name="GluePoint23X" fmla="*/ 10382 w 1195101"/>
                <a:gd name="GluePoint23Y" fmla="*/ 1129665 h 1204626"/>
                <a:gd name="GluePoint24X" fmla="*/ 0 w 1195101"/>
                <a:gd name="GluePoint24Y" fmla="*/ 1129665 h 1204626"/>
                <a:gd name="GluePoint25X" fmla="*/ 0 w 1195101"/>
                <a:gd name="GluePoint25Y" fmla="*/ 1204532 h 1204626"/>
                <a:gd name="GluePoint26X" fmla="*/ 278225 w 1195101"/>
                <a:gd name="GluePoint26Y" fmla="*/ 1197102 h 1204626"/>
                <a:gd name="GluePoint27X" fmla="*/ 540734 w 1195101"/>
                <a:gd name="GluePoint27Y" fmla="*/ 1204532 h 1204626"/>
                <a:gd name="GluePoint28X" fmla="*/ 540734 w 1195101"/>
                <a:gd name="GluePoint28Y" fmla="*/ 1129665 h 1204626"/>
                <a:gd name="GluePoint29X" fmla="*/ 525971 w 1195101"/>
                <a:gd name="GluePoint29Y" fmla="*/ 1129665 h 1204626"/>
                <a:gd name="GluePoint30X" fmla="*/ 388239 w 1195101"/>
                <a:gd name="GluePoint30Y" fmla="*/ 1075754 h 1204626"/>
                <a:gd name="GluePoint31X" fmla="*/ 379857 w 1195101"/>
                <a:gd name="GluePoint31Y" fmla="*/ 1034034 h 1204626"/>
                <a:gd name="GluePoint32X" fmla="*/ 372618 w 1195101"/>
                <a:gd name="GluePoint32Y" fmla="*/ 854297 h 1204626"/>
                <a:gd name="GluePoint33X" fmla="*/ 372618 w 1195101"/>
                <a:gd name="GluePoint33Y" fmla="*/ 653510 h 1204626"/>
                <a:gd name="GluePoint34X" fmla="*/ 479107 w 1195101"/>
                <a:gd name="GluePoint34Y" fmla="*/ 702469 h 1204626"/>
                <a:gd name="GluePoint35X" fmla="*/ 501110 w 1195101"/>
                <a:gd name="GluePoint35Y" fmla="*/ 728472 h 1204626"/>
                <a:gd name="GluePoint36X" fmla="*/ 797909 w 1195101"/>
                <a:gd name="GluePoint36Y" fmla="*/ 1096804 h 1204626"/>
                <a:gd name="GluePoint37X" fmla="*/ 885158 w 1195101"/>
                <a:gd name="GluePoint37Y" fmla="*/ 1204532 h 1204626"/>
                <a:gd name="GluePoint38X" fmla="*/ 1027366 w 1195101"/>
                <a:gd name="GluePoint38Y" fmla="*/ 1200436 h 1204626"/>
                <a:gd name="GluePoint39X" fmla="*/ 1195102 w 1195101"/>
                <a:gd name="GluePoint39Y" fmla="*/ 1204627 h 1204626"/>
                <a:gd name="GluePoint40X" fmla="*/ 1195102 w 1195101"/>
                <a:gd name="GluePoint40Y" fmla="*/ 1131094 h 1204626"/>
                <a:gd name="GluePoint41X" fmla="*/ 1186529 w 1195101"/>
                <a:gd name="GluePoint41Y" fmla="*/ 1129760 h 1204626"/>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 ang="0">
                  <a:pos x="GluePoint16X" y="GluePoint16Y"/>
                </a:cxn>
                <a:cxn ang="0">
                  <a:pos x="GluePoint17X" y="GluePoint17Y"/>
                </a:cxn>
                <a:cxn ang="0">
                  <a:pos x="GluePoint18X" y="GluePoint18Y"/>
                </a:cxn>
                <a:cxn ang="0">
                  <a:pos x="GluePoint19X" y="GluePoint19Y"/>
                </a:cxn>
                <a:cxn ang="0">
                  <a:pos x="GluePoint20X" y="GluePoint20Y"/>
                </a:cxn>
                <a:cxn ang="0">
                  <a:pos x="GluePoint21X" y="GluePoint21Y"/>
                </a:cxn>
                <a:cxn ang="0">
                  <a:pos x="GluePoint22X" y="GluePoint22Y"/>
                </a:cxn>
                <a:cxn ang="0">
                  <a:pos x="GluePoint23X" y="GluePoint23Y"/>
                </a:cxn>
                <a:cxn ang="0">
                  <a:pos x="GluePoint24X" y="GluePoint24Y"/>
                </a:cxn>
                <a:cxn ang="0">
                  <a:pos x="GluePoint25X" y="GluePoint25Y"/>
                </a:cxn>
                <a:cxn ang="0">
                  <a:pos x="GluePoint26X" y="GluePoint26Y"/>
                </a:cxn>
                <a:cxn ang="0">
                  <a:pos x="GluePoint27X" y="GluePoint27Y"/>
                </a:cxn>
                <a:cxn ang="0">
                  <a:pos x="GluePoint28X" y="GluePoint28Y"/>
                </a:cxn>
                <a:cxn ang="0">
                  <a:pos x="GluePoint29X" y="GluePoint29Y"/>
                </a:cxn>
                <a:cxn ang="0">
                  <a:pos x="GluePoint30X" y="GluePoint30Y"/>
                </a:cxn>
                <a:cxn ang="0">
                  <a:pos x="GluePoint31X" y="GluePoint31Y"/>
                </a:cxn>
                <a:cxn ang="0">
                  <a:pos x="GluePoint32X" y="GluePoint32Y"/>
                </a:cxn>
                <a:cxn ang="0">
                  <a:pos x="GluePoint33X" y="GluePoint33Y"/>
                </a:cxn>
                <a:cxn ang="0">
                  <a:pos x="GluePoint34X" y="GluePoint34Y"/>
                </a:cxn>
                <a:cxn ang="0">
                  <a:pos x="GluePoint35X" y="GluePoint35Y"/>
                </a:cxn>
                <a:cxn ang="0">
                  <a:pos x="GluePoint36X" y="GluePoint36Y"/>
                </a:cxn>
                <a:cxn ang="0">
                  <a:pos x="GluePoint37X" y="GluePoint37Y"/>
                </a:cxn>
                <a:cxn ang="0">
                  <a:pos x="GluePoint38X" y="GluePoint38Y"/>
                </a:cxn>
                <a:cxn ang="0">
                  <a:pos x="GluePoint39X" y="GluePoint39Y"/>
                </a:cxn>
                <a:cxn ang="0">
                  <a:pos x="GluePoint40X" y="GluePoint40Y"/>
                </a:cxn>
                <a:cxn ang="0">
                  <a:pos x="GluePoint41X" y="GluePoint41Y"/>
                </a:cxn>
              </a:cxnLst>
              <a:rect l="textAreaLeft" t="textAreaTop" r="textAreaRight" b="textAreaBottom"/>
              <a:pathLst>
                <a:path w="1195101" h="1204626">
                  <a:moveTo>
                    <a:pt x="372618" y="571786"/>
                  </a:moveTo>
                  <a:cubicBezTo>
                    <a:pt x="372618" y="571786"/>
                    <a:pt x="372618" y="136874"/>
                    <a:pt x="372523" y="134303"/>
                  </a:cubicBezTo>
                  <a:cubicBezTo>
                    <a:pt x="372237" y="116967"/>
                    <a:pt x="371761" y="93250"/>
                    <a:pt x="386239" y="86487"/>
                  </a:cubicBezTo>
                  <a:cubicBezTo>
                    <a:pt x="396240" y="82105"/>
                    <a:pt x="493014" y="85630"/>
                    <a:pt x="498348" y="85630"/>
                  </a:cubicBezTo>
                  <a:cubicBezTo>
                    <a:pt x="650938" y="85630"/>
                    <a:pt x="738473" y="174974"/>
                    <a:pt x="738473" y="330518"/>
                  </a:cubicBezTo>
                  <a:cubicBezTo>
                    <a:pt x="738473" y="443960"/>
                    <a:pt x="708374" y="509016"/>
                    <a:pt x="640747" y="541687"/>
                  </a:cubicBezTo>
                  <a:cubicBezTo>
                    <a:pt x="577691" y="571976"/>
                    <a:pt x="372618" y="571786"/>
                    <a:pt x="372618" y="571786"/>
                  </a:cubicBezTo>
                  <a:moveTo>
                    <a:pt x="1186529" y="1129760"/>
                  </a:moveTo>
                  <a:cubicBezTo>
                    <a:pt x="1100138" y="1116235"/>
                    <a:pt x="1074134" y="1106424"/>
                    <a:pt x="1017461" y="1040702"/>
                  </a:cubicBezTo>
                  <a:lnTo>
                    <a:pt x="661797" y="632460"/>
                  </a:lnTo>
                  <a:cubicBezTo>
                    <a:pt x="849059" y="608076"/>
                    <a:pt x="964597" y="484251"/>
                    <a:pt x="964597" y="305371"/>
                  </a:cubicBezTo>
                  <a:cubicBezTo>
                    <a:pt x="964597" y="188976"/>
                    <a:pt x="919544" y="105061"/>
                    <a:pt x="831056" y="55816"/>
                  </a:cubicBezTo>
                  <a:cubicBezTo>
                    <a:pt x="763619" y="18383"/>
                    <a:pt x="670084" y="190"/>
                    <a:pt x="544639" y="190"/>
                  </a:cubicBezTo>
                  <a:cubicBezTo>
                    <a:pt x="507206" y="1143"/>
                    <a:pt x="416909" y="4191"/>
                    <a:pt x="317468" y="4191"/>
                  </a:cubicBezTo>
                  <a:cubicBezTo>
                    <a:pt x="214313" y="4191"/>
                    <a:pt x="191" y="0"/>
                    <a:pt x="191" y="0"/>
                  </a:cubicBezTo>
                  <a:lnTo>
                    <a:pt x="191" y="74866"/>
                  </a:lnTo>
                  <a:lnTo>
                    <a:pt x="15050" y="74866"/>
                  </a:lnTo>
                  <a:cubicBezTo>
                    <a:pt x="71818" y="74486"/>
                    <a:pt x="135731" y="74771"/>
                    <a:pt x="152781" y="128683"/>
                  </a:cubicBezTo>
                  <a:cubicBezTo>
                    <a:pt x="168307" y="175355"/>
                    <a:pt x="168307" y="306896"/>
                    <a:pt x="168307" y="350139"/>
                  </a:cubicBezTo>
                  <a:lnTo>
                    <a:pt x="168307" y="841248"/>
                  </a:lnTo>
                  <a:cubicBezTo>
                    <a:pt x="168307" y="895445"/>
                    <a:pt x="168307" y="977837"/>
                    <a:pt x="161068" y="1034129"/>
                  </a:cubicBezTo>
                  <a:cubicBezTo>
                    <a:pt x="158972" y="1050798"/>
                    <a:pt x="156210" y="1065276"/>
                    <a:pt x="152686" y="1075944"/>
                  </a:cubicBezTo>
                  <a:cubicBezTo>
                    <a:pt x="135350" y="1129665"/>
                    <a:pt x="66104" y="1129665"/>
                    <a:pt x="10382" y="1129665"/>
                  </a:cubicBezTo>
                  <a:lnTo>
                    <a:pt x="0" y="1129665"/>
                  </a:lnTo>
                  <a:lnTo>
                    <a:pt x="0" y="1204532"/>
                  </a:lnTo>
                  <a:cubicBezTo>
                    <a:pt x="0" y="1204532"/>
                    <a:pt x="166783" y="1197102"/>
                    <a:pt x="278225" y="1197102"/>
                  </a:cubicBezTo>
                  <a:cubicBezTo>
                    <a:pt x="374047" y="1197102"/>
                    <a:pt x="540734" y="1204246"/>
                    <a:pt x="540734" y="1204532"/>
                  </a:cubicBezTo>
                  <a:lnTo>
                    <a:pt x="540734" y="1129665"/>
                  </a:lnTo>
                  <a:lnTo>
                    <a:pt x="525971" y="1129665"/>
                  </a:lnTo>
                  <a:cubicBezTo>
                    <a:pt x="470059" y="1129951"/>
                    <a:pt x="406813" y="1129760"/>
                    <a:pt x="388239" y="1075754"/>
                  </a:cubicBezTo>
                  <a:cubicBezTo>
                    <a:pt x="384620" y="1065086"/>
                    <a:pt x="381953" y="1050607"/>
                    <a:pt x="379857" y="1034034"/>
                  </a:cubicBezTo>
                  <a:cubicBezTo>
                    <a:pt x="372618" y="978122"/>
                    <a:pt x="372618" y="898017"/>
                    <a:pt x="372618" y="854297"/>
                  </a:cubicBezTo>
                  <a:lnTo>
                    <a:pt x="372618" y="653510"/>
                  </a:lnTo>
                  <a:cubicBezTo>
                    <a:pt x="439198" y="654082"/>
                    <a:pt x="444913" y="661035"/>
                    <a:pt x="479107" y="702469"/>
                  </a:cubicBezTo>
                  <a:cubicBezTo>
                    <a:pt x="485489" y="710089"/>
                    <a:pt x="492728" y="718756"/>
                    <a:pt x="501110" y="728472"/>
                  </a:cubicBezTo>
                  <a:lnTo>
                    <a:pt x="797909" y="1096804"/>
                  </a:lnTo>
                  <a:lnTo>
                    <a:pt x="885158" y="1204532"/>
                  </a:lnTo>
                  <a:cubicBezTo>
                    <a:pt x="885158" y="1204532"/>
                    <a:pt x="980885" y="1200436"/>
                    <a:pt x="1027366" y="1200436"/>
                  </a:cubicBezTo>
                  <a:cubicBezTo>
                    <a:pt x="1094994" y="1200436"/>
                    <a:pt x="1195102" y="1204627"/>
                    <a:pt x="1195102" y="1204627"/>
                  </a:cubicBezTo>
                  <a:lnTo>
                    <a:pt x="1195102" y="1131094"/>
                  </a:lnTo>
                  <a:lnTo>
                    <a:pt x="1186529" y="1129760"/>
                  </a:lnTo>
                  <a:close/>
                </a:path>
              </a:pathLst>
            </a:custGeom>
            <a:solidFill>
              <a:schemeClr val="bg1"/>
            </a:solidFill>
            <a:ln w="9525">
              <a:noFill/>
            </a:ln>
          </p:spPr>
          <p:style>
            <a:lnRef idx="0"/>
            <a:fillRef idx="0"/>
            <a:effectRef idx="0"/>
            <a:fontRef idx="minor"/>
          </p:style>
          <p:txBody>
            <a:bodyPr lIns="90000" tIns="45000" rIns="90000" bIns="45000" anchor="ctr">
              <a:noAutofit/>
            </a:bodyPr>
            <a:p>
              <a:endParaRPr lang="en-US" sz="1800" b="0" u="none" strike="noStrike">
                <a:solidFill>
                  <a:schemeClr val="dk1"/>
                </a:solidFill>
                <a:effectLst/>
                <a:uFillTx/>
                <a:latin typeface="Arial"/>
              </a:endParaRPr>
            </a:p>
          </p:txBody>
        </p:sp>
      </p:grpSp>
    </p:spTree>
  </p:cSld>
</p:sldLayout>
</file>

<file path=ppt/slideLayouts/slideLayout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1_Layout 1 Header Bottom Reference">
    <p:bg>
      <p:bgPr>
        <a:solidFill>
          <a:srgbClr val="FFFFFF"/>
        </a:solidFill>
      </p:bgPr>
    </p:bg>
    <p:spTree>
      <p:nvGrpSpPr>
        <p:cNvPr id="1" name=""/>
        <p:cNvGrpSpPr/>
        <p:nvPr/>
      </p:nvGrpSpPr>
      <p:grpSpPr>
        <a:xfrm>
          <a:off x="0" y="0"/>
          <a:ext cx="0" cy="0"/>
          <a:chOff x="0" y="0"/>
          <a:chExt cx="0" cy="0"/>
        </a:xfrm>
      </p:grpSpPr>
      <p:sp>
        <p:nvSpPr>
          <p:cNvPr id="113" name="Rectangle 5"/>
          <p:cNvSpPr/>
          <p:nvPr/>
        </p:nvSpPr>
        <p:spPr>
          <a:xfrm>
            <a:off x="0" y="0"/>
            <a:ext cx="12190680" cy="666000"/>
          </a:xfrm>
          <a:prstGeom prst="rect">
            <a:avLst/>
          </a:prstGeom>
          <a:solidFill>
            <a:srgbClr val="F86901"/>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p>
            <a:endParaRPr lang="en-US" sz="1800" b="0" u="none" strike="noStrike">
              <a:solidFill>
                <a:schemeClr val="lt1"/>
              </a:solidFill>
              <a:effectLst/>
              <a:uFillTx/>
              <a:latin typeface="Arial"/>
            </a:endParaRPr>
          </a:p>
        </p:txBody>
      </p:sp>
      <p:sp>
        <p:nvSpPr>
          <p:cNvPr id="114" name="TextBox 10"/>
          <p:cNvSpPr/>
          <p:nvPr/>
        </p:nvSpPr>
        <p:spPr>
          <a:xfrm>
            <a:off x="11689200" y="269640"/>
            <a:ext cx="476280" cy="238680"/>
          </a:xfrm>
          <a:prstGeom prst="rect">
            <a:avLst/>
          </a:prstGeom>
          <a:noFill/>
          <a:ln w="0">
            <a:noFill/>
          </a:ln>
        </p:spPr>
        <p:style>
          <a:lnRef idx="0"/>
          <a:fillRef idx="0"/>
          <a:effectRef idx="0"/>
          <a:fontRef idx="minor"/>
        </p:style>
        <p:txBody>
          <a:bodyPr lIns="90000" tIns="45000" rIns="90000" bIns="45000" anchor="t">
            <a:spAutoFit/>
          </a:bodyPr>
          <a:p>
            <a:pPr defTabSz="914400">
              <a:lnSpc>
                <a:spcPct val="80000"/>
              </a:lnSpc>
            </a:pPr>
            <a:r>
              <a:rPr lang="en-US" sz="1200" b="0" u="none" strike="noStrike">
                <a:solidFill>
                  <a:srgbClr val="E56B2A"/>
                </a:solidFill>
                <a:effectLst/>
                <a:uFillTx/>
                <a:latin typeface="Georgia"/>
              </a:rPr>
              <a:t> </a:t>
            </a:r>
            <a:fld id="{CE6D3C3C-D0CE-480C-8C91-16ED135BFC1B}" type="slidenum">
              <a:rPr lang="en-US" sz="1130" b="0" u="none" strike="noStrike">
                <a:solidFill>
                  <a:schemeClr val="lt1"/>
                </a:solidFill>
                <a:effectLst/>
                <a:uFillTx/>
                <a:latin typeface="Arial"/>
              </a:rPr>
              <a:t>&lt;number&gt;</a:t>
            </a:fld>
            <a:endParaRPr lang="en-US" sz="1130" b="0" u="none" strike="noStrike">
              <a:solidFill>
                <a:srgbClr val="000000"/>
              </a:solidFill>
              <a:effectLst/>
              <a:uFillTx/>
              <a:latin typeface="Arial"/>
            </a:endParaRPr>
          </a:p>
        </p:txBody>
      </p:sp>
      <p:pic>
        <p:nvPicPr>
          <p:cNvPr id="115" name="Graphic 11"/>
          <p:cNvPicPr/>
          <p:nvPr/>
        </p:nvPicPr>
        <p:blipFill>
          <a:blip r:embed="rId2">
            <a:extLst>
              <a:ext uri="{96DAC541-7B7A-43D3-8B79-37D633B846F1}">
                <asvg:svgBlip xmlns:asvg="http://schemas.microsoft.com/office/drawing/2016/SVG/main" r:embed="rId3"/>
              </a:ext>
            </a:extLst>
          </a:blip>
          <a:stretch/>
        </p:blipFill>
        <p:spPr>
          <a:xfrm>
            <a:off x="9069840" y="240840"/>
            <a:ext cx="2699280" cy="238680"/>
          </a:xfrm>
          <a:prstGeom prst="rect">
            <a:avLst/>
          </a:prstGeom>
          <a:noFill/>
          <a:ln w="0">
            <a:noFill/>
          </a:ln>
        </p:spPr>
      </p:pic>
      <p:grpSp>
        <p:nvGrpSpPr>
          <p:cNvPr id="116" name="Graphic 22"/>
          <p:cNvGrpSpPr/>
          <p:nvPr/>
        </p:nvGrpSpPr>
        <p:grpSpPr>
          <a:xfrm>
            <a:off x="201960" y="195840"/>
            <a:ext cx="797760" cy="300600"/>
            <a:chOff x="201960" y="195840"/>
            <a:chExt cx="797760" cy="300600"/>
          </a:xfrm>
        </p:grpSpPr>
        <p:sp>
          <p:nvSpPr>
            <p:cNvPr id="117" name="Freeform 2"/>
            <p:cNvSpPr/>
            <p:nvPr/>
          </p:nvSpPr>
          <p:spPr>
            <a:xfrm>
              <a:off x="540720" y="195840"/>
              <a:ext cx="135720" cy="300240"/>
            </a:xfrm>
            <a:custGeom>
              <a:avLst/>
              <a:gdLst>
                <a:gd name="textAreaLeft" fmla="*/ 0 w 135720"/>
                <a:gd name="textAreaRight" fmla="*/ 137160 w 135720"/>
                <a:gd name="textAreaTop" fmla="*/ 0 h 300240"/>
                <a:gd name="textAreaBottom" fmla="*/ 301680 h 300240"/>
                <a:gd name="GluePoint1X" fmla="*/ 393478 w 547877"/>
                <a:gd name="GluePoint1Y" fmla="*/ 129064 h 1204531"/>
                <a:gd name="GluePoint2X" fmla="*/ 537686 w 547877"/>
                <a:gd name="GluePoint2Y" fmla="*/ 74771 h 1204531"/>
                <a:gd name="GluePoint3X" fmla="*/ 547878 w 547877"/>
                <a:gd name="GluePoint3Y" fmla="*/ 74771 h 1204531"/>
                <a:gd name="GluePoint4X" fmla="*/ 547878 w 547877"/>
                <a:gd name="GluePoint4Y" fmla="*/ 0 h 1204531"/>
                <a:gd name="GluePoint5X" fmla="*/ 267938 w 547877"/>
                <a:gd name="GluePoint5Y" fmla="*/ 4667 h 1204531"/>
                <a:gd name="GluePoint6X" fmla="*/ 0 w 547877"/>
                <a:gd name="GluePoint6Y" fmla="*/ 0 h 1204531"/>
                <a:gd name="GluePoint7X" fmla="*/ 0 w 547877"/>
                <a:gd name="GluePoint7Y" fmla="*/ 74771 h 1204531"/>
                <a:gd name="GluePoint8X" fmla="*/ 10192 w 547877"/>
                <a:gd name="GluePoint8Y" fmla="*/ 74771 h 1204531"/>
                <a:gd name="GluePoint9X" fmla="*/ 154400 w 547877"/>
                <a:gd name="GluePoint9Y" fmla="*/ 128968 h 1204531"/>
                <a:gd name="GluePoint10X" fmla="*/ 171640 w 547877"/>
                <a:gd name="GluePoint10Y" fmla="*/ 363188 h 1204531"/>
                <a:gd name="GluePoint11X" fmla="*/ 171640 w 547877"/>
                <a:gd name="GluePoint11Y" fmla="*/ 841153 h 1204531"/>
                <a:gd name="GluePoint12X" fmla="*/ 154496 w 547877"/>
                <a:gd name="GluePoint12Y" fmla="*/ 1075373 h 1204531"/>
                <a:gd name="GluePoint13X" fmla="*/ 10192 w 547877"/>
                <a:gd name="GluePoint13Y" fmla="*/ 1129569 h 1204531"/>
                <a:gd name="GluePoint14X" fmla="*/ 0 w 547877"/>
                <a:gd name="GluePoint14Y" fmla="*/ 1129569 h 1204531"/>
                <a:gd name="GluePoint15X" fmla="*/ 0 w 547877"/>
                <a:gd name="GluePoint15Y" fmla="*/ 1204531 h 1204531"/>
                <a:gd name="GluePoint16X" fmla="*/ 268224 w 547877"/>
                <a:gd name="GluePoint16Y" fmla="*/ 1197102 h 1204531"/>
                <a:gd name="GluePoint17X" fmla="*/ 547878 w 547877"/>
                <a:gd name="GluePoint17Y" fmla="*/ 1204531 h 1204531"/>
                <a:gd name="GluePoint18X" fmla="*/ 547878 w 547877"/>
                <a:gd name="GluePoint18Y" fmla="*/ 1129569 h 1204531"/>
                <a:gd name="GluePoint19X" fmla="*/ 537686 w 547877"/>
                <a:gd name="GluePoint19Y" fmla="*/ 1129569 h 1204531"/>
                <a:gd name="GluePoint20X" fmla="*/ 393478 w 547877"/>
                <a:gd name="GluePoint20Y" fmla="*/ 1075468 h 1204531"/>
                <a:gd name="GluePoint21X" fmla="*/ 376333 w 547877"/>
                <a:gd name="GluePoint21Y" fmla="*/ 841153 h 1204531"/>
                <a:gd name="GluePoint22X" fmla="*/ 376333 w 547877"/>
                <a:gd name="GluePoint22Y" fmla="*/ 363188 h 1204531"/>
                <a:gd name="GluePoint23X" fmla="*/ 393478 w 547877"/>
                <a:gd name="GluePoint23Y" fmla="*/ 129064 h 1204531"/>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 ang="0">
                  <a:pos x="GluePoint16X" y="GluePoint16Y"/>
                </a:cxn>
                <a:cxn ang="0">
                  <a:pos x="GluePoint17X" y="GluePoint17Y"/>
                </a:cxn>
                <a:cxn ang="0">
                  <a:pos x="GluePoint18X" y="GluePoint18Y"/>
                </a:cxn>
                <a:cxn ang="0">
                  <a:pos x="GluePoint19X" y="GluePoint19Y"/>
                </a:cxn>
                <a:cxn ang="0">
                  <a:pos x="GluePoint20X" y="GluePoint20Y"/>
                </a:cxn>
                <a:cxn ang="0">
                  <a:pos x="GluePoint21X" y="GluePoint21Y"/>
                </a:cxn>
                <a:cxn ang="0">
                  <a:pos x="GluePoint22X" y="GluePoint22Y"/>
                </a:cxn>
                <a:cxn ang="0">
                  <a:pos x="GluePoint23X" y="GluePoint23Y"/>
                </a:cxn>
              </a:cxnLst>
              <a:rect l="textAreaLeft" t="textAreaTop" r="textAreaRight" b="textAreaBottom"/>
              <a:pathLst>
                <a:path w="547877" h="1204531">
                  <a:moveTo>
                    <a:pt x="393478" y="129064"/>
                  </a:moveTo>
                  <a:cubicBezTo>
                    <a:pt x="414242" y="74771"/>
                    <a:pt x="482727" y="74771"/>
                    <a:pt x="537686" y="74771"/>
                  </a:cubicBezTo>
                  <a:lnTo>
                    <a:pt x="547878" y="74771"/>
                  </a:lnTo>
                  <a:lnTo>
                    <a:pt x="547878" y="0"/>
                  </a:lnTo>
                  <a:cubicBezTo>
                    <a:pt x="547878" y="0"/>
                    <a:pt x="333565" y="4667"/>
                    <a:pt x="267938" y="4667"/>
                  </a:cubicBezTo>
                  <a:cubicBezTo>
                    <a:pt x="200406" y="4667"/>
                    <a:pt x="0" y="0"/>
                    <a:pt x="0" y="0"/>
                  </a:cubicBezTo>
                  <a:lnTo>
                    <a:pt x="0" y="74771"/>
                  </a:lnTo>
                  <a:lnTo>
                    <a:pt x="10192" y="74771"/>
                  </a:lnTo>
                  <a:cubicBezTo>
                    <a:pt x="65246" y="74771"/>
                    <a:pt x="133731" y="74771"/>
                    <a:pt x="154400" y="128968"/>
                  </a:cubicBezTo>
                  <a:cubicBezTo>
                    <a:pt x="171640" y="175450"/>
                    <a:pt x="171640" y="307086"/>
                    <a:pt x="171640" y="363188"/>
                  </a:cubicBezTo>
                  <a:lnTo>
                    <a:pt x="171640" y="841153"/>
                  </a:lnTo>
                  <a:cubicBezTo>
                    <a:pt x="171640" y="897350"/>
                    <a:pt x="171640" y="1028890"/>
                    <a:pt x="154496" y="1075373"/>
                  </a:cubicBezTo>
                  <a:cubicBezTo>
                    <a:pt x="133731" y="1129569"/>
                    <a:pt x="65246" y="1129569"/>
                    <a:pt x="10192" y="1129569"/>
                  </a:cubicBezTo>
                  <a:lnTo>
                    <a:pt x="0" y="1129569"/>
                  </a:lnTo>
                  <a:lnTo>
                    <a:pt x="0" y="1204531"/>
                  </a:lnTo>
                  <a:cubicBezTo>
                    <a:pt x="0" y="1204341"/>
                    <a:pt x="173260" y="1197102"/>
                    <a:pt x="268224" y="1197102"/>
                  </a:cubicBezTo>
                  <a:cubicBezTo>
                    <a:pt x="377476" y="1197102"/>
                    <a:pt x="547878" y="1204531"/>
                    <a:pt x="547878" y="1204531"/>
                  </a:cubicBezTo>
                  <a:lnTo>
                    <a:pt x="547878" y="1129569"/>
                  </a:lnTo>
                  <a:lnTo>
                    <a:pt x="537686" y="1129569"/>
                  </a:lnTo>
                  <a:cubicBezTo>
                    <a:pt x="482727" y="1129569"/>
                    <a:pt x="414242" y="1129569"/>
                    <a:pt x="393478" y="1075468"/>
                  </a:cubicBezTo>
                  <a:cubicBezTo>
                    <a:pt x="376333" y="1028890"/>
                    <a:pt x="376333" y="897350"/>
                    <a:pt x="376333" y="841153"/>
                  </a:cubicBezTo>
                  <a:lnTo>
                    <a:pt x="376333" y="363188"/>
                  </a:lnTo>
                  <a:cubicBezTo>
                    <a:pt x="376333" y="307086"/>
                    <a:pt x="376333" y="175450"/>
                    <a:pt x="393478" y="129064"/>
                  </a:cubicBezTo>
                </a:path>
              </a:pathLst>
            </a:custGeom>
            <a:solidFill>
              <a:schemeClr val="bg1"/>
            </a:solidFill>
            <a:ln w="9525">
              <a:noFill/>
            </a:ln>
          </p:spPr>
          <p:style>
            <a:lnRef idx="0"/>
            <a:fillRef idx="0"/>
            <a:effectRef idx="0"/>
            <a:fontRef idx="minor"/>
          </p:style>
          <p:txBody>
            <a:bodyPr lIns="68040" tIns="45000" rIns="68040" bIns="45000" anchor="ctr">
              <a:noAutofit/>
            </a:bodyPr>
            <a:p>
              <a:endParaRPr lang="en-US" sz="1800" b="0" u="none" strike="noStrike">
                <a:solidFill>
                  <a:schemeClr val="dk1"/>
                </a:solidFill>
                <a:effectLst/>
                <a:uFillTx/>
                <a:latin typeface="Arial"/>
              </a:endParaRPr>
            </a:p>
          </p:txBody>
        </p:sp>
        <p:sp>
          <p:nvSpPr>
            <p:cNvPr id="118" name="Freeform 3"/>
            <p:cNvSpPr/>
            <p:nvPr/>
          </p:nvSpPr>
          <p:spPr>
            <a:xfrm>
              <a:off x="718920" y="196200"/>
              <a:ext cx="280800" cy="300240"/>
            </a:xfrm>
            <a:custGeom>
              <a:avLst/>
              <a:gdLst>
                <a:gd name="textAreaLeft" fmla="*/ 0 w 280800"/>
                <a:gd name="textAreaRight" fmla="*/ 282240 w 280800"/>
                <a:gd name="textAreaTop" fmla="*/ 0 h 300240"/>
                <a:gd name="textAreaBottom" fmla="*/ 301680 h 300240"/>
                <a:gd name="GluePoint1X" fmla="*/ 0 w 1126902"/>
                <a:gd name="GluePoint1Y" fmla="*/ 0 h 1204245"/>
                <a:gd name="GluePoint2X" fmla="*/ 0 w 1126902"/>
                <a:gd name="GluePoint2Y" fmla="*/ 312420 h 1204245"/>
                <a:gd name="GluePoint3X" fmla="*/ 74295 w 1126902"/>
                <a:gd name="GluePoint3Y" fmla="*/ 312420 h 1204245"/>
                <a:gd name="GluePoint4X" fmla="*/ 74581 w 1126902"/>
                <a:gd name="GluePoint4Y" fmla="*/ 302609 h 1204245"/>
                <a:gd name="GluePoint5X" fmla="*/ 334328 w 1126902"/>
                <a:gd name="GluePoint5Y" fmla="*/ 90773 h 1204245"/>
                <a:gd name="GluePoint6X" fmla="*/ 352330 w 1126902"/>
                <a:gd name="GluePoint6Y" fmla="*/ 90678 h 1204245"/>
                <a:gd name="GluePoint7X" fmla="*/ 453200 w 1126902"/>
                <a:gd name="GluePoint7Y" fmla="*/ 106204 h 1204245"/>
                <a:gd name="GluePoint8X" fmla="*/ 461201 w 1126902"/>
                <a:gd name="GluePoint8Y" fmla="*/ 128873 h 1204245"/>
                <a:gd name="GluePoint9X" fmla="*/ 461201 w 1126902"/>
                <a:gd name="GluePoint9Y" fmla="*/ 950119 h 1204245"/>
                <a:gd name="GluePoint10X" fmla="*/ 272510 w 1126902"/>
                <a:gd name="GluePoint10Y" fmla="*/ 1129475 h 1204245"/>
                <a:gd name="GluePoint11X" fmla="*/ 262700 w 1126902"/>
                <a:gd name="GluePoint11Y" fmla="*/ 1129856 h 1204245"/>
                <a:gd name="GluePoint12X" fmla="*/ 262700 w 1126902"/>
                <a:gd name="GluePoint12Y" fmla="*/ 1204246 h 1204245"/>
                <a:gd name="GluePoint13X" fmla="*/ 578548 w 1126902"/>
                <a:gd name="GluePoint13Y" fmla="*/ 1196911 h 1204245"/>
                <a:gd name="GluePoint14X" fmla="*/ 864203 w 1126902"/>
                <a:gd name="GluePoint14Y" fmla="*/ 1204246 h 1204245"/>
                <a:gd name="GluePoint15X" fmla="*/ 864203 w 1126902"/>
                <a:gd name="GluePoint15Y" fmla="*/ 1129856 h 1204245"/>
                <a:gd name="GluePoint16X" fmla="*/ 854393 w 1126902"/>
                <a:gd name="GluePoint16Y" fmla="*/ 1129475 h 1204245"/>
                <a:gd name="GluePoint17X" fmla="*/ 665702 w 1126902"/>
                <a:gd name="GluePoint17Y" fmla="*/ 950119 h 1204245"/>
                <a:gd name="GluePoint18X" fmla="*/ 665702 w 1126902"/>
                <a:gd name="GluePoint18Y" fmla="*/ 128873 h 1204245"/>
                <a:gd name="GluePoint19X" fmla="*/ 673608 w 1126902"/>
                <a:gd name="GluePoint19Y" fmla="*/ 108490 h 1204245"/>
                <a:gd name="GluePoint20X" fmla="*/ 791718 w 1126902"/>
                <a:gd name="GluePoint20Y" fmla="*/ 90488 h 1204245"/>
                <a:gd name="GluePoint21X" fmla="*/ 815912 w 1126902"/>
                <a:gd name="GluePoint21Y" fmla="*/ 90773 h 1204245"/>
                <a:gd name="GluePoint22X" fmla="*/ 1052513 w 1126902"/>
                <a:gd name="GluePoint22Y" fmla="*/ 302895 h 1204245"/>
                <a:gd name="GluePoint23X" fmla="*/ 1053084 w 1126902"/>
                <a:gd name="GluePoint23Y" fmla="*/ 312420 h 1204245"/>
                <a:gd name="GluePoint24X" fmla="*/ 1126903 w 1126902"/>
                <a:gd name="GluePoint24Y" fmla="*/ 312420 h 1204245"/>
                <a:gd name="GluePoint25X" fmla="*/ 1126903 w 1126902"/>
                <a:gd name="GluePoint25Y" fmla="*/ 0 h 1204245"/>
                <a:gd name="GluePoint26X" fmla="*/ 563404 w 1126902"/>
                <a:gd name="GluePoint26Y" fmla="*/ 2857 h 1204245"/>
                <a:gd name="GluePoint27X" fmla="*/ 0 w 1126902"/>
                <a:gd name="GluePoint27Y" fmla="*/ 0 h 1204245"/>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 ang="0">
                  <a:pos x="GluePoint16X" y="GluePoint16Y"/>
                </a:cxn>
                <a:cxn ang="0">
                  <a:pos x="GluePoint17X" y="GluePoint17Y"/>
                </a:cxn>
                <a:cxn ang="0">
                  <a:pos x="GluePoint18X" y="GluePoint18Y"/>
                </a:cxn>
                <a:cxn ang="0">
                  <a:pos x="GluePoint19X" y="GluePoint19Y"/>
                </a:cxn>
                <a:cxn ang="0">
                  <a:pos x="GluePoint20X" y="GluePoint20Y"/>
                </a:cxn>
                <a:cxn ang="0">
                  <a:pos x="GluePoint21X" y="GluePoint21Y"/>
                </a:cxn>
                <a:cxn ang="0">
                  <a:pos x="GluePoint22X" y="GluePoint22Y"/>
                </a:cxn>
                <a:cxn ang="0">
                  <a:pos x="GluePoint23X" y="GluePoint23Y"/>
                </a:cxn>
                <a:cxn ang="0">
                  <a:pos x="GluePoint24X" y="GluePoint24Y"/>
                </a:cxn>
                <a:cxn ang="0">
                  <a:pos x="GluePoint25X" y="GluePoint25Y"/>
                </a:cxn>
                <a:cxn ang="0">
                  <a:pos x="GluePoint26X" y="GluePoint26Y"/>
                </a:cxn>
                <a:cxn ang="0">
                  <a:pos x="GluePoint27X" y="GluePoint27Y"/>
                </a:cxn>
              </a:cxnLst>
              <a:rect l="textAreaLeft" t="textAreaTop" r="textAreaRight" b="textAreaBottom"/>
              <a:pathLst>
                <a:path w="1126902" h="1204245">
                  <a:moveTo>
                    <a:pt x="0" y="0"/>
                  </a:moveTo>
                  <a:lnTo>
                    <a:pt x="0" y="312420"/>
                  </a:lnTo>
                  <a:lnTo>
                    <a:pt x="74295" y="312420"/>
                  </a:lnTo>
                  <a:lnTo>
                    <a:pt x="74581" y="302609"/>
                  </a:lnTo>
                  <a:cubicBezTo>
                    <a:pt x="81344" y="99346"/>
                    <a:pt x="159163" y="90773"/>
                    <a:pt x="334328" y="90773"/>
                  </a:cubicBezTo>
                  <a:cubicBezTo>
                    <a:pt x="340328" y="90773"/>
                    <a:pt x="346424" y="90773"/>
                    <a:pt x="352330" y="90678"/>
                  </a:cubicBezTo>
                  <a:cubicBezTo>
                    <a:pt x="395859" y="90392"/>
                    <a:pt x="437007" y="90106"/>
                    <a:pt x="453200" y="106204"/>
                  </a:cubicBezTo>
                  <a:cubicBezTo>
                    <a:pt x="458629" y="111538"/>
                    <a:pt x="461201" y="118967"/>
                    <a:pt x="461201" y="128873"/>
                  </a:cubicBezTo>
                  <a:lnTo>
                    <a:pt x="461201" y="950119"/>
                  </a:lnTo>
                  <a:cubicBezTo>
                    <a:pt x="461201" y="1072039"/>
                    <a:pt x="444151" y="1122426"/>
                    <a:pt x="272510" y="1129475"/>
                  </a:cubicBezTo>
                  <a:lnTo>
                    <a:pt x="262700" y="1129856"/>
                  </a:lnTo>
                  <a:lnTo>
                    <a:pt x="262700" y="1204246"/>
                  </a:lnTo>
                  <a:cubicBezTo>
                    <a:pt x="262700" y="1204246"/>
                    <a:pt x="462725" y="1196911"/>
                    <a:pt x="578548" y="1196911"/>
                  </a:cubicBezTo>
                  <a:cubicBezTo>
                    <a:pt x="666941" y="1196911"/>
                    <a:pt x="864203" y="1204246"/>
                    <a:pt x="864203" y="1204246"/>
                  </a:cubicBezTo>
                  <a:lnTo>
                    <a:pt x="864203" y="1129856"/>
                  </a:lnTo>
                  <a:lnTo>
                    <a:pt x="854393" y="1129475"/>
                  </a:lnTo>
                  <a:cubicBezTo>
                    <a:pt x="682752" y="1122426"/>
                    <a:pt x="665702" y="1072039"/>
                    <a:pt x="665702" y="950119"/>
                  </a:cubicBezTo>
                  <a:lnTo>
                    <a:pt x="665702" y="128873"/>
                  </a:lnTo>
                  <a:cubicBezTo>
                    <a:pt x="665702" y="120396"/>
                    <a:pt x="668369" y="113729"/>
                    <a:pt x="673608" y="108490"/>
                  </a:cubicBezTo>
                  <a:cubicBezTo>
                    <a:pt x="693420" y="89059"/>
                    <a:pt x="747903" y="89821"/>
                    <a:pt x="791718" y="90488"/>
                  </a:cubicBezTo>
                  <a:cubicBezTo>
                    <a:pt x="800005" y="90583"/>
                    <a:pt x="808196" y="90773"/>
                    <a:pt x="815912" y="90773"/>
                  </a:cubicBezTo>
                  <a:cubicBezTo>
                    <a:pt x="987267" y="90773"/>
                    <a:pt x="1042511" y="140303"/>
                    <a:pt x="1052513" y="302895"/>
                  </a:cubicBezTo>
                  <a:lnTo>
                    <a:pt x="1053084" y="312420"/>
                  </a:lnTo>
                  <a:lnTo>
                    <a:pt x="1126903" y="312420"/>
                  </a:lnTo>
                  <a:lnTo>
                    <a:pt x="1126903" y="0"/>
                  </a:lnTo>
                  <a:cubicBezTo>
                    <a:pt x="1126903" y="0"/>
                    <a:pt x="694468" y="2857"/>
                    <a:pt x="563404" y="2857"/>
                  </a:cubicBezTo>
                  <a:cubicBezTo>
                    <a:pt x="432340" y="2857"/>
                    <a:pt x="0" y="0"/>
                    <a:pt x="0" y="0"/>
                  </a:cubicBezTo>
                </a:path>
              </a:pathLst>
            </a:custGeom>
            <a:solidFill>
              <a:schemeClr val="bg1"/>
            </a:solidFill>
            <a:ln w="9525">
              <a:noFill/>
            </a:ln>
          </p:spPr>
          <p:style>
            <a:lnRef idx="0"/>
            <a:fillRef idx="0"/>
            <a:effectRef idx="0"/>
            <a:fontRef idx="minor"/>
          </p:style>
          <p:txBody>
            <a:bodyPr lIns="90000" tIns="45000" rIns="90000" bIns="45000" anchor="ctr">
              <a:noAutofit/>
            </a:bodyPr>
            <a:p>
              <a:endParaRPr lang="en-US" sz="1800" b="0" u="none" strike="noStrike">
                <a:solidFill>
                  <a:schemeClr val="dk1"/>
                </a:solidFill>
                <a:effectLst/>
                <a:uFillTx/>
                <a:latin typeface="Arial"/>
              </a:endParaRPr>
            </a:p>
          </p:txBody>
        </p:sp>
        <p:sp>
          <p:nvSpPr>
            <p:cNvPr id="119" name="Freeform 4"/>
            <p:cNvSpPr/>
            <p:nvPr/>
          </p:nvSpPr>
          <p:spPr>
            <a:xfrm>
              <a:off x="201960" y="195840"/>
              <a:ext cx="297720" cy="300240"/>
            </a:xfrm>
            <a:custGeom>
              <a:avLst/>
              <a:gdLst>
                <a:gd name="textAreaLeft" fmla="*/ 0 w 297720"/>
                <a:gd name="textAreaRight" fmla="*/ 299160 w 297720"/>
                <a:gd name="textAreaTop" fmla="*/ 0 h 300240"/>
                <a:gd name="textAreaBottom" fmla="*/ 301680 h 300240"/>
                <a:gd name="GluePoint1X" fmla="*/ 372618 w 1195101"/>
                <a:gd name="GluePoint1Y" fmla="*/ 571786 h 1204626"/>
                <a:gd name="GluePoint2X" fmla="*/ 372523 w 1195101"/>
                <a:gd name="GluePoint2Y" fmla="*/ 134303 h 1204626"/>
                <a:gd name="GluePoint3X" fmla="*/ 386239 w 1195101"/>
                <a:gd name="GluePoint3Y" fmla="*/ 86487 h 1204626"/>
                <a:gd name="GluePoint4X" fmla="*/ 498348 w 1195101"/>
                <a:gd name="GluePoint4Y" fmla="*/ 85630 h 1204626"/>
                <a:gd name="GluePoint5X" fmla="*/ 738473 w 1195101"/>
                <a:gd name="GluePoint5Y" fmla="*/ 330518 h 1204626"/>
                <a:gd name="GluePoint6X" fmla="*/ 640747 w 1195101"/>
                <a:gd name="GluePoint6Y" fmla="*/ 541687 h 1204626"/>
                <a:gd name="GluePoint7X" fmla="*/ 372618 w 1195101"/>
                <a:gd name="GluePoint7Y" fmla="*/ 571786 h 1204626"/>
                <a:gd name="GluePoint8X" fmla="*/ 1186529 w 1195101"/>
                <a:gd name="GluePoint8Y" fmla="*/ 1129760 h 1204626"/>
                <a:gd name="GluePoint9X" fmla="*/ 1017461 w 1195101"/>
                <a:gd name="GluePoint9Y" fmla="*/ 1040702 h 1204626"/>
                <a:gd name="GluePoint10X" fmla="*/ 661797 w 1195101"/>
                <a:gd name="GluePoint10Y" fmla="*/ 632460 h 1204626"/>
                <a:gd name="GluePoint11X" fmla="*/ 964597 w 1195101"/>
                <a:gd name="GluePoint11Y" fmla="*/ 305371 h 1204626"/>
                <a:gd name="GluePoint12X" fmla="*/ 831056 w 1195101"/>
                <a:gd name="GluePoint12Y" fmla="*/ 55816 h 1204626"/>
                <a:gd name="GluePoint13X" fmla="*/ 544639 w 1195101"/>
                <a:gd name="GluePoint13Y" fmla="*/ 190 h 1204626"/>
                <a:gd name="GluePoint14X" fmla="*/ 317468 w 1195101"/>
                <a:gd name="GluePoint14Y" fmla="*/ 4191 h 1204626"/>
                <a:gd name="GluePoint15X" fmla="*/ 191 w 1195101"/>
                <a:gd name="GluePoint15Y" fmla="*/ 0 h 1204626"/>
                <a:gd name="GluePoint16X" fmla="*/ 191 w 1195101"/>
                <a:gd name="GluePoint16Y" fmla="*/ 74866 h 1204626"/>
                <a:gd name="GluePoint17X" fmla="*/ 15050 w 1195101"/>
                <a:gd name="GluePoint17Y" fmla="*/ 74866 h 1204626"/>
                <a:gd name="GluePoint18X" fmla="*/ 152781 w 1195101"/>
                <a:gd name="GluePoint18Y" fmla="*/ 128683 h 1204626"/>
                <a:gd name="GluePoint19X" fmla="*/ 168307 w 1195101"/>
                <a:gd name="GluePoint19Y" fmla="*/ 350139 h 1204626"/>
                <a:gd name="GluePoint20X" fmla="*/ 168307 w 1195101"/>
                <a:gd name="GluePoint20Y" fmla="*/ 841248 h 1204626"/>
                <a:gd name="GluePoint21X" fmla="*/ 161068 w 1195101"/>
                <a:gd name="GluePoint21Y" fmla="*/ 1034129 h 1204626"/>
                <a:gd name="GluePoint22X" fmla="*/ 152686 w 1195101"/>
                <a:gd name="GluePoint22Y" fmla="*/ 1075944 h 1204626"/>
                <a:gd name="GluePoint23X" fmla="*/ 10382 w 1195101"/>
                <a:gd name="GluePoint23Y" fmla="*/ 1129665 h 1204626"/>
                <a:gd name="GluePoint24X" fmla="*/ 0 w 1195101"/>
                <a:gd name="GluePoint24Y" fmla="*/ 1129665 h 1204626"/>
                <a:gd name="GluePoint25X" fmla="*/ 0 w 1195101"/>
                <a:gd name="GluePoint25Y" fmla="*/ 1204532 h 1204626"/>
                <a:gd name="GluePoint26X" fmla="*/ 278225 w 1195101"/>
                <a:gd name="GluePoint26Y" fmla="*/ 1197102 h 1204626"/>
                <a:gd name="GluePoint27X" fmla="*/ 540734 w 1195101"/>
                <a:gd name="GluePoint27Y" fmla="*/ 1204532 h 1204626"/>
                <a:gd name="GluePoint28X" fmla="*/ 540734 w 1195101"/>
                <a:gd name="GluePoint28Y" fmla="*/ 1129665 h 1204626"/>
                <a:gd name="GluePoint29X" fmla="*/ 525971 w 1195101"/>
                <a:gd name="GluePoint29Y" fmla="*/ 1129665 h 1204626"/>
                <a:gd name="GluePoint30X" fmla="*/ 388239 w 1195101"/>
                <a:gd name="GluePoint30Y" fmla="*/ 1075754 h 1204626"/>
                <a:gd name="GluePoint31X" fmla="*/ 379857 w 1195101"/>
                <a:gd name="GluePoint31Y" fmla="*/ 1034034 h 1204626"/>
                <a:gd name="GluePoint32X" fmla="*/ 372618 w 1195101"/>
                <a:gd name="GluePoint32Y" fmla="*/ 854297 h 1204626"/>
                <a:gd name="GluePoint33X" fmla="*/ 372618 w 1195101"/>
                <a:gd name="GluePoint33Y" fmla="*/ 653510 h 1204626"/>
                <a:gd name="GluePoint34X" fmla="*/ 479107 w 1195101"/>
                <a:gd name="GluePoint34Y" fmla="*/ 702469 h 1204626"/>
                <a:gd name="GluePoint35X" fmla="*/ 501110 w 1195101"/>
                <a:gd name="GluePoint35Y" fmla="*/ 728472 h 1204626"/>
                <a:gd name="GluePoint36X" fmla="*/ 797909 w 1195101"/>
                <a:gd name="GluePoint36Y" fmla="*/ 1096804 h 1204626"/>
                <a:gd name="GluePoint37X" fmla="*/ 885158 w 1195101"/>
                <a:gd name="GluePoint37Y" fmla="*/ 1204532 h 1204626"/>
                <a:gd name="GluePoint38X" fmla="*/ 1027366 w 1195101"/>
                <a:gd name="GluePoint38Y" fmla="*/ 1200436 h 1204626"/>
                <a:gd name="GluePoint39X" fmla="*/ 1195102 w 1195101"/>
                <a:gd name="GluePoint39Y" fmla="*/ 1204627 h 1204626"/>
                <a:gd name="GluePoint40X" fmla="*/ 1195102 w 1195101"/>
                <a:gd name="GluePoint40Y" fmla="*/ 1131094 h 1204626"/>
                <a:gd name="GluePoint41X" fmla="*/ 1186529 w 1195101"/>
                <a:gd name="GluePoint41Y" fmla="*/ 1129760 h 1204626"/>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 ang="0">
                  <a:pos x="GluePoint16X" y="GluePoint16Y"/>
                </a:cxn>
                <a:cxn ang="0">
                  <a:pos x="GluePoint17X" y="GluePoint17Y"/>
                </a:cxn>
                <a:cxn ang="0">
                  <a:pos x="GluePoint18X" y="GluePoint18Y"/>
                </a:cxn>
                <a:cxn ang="0">
                  <a:pos x="GluePoint19X" y="GluePoint19Y"/>
                </a:cxn>
                <a:cxn ang="0">
                  <a:pos x="GluePoint20X" y="GluePoint20Y"/>
                </a:cxn>
                <a:cxn ang="0">
                  <a:pos x="GluePoint21X" y="GluePoint21Y"/>
                </a:cxn>
                <a:cxn ang="0">
                  <a:pos x="GluePoint22X" y="GluePoint22Y"/>
                </a:cxn>
                <a:cxn ang="0">
                  <a:pos x="GluePoint23X" y="GluePoint23Y"/>
                </a:cxn>
                <a:cxn ang="0">
                  <a:pos x="GluePoint24X" y="GluePoint24Y"/>
                </a:cxn>
                <a:cxn ang="0">
                  <a:pos x="GluePoint25X" y="GluePoint25Y"/>
                </a:cxn>
                <a:cxn ang="0">
                  <a:pos x="GluePoint26X" y="GluePoint26Y"/>
                </a:cxn>
                <a:cxn ang="0">
                  <a:pos x="GluePoint27X" y="GluePoint27Y"/>
                </a:cxn>
                <a:cxn ang="0">
                  <a:pos x="GluePoint28X" y="GluePoint28Y"/>
                </a:cxn>
                <a:cxn ang="0">
                  <a:pos x="GluePoint29X" y="GluePoint29Y"/>
                </a:cxn>
                <a:cxn ang="0">
                  <a:pos x="GluePoint30X" y="GluePoint30Y"/>
                </a:cxn>
                <a:cxn ang="0">
                  <a:pos x="GluePoint31X" y="GluePoint31Y"/>
                </a:cxn>
                <a:cxn ang="0">
                  <a:pos x="GluePoint32X" y="GluePoint32Y"/>
                </a:cxn>
                <a:cxn ang="0">
                  <a:pos x="GluePoint33X" y="GluePoint33Y"/>
                </a:cxn>
                <a:cxn ang="0">
                  <a:pos x="GluePoint34X" y="GluePoint34Y"/>
                </a:cxn>
                <a:cxn ang="0">
                  <a:pos x="GluePoint35X" y="GluePoint35Y"/>
                </a:cxn>
                <a:cxn ang="0">
                  <a:pos x="GluePoint36X" y="GluePoint36Y"/>
                </a:cxn>
                <a:cxn ang="0">
                  <a:pos x="GluePoint37X" y="GluePoint37Y"/>
                </a:cxn>
                <a:cxn ang="0">
                  <a:pos x="GluePoint38X" y="GluePoint38Y"/>
                </a:cxn>
                <a:cxn ang="0">
                  <a:pos x="GluePoint39X" y="GluePoint39Y"/>
                </a:cxn>
                <a:cxn ang="0">
                  <a:pos x="GluePoint40X" y="GluePoint40Y"/>
                </a:cxn>
                <a:cxn ang="0">
                  <a:pos x="GluePoint41X" y="GluePoint41Y"/>
                </a:cxn>
              </a:cxnLst>
              <a:rect l="textAreaLeft" t="textAreaTop" r="textAreaRight" b="textAreaBottom"/>
              <a:pathLst>
                <a:path w="1195101" h="1204626">
                  <a:moveTo>
                    <a:pt x="372618" y="571786"/>
                  </a:moveTo>
                  <a:cubicBezTo>
                    <a:pt x="372618" y="571786"/>
                    <a:pt x="372618" y="136874"/>
                    <a:pt x="372523" y="134303"/>
                  </a:cubicBezTo>
                  <a:cubicBezTo>
                    <a:pt x="372237" y="116967"/>
                    <a:pt x="371761" y="93250"/>
                    <a:pt x="386239" y="86487"/>
                  </a:cubicBezTo>
                  <a:cubicBezTo>
                    <a:pt x="396240" y="82105"/>
                    <a:pt x="493014" y="85630"/>
                    <a:pt x="498348" y="85630"/>
                  </a:cubicBezTo>
                  <a:cubicBezTo>
                    <a:pt x="650938" y="85630"/>
                    <a:pt x="738473" y="174974"/>
                    <a:pt x="738473" y="330518"/>
                  </a:cubicBezTo>
                  <a:cubicBezTo>
                    <a:pt x="738473" y="443960"/>
                    <a:pt x="708374" y="509016"/>
                    <a:pt x="640747" y="541687"/>
                  </a:cubicBezTo>
                  <a:cubicBezTo>
                    <a:pt x="577691" y="571976"/>
                    <a:pt x="372618" y="571786"/>
                    <a:pt x="372618" y="571786"/>
                  </a:cubicBezTo>
                  <a:moveTo>
                    <a:pt x="1186529" y="1129760"/>
                  </a:moveTo>
                  <a:cubicBezTo>
                    <a:pt x="1100138" y="1116235"/>
                    <a:pt x="1074134" y="1106424"/>
                    <a:pt x="1017461" y="1040702"/>
                  </a:cubicBezTo>
                  <a:lnTo>
                    <a:pt x="661797" y="632460"/>
                  </a:lnTo>
                  <a:cubicBezTo>
                    <a:pt x="849059" y="608076"/>
                    <a:pt x="964597" y="484251"/>
                    <a:pt x="964597" y="305371"/>
                  </a:cubicBezTo>
                  <a:cubicBezTo>
                    <a:pt x="964597" y="188976"/>
                    <a:pt x="919544" y="105061"/>
                    <a:pt x="831056" y="55816"/>
                  </a:cubicBezTo>
                  <a:cubicBezTo>
                    <a:pt x="763619" y="18383"/>
                    <a:pt x="670084" y="190"/>
                    <a:pt x="544639" y="190"/>
                  </a:cubicBezTo>
                  <a:cubicBezTo>
                    <a:pt x="507206" y="1143"/>
                    <a:pt x="416909" y="4191"/>
                    <a:pt x="317468" y="4191"/>
                  </a:cubicBezTo>
                  <a:cubicBezTo>
                    <a:pt x="214313" y="4191"/>
                    <a:pt x="191" y="0"/>
                    <a:pt x="191" y="0"/>
                  </a:cubicBezTo>
                  <a:lnTo>
                    <a:pt x="191" y="74866"/>
                  </a:lnTo>
                  <a:lnTo>
                    <a:pt x="15050" y="74866"/>
                  </a:lnTo>
                  <a:cubicBezTo>
                    <a:pt x="71818" y="74486"/>
                    <a:pt x="135731" y="74771"/>
                    <a:pt x="152781" y="128683"/>
                  </a:cubicBezTo>
                  <a:cubicBezTo>
                    <a:pt x="168307" y="175355"/>
                    <a:pt x="168307" y="306896"/>
                    <a:pt x="168307" y="350139"/>
                  </a:cubicBezTo>
                  <a:lnTo>
                    <a:pt x="168307" y="841248"/>
                  </a:lnTo>
                  <a:cubicBezTo>
                    <a:pt x="168307" y="895445"/>
                    <a:pt x="168307" y="977837"/>
                    <a:pt x="161068" y="1034129"/>
                  </a:cubicBezTo>
                  <a:cubicBezTo>
                    <a:pt x="158972" y="1050798"/>
                    <a:pt x="156210" y="1065276"/>
                    <a:pt x="152686" y="1075944"/>
                  </a:cubicBezTo>
                  <a:cubicBezTo>
                    <a:pt x="135350" y="1129665"/>
                    <a:pt x="66104" y="1129665"/>
                    <a:pt x="10382" y="1129665"/>
                  </a:cubicBezTo>
                  <a:lnTo>
                    <a:pt x="0" y="1129665"/>
                  </a:lnTo>
                  <a:lnTo>
                    <a:pt x="0" y="1204532"/>
                  </a:lnTo>
                  <a:cubicBezTo>
                    <a:pt x="0" y="1204532"/>
                    <a:pt x="166783" y="1197102"/>
                    <a:pt x="278225" y="1197102"/>
                  </a:cubicBezTo>
                  <a:cubicBezTo>
                    <a:pt x="374047" y="1197102"/>
                    <a:pt x="540734" y="1204246"/>
                    <a:pt x="540734" y="1204532"/>
                  </a:cubicBezTo>
                  <a:lnTo>
                    <a:pt x="540734" y="1129665"/>
                  </a:lnTo>
                  <a:lnTo>
                    <a:pt x="525971" y="1129665"/>
                  </a:lnTo>
                  <a:cubicBezTo>
                    <a:pt x="470059" y="1129951"/>
                    <a:pt x="406813" y="1129760"/>
                    <a:pt x="388239" y="1075754"/>
                  </a:cubicBezTo>
                  <a:cubicBezTo>
                    <a:pt x="384620" y="1065086"/>
                    <a:pt x="381953" y="1050607"/>
                    <a:pt x="379857" y="1034034"/>
                  </a:cubicBezTo>
                  <a:cubicBezTo>
                    <a:pt x="372618" y="978122"/>
                    <a:pt x="372618" y="898017"/>
                    <a:pt x="372618" y="854297"/>
                  </a:cubicBezTo>
                  <a:lnTo>
                    <a:pt x="372618" y="653510"/>
                  </a:lnTo>
                  <a:cubicBezTo>
                    <a:pt x="439198" y="654082"/>
                    <a:pt x="444913" y="661035"/>
                    <a:pt x="479107" y="702469"/>
                  </a:cubicBezTo>
                  <a:cubicBezTo>
                    <a:pt x="485489" y="710089"/>
                    <a:pt x="492728" y="718756"/>
                    <a:pt x="501110" y="728472"/>
                  </a:cubicBezTo>
                  <a:lnTo>
                    <a:pt x="797909" y="1096804"/>
                  </a:lnTo>
                  <a:lnTo>
                    <a:pt x="885158" y="1204532"/>
                  </a:lnTo>
                  <a:cubicBezTo>
                    <a:pt x="885158" y="1204532"/>
                    <a:pt x="980885" y="1200436"/>
                    <a:pt x="1027366" y="1200436"/>
                  </a:cubicBezTo>
                  <a:cubicBezTo>
                    <a:pt x="1094994" y="1200436"/>
                    <a:pt x="1195102" y="1204627"/>
                    <a:pt x="1195102" y="1204627"/>
                  </a:cubicBezTo>
                  <a:lnTo>
                    <a:pt x="1195102" y="1131094"/>
                  </a:lnTo>
                  <a:lnTo>
                    <a:pt x="1186529" y="1129760"/>
                  </a:lnTo>
                  <a:close/>
                </a:path>
              </a:pathLst>
            </a:custGeom>
            <a:solidFill>
              <a:schemeClr val="bg1"/>
            </a:solidFill>
            <a:ln w="9525">
              <a:noFill/>
            </a:ln>
          </p:spPr>
          <p:style>
            <a:lnRef idx="0"/>
            <a:fillRef idx="0"/>
            <a:effectRef idx="0"/>
            <a:fontRef idx="minor"/>
          </p:style>
          <p:txBody>
            <a:bodyPr lIns="90000" tIns="45000" rIns="90000" bIns="45000" anchor="ctr">
              <a:noAutofit/>
            </a:bodyPr>
            <a:p>
              <a:endParaRPr lang="en-US" sz="1800" b="0" u="none" strike="noStrike">
                <a:solidFill>
                  <a:schemeClr val="dk1"/>
                </a:solidFill>
                <a:effectLst/>
                <a:uFillTx/>
                <a:latin typeface="Arial"/>
              </a:endParaRPr>
            </a:p>
          </p:txBody>
        </p:sp>
      </p:grpSp>
      <p:sp>
        <p:nvSpPr>
          <p:cNvPr id="120" name="Text Placeholder 14"/>
          <p:cNvSpPr/>
          <p:nvPr/>
        </p:nvSpPr>
        <p:spPr>
          <a:xfrm>
            <a:off x="386640" y="3434040"/>
            <a:ext cx="2464560" cy="953280"/>
          </a:xfrm>
          <a:prstGeom prst="rect">
            <a:avLst/>
          </a:prstGeom>
          <a:noFill/>
          <a:ln w="0">
            <a:noFill/>
          </a:ln>
        </p:spPr>
        <p:style>
          <a:lnRef idx="0"/>
          <a:fillRef idx="0"/>
          <a:effectRef idx="0"/>
          <a:fontRef idx="minor"/>
        </p:style>
        <p:txBody>
          <a:bodyPr lIns="90000" tIns="45000" rIns="90000" bIns="45000" anchor="t">
            <a:noAutofit/>
          </a:bodyPr>
          <a:p>
            <a:endParaRPr lang="en-US" sz="2000" b="1" u="none" strike="noStrike">
              <a:solidFill>
                <a:srgbClr val="E56B2A"/>
              </a:solidFill>
              <a:effectLst/>
              <a:uFillTx/>
              <a:latin typeface="Arial"/>
            </a:endParaRPr>
          </a:p>
        </p:txBody>
      </p:sp>
      <p:sp>
        <p:nvSpPr>
          <p:cNvPr id="121" name="Rectangle 20"/>
          <p:cNvSpPr/>
          <p:nvPr/>
        </p:nvSpPr>
        <p:spPr>
          <a:xfrm>
            <a:off x="0" y="0"/>
            <a:ext cx="12190680" cy="685656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p>
            <a:endParaRPr lang="en-US" sz="1800" b="0" u="none" strike="noStrike">
              <a:solidFill>
                <a:schemeClr val="lt1"/>
              </a:solidFill>
              <a:effectLst/>
              <a:uFillTx/>
              <a:latin typeface="Arial"/>
            </a:endParaRPr>
          </a:p>
        </p:txBody>
      </p:sp>
      <p:sp>
        <p:nvSpPr>
          <p:cNvPr id="122" name="PlaceHolder 1"/>
          <p:cNvSpPr>
            <a:spLocks noGrp="1"/>
          </p:cNvSpPr>
          <p:nvPr>
            <p:ph type="body" hasCustomPrompt="1"/>
          </p:nvPr>
        </p:nvSpPr>
        <p:spPr>
          <a:xfrm>
            <a:off x="744840" y="709560"/>
            <a:ext cx="3504600" cy="3543120"/>
          </a:xfrm>
          <a:prstGeom prst="rect">
            <a:avLst/>
          </a:prstGeom>
          <a:solidFill>
            <a:schemeClr val="lt1">
              <a:lumMod val="75000"/>
            </a:schemeClr>
          </a:solidFill>
          <a:ln w="0">
            <a:noFill/>
          </a:ln>
        </p:spPr>
        <p:txBody>
          <a:bodyPr lIns="90000" tIns="45000" rIns="90000" bIns="45000" anchor="ctr" anchorCtr="1">
            <a:noAutofit/>
          </a:bodyPr>
          <a:lstStyle>
            <a:lvl1pPr indent="0" algn="l" defTabSz="914400">
              <a:lnSpc>
                <a:spcPct val="90000"/>
              </a:lnSpc>
              <a:spcBef>
                <a:spcPts val="1001"/>
              </a:spcBef>
              <a:buNone/>
              <a:tabLst>
                <a:tab pos="0" algn="l"/>
              </a:tabLst>
              <a:defRPr lang="en-US" sz="2800" b="0" u="none" strike="noStrike">
                <a:solidFill>
                  <a:schemeClr val="dk1"/>
                </a:solidFill>
                <a:effectLst/>
                <a:uFillTx/>
                <a:latin typeface="Arial"/>
              </a:defRPr>
            </a:lvl1pPr>
          </a:lstStyle>
          <a:p>
            <a:pPr indent="0" algn="l" defTabSz="914400">
              <a:lnSpc>
                <a:spcPct val="90000"/>
              </a:lnSpc>
              <a:spcBef>
                <a:spcPts val="1001"/>
              </a:spcBef>
              <a:buNone/>
              <a:tabLst>
                <a:tab pos="0" algn="l"/>
              </a:tabLst>
            </a:pPr>
            <a:r>
              <a:rPr lang="en-US" sz="2800" b="0" u="none" strike="noStrike">
                <a:solidFill>
                  <a:schemeClr val="dk1"/>
                </a:solidFill>
                <a:effectLst/>
                <a:uFillTx/>
                <a:latin typeface="Arial"/>
              </a:rPr>
              <a:t>Place image/chart here</a:t>
            </a:r>
            <a:endParaRPr lang="en-US" sz="2800" b="1" u="none" strike="noStrike">
              <a:solidFill>
                <a:srgbClr val="F86901"/>
              </a:solidFill>
              <a:effectLst/>
              <a:uFillTx/>
              <a:latin typeface="Arial"/>
            </a:endParaRPr>
          </a:p>
        </p:txBody>
      </p:sp>
      <p:sp>
        <p:nvSpPr>
          <p:cNvPr id="123" name="Freeform 1"/>
          <p:cNvSpPr/>
          <p:nvPr/>
        </p:nvSpPr>
        <p:spPr>
          <a:xfrm>
            <a:off x="-1776600" y="568800"/>
            <a:ext cx="6206040" cy="10047240"/>
          </a:xfrm>
          <a:custGeom>
            <a:avLst/>
            <a:gdLst>
              <a:gd name="textAreaLeft" fmla="*/ 0 w 6206040"/>
              <a:gd name="textAreaRight" fmla="*/ 6207480 w 6206040"/>
              <a:gd name="textAreaTop" fmla="*/ 0 h 10047240"/>
              <a:gd name="textAreaBottom" fmla="*/ 10048680 h 10047240"/>
              <a:gd name="GluePoint1X" fmla="*/ 283845 w 690181"/>
              <a:gd name="GluePoint1Y" fmla="*/ 28575 h 1117282"/>
              <a:gd name="GluePoint2X" fmla="*/ 662845 w 690181"/>
              <a:gd name="GluePoint2Y" fmla="*/ 28575 h 1117282"/>
              <a:gd name="GluePoint3X" fmla="*/ 662845 w 690181"/>
              <a:gd name="GluePoint3Y" fmla="*/ 409003 h 1117282"/>
              <a:gd name="GluePoint4X" fmla="*/ 283845 w 690181"/>
              <a:gd name="GluePoint4Y" fmla="*/ 409003 h 1117282"/>
              <a:gd name="GluePoint5X" fmla="*/ 283845 w 690181"/>
              <a:gd name="GluePoint5Y" fmla="*/ 28575 h 1117282"/>
              <a:gd name="GluePoint6X" fmla="*/ 268319 w 690181"/>
              <a:gd name="GluePoint6Y" fmla="*/ 0 h 1117282"/>
              <a:gd name="GluePoint7X" fmla="*/ 0 w 690181"/>
              <a:gd name="GluePoint7Y" fmla="*/ 271748 h 1117282"/>
              <a:gd name="GluePoint8X" fmla="*/ 0 w 690181"/>
              <a:gd name="GluePoint8Y" fmla="*/ 1117283 h 1117282"/>
              <a:gd name="GluePoint9X" fmla="*/ 690181 w 690181"/>
              <a:gd name="GluePoint9Y" fmla="*/ 421196 h 1117282"/>
              <a:gd name="GluePoint10X" fmla="*/ 690086 w 690181"/>
              <a:gd name="GluePoint10Y" fmla="*/ 952 h 1117282"/>
              <a:gd name="GluePoint11X" fmla="*/ 268319 w 690181"/>
              <a:gd name="GluePoint11Y" fmla="*/ 0 h 1117282"/>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Lst>
            <a:rect l="textAreaLeft" t="textAreaTop" r="textAreaRight" b="textAreaBottom"/>
            <a:pathLst>
              <a:path w="690181" h="1117282">
                <a:moveTo>
                  <a:pt x="283845" y="28575"/>
                </a:moveTo>
                <a:lnTo>
                  <a:pt x="662845" y="28575"/>
                </a:lnTo>
                <a:lnTo>
                  <a:pt x="662845" y="409003"/>
                </a:lnTo>
                <a:lnTo>
                  <a:pt x="283845" y="409003"/>
                </a:lnTo>
                <a:lnTo>
                  <a:pt x="283845" y="28575"/>
                </a:lnTo>
                <a:close/>
                <a:moveTo>
                  <a:pt x="268319" y="0"/>
                </a:moveTo>
                <a:lnTo>
                  <a:pt x="0" y="271748"/>
                </a:lnTo>
                <a:lnTo>
                  <a:pt x="0" y="1117283"/>
                </a:lnTo>
                <a:lnTo>
                  <a:pt x="690181" y="421196"/>
                </a:lnTo>
                <a:lnTo>
                  <a:pt x="690086" y="952"/>
                </a:lnTo>
                <a:lnTo>
                  <a:pt x="268319" y="0"/>
                </a:lnTo>
                <a:close/>
              </a:path>
            </a:pathLst>
          </a:custGeom>
          <a:solidFill>
            <a:srgbClr val="F86901"/>
          </a:solidFill>
          <a:ln w="9525">
            <a:noFill/>
          </a:ln>
        </p:spPr>
        <p:style>
          <a:lnRef idx="0"/>
          <a:fillRef idx="0"/>
          <a:effectRef idx="0"/>
          <a:fontRef idx="minor"/>
        </p:style>
        <p:txBody>
          <a:bodyPr lIns="90000" tIns="45000" rIns="90000" bIns="45000" anchor="ctr">
            <a:noAutofit/>
          </a:bodyPr>
          <a:p>
            <a:endParaRPr lang="en-US" sz="1800" b="0" u="none" strike="noStrike">
              <a:solidFill>
                <a:schemeClr val="dk1"/>
              </a:solidFill>
              <a:effectLst/>
              <a:uFillTx/>
              <a:latin typeface="Arial"/>
            </a:endParaRPr>
          </a:p>
        </p:txBody>
      </p:sp>
      <p:sp>
        <p:nvSpPr>
          <p:cNvPr id="124" name="Rectangle 2"/>
          <p:cNvSpPr/>
          <p:nvPr/>
        </p:nvSpPr>
        <p:spPr>
          <a:xfrm>
            <a:off x="0" y="6218280"/>
            <a:ext cx="12190680" cy="645120"/>
          </a:xfrm>
          <a:prstGeom prst="rect">
            <a:avLst/>
          </a:prstGeom>
          <a:solidFill>
            <a:srgbClr val="F86901"/>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p>
            <a:endParaRPr lang="en-US" sz="1800" b="0" u="none" strike="noStrike">
              <a:solidFill>
                <a:schemeClr val="lt1"/>
              </a:solidFill>
              <a:effectLst/>
              <a:uFillTx/>
              <a:latin typeface="Arial"/>
            </a:endParaRPr>
          </a:p>
        </p:txBody>
      </p:sp>
      <p:sp>
        <p:nvSpPr>
          <p:cNvPr id="125" name="TextBox 3"/>
          <p:cNvSpPr/>
          <p:nvPr/>
        </p:nvSpPr>
        <p:spPr>
          <a:xfrm>
            <a:off x="11689200" y="6487920"/>
            <a:ext cx="476280" cy="238680"/>
          </a:xfrm>
          <a:prstGeom prst="rect">
            <a:avLst/>
          </a:prstGeom>
          <a:noFill/>
          <a:ln w="0">
            <a:noFill/>
          </a:ln>
        </p:spPr>
        <p:style>
          <a:lnRef idx="0"/>
          <a:fillRef idx="0"/>
          <a:effectRef idx="0"/>
          <a:fontRef idx="minor"/>
        </p:style>
        <p:txBody>
          <a:bodyPr lIns="90000" tIns="45000" rIns="90000" bIns="45000" anchor="t">
            <a:spAutoFit/>
          </a:bodyPr>
          <a:p>
            <a:pPr defTabSz="914400">
              <a:lnSpc>
                <a:spcPct val="80000"/>
              </a:lnSpc>
            </a:pPr>
            <a:r>
              <a:rPr lang="en-US" sz="1200" b="0" u="none" strike="noStrike">
                <a:solidFill>
                  <a:schemeClr val="lt1"/>
                </a:solidFill>
                <a:effectLst/>
                <a:uFillTx/>
                <a:latin typeface="Georgia"/>
              </a:rPr>
              <a:t> </a:t>
            </a:r>
            <a:fld id="{8375DBA2-32E8-4F3D-8E87-F2FB690B064C}" type="slidenum">
              <a:rPr lang="en-US" sz="1130" b="0" u="none" strike="noStrike">
                <a:solidFill>
                  <a:schemeClr val="lt1"/>
                </a:solidFill>
                <a:effectLst/>
                <a:uFillTx/>
                <a:latin typeface="Arial"/>
              </a:rPr>
              <a:t>&lt;number&gt;</a:t>
            </a:fld>
            <a:endParaRPr lang="en-US" sz="1130" b="0" u="none" strike="noStrike">
              <a:solidFill>
                <a:srgbClr val="000000"/>
              </a:solidFill>
              <a:effectLst/>
              <a:uFillTx/>
              <a:latin typeface="Arial"/>
            </a:endParaRPr>
          </a:p>
        </p:txBody>
      </p:sp>
      <p:pic>
        <p:nvPicPr>
          <p:cNvPr id="126" name="Graphic 4"/>
          <p:cNvPicPr/>
          <p:nvPr/>
        </p:nvPicPr>
        <p:blipFill>
          <a:blip r:embed="rId4">
            <a:extLst>
              <a:ext uri="{96DAC541-7B7A-43D3-8B79-37D633B846F1}">
                <asvg:svgBlip xmlns:asvg="http://schemas.microsoft.com/office/drawing/2016/SVG/main" r:embed="rId5"/>
              </a:ext>
            </a:extLst>
          </a:blip>
          <a:stretch/>
        </p:blipFill>
        <p:spPr>
          <a:xfrm>
            <a:off x="9069840" y="6459120"/>
            <a:ext cx="2699280" cy="238680"/>
          </a:xfrm>
          <a:prstGeom prst="rect">
            <a:avLst/>
          </a:prstGeom>
          <a:noFill/>
          <a:ln w="0">
            <a:noFill/>
          </a:ln>
        </p:spPr>
      </p:pic>
      <p:grpSp>
        <p:nvGrpSpPr>
          <p:cNvPr id="127" name="Graphic 22"/>
          <p:cNvGrpSpPr/>
          <p:nvPr/>
        </p:nvGrpSpPr>
        <p:grpSpPr>
          <a:xfrm>
            <a:off x="201960" y="6414120"/>
            <a:ext cx="797760" cy="300600"/>
            <a:chOff x="201960" y="6414120"/>
            <a:chExt cx="797760" cy="300600"/>
          </a:xfrm>
        </p:grpSpPr>
        <p:sp>
          <p:nvSpPr>
            <p:cNvPr id="128" name="Freeform 7"/>
            <p:cNvSpPr/>
            <p:nvPr/>
          </p:nvSpPr>
          <p:spPr>
            <a:xfrm>
              <a:off x="540720" y="6414120"/>
              <a:ext cx="135720" cy="300240"/>
            </a:xfrm>
            <a:custGeom>
              <a:avLst/>
              <a:gdLst>
                <a:gd name="textAreaLeft" fmla="*/ 0 w 135720"/>
                <a:gd name="textAreaRight" fmla="*/ 137160 w 135720"/>
                <a:gd name="textAreaTop" fmla="*/ 0 h 300240"/>
                <a:gd name="textAreaBottom" fmla="*/ 301680 h 300240"/>
                <a:gd name="GluePoint1X" fmla="*/ 393478 w 547877"/>
                <a:gd name="GluePoint1Y" fmla="*/ 129064 h 1204531"/>
                <a:gd name="GluePoint2X" fmla="*/ 537686 w 547877"/>
                <a:gd name="GluePoint2Y" fmla="*/ 74771 h 1204531"/>
                <a:gd name="GluePoint3X" fmla="*/ 547878 w 547877"/>
                <a:gd name="GluePoint3Y" fmla="*/ 74771 h 1204531"/>
                <a:gd name="GluePoint4X" fmla="*/ 547878 w 547877"/>
                <a:gd name="GluePoint4Y" fmla="*/ 0 h 1204531"/>
                <a:gd name="GluePoint5X" fmla="*/ 267938 w 547877"/>
                <a:gd name="GluePoint5Y" fmla="*/ 4667 h 1204531"/>
                <a:gd name="GluePoint6X" fmla="*/ 0 w 547877"/>
                <a:gd name="GluePoint6Y" fmla="*/ 0 h 1204531"/>
                <a:gd name="GluePoint7X" fmla="*/ 0 w 547877"/>
                <a:gd name="GluePoint7Y" fmla="*/ 74771 h 1204531"/>
                <a:gd name="GluePoint8X" fmla="*/ 10192 w 547877"/>
                <a:gd name="GluePoint8Y" fmla="*/ 74771 h 1204531"/>
                <a:gd name="GluePoint9X" fmla="*/ 154400 w 547877"/>
                <a:gd name="GluePoint9Y" fmla="*/ 128968 h 1204531"/>
                <a:gd name="GluePoint10X" fmla="*/ 171640 w 547877"/>
                <a:gd name="GluePoint10Y" fmla="*/ 363188 h 1204531"/>
                <a:gd name="GluePoint11X" fmla="*/ 171640 w 547877"/>
                <a:gd name="GluePoint11Y" fmla="*/ 841153 h 1204531"/>
                <a:gd name="GluePoint12X" fmla="*/ 154496 w 547877"/>
                <a:gd name="GluePoint12Y" fmla="*/ 1075373 h 1204531"/>
                <a:gd name="GluePoint13X" fmla="*/ 10192 w 547877"/>
                <a:gd name="GluePoint13Y" fmla="*/ 1129569 h 1204531"/>
                <a:gd name="GluePoint14X" fmla="*/ 0 w 547877"/>
                <a:gd name="GluePoint14Y" fmla="*/ 1129569 h 1204531"/>
                <a:gd name="GluePoint15X" fmla="*/ 0 w 547877"/>
                <a:gd name="GluePoint15Y" fmla="*/ 1204531 h 1204531"/>
                <a:gd name="GluePoint16X" fmla="*/ 268224 w 547877"/>
                <a:gd name="GluePoint16Y" fmla="*/ 1197102 h 1204531"/>
                <a:gd name="GluePoint17X" fmla="*/ 547878 w 547877"/>
                <a:gd name="GluePoint17Y" fmla="*/ 1204531 h 1204531"/>
                <a:gd name="GluePoint18X" fmla="*/ 547878 w 547877"/>
                <a:gd name="GluePoint18Y" fmla="*/ 1129569 h 1204531"/>
                <a:gd name="GluePoint19X" fmla="*/ 537686 w 547877"/>
                <a:gd name="GluePoint19Y" fmla="*/ 1129569 h 1204531"/>
                <a:gd name="GluePoint20X" fmla="*/ 393478 w 547877"/>
                <a:gd name="GluePoint20Y" fmla="*/ 1075468 h 1204531"/>
                <a:gd name="GluePoint21X" fmla="*/ 376333 w 547877"/>
                <a:gd name="GluePoint21Y" fmla="*/ 841153 h 1204531"/>
                <a:gd name="GluePoint22X" fmla="*/ 376333 w 547877"/>
                <a:gd name="GluePoint22Y" fmla="*/ 363188 h 1204531"/>
                <a:gd name="GluePoint23X" fmla="*/ 393478 w 547877"/>
                <a:gd name="GluePoint23Y" fmla="*/ 129064 h 1204531"/>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 ang="0">
                  <a:pos x="GluePoint16X" y="GluePoint16Y"/>
                </a:cxn>
                <a:cxn ang="0">
                  <a:pos x="GluePoint17X" y="GluePoint17Y"/>
                </a:cxn>
                <a:cxn ang="0">
                  <a:pos x="GluePoint18X" y="GluePoint18Y"/>
                </a:cxn>
                <a:cxn ang="0">
                  <a:pos x="GluePoint19X" y="GluePoint19Y"/>
                </a:cxn>
                <a:cxn ang="0">
                  <a:pos x="GluePoint20X" y="GluePoint20Y"/>
                </a:cxn>
                <a:cxn ang="0">
                  <a:pos x="GluePoint21X" y="GluePoint21Y"/>
                </a:cxn>
                <a:cxn ang="0">
                  <a:pos x="GluePoint22X" y="GluePoint22Y"/>
                </a:cxn>
                <a:cxn ang="0">
                  <a:pos x="GluePoint23X" y="GluePoint23Y"/>
                </a:cxn>
              </a:cxnLst>
              <a:rect l="textAreaLeft" t="textAreaTop" r="textAreaRight" b="textAreaBottom"/>
              <a:pathLst>
                <a:path w="547877" h="1204531">
                  <a:moveTo>
                    <a:pt x="393478" y="129064"/>
                  </a:moveTo>
                  <a:cubicBezTo>
                    <a:pt x="414242" y="74771"/>
                    <a:pt x="482727" y="74771"/>
                    <a:pt x="537686" y="74771"/>
                  </a:cubicBezTo>
                  <a:lnTo>
                    <a:pt x="547878" y="74771"/>
                  </a:lnTo>
                  <a:lnTo>
                    <a:pt x="547878" y="0"/>
                  </a:lnTo>
                  <a:cubicBezTo>
                    <a:pt x="547878" y="0"/>
                    <a:pt x="333565" y="4667"/>
                    <a:pt x="267938" y="4667"/>
                  </a:cubicBezTo>
                  <a:cubicBezTo>
                    <a:pt x="200406" y="4667"/>
                    <a:pt x="0" y="0"/>
                    <a:pt x="0" y="0"/>
                  </a:cubicBezTo>
                  <a:lnTo>
                    <a:pt x="0" y="74771"/>
                  </a:lnTo>
                  <a:lnTo>
                    <a:pt x="10192" y="74771"/>
                  </a:lnTo>
                  <a:cubicBezTo>
                    <a:pt x="65246" y="74771"/>
                    <a:pt x="133731" y="74771"/>
                    <a:pt x="154400" y="128968"/>
                  </a:cubicBezTo>
                  <a:cubicBezTo>
                    <a:pt x="171640" y="175450"/>
                    <a:pt x="171640" y="307086"/>
                    <a:pt x="171640" y="363188"/>
                  </a:cubicBezTo>
                  <a:lnTo>
                    <a:pt x="171640" y="841153"/>
                  </a:lnTo>
                  <a:cubicBezTo>
                    <a:pt x="171640" y="897350"/>
                    <a:pt x="171640" y="1028890"/>
                    <a:pt x="154496" y="1075373"/>
                  </a:cubicBezTo>
                  <a:cubicBezTo>
                    <a:pt x="133731" y="1129569"/>
                    <a:pt x="65246" y="1129569"/>
                    <a:pt x="10192" y="1129569"/>
                  </a:cubicBezTo>
                  <a:lnTo>
                    <a:pt x="0" y="1129569"/>
                  </a:lnTo>
                  <a:lnTo>
                    <a:pt x="0" y="1204531"/>
                  </a:lnTo>
                  <a:cubicBezTo>
                    <a:pt x="0" y="1204341"/>
                    <a:pt x="173260" y="1197102"/>
                    <a:pt x="268224" y="1197102"/>
                  </a:cubicBezTo>
                  <a:cubicBezTo>
                    <a:pt x="377476" y="1197102"/>
                    <a:pt x="547878" y="1204531"/>
                    <a:pt x="547878" y="1204531"/>
                  </a:cubicBezTo>
                  <a:lnTo>
                    <a:pt x="547878" y="1129569"/>
                  </a:lnTo>
                  <a:lnTo>
                    <a:pt x="537686" y="1129569"/>
                  </a:lnTo>
                  <a:cubicBezTo>
                    <a:pt x="482727" y="1129569"/>
                    <a:pt x="414242" y="1129569"/>
                    <a:pt x="393478" y="1075468"/>
                  </a:cubicBezTo>
                  <a:cubicBezTo>
                    <a:pt x="376333" y="1028890"/>
                    <a:pt x="376333" y="897350"/>
                    <a:pt x="376333" y="841153"/>
                  </a:cubicBezTo>
                  <a:lnTo>
                    <a:pt x="376333" y="363188"/>
                  </a:lnTo>
                  <a:cubicBezTo>
                    <a:pt x="376333" y="307086"/>
                    <a:pt x="376333" y="175450"/>
                    <a:pt x="393478" y="129064"/>
                  </a:cubicBezTo>
                </a:path>
              </a:pathLst>
            </a:custGeom>
            <a:solidFill>
              <a:schemeClr val="bg1"/>
            </a:solidFill>
            <a:ln w="9525">
              <a:noFill/>
            </a:ln>
          </p:spPr>
          <p:style>
            <a:lnRef idx="0"/>
            <a:fillRef idx="0"/>
            <a:effectRef idx="0"/>
            <a:fontRef idx="minor"/>
          </p:style>
          <p:txBody>
            <a:bodyPr lIns="68040" tIns="45000" rIns="68040" bIns="45000" anchor="ctr">
              <a:noAutofit/>
            </a:bodyPr>
            <a:p>
              <a:endParaRPr lang="en-US" sz="1800" b="0" u="none" strike="noStrike">
                <a:solidFill>
                  <a:schemeClr val="dk1"/>
                </a:solidFill>
                <a:effectLst/>
                <a:uFillTx/>
                <a:latin typeface="Arial"/>
              </a:endParaRPr>
            </a:p>
          </p:txBody>
        </p:sp>
        <p:sp>
          <p:nvSpPr>
            <p:cNvPr id="129" name="Freeform 8"/>
            <p:cNvSpPr/>
            <p:nvPr/>
          </p:nvSpPr>
          <p:spPr>
            <a:xfrm>
              <a:off x="718920" y="6414480"/>
              <a:ext cx="280800" cy="300240"/>
            </a:xfrm>
            <a:custGeom>
              <a:avLst/>
              <a:gdLst>
                <a:gd name="textAreaLeft" fmla="*/ 0 w 280800"/>
                <a:gd name="textAreaRight" fmla="*/ 282240 w 280800"/>
                <a:gd name="textAreaTop" fmla="*/ 0 h 300240"/>
                <a:gd name="textAreaBottom" fmla="*/ 301680 h 300240"/>
                <a:gd name="GluePoint1X" fmla="*/ 0 w 1126902"/>
                <a:gd name="GluePoint1Y" fmla="*/ 0 h 1204245"/>
                <a:gd name="GluePoint2X" fmla="*/ 0 w 1126902"/>
                <a:gd name="GluePoint2Y" fmla="*/ 312420 h 1204245"/>
                <a:gd name="GluePoint3X" fmla="*/ 74295 w 1126902"/>
                <a:gd name="GluePoint3Y" fmla="*/ 312420 h 1204245"/>
                <a:gd name="GluePoint4X" fmla="*/ 74581 w 1126902"/>
                <a:gd name="GluePoint4Y" fmla="*/ 302609 h 1204245"/>
                <a:gd name="GluePoint5X" fmla="*/ 334328 w 1126902"/>
                <a:gd name="GluePoint5Y" fmla="*/ 90773 h 1204245"/>
                <a:gd name="GluePoint6X" fmla="*/ 352330 w 1126902"/>
                <a:gd name="GluePoint6Y" fmla="*/ 90678 h 1204245"/>
                <a:gd name="GluePoint7X" fmla="*/ 453200 w 1126902"/>
                <a:gd name="GluePoint7Y" fmla="*/ 106204 h 1204245"/>
                <a:gd name="GluePoint8X" fmla="*/ 461201 w 1126902"/>
                <a:gd name="GluePoint8Y" fmla="*/ 128873 h 1204245"/>
                <a:gd name="GluePoint9X" fmla="*/ 461201 w 1126902"/>
                <a:gd name="GluePoint9Y" fmla="*/ 950119 h 1204245"/>
                <a:gd name="GluePoint10X" fmla="*/ 272510 w 1126902"/>
                <a:gd name="GluePoint10Y" fmla="*/ 1129475 h 1204245"/>
                <a:gd name="GluePoint11X" fmla="*/ 262700 w 1126902"/>
                <a:gd name="GluePoint11Y" fmla="*/ 1129856 h 1204245"/>
                <a:gd name="GluePoint12X" fmla="*/ 262700 w 1126902"/>
                <a:gd name="GluePoint12Y" fmla="*/ 1204246 h 1204245"/>
                <a:gd name="GluePoint13X" fmla="*/ 578548 w 1126902"/>
                <a:gd name="GluePoint13Y" fmla="*/ 1196911 h 1204245"/>
                <a:gd name="GluePoint14X" fmla="*/ 864203 w 1126902"/>
                <a:gd name="GluePoint14Y" fmla="*/ 1204246 h 1204245"/>
                <a:gd name="GluePoint15X" fmla="*/ 864203 w 1126902"/>
                <a:gd name="GluePoint15Y" fmla="*/ 1129856 h 1204245"/>
                <a:gd name="GluePoint16X" fmla="*/ 854393 w 1126902"/>
                <a:gd name="GluePoint16Y" fmla="*/ 1129475 h 1204245"/>
                <a:gd name="GluePoint17X" fmla="*/ 665702 w 1126902"/>
                <a:gd name="GluePoint17Y" fmla="*/ 950119 h 1204245"/>
                <a:gd name="GluePoint18X" fmla="*/ 665702 w 1126902"/>
                <a:gd name="GluePoint18Y" fmla="*/ 128873 h 1204245"/>
                <a:gd name="GluePoint19X" fmla="*/ 673608 w 1126902"/>
                <a:gd name="GluePoint19Y" fmla="*/ 108490 h 1204245"/>
                <a:gd name="GluePoint20X" fmla="*/ 791718 w 1126902"/>
                <a:gd name="GluePoint20Y" fmla="*/ 90488 h 1204245"/>
                <a:gd name="GluePoint21X" fmla="*/ 815912 w 1126902"/>
                <a:gd name="GluePoint21Y" fmla="*/ 90773 h 1204245"/>
                <a:gd name="GluePoint22X" fmla="*/ 1052513 w 1126902"/>
                <a:gd name="GluePoint22Y" fmla="*/ 302895 h 1204245"/>
                <a:gd name="GluePoint23X" fmla="*/ 1053084 w 1126902"/>
                <a:gd name="GluePoint23Y" fmla="*/ 312420 h 1204245"/>
                <a:gd name="GluePoint24X" fmla="*/ 1126903 w 1126902"/>
                <a:gd name="GluePoint24Y" fmla="*/ 312420 h 1204245"/>
                <a:gd name="GluePoint25X" fmla="*/ 1126903 w 1126902"/>
                <a:gd name="GluePoint25Y" fmla="*/ 0 h 1204245"/>
                <a:gd name="GluePoint26X" fmla="*/ 563404 w 1126902"/>
                <a:gd name="GluePoint26Y" fmla="*/ 2857 h 1204245"/>
                <a:gd name="GluePoint27X" fmla="*/ 0 w 1126902"/>
                <a:gd name="GluePoint27Y" fmla="*/ 0 h 1204245"/>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 ang="0">
                  <a:pos x="GluePoint16X" y="GluePoint16Y"/>
                </a:cxn>
                <a:cxn ang="0">
                  <a:pos x="GluePoint17X" y="GluePoint17Y"/>
                </a:cxn>
                <a:cxn ang="0">
                  <a:pos x="GluePoint18X" y="GluePoint18Y"/>
                </a:cxn>
                <a:cxn ang="0">
                  <a:pos x="GluePoint19X" y="GluePoint19Y"/>
                </a:cxn>
                <a:cxn ang="0">
                  <a:pos x="GluePoint20X" y="GluePoint20Y"/>
                </a:cxn>
                <a:cxn ang="0">
                  <a:pos x="GluePoint21X" y="GluePoint21Y"/>
                </a:cxn>
                <a:cxn ang="0">
                  <a:pos x="GluePoint22X" y="GluePoint22Y"/>
                </a:cxn>
                <a:cxn ang="0">
                  <a:pos x="GluePoint23X" y="GluePoint23Y"/>
                </a:cxn>
                <a:cxn ang="0">
                  <a:pos x="GluePoint24X" y="GluePoint24Y"/>
                </a:cxn>
                <a:cxn ang="0">
                  <a:pos x="GluePoint25X" y="GluePoint25Y"/>
                </a:cxn>
                <a:cxn ang="0">
                  <a:pos x="GluePoint26X" y="GluePoint26Y"/>
                </a:cxn>
                <a:cxn ang="0">
                  <a:pos x="GluePoint27X" y="GluePoint27Y"/>
                </a:cxn>
              </a:cxnLst>
              <a:rect l="textAreaLeft" t="textAreaTop" r="textAreaRight" b="textAreaBottom"/>
              <a:pathLst>
                <a:path w="1126902" h="1204245">
                  <a:moveTo>
                    <a:pt x="0" y="0"/>
                  </a:moveTo>
                  <a:lnTo>
                    <a:pt x="0" y="312420"/>
                  </a:lnTo>
                  <a:lnTo>
                    <a:pt x="74295" y="312420"/>
                  </a:lnTo>
                  <a:lnTo>
                    <a:pt x="74581" y="302609"/>
                  </a:lnTo>
                  <a:cubicBezTo>
                    <a:pt x="81344" y="99346"/>
                    <a:pt x="159163" y="90773"/>
                    <a:pt x="334328" y="90773"/>
                  </a:cubicBezTo>
                  <a:cubicBezTo>
                    <a:pt x="340328" y="90773"/>
                    <a:pt x="346424" y="90773"/>
                    <a:pt x="352330" y="90678"/>
                  </a:cubicBezTo>
                  <a:cubicBezTo>
                    <a:pt x="395859" y="90392"/>
                    <a:pt x="437007" y="90106"/>
                    <a:pt x="453200" y="106204"/>
                  </a:cubicBezTo>
                  <a:cubicBezTo>
                    <a:pt x="458629" y="111538"/>
                    <a:pt x="461201" y="118967"/>
                    <a:pt x="461201" y="128873"/>
                  </a:cubicBezTo>
                  <a:lnTo>
                    <a:pt x="461201" y="950119"/>
                  </a:lnTo>
                  <a:cubicBezTo>
                    <a:pt x="461201" y="1072039"/>
                    <a:pt x="444151" y="1122426"/>
                    <a:pt x="272510" y="1129475"/>
                  </a:cubicBezTo>
                  <a:lnTo>
                    <a:pt x="262700" y="1129856"/>
                  </a:lnTo>
                  <a:lnTo>
                    <a:pt x="262700" y="1204246"/>
                  </a:lnTo>
                  <a:cubicBezTo>
                    <a:pt x="262700" y="1204246"/>
                    <a:pt x="462725" y="1196911"/>
                    <a:pt x="578548" y="1196911"/>
                  </a:cubicBezTo>
                  <a:cubicBezTo>
                    <a:pt x="666941" y="1196911"/>
                    <a:pt x="864203" y="1204246"/>
                    <a:pt x="864203" y="1204246"/>
                  </a:cubicBezTo>
                  <a:lnTo>
                    <a:pt x="864203" y="1129856"/>
                  </a:lnTo>
                  <a:lnTo>
                    <a:pt x="854393" y="1129475"/>
                  </a:lnTo>
                  <a:cubicBezTo>
                    <a:pt x="682752" y="1122426"/>
                    <a:pt x="665702" y="1072039"/>
                    <a:pt x="665702" y="950119"/>
                  </a:cubicBezTo>
                  <a:lnTo>
                    <a:pt x="665702" y="128873"/>
                  </a:lnTo>
                  <a:cubicBezTo>
                    <a:pt x="665702" y="120396"/>
                    <a:pt x="668369" y="113729"/>
                    <a:pt x="673608" y="108490"/>
                  </a:cubicBezTo>
                  <a:cubicBezTo>
                    <a:pt x="693420" y="89059"/>
                    <a:pt x="747903" y="89821"/>
                    <a:pt x="791718" y="90488"/>
                  </a:cubicBezTo>
                  <a:cubicBezTo>
                    <a:pt x="800005" y="90583"/>
                    <a:pt x="808196" y="90773"/>
                    <a:pt x="815912" y="90773"/>
                  </a:cubicBezTo>
                  <a:cubicBezTo>
                    <a:pt x="987267" y="90773"/>
                    <a:pt x="1042511" y="140303"/>
                    <a:pt x="1052513" y="302895"/>
                  </a:cubicBezTo>
                  <a:lnTo>
                    <a:pt x="1053084" y="312420"/>
                  </a:lnTo>
                  <a:lnTo>
                    <a:pt x="1126903" y="312420"/>
                  </a:lnTo>
                  <a:lnTo>
                    <a:pt x="1126903" y="0"/>
                  </a:lnTo>
                  <a:cubicBezTo>
                    <a:pt x="1126903" y="0"/>
                    <a:pt x="694468" y="2857"/>
                    <a:pt x="563404" y="2857"/>
                  </a:cubicBezTo>
                  <a:cubicBezTo>
                    <a:pt x="432340" y="2857"/>
                    <a:pt x="0" y="0"/>
                    <a:pt x="0" y="0"/>
                  </a:cubicBezTo>
                </a:path>
              </a:pathLst>
            </a:custGeom>
            <a:solidFill>
              <a:schemeClr val="bg1"/>
            </a:solidFill>
            <a:ln w="9525">
              <a:noFill/>
            </a:ln>
          </p:spPr>
          <p:style>
            <a:lnRef idx="0"/>
            <a:fillRef idx="0"/>
            <a:effectRef idx="0"/>
            <a:fontRef idx="minor"/>
          </p:style>
          <p:txBody>
            <a:bodyPr lIns="90000" tIns="45000" rIns="90000" bIns="45000" anchor="ctr">
              <a:noAutofit/>
            </a:bodyPr>
            <a:p>
              <a:endParaRPr lang="en-US" sz="1800" b="0" u="none" strike="noStrike">
                <a:solidFill>
                  <a:schemeClr val="dk1"/>
                </a:solidFill>
                <a:effectLst/>
                <a:uFillTx/>
                <a:latin typeface="Arial"/>
              </a:endParaRPr>
            </a:p>
          </p:txBody>
        </p:sp>
        <p:sp>
          <p:nvSpPr>
            <p:cNvPr id="130" name="Freeform 9"/>
            <p:cNvSpPr/>
            <p:nvPr/>
          </p:nvSpPr>
          <p:spPr>
            <a:xfrm>
              <a:off x="201960" y="6414120"/>
              <a:ext cx="297720" cy="300240"/>
            </a:xfrm>
            <a:custGeom>
              <a:avLst/>
              <a:gdLst>
                <a:gd name="textAreaLeft" fmla="*/ 0 w 297720"/>
                <a:gd name="textAreaRight" fmla="*/ 299160 w 297720"/>
                <a:gd name="textAreaTop" fmla="*/ 0 h 300240"/>
                <a:gd name="textAreaBottom" fmla="*/ 301680 h 300240"/>
                <a:gd name="GluePoint1X" fmla="*/ 372618 w 1195101"/>
                <a:gd name="GluePoint1Y" fmla="*/ 571786 h 1204626"/>
                <a:gd name="GluePoint2X" fmla="*/ 372523 w 1195101"/>
                <a:gd name="GluePoint2Y" fmla="*/ 134303 h 1204626"/>
                <a:gd name="GluePoint3X" fmla="*/ 386239 w 1195101"/>
                <a:gd name="GluePoint3Y" fmla="*/ 86487 h 1204626"/>
                <a:gd name="GluePoint4X" fmla="*/ 498348 w 1195101"/>
                <a:gd name="GluePoint4Y" fmla="*/ 85630 h 1204626"/>
                <a:gd name="GluePoint5X" fmla="*/ 738473 w 1195101"/>
                <a:gd name="GluePoint5Y" fmla="*/ 330518 h 1204626"/>
                <a:gd name="GluePoint6X" fmla="*/ 640747 w 1195101"/>
                <a:gd name="GluePoint6Y" fmla="*/ 541687 h 1204626"/>
                <a:gd name="GluePoint7X" fmla="*/ 372618 w 1195101"/>
                <a:gd name="GluePoint7Y" fmla="*/ 571786 h 1204626"/>
                <a:gd name="GluePoint8X" fmla="*/ 1186529 w 1195101"/>
                <a:gd name="GluePoint8Y" fmla="*/ 1129760 h 1204626"/>
                <a:gd name="GluePoint9X" fmla="*/ 1017461 w 1195101"/>
                <a:gd name="GluePoint9Y" fmla="*/ 1040702 h 1204626"/>
                <a:gd name="GluePoint10X" fmla="*/ 661797 w 1195101"/>
                <a:gd name="GluePoint10Y" fmla="*/ 632460 h 1204626"/>
                <a:gd name="GluePoint11X" fmla="*/ 964597 w 1195101"/>
                <a:gd name="GluePoint11Y" fmla="*/ 305371 h 1204626"/>
                <a:gd name="GluePoint12X" fmla="*/ 831056 w 1195101"/>
                <a:gd name="GluePoint12Y" fmla="*/ 55816 h 1204626"/>
                <a:gd name="GluePoint13X" fmla="*/ 544639 w 1195101"/>
                <a:gd name="GluePoint13Y" fmla="*/ 190 h 1204626"/>
                <a:gd name="GluePoint14X" fmla="*/ 317468 w 1195101"/>
                <a:gd name="GluePoint14Y" fmla="*/ 4191 h 1204626"/>
                <a:gd name="GluePoint15X" fmla="*/ 191 w 1195101"/>
                <a:gd name="GluePoint15Y" fmla="*/ 0 h 1204626"/>
                <a:gd name="GluePoint16X" fmla="*/ 191 w 1195101"/>
                <a:gd name="GluePoint16Y" fmla="*/ 74866 h 1204626"/>
                <a:gd name="GluePoint17X" fmla="*/ 15050 w 1195101"/>
                <a:gd name="GluePoint17Y" fmla="*/ 74866 h 1204626"/>
                <a:gd name="GluePoint18X" fmla="*/ 152781 w 1195101"/>
                <a:gd name="GluePoint18Y" fmla="*/ 128683 h 1204626"/>
                <a:gd name="GluePoint19X" fmla="*/ 168307 w 1195101"/>
                <a:gd name="GluePoint19Y" fmla="*/ 350139 h 1204626"/>
                <a:gd name="GluePoint20X" fmla="*/ 168307 w 1195101"/>
                <a:gd name="GluePoint20Y" fmla="*/ 841248 h 1204626"/>
                <a:gd name="GluePoint21X" fmla="*/ 161068 w 1195101"/>
                <a:gd name="GluePoint21Y" fmla="*/ 1034129 h 1204626"/>
                <a:gd name="GluePoint22X" fmla="*/ 152686 w 1195101"/>
                <a:gd name="GluePoint22Y" fmla="*/ 1075944 h 1204626"/>
                <a:gd name="GluePoint23X" fmla="*/ 10382 w 1195101"/>
                <a:gd name="GluePoint23Y" fmla="*/ 1129665 h 1204626"/>
                <a:gd name="GluePoint24X" fmla="*/ 0 w 1195101"/>
                <a:gd name="GluePoint24Y" fmla="*/ 1129665 h 1204626"/>
                <a:gd name="GluePoint25X" fmla="*/ 0 w 1195101"/>
                <a:gd name="GluePoint25Y" fmla="*/ 1204532 h 1204626"/>
                <a:gd name="GluePoint26X" fmla="*/ 278225 w 1195101"/>
                <a:gd name="GluePoint26Y" fmla="*/ 1197102 h 1204626"/>
                <a:gd name="GluePoint27X" fmla="*/ 540734 w 1195101"/>
                <a:gd name="GluePoint27Y" fmla="*/ 1204532 h 1204626"/>
                <a:gd name="GluePoint28X" fmla="*/ 540734 w 1195101"/>
                <a:gd name="GluePoint28Y" fmla="*/ 1129665 h 1204626"/>
                <a:gd name="GluePoint29X" fmla="*/ 525971 w 1195101"/>
                <a:gd name="GluePoint29Y" fmla="*/ 1129665 h 1204626"/>
                <a:gd name="GluePoint30X" fmla="*/ 388239 w 1195101"/>
                <a:gd name="GluePoint30Y" fmla="*/ 1075754 h 1204626"/>
                <a:gd name="GluePoint31X" fmla="*/ 379857 w 1195101"/>
                <a:gd name="GluePoint31Y" fmla="*/ 1034034 h 1204626"/>
                <a:gd name="GluePoint32X" fmla="*/ 372618 w 1195101"/>
                <a:gd name="GluePoint32Y" fmla="*/ 854297 h 1204626"/>
                <a:gd name="GluePoint33X" fmla="*/ 372618 w 1195101"/>
                <a:gd name="GluePoint33Y" fmla="*/ 653510 h 1204626"/>
                <a:gd name="GluePoint34X" fmla="*/ 479107 w 1195101"/>
                <a:gd name="GluePoint34Y" fmla="*/ 702469 h 1204626"/>
                <a:gd name="GluePoint35X" fmla="*/ 501110 w 1195101"/>
                <a:gd name="GluePoint35Y" fmla="*/ 728472 h 1204626"/>
                <a:gd name="GluePoint36X" fmla="*/ 797909 w 1195101"/>
                <a:gd name="GluePoint36Y" fmla="*/ 1096804 h 1204626"/>
                <a:gd name="GluePoint37X" fmla="*/ 885158 w 1195101"/>
                <a:gd name="GluePoint37Y" fmla="*/ 1204532 h 1204626"/>
                <a:gd name="GluePoint38X" fmla="*/ 1027366 w 1195101"/>
                <a:gd name="GluePoint38Y" fmla="*/ 1200436 h 1204626"/>
                <a:gd name="GluePoint39X" fmla="*/ 1195102 w 1195101"/>
                <a:gd name="GluePoint39Y" fmla="*/ 1204627 h 1204626"/>
                <a:gd name="GluePoint40X" fmla="*/ 1195102 w 1195101"/>
                <a:gd name="GluePoint40Y" fmla="*/ 1131094 h 1204626"/>
                <a:gd name="GluePoint41X" fmla="*/ 1186529 w 1195101"/>
                <a:gd name="GluePoint41Y" fmla="*/ 1129760 h 1204626"/>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 ang="0">
                  <a:pos x="GluePoint16X" y="GluePoint16Y"/>
                </a:cxn>
                <a:cxn ang="0">
                  <a:pos x="GluePoint17X" y="GluePoint17Y"/>
                </a:cxn>
                <a:cxn ang="0">
                  <a:pos x="GluePoint18X" y="GluePoint18Y"/>
                </a:cxn>
                <a:cxn ang="0">
                  <a:pos x="GluePoint19X" y="GluePoint19Y"/>
                </a:cxn>
                <a:cxn ang="0">
                  <a:pos x="GluePoint20X" y="GluePoint20Y"/>
                </a:cxn>
                <a:cxn ang="0">
                  <a:pos x="GluePoint21X" y="GluePoint21Y"/>
                </a:cxn>
                <a:cxn ang="0">
                  <a:pos x="GluePoint22X" y="GluePoint22Y"/>
                </a:cxn>
                <a:cxn ang="0">
                  <a:pos x="GluePoint23X" y="GluePoint23Y"/>
                </a:cxn>
                <a:cxn ang="0">
                  <a:pos x="GluePoint24X" y="GluePoint24Y"/>
                </a:cxn>
                <a:cxn ang="0">
                  <a:pos x="GluePoint25X" y="GluePoint25Y"/>
                </a:cxn>
                <a:cxn ang="0">
                  <a:pos x="GluePoint26X" y="GluePoint26Y"/>
                </a:cxn>
                <a:cxn ang="0">
                  <a:pos x="GluePoint27X" y="GluePoint27Y"/>
                </a:cxn>
                <a:cxn ang="0">
                  <a:pos x="GluePoint28X" y="GluePoint28Y"/>
                </a:cxn>
                <a:cxn ang="0">
                  <a:pos x="GluePoint29X" y="GluePoint29Y"/>
                </a:cxn>
                <a:cxn ang="0">
                  <a:pos x="GluePoint30X" y="GluePoint30Y"/>
                </a:cxn>
                <a:cxn ang="0">
                  <a:pos x="GluePoint31X" y="GluePoint31Y"/>
                </a:cxn>
                <a:cxn ang="0">
                  <a:pos x="GluePoint32X" y="GluePoint32Y"/>
                </a:cxn>
                <a:cxn ang="0">
                  <a:pos x="GluePoint33X" y="GluePoint33Y"/>
                </a:cxn>
                <a:cxn ang="0">
                  <a:pos x="GluePoint34X" y="GluePoint34Y"/>
                </a:cxn>
                <a:cxn ang="0">
                  <a:pos x="GluePoint35X" y="GluePoint35Y"/>
                </a:cxn>
                <a:cxn ang="0">
                  <a:pos x="GluePoint36X" y="GluePoint36Y"/>
                </a:cxn>
                <a:cxn ang="0">
                  <a:pos x="GluePoint37X" y="GluePoint37Y"/>
                </a:cxn>
                <a:cxn ang="0">
                  <a:pos x="GluePoint38X" y="GluePoint38Y"/>
                </a:cxn>
                <a:cxn ang="0">
                  <a:pos x="GluePoint39X" y="GluePoint39Y"/>
                </a:cxn>
                <a:cxn ang="0">
                  <a:pos x="GluePoint40X" y="GluePoint40Y"/>
                </a:cxn>
                <a:cxn ang="0">
                  <a:pos x="GluePoint41X" y="GluePoint41Y"/>
                </a:cxn>
              </a:cxnLst>
              <a:rect l="textAreaLeft" t="textAreaTop" r="textAreaRight" b="textAreaBottom"/>
              <a:pathLst>
                <a:path w="1195101" h="1204626">
                  <a:moveTo>
                    <a:pt x="372618" y="571786"/>
                  </a:moveTo>
                  <a:cubicBezTo>
                    <a:pt x="372618" y="571786"/>
                    <a:pt x="372618" y="136874"/>
                    <a:pt x="372523" y="134303"/>
                  </a:cubicBezTo>
                  <a:cubicBezTo>
                    <a:pt x="372237" y="116967"/>
                    <a:pt x="371761" y="93250"/>
                    <a:pt x="386239" y="86487"/>
                  </a:cubicBezTo>
                  <a:cubicBezTo>
                    <a:pt x="396240" y="82105"/>
                    <a:pt x="493014" y="85630"/>
                    <a:pt x="498348" y="85630"/>
                  </a:cubicBezTo>
                  <a:cubicBezTo>
                    <a:pt x="650938" y="85630"/>
                    <a:pt x="738473" y="174974"/>
                    <a:pt x="738473" y="330518"/>
                  </a:cubicBezTo>
                  <a:cubicBezTo>
                    <a:pt x="738473" y="443960"/>
                    <a:pt x="708374" y="509016"/>
                    <a:pt x="640747" y="541687"/>
                  </a:cubicBezTo>
                  <a:cubicBezTo>
                    <a:pt x="577691" y="571976"/>
                    <a:pt x="372618" y="571786"/>
                    <a:pt x="372618" y="571786"/>
                  </a:cubicBezTo>
                  <a:moveTo>
                    <a:pt x="1186529" y="1129760"/>
                  </a:moveTo>
                  <a:cubicBezTo>
                    <a:pt x="1100138" y="1116235"/>
                    <a:pt x="1074134" y="1106424"/>
                    <a:pt x="1017461" y="1040702"/>
                  </a:cubicBezTo>
                  <a:lnTo>
                    <a:pt x="661797" y="632460"/>
                  </a:lnTo>
                  <a:cubicBezTo>
                    <a:pt x="849059" y="608076"/>
                    <a:pt x="964597" y="484251"/>
                    <a:pt x="964597" y="305371"/>
                  </a:cubicBezTo>
                  <a:cubicBezTo>
                    <a:pt x="964597" y="188976"/>
                    <a:pt x="919544" y="105061"/>
                    <a:pt x="831056" y="55816"/>
                  </a:cubicBezTo>
                  <a:cubicBezTo>
                    <a:pt x="763619" y="18383"/>
                    <a:pt x="670084" y="190"/>
                    <a:pt x="544639" y="190"/>
                  </a:cubicBezTo>
                  <a:cubicBezTo>
                    <a:pt x="507206" y="1143"/>
                    <a:pt x="416909" y="4191"/>
                    <a:pt x="317468" y="4191"/>
                  </a:cubicBezTo>
                  <a:cubicBezTo>
                    <a:pt x="214313" y="4191"/>
                    <a:pt x="191" y="0"/>
                    <a:pt x="191" y="0"/>
                  </a:cubicBezTo>
                  <a:lnTo>
                    <a:pt x="191" y="74866"/>
                  </a:lnTo>
                  <a:lnTo>
                    <a:pt x="15050" y="74866"/>
                  </a:lnTo>
                  <a:cubicBezTo>
                    <a:pt x="71818" y="74486"/>
                    <a:pt x="135731" y="74771"/>
                    <a:pt x="152781" y="128683"/>
                  </a:cubicBezTo>
                  <a:cubicBezTo>
                    <a:pt x="168307" y="175355"/>
                    <a:pt x="168307" y="306896"/>
                    <a:pt x="168307" y="350139"/>
                  </a:cubicBezTo>
                  <a:lnTo>
                    <a:pt x="168307" y="841248"/>
                  </a:lnTo>
                  <a:cubicBezTo>
                    <a:pt x="168307" y="895445"/>
                    <a:pt x="168307" y="977837"/>
                    <a:pt x="161068" y="1034129"/>
                  </a:cubicBezTo>
                  <a:cubicBezTo>
                    <a:pt x="158972" y="1050798"/>
                    <a:pt x="156210" y="1065276"/>
                    <a:pt x="152686" y="1075944"/>
                  </a:cubicBezTo>
                  <a:cubicBezTo>
                    <a:pt x="135350" y="1129665"/>
                    <a:pt x="66104" y="1129665"/>
                    <a:pt x="10382" y="1129665"/>
                  </a:cubicBezTo>
                  <a:lnTo>
                    <a:pt x="0" y="1129665"/>
                  </a:lnTo>
                  <a:lnTo>
                    <a:pt x="0" y="1204532"/>
                  </a:lnTo>
                  <a:cubicBezTo>
                    <a:pt x="0" y="1204532"/>
                    <a:pt x="166783" y="1197102"/>
                    <a:pt x="278225" y="1197102"/>
                  </a:cubicBezTo>
                  <a:cubicBezTo>
                    <a:pt x="374047" y="1197102"/>
                    <a:pt x="540734" y="1204246"/>
                    <a:pt x="540734" y="1204532"/>
                  </a:cubicBezTo>
                  <a:lnTo>
                    <a:pt x="540734" y="1129665"/>
                  </a:lnTo>
                  <a:lnTo>
                    <a:pt x="525971" y="1129665"/>
                  </a:lnTo>
                  <a:cubicBezTo>
                    <a:pt x="470059" y="1129951"/>
                    <a:pt x="406813" y="1129760"/>
                    <a:pt x="388239" y="1075754"/>
                  </a:cubicBezTo>
                  <a:cubicBezTo>
                    <a:pt x="384620" y="1065086"/>
                    <a:pt x="381953" y="1050607"/>
                    <a:pt x="379857" y="1034034"/>
                  </a:cubicBezTo>
                  <a:cubicBezTo>
                    <a:pt x="372618" y="978122"/>
                    <a:pt x="372618" y="898017"/>
                    <a:pt x="372618" y="854297"/>
                  </a:cubicBezTo>
                  <a:lnTo>
                    <a:pt x="372618" y="653510"/>
                  </a:lnTo>
                  <a:cubicBezTo>
                    <a:pt x="439198" y="654082"/>
                    <a:pt x="444913" y="661035"/>
                    <a:pt x="479107" y="702469"/>
                  </a:cubicBezTo>
                  <a:cubicBezTo>
                    <a:pt x="485489" y="710089"/>
                    <a:pt x="492728" y="718756"/>
                    <a:pt x="501110" y="728472"/>
                  </a:cubicBezTo>
                  <a:lnTo>
                    <a:pt x="797909" y="1096804"/>
                  </a:lnTo>
                  <a:lnTo>
                    <a:pt x="885158" y="1204532"/>
                  </a:lnTo>
                  <a:cubicBezTo>
                    <a:pt x="885158" y="1204532"/>
                    <a:pt x="980885" y="1200436"/>
                    <a:pt x="1027366" y="1200436"/>
                  </a:cubicBezTo>
                  <a:cubicBezTo>
                    <a:pt x="1094994" y="1200436"/>
                    <a:pt x="1195102" y="1204627"/>
                    <a:pt x="1195102" y="1204627"/>
                  </a:cubicBezTo>
                  <a:lnTo>
                    <a:pt x="1195102" y="1131094"/>
                  </a:lnTo>
                  <a:lnTo>
                    <a:pt x="1186529" y="1129760"/>
                  </a:lnTo>
                  <a:close/>
                </a:path>
              </a:pathLst>
            </a:custGeom>
            <a:solidFill>
              <a:schemeClr val="bg1"/>
            </a:solidFill>
            <a:ln w="9525">
              <a:noFill/>
            </a:ln>
          </p:spPr>
          <p:style>
            <a:lnRef idx="0"/>
            <a:fillRef idx="0"/>
            <a:effectRef idx="0"/>
            <a:fontRef idx="minor"/>
          </p:style>
          <p:txBody>
            <a:bodyPr lIns="90000" tIns="45000" rIns="90000" bIns="45000" anchor="ctr">
              <a:noAutofit/>
            </a:bodyPr>
            <a:p>
              <a:endParaRPr lang="en-US" sz="1800" b="0" u="none" strike="noStrike">
                <a:solidFill>
                  <a:schemeClr val="dk1"/>
                </a:solidFill>
                <a:effectLst/>
                <a:uFillTx/>
                <a:latin typeface="Arial"/>
              </a:endParaRPr>
            </a:p>
          </p:txBody>
        </p:sp>
      </p:grpSp>
      <p:sp>
        <p:nvSpPr>
          <p:cNvPr id="131" name="PlaceHolder 2"/>
          <p:cNvSpPr>
            <a:spLocks noGrp="1"/>
          </p:cNvSpPr>
          <p:nvPr>
            <p:ph type="body"/>
          </p:nvPr>
        </p:nvSpPr>
        <p:spPr>
          <a:xfrm>
            <a:off x="4626360" y="1981800"/>
            <a:ext cx="7529760" cy="2041200"/>
          </a:xfrm>
          <a:prstGeom prst="rect">
            <a:avLst/>
          </a:prstGeom>
          <a:noFill/>
          <a:ln w="0">
            <a:noFill/>
          </a:ln>
        </p:spPr>
        <p:txBody>
          <a:bodyPr lIns="90000" tIns="45000" rIns="90000" bIns="45000" anchor="t">
            <a:noAutofit/>
          </a:bodyPr>
          <a:lstStyle>
            <a:lvl1pPr algn="l" defTabSz="914400">
              <a:lnSpc>
                <a:spcPct val="90000"/>
              </a:lnSpc>
              <a:spcBef>
                <a:spcPts val="1001"/>
              </a:spcBef>
              <a:buClr>
                <a:srgbClr val="F86901"/>
              </a:buClr>
              <a:buFont typeface="Wingdings" charset="2"/>
              <a:buChar char=""/>
              <a:tabLst>
                <a:tab pos="0" algn="l"/>
              </a:tabLst>
              <a:defRPr lang="en-US" sz="2200" b="0" u="none" strike="noStrike">
                <a:solidFill>
                  <a:schemeClr val="dk1"/>
                </a:solidFill>
                <a:effectLst/>
                <a:uFillTx/>
                <a:latin typeface="Arial"/>
              </a:defRPr>
            </a:lvl1pPr>
            <a:lvl2pPr lvl="1" algn="l" defTabSz="914400">
              <a:lnSpc>
                <a:spcPct val="90000"/>
              </a:lnSpc>
              <a:spcBef>
                <a:spcPts val="499"/>
              </a:spcBef>
              <a:buClr>
                <a:srgbClr val="F86901"/>
              </a:buClr>
              <a:buFont typeface="Wingdings" charset="2"/>
              <a:buChar char=""/>
              <a:tabLst>
                <a:tab pos="0" algn="l"/>
              </a:tabLst>
              <a:defRPr lang="en-US" sz="2000" b="0" u="none" strike="noStrike">
                <a:solidFill>
                  <a:schemeClr val="dk1"/>
                </a:solidFill>
                <a:effectLst/>
                <a:uFillTx/>
                <a:latin typeface="Arial"/>
              </a:defRPr>
            </a:lvl2pPr>
            <a:lvl3pPr lvl="2" algn="l" defTabSz="914400">
              <a:lnSpc>
                <a:spcPct val="90000"/>
              </a:lnSpc>
              <a:spcBef>
                <a:spcPts val="499"/>
              </a:spcBef>
              <a:buClr>
                <a:srgbClr val="F86901"/>
              </a:buClr>
              <a:buFont typeface="Wingdings" charset="2"/>
              <a:buChar char=""/>
              <a:tabLst>
                <a:tab pos="0" algn="l"/>
              </a:tabLst>
              <a:defRPr lang="en-US" sz="1800" b="0" u="none" strike="noStrike">
                <a:solidFill>
                  <a:schemeClr val="dk1"/>
                </a:solidFill>
                <a:effectLst/>
                <a:uFillTx/>
                <a:latin typeface="Arial"/>
              </a:defRPr>
            </a:lvl3pPr>
            <a:lvl4pPr lvl="3" algn="l" defTabSz="914400">
              <a:lnSpc>
                <a:spcPct val="90000"/>
              </a:lnSpc>
              <a:spcBef>
                <a:spcPts val="499"/>
              </a:spcBef>
              <a:buClr>
                <a:srgbClr val="F86901"/>
              </a:buClr>
              <a:buFont typeface="Wingdings" charset="2"/>
              <a:buChar char=""/>
              <a:tabLst>
                <a:tab pos="0" algn="l"/>
              </a:tabLst>
              <a:defRPr lang="en-US" sz="1600" b="0" u="none" strike="noStrike">
                <a:solidFill>
                  <a:schemeClr val="dk1"/>
                </a:solidFill>
                <a:effectLst/>
                <a:uFillTx/>
                <a:latin typeface="Arial"/>
              </a:defRPr>
            </a:lvl4pPr>
            <a:lvl5pPr lvl="4" algn="l" defTabSz="914400">
              <a:lnSpc>
                <a:spcPct val="90000"/>
              </a:lnSpc>
              <a:spcBef>
                <a:spcPts val="499"/>
              </a:spcBef>
              <a:buClr>
                <a:srgbClr val="F86901"/>
              </a:buClr>
              <a:buFont typeface="Wingdings" charset="2"/>
              <a:buChar char=""/>
              <a:tabLst>
                <a:tab pos="0" algn="l"/>
              </a:tabLst>
              <a:defRPr lang="en-US" sz="1400" b="0" u="none" strike="noStrike">
                <a:solidFill>
                  <a:schemeClr val="dk1"/>
                </a:solidFill>
                <a:effectLst/>
                <a:uFillTx/>
                <a:latin typeface="Arial"/>
              </a:defRPr>
            </a:lvl5pPr>
          </a:lstStyle>
          <a:p>
            <a:pPr marL="228600" indent="-228600" algn="l" defTabSz="914400">
              <a:lnSpc>
                <a:spcPct val="90000"/>
              </a:lnSpc>
              <a:spcBef>
                <a:spcPts val="1001"/>
              </a:spcBef>
              <a:buClr>
                <a:srgbClr val="F86901"/>
              </a:buClr>
              <a:buFont typeface="Wingdings" charset="2"/>
              <a:buChar char=""/>
              <a:tabLst>
                <a:tab pos="0" algn="l"/>
              </a:tabLst>
            </a:pPr>
            <a:r>
              <a:rPr lang="en-US" sz="2200" b="0" u="none" strike="noStrike">
                <a:solidFill>
                  <a:schemeClr val="dk1"/>
                </a:solidFill>
                <a:effectLst/>
                <a:uFillTx/>
                <a:latin typeface="Arial"/>
              </a:rPr>
              <a:t>Click to edit Master text styles</a:t>
            </a:r>
            <a:endParaRPr lang="en-US" sz="2200" b="1" u="none" strike="noStrike">
              <a:solidFill>
                <a:srgbClr val="F86901"/>
              </a:solidFill>
              <a:effectLst/>
              <a:uFillTx/>
              <a:latin typeface="Arial"/>
            </a:endParaRPr>
          </a:p>
          <a:p>
            <a:pPr marL="685800" lvl="1" indent="-228600" algn="l" defTabSz="914400">
              <a:lnSpc>
                <a:spcPct val="90000"/>
              </a:lnSpc>
              <a:spcBef>
                <a:spcPts val="499"/>
              </a:spcBef>
              <a:buClr>
                <a:srgbClr val="F86901"/>
              </a:buClr>
              <a:buFont typeface="Wingdings" charset="2"/>
              <a:buChar char=""/>
              <a:tabLst>
                <a:tab pos="0" algn="l"/>
              </a:tabLst>
            </a:pPr>
            <a:r>
              <a:rPr lang="en-US" sz="2000" b="0" u="none" strike="noStrike">
                <a:solidFill>
                  <a:schemeClr val="dk1"/>
                </a:solidFill>
                <a:effectLst/>
                <a:uFillTx/>
                <a:latin typeface="Arial"/>
              </a:rPr>
              <a:t>Second level</a:t>
            </a:r>
            <a:endParaRPr lang="en-US" sz="2000" b="0" u="none" strike="noStrike">
              <a:solidFill>
                <a:schemeClr val="dk1"/>
              </a:solidFill>
              <a:effectLst/>
              <a:uFillTx/>
              <a:latin typeface="Arial"/>
            </a:endParaRPr>
          </a:p>
          <a:p>
            <a:pPr marL="1143000" lvl="2" indent="-228600" algn="l" defTabSz="914400">
              <a:lnSpc>
                <a:spcPct val="90000"/>
              </a:lnSpc>
              <a:spcBef>
                <a:spcPts val="499"/>
              </a:spcBef>
              <a:buClr>
                <a:srgbClr val="F86901"/>
              </a:buClr>
              <a:buFont typeface="Wingdings" charset="2"/>
              <a:buChar char=""/>
              <a:tabLst>
                <a:tab pos="0" algn="l"/>
              </a:tabLst>
            </a:pPr>
            <a:r>
              <a:rPr lang="en-US" sz="1800" b="0" u="none" strike="noStrike">
                <a:solidFill>
                  <a:schemeClr val="dk1"/>
                </a:solidFill>
                <a:effectLst/>
                <a:uFillTx/>
                <a:latin typeface="Arial"/>
              </a:rPr>
              <a:t>Third level</a:t>
            </a:r>
            <a:endParaRPr lang="en-US" sz="1800" b="0" u="none" strike="noStrike">
              <a:solidFill>
                <a:schemeClr val="dk1"/>
              </a:solidFill>
              <a:effectLst/>
              <a:uFillTx/>
              <a:latin typeface="Arial"/>
            </a:endParaRPr>
          </a:p>
          <a:p>
            <a:pPr marL="1600200" lvl="3" indent="-228600" algn="l" defTabSz="914400">
              <a:lnSpc>
                <a:spcPct val="90000"/>
              </a:lnSpc>
              <a:spcBef>
                <a:spcPts val="499"/>
              </a:spcBef>
              <a:buClr>
                <a:srgbClr val="F86901"/>
              </a:buClr>
              <a:buFont typeface="Wingdings" charset="2"/>
              <a:buChar char=""/>
              <a:tabLst>
                <a:tab pos="0" algn="l"/>
              </a:tabLst>
            </a:pPr>
            <a:r>
              <a:rPr lang="en-US" sz="1600" b="0" u="none" strike="noStrike">
                <a:solidFill>
                  <a:schemeClr val="dk1"/>
                </a:solidFill>
                <a:effectLst/>
                <a:uFillTx/>
                <a:latin typeface="Arial"/>
              </a:rPr>
              <a:t>Fourth level</a:t>
            </a:r>
            <a:endParaRPr lang="en-US" sz="1600" b="0" u="none" strike="noStrike">
              <a:solidFill>
                <a:schemeClr val="dk1"/>
              </a:solidFill>
              <a:effectLst/>
              <a:uFillTx/>
              <a:latin typeface="Arial"/>
            </a:endParaRPr>
          </a:p>
          <a:p>
            <a:pPr marL="2057400" lvl="4" indent="-228600" algn="l" defTabSz="914400">
              <a:lnSpc>
                <a:spcPct val="90000"/>
              </a:lnSpc>
              <a:spcBef>
                <a:spcPts val="499"/>
              </a:spcBef>
              <a:buClr>
                <a:srgbClr val="F86901"/>
              </a:buClr>
              <a:buFont typeface="Wingdings" charset="2"/>
              <a:buChar char=""/>
              <a:tabLst>
                <a:tab pos="0" algn="l"/>
              </a:tabLst>
            </a:pPr>
            <a:r>
              <a:rPr lang="en-US" sz="1400" b="0" u="none" strike="noStrike">
                <a:solidFill>
                  <a:schemeClr val="dk1"/>
                </a:solidFill>
                <a:effectLst/>
                <a:uFillTx/>
                <a:latin typeface="Arial"/>
              </a:rPr>
              <a:t>Fifth level</a:t>
            </a:r>
            <a:endParaRPr lang="en-US" sz="1400" b="0" u="none" strike="noStrike">
              <a:solidFill>
                <a:schemeClr val="dk1"/>
              </a:solidFill>
              <a:effectLst/>
              <a:uFillTx/>
              <a:latin typeface="Arial"/>
            </a:endParaRPr>
          </a:p>
        </p:txBody>
      </p:sp>
      <p:sp>
        <p:nvSpPr>
          <p:cNvPr id="132" name="PlaceHolder 3"/>
          <p:cNvSpPr>
            <a:spLocks noGrp="1"/>
          </p:cNvSpPr>
          <p:nvPr>
            <p:ph type="title" hasCustomPrompt="1"/>
          </p:nvPr>
        </p:nvSpPr>
        <p:spPr>
          <a:xfrm>
            <a:off x="4588200" y="786960"/>
            <a:ext cx="7482600" cy="564480"/>
          </a:xfrm>
          <a:prstGeom prst="rect">
            <a:avLst/>
          </a:prstGeom>
          <a:noFill/>
          <a:ln w="0">
            <a:noFill/>
          </a:ln>
        </p:spPr>
        <p:txBody>
          <a:bodyPr lIns="91440" tIns="45720" rIns="91440" bIns="45720" anchor="ctr">
            <a:normAutofit fontScale="85000" lnSpcReduction="9999"/>
          </a:bodyPr>
          <a:lstStyle>
            <a:lvl1pPr indent="0" algn="l" defTabSz="914400">
              <a:lnSpc>
                <a:spcPct val="90000"/>
              </a:lnSpc>
              <a:buNone/>
              <a:tabLst>
                <a:tab pos="0" algn="l"/>
              </a:tabLst>
              <a:defRPr lang="en-US" sz="4400" b="1" u="none" strike="noStrike">
                <a:solidFill>
                  <a:schemeClr val="dk1"/>
                </a:solidFill>
                <a:effectLst/>
                <a:uFillTx/>
                <a:latin typeface="Arial"/>
              </a:defRPr>
            </a:lvl1pPr>
          </a:lstStyle>
          <a:p>
            <a:pPr indent="0" algn="l" defTabSz="914400">
              <a:lnSpc>
                <a:spcPct val="90000"/>
              </a:lnSpc>
              <a:buNone/>
              <a:tabLst>
                <a:tab pos="0" algn="l"/>
              </a:tabLst>
            </a:pPr>
            <a:r>
              <a:rPr lang="en-US" sz="4400" b="1" u="none" strike="noStrike">
                <a:solidFill>
                  <a:schemeClr val="dk1"/>
                </a:solidFill>
                <a:effectLst/>
                <a:uFillTx/>
                <a:latin typeface="Arial"/>
              </a:rPr>
              <a:t>Click for Main Header</a:t>
            </a:r>
            <a:endParaRPr lang="en-US" sz="4400" b="1" u="none" strike="noStrike">
              <a:solidFill>
                <a:schemeClr val="dk1"/>
              </a:solidFill>
              <a:effectLst/>
              <a:uFillTx/>
              <a:latin typeface="Arial"/>
            </a:endParaRPr>
          </a:p>
        </p:txBody>
      </p:sp>
      <p:sp>
        <p:nvSpPr>
          <p:cNvPr id="133" name="PlaceHolder 4"/>
          <p:cNvSpPr>
            <a:spLocks noGrp="1"/>
          </p:cNvSpPr>
          <p:nvPr>
            <p:ph type="body" hasCustomPrompt="1"/>
          </p:nvPr>
        </p:nvSpPr>
        <p:spPr>
          <a:xfrm>
            <a:off x="4626360" y="1408320"/>
            <a:ext cx="7444080" cy="498600"/>
          </a:xfrm>
          <a:prstGeom prst="rect">
            <a:avLst/>
          </a:prstGeom>
          <a:noFill/>
          <a:ln w="0">
            <a:noFill/>
          </a:ln>
        </p:spPr>
        <p:txBody>
          <a:bodyPr lIns="90000" tIns="45000" rIns="90000" bIns="45000" anchor="t">
            <a:noAutofit/>
          </a:bodyPr>
          <a:lstStyle>
            <a:lvl1pPr indent="0" algn="l" defTabSz="914400">
              <a:lnSpc>
                <a:spcPct val="90000"/>
              </a:lnSpc>
              <a:spcBef>
                <a:spcPts val="1001"/>
              </a:spcBef>
              <a:buNone/>
              <a:tabLst>
                <a:tab pos="0" algn="l"/>
              </a:tabLst>
              <a:defRPr lang="en-US" sz="3200" b="1" u="none" strike="noStrike">
                <a:solidFill>
                  <a:srgbClr val="F86901"/>
                </a:solidFill>
                <a:effectLst/>
                <a:uFillTx/>
                <a:latin typeface="Arial"/>
              </a:defRPr>
            </a:lvl1pPr>
          </a:lstStyle>
          <a:p>
            <a:pPr indent="0" algn="l" defTabSz="914400">
              <a:lnSpc>
                <a:spcPct val="90000"/>
              </a:lnSpc>
              <a:spcBef>
                <a:spcPts val="1001"/>
              </a:spcBef>
              <a:buNone/>
              <a:tabLst>
                <a:tab pos="0" algn="l"/>
              </a:tabLst>
            </a:pPr>
            <a:r>
              <a:rPr lang="en-US" sz="3200" b="1" u="none" strike="noStrike">
                <a:solidFill>
                  <a:srgbClr val="F86901"/>
                </a:solidFill>
                <a:effectLst/>
                <a:uFillTx/>
                <a:latin typeface="Arial"/>
              </a:rPr>
              <a:t>Click to add subhead</a:t>
            </a:r>
            <a:endParaRPr lang="en-US" sz="3200" b="1" u="none" strike="noStrike">
              <a:solidFill>
                <a:srgbClr val="F86901"/>
              </a:solidFill>
              <a:effectLst/>
              <a:uFillTx/>
              <a:latin typeface="Arial"/>
            </a:endParaRPr>
          </a:p>
        </p:txBody>
      </p:sp>
    </p:spTree>
  </p:cSld>
</p:sldLayout>
</file>

<file path=ppt/slideLayouts/slideLayout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2_Quote 3">
    <p:bg>
      <p:bgPr>
        <a:solidFill>
          <a:srgbClr val="FFFFFF"/>
        </a:solidFill>
      </p:bgPr>
    </p:bg>
    <p:spTree>
      <p:nvGrpSpPr>
        <p:cNvPr id="1" name=""/>
        <p:cNvGrpSpPr/>
        <p:nvPr/>
      </p:nvGrpSpPr>
      <p:grpSpPr>
        <a:xfrm>
          <a:off x="0" y="0"/>
          <a:ext cx="0" cy="0"/>
          <a:chOff x="0" y="0"/>
          <a:chExt cx="0" cy="0"/>
        </a:xfrm>
      </p:grpSpPr>
      <p:sp>
        <p:nvSpPr>
          <p:cNvPr id="134" name="Rectangle 5"/>
          <p:cNvSpPr/>
          <p:nvPr/>
        </p:nvSpPr>
        <p:spPr>
          <a:xfrm>
            <a:off x="0" y="0"/>
            <a:ext cx="12190680" cy="666000"/>
          </a:xfrm>
          <a:prstGeom prst="rect">
            <a:avLst/>
          </a:prstGeom>
          <a:solidFill>
            <a:srgbClr val="F86901"/>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p>
            <a:endParaRPr lang="en-US" sz="1800" b="0" u="none" strike="noStrike">
              <a:solidFill>
                <a:schemeClr val="lt1"/>
              </a:solidFill>
              <a:effectLst/>
              <a:uFillTx/>
              <a:latin typeface="Arial"/>
            </a:endParaRPr>
          </a:p>
        </p:txBody>
      </p:sp>
      <p:sp>
        <p:nvSpPr>
          <p:cNvPr id="135" name="TextBox 10"/>
          <p:cNvSpPr/>
          <p:nvPr/>
        </p:nvSpPr>
        <p:spPr>
          <a:xfrm>
            <a:off x="11689200" y="269640"/>
            <a:ext cx="476280" cy="238680"/>
          </a:xfrm>
          <a:prstGeom prst="rect">
            <a:avLst/>
          </a:prstGeom>
          <a:noFill/>
          <a:ln w="0">
            <a:noFill/>
          </a:ln>
        </p:spPr>
        <p:style>
          <a:lnRef idx="0"/>
          <a:fillRef idx="0"/>
          <a:effectRef idx="0"/>
          <a:fontRef idx="minor"/>
        </p:style>
        <p:txBody>
          <a:bodyPr lIns="90000" tIns="45000" rIns="90000" bIns="45000" anchor="t">
            <a:spAutoFit/>
          </a:bodyPr>
          <a:p>
            <a:pPr defTabSz="914400">
              <a:lnSpc>
                <a:spcPct val="80000"/>
              </a:lnSpc>
            </a:pPr>
            <a:r>
              <a:rPr lang="en-US" sz="1200" b="0" u="none" strike="noStrike">
                <a:solidFill>
                  <a:srgbClr val="E56B2A"/>
                </a:solidFill>
                <a:effectLst/>
                <a:uFillTx/>
                <a:latin typeface="Georgia"/>
              </a:rPr>
              <a:t> </a:t>
            </a:r>
            <a:fld id="{F49693CB-448B-4B32-9128-4BA4819A050C}" type="slidenum">
              <a:rPr lang="en-US" sz="1130" b="0" u="none" strike="noStrike">
                <a:solidFill>
                  <a:schemeClr val="lt1"/>
                </a:solidFill>
                <a:effectLst/>
                <a:uFillTx/>
                <a:latin typeface="Arial"/>
              </a:rPr>
              <a:t>&lt;number&gt;</a:t>
            </a:fld>
            <a:endParaRPr lang="en-US" sz="1130" b="0" u="none" strike="noStrike">
              <a:solidFill>
                <a:srgbClr val="000000"/>
              </a:solidFill>
              <a:effectLst/>
              <a:uFillTx/>
              <a:latin typeface="Arial"/>
            </a:endParaRPr>
          </a:p>
        </p:txBody>
      </p:sp>
      <p:pic>
        <p:nvPicPr>
          <p:cNvPr id="136" name="Graphic 11"/>
          <p:cNvPicPr/>
          <p:nvPr/>
        </p:nvPicPr>
        <p:blipFill>
          <a:blip r:embed="rId2">
            <a:extLst>
              <a:ext uri="{96DAC541-7B7A-43D3-8B79-37D633B846F1}">
                <asvg:svgBlip xmlns:asvg="http://schemas.microsoft.com/office/drawing/2016/SVG/main" r:embed="rId3"/>
              </a:ext>
            </a:extLst>
          </a:blip>
          <a:stretch/>
        </p:blipFill>
        <p:spPr>
          <a:xfrm>
            <a:off x="9069840" y="240840"/>
            <a:ext cx="2699280" cy="238680"/>
          </a:xfrm>
          <a:prstGeom prst="rect">
            <a:avLst/>
          </a:prstGeom>
          <a:noFill/>
          <a:ln w="0">
            <a:noFill/>
          </a:ln>
        </p:spPr>
      </p:pic>
      <p:grpSp>
        <p:nvGrpSpPr>
          <p:cNvPr id="137" name="Graphic 22"/>
          <p:cNvGrpSpPr/>
          <p:nvPr/>
        </p:nvGrpSpPr>
        <p:grpSpPr>
          <a:xfrm>
            <a:off x="201960" y="195840"/>
            <a:ext cx="797760" cy="300600"/>
            <a:chOff x="201960" y="195840"/>
            <a:chExt cx="797760" cy="300600"/>
          </a:xfrm>
        </p:grpSpPr>
        <p:sp>
          <p:nvSpPr>
            <p:cNvPr id="138" name="Freeform 2"/>
            <p:cNvSpPr/>
            <p:nvPr/>
          </p:nvSpPr>
          <p:spPr>
            <a:xfrm>
              <a:off x="540720" y="195840"/>
              <a:ext cx="135720" cy="300240"/>
            </a:xfrm>
            <a:custGeom>
              <a:avLst/>
              <a:gdLst>
                <a:gd name="textAreaLeft" fmla="*/ 0 w 135720"/>
                <a:gd name="textAreaRight" fmla="*/ 137160 w 135720"/>
                <a:gd name="textAreaTop" fmla="*/ 0 h 300240"/>
                <a:gd name="textAreaBottom" fmla="*/ 301680 h 300240"/>
                <a:gd name="GluePoint1X" fmla="*/ 393478 w 547877"/>
                <a:gd name="GluePoint1Y" fmla="*/ 129064 h 1204531"/>
                <a:gd name="GluePoint2X" fmla="*/ 537686 w 547877"/>
                <a:gd name="GluePoint2Y" fmla="*/ 74771 h 1204531"/>
                <a:gd name="GluePoint3X" fmla="*/ 547878 w 547877"/>
                <a:gd name="GluePoint3Y" fmla="*/ 74771 h 1204531"/>
                <a:gd name="GluePoint4X" fmla="*/ 547878 w 547877"/>
                <a:gd name="GluePoint4Y" fmla="*/ 0 h 1204531"/>
                <a:gd name="GluePoint5X" fmla="*/ 267938 w 547877"/>
                <a:gd name="GluePoint5Y" fmla="*/ 4667 h 1204531"/>
                <a:gd name="GluePoint6X" fmla="*/ 0 w 547877"/>
                <a:gd name="GluePoint6Y" fmla="*/ 0 h 1204531"/>
                <a:gd name="GluePoint7X" fmla="*/ 0 w 547877"/>
                <a:gd name="GluePoint7Y" fmla="*/ 74771 h 1204531"/>
                <a:gd name="GluePoint8X" fmla="*/ 10192 w 547877"/>
                <a:gd name="GluePoint8Y" fmla="*/ 74771 h 1204531"/>
                <a:gd name="GluePoint9X" fmla="*/ 154400 w 547877"/>
                <a:gd name="GluePoint9Y" fmla="*/ 128968 h 1204531"/>
                <a:gd name="GluePoint10X" fmla="*/ 171640 w 547877"/>
                <a:gd name="GluePoint10Y" fmla="*/ 363188 h 1204531"/>
                <a:gd name="GluePoint11X" fmla="*/ 171640 w 547877"/>
                <a:gd name="GluePoint11Y" fmla="*/ 841153 h 1204531"/>
                <a:gd name="GluePoint12X" fmla="*/ 154496 w 547877"/>
                <a:gd name="GluePoint12Y" fmla="*/ 1075373 h 1204531"/>
                <a:gd name="GluePoint13X" fmla="*/ 10192 w 547877"/>
                <a:gd name="GluePoint13Y" fmla="*/ 1129569 h 1204531"/>
                <a:gd name="GluePoint14X" fmla="*/ 0 w 547877"/>
                <a:gd name="GluePoint14Y" fmla="*/ 1129569 h 1204531"/>
                <a:gd name="GluePoint15X" fmla="*/ 0 w 547877"/>
                <a:gd name="GluePoint15Y" fmla="*/ 1204531 h 1204531"/>
                <a:gd name="GluePoint16X" fmla="*/ 268224 w 547877"/>
                <a:gd name="GluePoint16Y" fmla="*/ 1197102 h 1204531"/>
                <a:gd name="GluePoint17X" fmla="*/ 547878 w 547877"/>
                <a:gd name="GluePoint17Y" fmla="*/ 1204531 h 1204531"/>
                <a:gd name="GluePoint18X" fmla="*/ 547878 w 547877"/>
                <a:gd name="GluePoint18Y" fmla="*/ 1129569 h 1204531"/>
                <a:gd name="GluePoint19X" fmla="*/ 537686 w 547877"/>
                <a:gd name="GluePoint19Y" fmla="*/ 1129569 h 1204531"/>
                <a:gd name="GluePoint20X" fmla="*/ 393478 w 547877"/>
                <a:gd name="GluePoint20Y" fmla="*/ 1075468 h 1204531"/>
                <a:gd name="GluePoint21X" fmla="*/ 376333 w 547877"/>
                <a:gd name="GluePoint21Y" fmla="*/ 841153 h 1204531"/>
                <a:gd name="GluePoint22X" fmla="*/ 376333 w 547877"/>
                <a:gd name="GluePoint22Y" fmla="*/ 363188 h 1204531"/>
                <a:gd name="GluePoint23X" fmla="*/ 393478 w 547877"/>
                <a:gd name="GluePoint23Y" fmla="*/ 129064 h 1204531"/>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 ang="0">
                  <a:pos x="GluePoint16X" y="GluePoint16Y"/>
                </a:cxn>
                <a:cxn ang="0">
                  <a:pos x="GluePoint17X" y="GluePoint17Y"/>
                </a:cxn>
                <a:cxn ang="0">
                  <a:pos x="GluePoint18X" y="GluePoint18Y"/>
                </a:cxn>
                <a:cxn ang="0">
                  <a:pos x="GluePoint19X" y="GluePoint19Y"/>
                </a:cxn>
                <a:cxn ang="0">
                  <a:pos x="GluePoint20X" y="GluePoint20Y"/>
                </a:cxn>
                <a:cxn ang="0">
                  <a:pos x="GluePoint21X" y="GluePoint21Y"/>
                </a:cxn>
                <a:cxn ang="0">
                  <a:pos x="GluePoint22X" y="GluePoint22Y"/>
                </a:cxn>
                <a:cxn ang="0">
                  <a:pos x="GluePoint23X" y="GluePoint23Y"/>
                </a:cxn>
              </a:cxnLst>
              <a:rect l="textAreaLeft" t="textAreaTop" r="textAreaRight" b="textAreaBottom"/>
              <a:pathLst>
                <a:path w="547877" h="1204531">
                  <a:moveTo>
                    <a:pt x="393478" y="129064"/>
                  </a:moveTo>
                  <a:cubicBezTo>
                    <a:pt x="414242" y="74771"/>
                    <a:pt x="482727" y="74771"/>
                    <a:pt x="537686" y="74771"/>
                  </a:cubicBezTo>
                  <a:lnTo>
                    <a:pt x="547878" y="74771"/>
                  </a:lnTo>
                  <a:lnTo>
                    <a:pt x="547878" y="0"/>
                  </a:lnTo>
                  <a:cubicBezTo>
                    <a:pt x="547878" y="0"/>
                    <a:pt x="333565" y="4667"/>
                    <a:pt x="267938" y="4667"/>
                  </a:cubicBezTo>
                  <a:cubicBezTo>
                    <a:pt x="200406" y="4667"/>
                    <a:pt x="0" y="0"/>
                    <a:pt x="0" y="0"/>
                  </a:cubicBezTo>
                  <a:lnTo>
                    <a:pt x="0" y="74771"/>
                  </a:lnTo>
                  <a:lnTo>
                    <a:pt x="10192" y="74771"/>
                  </a:lnTo>
                  <a:cubicBezTo>
                    <a:pt x="65246" y="74771"/>
                    <a:pt x="133731" y="74771"/>
                    <a:pt x="154400" y="128968"/>
                  </a:cubicBezTo>
                  <a:cubicBezTo>
                    <a:pt x="171640" y="175450"/>
                    <a:pt x="171640" y="307086"/>
                    <a:pt x="171640" y="363188"/>
                  </a:cubicBezTo>
                  <a:lnTo>
                    <a:pt x="171640" y="841153"/>
                  </a:lnTo>
                  <a:cubicBezTo>
                    <a:pt x="171640" y="897350"/>
                    <a:pt x="171640" y="1028890"/>
                    <a:pt x="154496" y="1075373"/>
                  </a:cubicBezTo>
                  <a:cubicBezTo>
                    <a:pt x="133731" y="1129569"/>
                    <a:pt x="65246" y="1129569"/>
                    <a:pt x="10192" y="1129569"/>
                  </a:cubicBezTo>
                  <a:lnTo>
                    <a:pt x="0" y="1129569"/>
                  </a:lnTo>
                  <a:lnTo>
                    <a:pt x="0" y="1204531"/>
                  </a:lnTo>
                  <a:cubicBezTo>
                    <a:pt x="0" y="1204341"/>
                    <a:pt x="173260" y="1197102"/>
                    <a:pt x="268224" y="1197102"/>
                  </a:cubicBezTo>
                  <a:cubicBezTo>
                    <a:pt x="377476" y="1197102"/>
                    <a:pt x="547878" y="1204531"/>
                    <a:pt x="547878" y="1204531"/>
                  </a:cubicBezTo>
                  <a:lnTo>
                    <a:pt x="547878" y="1129569"/>
                  </a:lnTo>
                  <a:lnTo>
                    <a:pt x="537686" y="1129569"/>
                  </a:lnTo>
                  <a:cubicBezTo>
                    <a:pt x="482727" y="1129569"/>
                    <a:pt x="414242" y="1129569"/>
                    <a:pt x="393478" y="1075468"/>
                  </a:cubicBezTo>
                  <a:cubicBezTo>
                    <a:pt x="376333" y="1028890"/>
                    <a:pt x="376333" y="897350"/>
                    <a:pt x="376333" y="841153"/>
                  </a:cubicBezTo>
                  <a:lnTo>
                    <a:pt x="376333" y="363188"/>
                  </a:lnTo>
                  <a:cubicBezTo>
                    <a:pt x="376333" y="307086"/>
                    <a:pt x="376333" y="175450"/>
                    <a:pt x="393478" y="129064"/>
                  </a:cubicBezTo>
                </a:path>
              </a:pathLst>
            </a:custGeom>
            <a:solidFill>
              <a:schemeClr val="bg1"/>
            </a:solidFill>
            <a:ln w="9525">
              <a:noFill/>
            </a:ln>
          </p:spPr>
          <p:style>
            <a:lnRef idx="0"/>
            <a:fillRef idx="0"/>
            <a:effectRef idx="0"/>
            <a:fontRef idx="minor"/>
          </p:style>
          <p:txBody>
            <a:bodyPr lIns="68040" tIns="45000" rIns="68040" bIns="45000" anchor="ctr">
              <a:noAutofit/>
            </a:bodyPr>
            <a:p>
              <a:endParaRPr lang="en-US" sz="1800" b="0" u="none" strike="noStrike">
                <a:solidFill>
                  <a:schemeClr val="dk1"/>
                </a:solidFill>
                <a:effectLst/>
                <a:uFillTx/>
                <a:latin typeface="Arial"/>
              </a:endParaRPr>
            </a:p>
          </p:txBody>
        </p:sp>
        <p:sp>
          <p:nvSpPr>
            <p:cNvPr id="139" name="Freeform 3"/>
            <p:cNvSpPr/>
            <p:nvPr/>
          </p:nvSpPr>
          <p:spPr>
            <a:xfrm>
              <a:off x="718920" y="196200"/>
              <a:ext cx="280800" cy="300240"/>
            </a:xfrm>
            <a:custGeom>
              <a:avLst/>
              <a:gdLst>
                <a:gd name="textAreaLeft" fmla="*/ 0 w 280800"/>
                <a:gd name="textAreaRight" fmla="*/ 282240 w 280800"/>
                <a:gd name="textAreaTop" fmla="*/ 0 h 300240"/>
                <a:gd name="textAreaBottom" fmla="*/ 301680 h 300240"/>
                <a:gd name="GluePoint1X" fmla="*/ 0 w 1126902"/>
                <a:gd name="GluePoint1Y" fmla="*/ 0 h 1204245"/>
                <a:gd name="GluePoint2X" fmla="*/ 0 w 1126902"/>
                <a:gd name="GluePoint2Y" fmla="*/ 312420 h 1204245"/>
                <a:gd name="GluePoint3X" fmla="*/ 74295 w 1126902"/>
                <a:gd name="GluePoint3Y" fmla="*/ 312420 h 1204245"/>
                <a:gd name="GluePoint4X" fmla="*/ 74581 w 1126902"/>
                <a:gd name="GluePoint4Y" fmla="*/ 302609 h 1204245"/>
                <a:gd name="GluePoint5X" fmla="*/ 334328 w 1126902"/>
                <a:gd name="GluePoint5Y" fmla="*/ 90773 h 1204245"/>
                <a:gd name="GluePoint6X" fmla="*/ 352330 w 1126902"/>
                <a:gd name="GluePoint6Y" fmla="*/ 90678 h 1204245"/>
                <a:gd name="GluePoint7X" fmla="*/ 453200 w 1126902"/>
                <a:gd name="GluePoint7Y" fmla="*/ 106204 h 1204245"/>
                <a:gd name="GluePoint8X" fmla="*/ 461201 w 1126902"/>
                <a:gd name="GluePoint8Y" fmla="*/ 128873 h 1204245"/>
                <a:gd name="GluePoint9X" fmla="*/ 461201 w 1126902"/>
                <a:gd name="GluePoint9Y" fmla="*/ 950119 h 1204245"/>
                <a:gd name="GluePoint10X" fmla="*/ 272510 w 1126902"/>
                <a:gd name="GluePoint10Y" fmla="*/ 1129475 h 1204245"/>
                <a:gd name="GluePoint11X" fmla="*/ 262700 w 1126902"/>
                <a:gd name="GluePoint11Y" fmla="*/ 1129856 h 1204245"/>
                <a:gd name="GluePoint12X" fmla="*/ 262700 w 1126902"/>
                <a:gd name="GluePoint12Y" fmla="*/ 1204246 h 1204245"/>
                <a:gd name="GluePoint13X" fmla="*/ 578548 w 1126902"/>
                <a:gd name="GluePoint13Y" fmla="*/ 1196911 h 1204245"/>
                <a:gd name="GluePoint14X" fmla="*/ 864203 w 1126902"/>
                <a:gd name="GluePoint14Y" fmla="*/ 1204246 h 1204245"/>
                <a:gd name="GluePoint15X" fmla="*/ 864203 w 1126902"/>
                <a:gd name="GluePoint15Y" fmla="*/ 1129856 h 1204245"/>
                <a:gd name="GluePoint16X" fmla="*/ 854393 w 1126902"/>
                <a:gd name="GluePoint16Y" fmla="*/ 1129475 h 1204245"/>
                <a:gd name="GluePoint17X" fmla="*/ 665702 w 1126902"/>
                <a:gd name="GluePoint17Y" fmla="*/ 950119 h 1204245"/>
                <a:gd name="GluePoint18X" fmla="*/ 665702 w 1126902"/>
                <a:gd name="GluePoint18Y" fmla="*/ 128873 h 1204245"/>
                <a:gd name="GluePoint19X" fmla="*/ 673608 w 1126902"/>
                <a:gd name="GluePoint19Y" fmla="*/ 108490 h 1204245"/>
                <a:gd name="GluePoint20X" fmla="*/ 791718 w 1126902"/>
                <a:gd name="GluePoint20Y" fmla="*/ 90488 h 1204245"/>
                <a:gd name="GluePoint21X" fmla="*/ 815912 w 1126902"/>
                <a:gd name="GluePoint21Y" fmla="*/ 90773 h 1204245"/>
                <a:gd name="GluePoint22X" fmla="*/ 1052513 w 1126902"/>
                <a:gd name="GluePoint22Y" fmla="*/ 302895 h 1204245"/>
                <a:gd name="GluePoint23X" fmla="*/ 1053084 w 1126902"/>
                <a:gd name="GluePoint23Y" fmla="*/ 312420 h 1204245"/>
                <a:gd name="GluePoint24X" fmla="*/ 1126903 w 1126902"/>
                <a:gd name="GluePoint24Y" fmla="*/ 312420 h 1204245"/>
                <a:gd name="GluePoint25X" fmla="*/ 1126903 w 1126902"/>
                <a:gd name="GluePoint25Y" fmla="*/ 0 h 1204245"/>
                <a:gd name="GluePoint26X" fmla="*/ 563404 w 1126902"/>
                <a:gd name="GluePoint26Y" fmla="*/ 2857 h 1204245"/>
                <a:gd name="GluePoint27X" fmla="*/ 0 w 1126902"/>
                <a:gd name="GluePoint27Y" fmla="*/ 0 h 1204245"/>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 ang="0">
                  <a:pos x="GluePoint16X" y="GluePoint16Y"/>
                </a:cxn>
                <a:cxn ang="0">
                  <a:pos x="GluePoint17X" y="GluePoint17Y"/>
                </a:cxn>
                <a:cxn ang="0">
                  <a:pos x="GluePoint18X" y="GluePoint18Y"/>
                </a:cxn>
                <a:cxn ang="0">
                  <a:pos x="GluePoint19X" y="GluePoint19Y"/>
                </a:cxn>
                <a:cxn ang="0">
                  <a:pos x="GluePoint20X" y="GluePoint20Y"/>
                </a:cxn>
                <a:cxn ang="0">
                  <a:pos x="GluePoint21X" y="GluePoint21Y"/>
                </a:cxn>
                <a:cxn ang="0">
                  <a:pos x="GluePoint22X" y="GluePoint22Y"/>
                </a:cxn>
                <a:cxn ang="0">
                  <a:pos x="GluePoint23X" y="GluePoint23Y"/>
                </a:cxn>
                <a:cxn ang="0">
                  <a:pos x="GluePoint24X" y="GluePoint24Y"/>
                </a:cxn>
                <a:cxn ang="0">
                  <a:pos x="GluePoint25X" y="GluePoint25Y"/>
                </a:cxn>
                <a:cxn ang="0">
                  <a:pos x="GluePoint26X" y="GluePoint26Y"/>
                </a:cxn>
                <a:cxn ang="0">
                  <a:pos x="GluePoint27X" y="GluePoint27Y"/>
                </a:cxn>
              </a:cxnLst>
              <a:rect l="textAreaLeft" t="textAreaTop" r="textAreaRight" b="textAreaBottom"/>
              <a:pathLst>
                <a:path w="1126902" h="1204245">
                  <a:moveTo>
                    <a:pt x="0" y="0"/>
                  </a:moveTo>
                  <a:lnTo>
                    <a:pt x="0" y="312420"/>
                  </a:lnTo>
                  <a:lnTo>
                    <a:pt x="74295" y="312420"/>
                  </a:lnTo>
                  <a:lnTo>
                    <a:pt x="74581" y="302609"/>
                  </a:lnTo>
                  <a:cubicBezTo>
                    <a:pt x="81344" y="99346"/>
                    <a:pt x="159163" y="90773"/>
                    <a:pt x="334328" y="90773"/>
                  </a:cubicBezTo>
                  <a:cubicBezTo>
                    <a:pt x="340328" y="90773"/>
                    <a:pt x="346424" y="90773"/>
                    <a:pt x="352330" y="90678"/>
                  </a:cubicBezTo>
                  <a:cubicBezTo>
                    <a:pt x="395859" y="90392"/>
                    <a:pt x="437007" y="90106"/>
                    <a:pt x="453200" y="106204"/>
                  </a:cubicBezTo>
                  <a:cubicBezTo>
                    <a:pt x="458629" y="111538"/>
                    <a:pt x="461201" y="118967"/>
                    <a:pt x="461201" y="128873"/>
                  </a:cubicBezTo>
                  <a:lnTo>
                    <a:pt x="461201" y="950119"/>
                  </a:lnTo>
                  <a:cubicBezTo>
                    <a:pt x="461201" y="1072039"/>
                    <a:pt x="444151" y="1122426"/>
                    <a:pt x="272510" y="1129475"/>
                  </a:cubicBezTo>
                  <a:lnTo>
                    <a:pt x="262700" y="1129856"/>
                  </a:lnTo>
                  <a:lnTo>
                    <a:pt x="262700" y="1204246"/>
                  </a:lnTo>
                  <a:cubicBezTo>
                    <a:pt x="262700" y="1204246"/>
                    <a:pt x="462725" y="1196911"/>
                    <a:pt x="578548" y="1196911"/>
                  </a:cubicBezTo>
                  <a:cubicBezTo>
                    <a:pt x="666941" y="1196911"/>
                    <a:pt x="864203" y="1204246"/>
                    <a:pt x="864203" y="1204246"/>
                  </a:cubicBezTo>
                  <a:lnTo>
                    <a:pt x="864203" y="1129856"/>
                  </a:lnTo>
                  <a:lnTo>
                    <a:pt x="854393" y="1129475"/>
                  </a:lnTo>
                  <a:cubicBezTo>
                    <a:pt x="682752" y="1122426"/>
                    <a:pt x="665702" y="1072039"/>
                    <a:pt x="665702" y="950119"/>
                  </a:cubicBezTo>
                  <a:lnTo>
                    <a:pt x="665702" y="128873"/>
                  </a:lnTo>
                  <a:cubicBezTo>
                    <a:pt x="665702" y="120396"/>
                    <a:pt x="668369" y="113729"/>
                    <a:pt x="673608" y="108490"/>
                  </a:cubicBezTo>
                  <a:cubicBezTo>
                    <a:pt x="693420" y="89059"/>
                    <a:pt x="747903" y="89821"/>
                    <a:pt x="791718" y="90488"/>
                  </a:cubicBezTo>
                  <a:cubicBezTo>
                    <a:pt x="800005" y="90583"/>
                    <a:pt x="808196" y="90773"/>
                    <a:pt x="815912" y="90773"/>
                  </a:cubicBezTo>
                  <a:cubicBezTo>
                    <a:pt x="987267" y="90773"/>
                    <a:pt x="1042511" y="140303"/>
                    <a:pt x="1052513" y="302895"/>
                  </a:cubicBezTo>
                  <a:lnTo>
                    <a:pt x="1053084" y="312420"/>
                  </a:lnTo>
                  <a:lnTo>
                    <a:pt x="1126903" y="312420"/>
                  </a:lnTo>
                  <a:lnTo>
                    <a:pt x="1126903" y="0"/>
                  </a:lnTo>
                  <a:cubicBezTo>
                    <a:pt x="1126903" y="0"/>
                    <a:pt x="694468" y="2857"/>
                    <a:pt x="563404" y="2857"/>
                  </a:cubicBezTo>
                  <a:cubicBezTo>
                    <a:pt x="432340" y="2857"/>
                    <a:pt x="0" y="0"/>
                    <a:pt x="0" y="0"/>
                  </a:cubicBezTo>
                </a:path>
              </a:pathLst>
            </a:custGeom>
            <a:solidFill>
              <a:schemeClr val="bg1"/>
            </a:solidFill>
            <a:ln w="9525">
              <a:noFill/>
            </a:ln>
          </p:spPr>
          <p:style>
            <a:lnRef idx="0"/>
            <a:fillRef idx="0"/>
            <a:effectRef idx="0"/>
            <a:fontRef idx="minor"/>
          </p:style>
          <p:txBody>
            <a:bodyPr lIns="90000" tIns="45000" rIns="90000" bIns="45000" anchor="ctr">
              <a:noAutofit/>
            </a:bodyPr>
            <a:p>
              <a:endParaRPr lang="en-US" sz="1800" b="0" u="none" strike="noStrike">
                <a:solidFill>
                  <a:schemeClr val="dk1"/>
                </a:solidFill>
                <a:effectLst/>
                <a:uFillTx/>
                <a:latin typeface="Arial"/>
              </a:endParaRPr>
            </a:p>
          </p:txBody>
        </p:sp>
        <p:sp>
          <p:nvSpPr>
            <p:cNvPr id="140" name="Freeform 4"/>
            <p:cNvSpPr/>
            <p:nvPr/>
          </p:nvSpPr>
          <p:spPr>
            <a:xfrm>
              <a:off x="201960" y="195840"/>
              <a:ext cx="297720" cy="300240"/>
            </a:xfrm>
            <a:custGeom>
              <a:avLst/>
              <a:gdLst>
                <a:gd name="textAreaLeft" fmla="*/ 0 w 297720"/>
                <a:gd name="textAreaRight" fmla="*/ 299160 w 297720"/>
                <a:gd name="textAreaTop" fmla="*/ 0 h 300240"/>
                <a:gd name="textAreaBottom" fmla="*/ 301680 h 300240"/>
                <a:gd name="GluePoint1X" fmla="*/ 372618 w 1195101"/>
                <a:gd name="GluePoint1Y" fmla="*/ 571786 h 1204626"/>
                <a:gd name="GluePoint2X" fmla="*/ 372523 w 1195101"/>
                <a:gd name="GluePoint2Y" fmla="*/ 134303 h 1204626"/>
                <a:gd name="GluePoint3X" fmla="*/ 386239 w 1195101"/>
                <a:gd name="GluePoint3Y" fmla="*/ 86487 h 1204626"/>
                <a:gd name="GluePoint4X" fmla="*/ 498348 w 1195101"/>
                <a:gd name="GluePoint4Y" fmla="*/ 85630 h 1204626"/>
                <a:gd name="GluePoint5X" fmla="*/ 738473 w 1195101"/>
                <a:gd name="GluePoint5Y" fmla="*/ 330518 h 1204626"/>
                <a:gd name="GluePoint6X" fmla="*/ 640747 w 1195101"/>
                <a:gd name="GluePoint6Y" fmla="*/ 541687 h 1204626"/>
                <a:gd name="GluePoint7X" fmla="*/ 372618 w 1195101"/>
                <a:gd name="GluePoint7Y" fmla="*/ 571786 h 1204626"/>
                <a:gd name="GluePoint8X" fmla="*/ 1186529 w 1195101"/>
                <a:gd name="GluePoint8Y" fmla="*/ 1129760 h 1204626"/>
                <a:gd name="GluePoint9X" fmla="*/ 1017461 w 1195101"/>
                <a:gd name="GluePoint9Y" fmla="*/ 1040702 h 1204626"/>
                <a:gd name="GluePoint10X" fmla="*/ 661797 w 1195101"/>
                <a:gd name="GluePoint10Y" fmla="*/ 632460 h 1204626"/>
                <a:gd name="GluePoint11X" fmla="*/ 964597 w 1195101"/>
                <a:gd name="GluePoint11Y" fmla="*/ 305371 h 1204626"/>
                <a:gd name="GluePoint12X" fmla="*/ 831056 w 1195101"/>
                <a:gd name="GluePoint12Y" fmla="*/ 55816 h 1204626"/>
                <a:gd name="GluePoint13X" fmla="*/ 544639 w 1195101"/>
                <a:gd name="GluePoint13Y" fmla="*/ 190 h 1204626"/>
                <a:gd name="GluePoint14X" fmla="*/ 317468 w 1195101"/>
                <a:gd name="GluePoint14Y" fmla="*/ 4191 h 1204626"/>
                <a:gd name="GluePoint15X" fmla="*/ 191 w 1195101"/>
                <a:gd name="GluePoint15Y" fmla="*/ 0 h 1204626"/>
                <a:gd name="GluePoint16X" fmla="*/ 191 w 1195101"/>
                <a:gd name="GluePoint16Y" fmla="*/ 74866 h 1204626"/>
                <a:gd name="GluePoint17X" fmla="*/ 15050 w 1195101"/>
                <a:gd name="GluePoint17Y" fmla="*/ 74866 h 1204626"/>
                <a:gd name="GluePoint18X" fmla="*/ 152781 w 1195101"/>
                <a:gd name="GluePoint18Y" fmla="*/ 128683 h 1204626"/>
                <a:gd name="GluePoint19X" fmla="*/ 168307 w 1195101"/>
                <a:gd name="GluePoint19Y" fmla="*/ 350139 h 1204626"/>
                <a:gd name="GluePoint20X" fmla="*/ 168307 w 1195101"/>
                <a:gd name="GluePoint20Y" fmla="*/ 841248 h 1204626"/>
                <a:gd name="GluePoint21X" fmla="*/ 161068 w 1195101"/>
                <a:gd name="GluePoint21Y" fmla="*/ 1034129 h 1204626"/>
                <a:gd name="GluePoint22X" fmla="*/ 152686 w 1195101"/>
                <a:gd name="GluePoint22Y" fmla="*/ 1075944 h 1204626"/>
                <a:gd name="GluePoint23X" fmla="*/ 10382 w 1195101"/>
                <a:gd name="GluePoint23Y" fmla="*/ 1129665 h 1204626"/>
                <a:gd name="GluePoint24X" fmla="*/ 0 w 1195101"/>
                <a:gd name="GluePoint24Y" fmla="*/ 1129665 h 1204626"/>
                <a:gd name="GluePoint25X" fmla="*/ 0 w 1195101"/>
                <a:gd name="GluePoint25Y" fmla="*/ 1204532 h 1204626"/>
                <a:gd name="GluePoint26X" fmla="*/ 278225 w 1195101"/>
                <a:gd name="GluePoint26Y" fmla="*/ 1197102 h 1204626"/>
                <a:gd name="GluePoint27X" fmla="*/ 540734 w 1195101"/>
                <a:gd name="GluePoint27Y" fmla="*/ 1204532 h 1204626"/>
                <a:gd name="GluePoint28X" fmla="*/ 540734 w 1195101"/>
                <a:gd name="GluePoint28Y" fmla="*/ 1129665 h 1204626"/>
                <a:gd name="GluePoint29X" fmla="*/ 525971 w 1195101"/>
                <a:gd name="GluePoint29Y" fmla="*/ 1129665 h 1204626"/>
                <a:gd name="GluePoint30X" fmla="*/ 388239 w 1195101"/>
                <a:gd name="GluePoint30Y" fmla="*/ 1075754 h 1204626"/>
                <a:gd name="GluePoint31X" fmla="*/ 379857 w 1195101"/>
                <a:gd name="GluePoint31Y" fmla="*/ 1034034 h 1204626"/>
                <a:gd name="GluePoint32X" fmla="*/ 372618 w 1195101"/>
                <a:gd name="GluePoint32Y" fmla="*/ 854297 h 1204626"/>
                <a:gd name="GluePoint33X" fmla="*/ 372618 w 1195101"/>
                <a:gd name="GluePoint33Y" fmla="*/ 653510 h 1204626"/>
                <a:gd name="GluePoint34X" fmla="*/ 479107 w 1195101"/>
                <a:gd name="GluePoint34Y" fmla="*/ 702469 h 1204626"/>
                <a:gd name="GluePoint35X" fmla="*/ 501110 w 1195101"/>
                <a:gd name="GluePoint35Y" fmla="*/ 728472 h 1204626"/>
                <a:gd name="GluePoint36X" fmla="*/ 797909 w 1195101"/>
                <a:gd name="GluePoint36Y" fmla="*/ 1096804 h 1204626"/>
                <a:gd name="GluePoint37X" fmla="*/ 885158 w 1195101"/>
                <a:gd name="GluePoint37Y" fmla="*/ 1204532 h 1204626"/>
                <a:gd name="GluePoint38X" fmla="*/ 1027366 w 1195101"/>
                <a:gd name="GluePoint38Y" fmla="*/ 1200436 h 1204626"/>
                <a:gd name="GluePoint39X" fmla="*/ 1195102 w 1195101"/>
                <a:gd name="GluePoint39Y" fmla="*/ 1204627 h 1204626"/>
                <a:gd name="GluePoint40X" fmla="*/ 1195102 w 1195101"/>
                <a:gd name="GluePoint40Y" fmla="*/ 1131094 h 1204626"/>
                <a:gd name="GluePoint41X" fmla="*/ 1186529 w 1195101"/>
                <a:gd name="GluePoint41Y" fmla="*/ 1129760 h 1204626"/>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 ang="0">
                  <a:pos x="GluePoint16X" y="GluePoint16Y"/>
                </a:cxn>
                <a:cxn ang="0">
                  <a:pos x="GluePoint17X" y="GluePoint17Y"/>
                </a:cxn>
                <a:cxn ang="0">
                  <a:pos x="GluePoint18X" y="GluePoint18Y"/>
                </a:cxn>
                <a:cxn ang="0">
                  <a:pos x="GluePoint19X" y="GluePoint19Y"/>
                </a:cxn>
                <a:cxn ang="0">
                  <a:pos x="GluePoint20X" y="GluePoint20Y"/>
                </a:cxn>
                <a:cxn ang="0">
                  <a:pos x="GluePoint21X" y="GluePoint21Y"/>
                </a:cxn>
                <a:cxn ang="0">
                  <a:pos x="GluePoint22X" y="GluePoint22Y"/>
                </a:cxn>
                <a:cxn ang="0">
                  <a:pos x="GluePoint23X" y="GluePoint23Y"/>
                </a:cxn>
                <a:cxn ang="0">
                  <a:pos x="GluePoint24X" y="GluePoint24Y"/>
                </a:cxn>
                <a:cxn ang="0">
                  <a:pos x="GluePoint25X" y="GluePoint25Y"/>
                </a:cxn>
                <a:cxn ang="0">
                  <a:pos x="GluePoint26X" y="GluePoint26Y"/>
                </a:cxn>
                <a:cxn ang="0">
                  <a:pos x="GluePoint27X" y="GluePoint27Y"/>
                </a:cxn>
                <a:cxn ang="0">
                  <a:pos x="GluePoint28X" y="GluePoint28Y"/>
                </a:cxn>
                <a:cxn ang="0">
                  <a:pos x="GluePoint29X" y="GluePoint29Y"/>
                </a:cxn>
                <a:cxn ang="0">
                  <a:pos x="GluePoint30X" y="GluePoint30Y"/>
                </a:cxn>
                <a:cxn ang="0">
                  <a:pos x="GluePoint31X" y="GluePoint31Y"/>
                </a:cxn>
                <a:cxn ang="0">
                  <a:pos x="GluePoint32X" y="GluePoint32Y"/>
                </a:cxn>
                <a:cxn ang="0">
                  <a:pos x="GluePoint33X" y="GluePoint33Y"/>
                </a:cxn>
                <a:cxn ang="0">
                  <a:pos x="GluePoint34X" y="GluePoint34Y"/>
                </a:cxn>
                <a:cxn ang="0">
                  <a:pos x="GluePoint35X" y="GluePoint35Y"/>
                </a:cxn>
                <a:cxn ang="0">
                  <a:pos x="GluePoint36X" y="GluePoint36Y"/>
                </a:cxn>
                <a:cxn ang="0">
                  <a:pos x="GluePoint37X" y="GluePoint37Y"/>
                </a:cxn>
                <a:cxn ang="0">
                  <a:pos x="GluePoint38X" y="GluePoint38Y"/>
                </a:cxn>
                <a:cxn ang="0">
                  <a:pos x="GluePoint39X" y="GluePoint39Y"/>
                </a:cxn>
                <a:cxn ang="0">
                  <a:pos x="GluePoint40X" y="GluePoint40Y"/>
                </a:cxn>
                <a:cxn ang="0">
                  <a:pos x="GluePoint41X" y="GluePoint41Y"/>
                </a:cxn>
              </a:cxnLst>
              <a:rect l="textAreaLeft" t="textAreaTop" r="textAreaRight" b="textAreaBottom"/>
              <a:pathLst>
                <a:path w="1195101" h="1204626">
                  <a:moveTo>
                    <a:pt x="372618" y="571786"/>
                  </a:moveTo>
                  <a:cubicBezTo>
                    <a:pt x="372618" y="571786"/>
                    <a:pt x="372618" y="136874"/>
                    <a:pt x="372523" y="134303"/>
                  </a:cubicBezTo>
                  <a:cubicBezTo>
                    <a:pt x="372237" y="116967"/>
                    <a:pt x="371761" y="93250"/>
                    <a:pt x="386239" y="86487"/>
                  </a:cubicBezTo>
                  <a:cubicBezTo>
                    <a:pt x="396240" y="82105"/>
                    <a:pt x="493014" y="85630"/>
                    <a:pt x="498348" y="85630"/>
                  </a:cubicBezTo>
                  <a:cubicBezTo>
                    <a:pt x="650938" y="85630"/>
                    <a:pt x="738473" y="174974"/>
                    <a:pt x="738473" y="330518"/>
                  </a:cubicBezTo>
                  <a:cubicBezTo>
                    <a:pt x="738473" y="443960"/>
                    <a:pt x="708374" y="509016"/>
                    <a:pt x="640747" y="541687"/>
                  </a:cubicBezTo>
                  <a:cubicBezTo>
                    <a:pt x="577691" y="571976"/>
                    <a:pt x="372618" y="571786"/>
                    <a:pt x="372618" y="571786"/>
                  </a:cubicBezTo>
                  <a:moveTo>
                    <a:pt x="1186529" y="1129760"/>
                  </a:moveTo>
                  <a:cubicBezTo>
                    <a:pt x="1100138" y="1116235"/>
                    <a:pt x="1074134" y="1106424"/>
                    <a:pt x="1017461" y="1040702"/>
                  </a:cubicBezTo>
                  <a:lnTo>
                    <a:pt x="661797" y="632460"/>
                  </a:lnTo>
                  <a:cubicBezTo>
                    <a:pt x="849059" y="608076"/>
                    <a:pt x="964597" y="484251"/>
                    <a:pt x="964597" y="305371"/>
                  </a:cubicBezTo>
                  <a:cubicBezTo>
                    <a:pt x="964597" y="188976"/>
                    <a:pt x="919544" y="105061"/>
                    <a:pt x="831056" y="55816"/>
                  </a:cubicBezTo>
                  <a:cubicBezTo>
                    <a:pt x="763619" y="18383"/>
                    <a:pt x="670084" y="190"/>
                    <a:pt x="544639" y="190"/>
                  </a:cubicBezTo>
                  <a:cubicBezTo>
                    <a:pt x="507206" y="1143"/>
                    <a:pt x="416909" y="4191"/>
                    <a:pt x="317468" y="4191"/>
                  </a:cubicBezTo>
                  <a:cubicBezTo>
                    <a:pt x="214313" y="4191"/>
                    <a:pt x="191" y="0"/>
                    <a:pt x="191" y="0"/>
                  </a:cubicBezTo>
                  <a:lnTo>
                    <a:pt x="191" y="74866"/>
                  </a:lnTo>
                  <a:lnTo>
                    <a:pt x="15050" y="74866"/>
                  </a:lnTo>
                  <a:cubicBezTo>
                    <a:pt x="71818" y="74486"/>
                    <a:pt x="135731" y="74771"/>
                    <a:pt x="152781" y="128683"/>
                  </a:cubicBezTo>
                  <a:cubicBezTo>
                    <a:pt x="168307" y="175355"/>
                    <a:pt x="168307" y="306896"/>
                    <a:pt x="168307" y="350139"/>
                  </a:cubicBezTo>
                  <a:lnTo>
                    <a:pt x="168307" y="841248"/>
                  </a:lnTo>
                  <a:cubicBezTo>
                    <a:pt x="168307" y="895445"/>
                    <a:pt x="168307" y="977837"/>
                    <a:pt x="161068" y="1034129"/>
                  </a:cubicBezTo>
                  <a:cubicBezTo>
                    <a:pt x="158972" y="1050798"/>
                    <a:pt x="156210" y="1065276"/>
                    <a:pt x="152686" y="1075944"/>
                  </a:cubicBezTo>
                  <a:cubicBezTo>
                    <a:pt x="135350" y="1129665"/>
                    <a:pt x="66104" y="1129665"/>
                    <a:pt x="10382" y="1129665"/>
                  </a:cubicBezTo>
                  <a:lnTo>
                    <a:pt x="0" y="1129665"/>
                  </a:lnTo>
                  <a:lnTo>
                    <a:pt x="0" y="1204532"/>
                  </a:lnTo>
                  <a:cubicBezTo>
                    <a:pt x="0" y="1204532"/>
                    <a:pt x="166783" y="1197102"/>
                    <a:pt x="278225" y="1197102"/>
                  </a:cubicBezTo>
                  <a:cubicBezTo>
                    <a:pt x="374047" y="1197102"/>
                    <a:pt x="540734" y="1204246"/>
                    <a:pt x="540734" y="1204532"/>
                  </a:cubicBezTo>
                  <a:lnTo>
                    <a:pt x="540734" y="1129665"/>
                  </a:lnTo>
                  <a:lnTo>
                    <a:pt x="525971" y="1129665"/>
                  </a:lnTo>
                  <a:cubicBezTo>
                    <a:pt x="470059" y="1129951"/>
                    <a:pt x="406813" y="1129760"/>
                    <a:pt x="388239" y="1075754"/>
                  </a:cubicBezTo>
                  <a:cubicBezTo>
                    <a:pt x="384620" y="1065086"/>
                    <a:pt x="381953" y="1050607"/>
                    <a:pt x="379857" y="1034034"/>
                  </a:cubicBezTo>
                  <a:cubicBezTo>
                    <a:pt x="372618" y="978122"/>
                    <a:pt x="372618" y="898017"/>
                    <a:pt x="372618" y="854297"/>
                  </a:cubicBezTo>
                  <a:lnTo>
                    <a:pt x="372618" y="653510"/>
                  </a:lnTo>
                  <a:cubicBezTo>
                    <a:pt x="439198" y="654082"/>
                    <a:pt x="444913" y="661035"/>
                    <a:pt x="479107" y="702469"/>
                  </a:cubicBezTo>
                  <a:cubicBezTo>
                    <a:pt x="485489" y="710089"/>
                    <a:pt x="492728" y="718756"/>
                    <a:pt x="501110" y="728472"/>
                  </a:cubicBezTo>
                  <a:lnTo>
                    <a:pt x="797909" y="1096804"/>
                  </a:lnTo>
                  <a:lnTo>
                    <a:pt x="885158" y="1204532"/>
                  </a:lnTo>
                  <a:cubicBezTo>
                    <a:pt x="885158" y="1204532"/>
                    <a:pt x="980885" y="1200436"/>
                    <a:pt x="1027366" y="1200436"/>
                  </a:cubicBezTo>
                  <a:cubicBezTo>
                    <a:pt x="1094994" y="1200436"/>
                    <a:pt x="1195102" y="1204627"/>
                    <a:pt x="1195102" y="1204627"/>
                  </a:cubicBezTo>
                  <a:lnTo>
                    <a:pt x="1195102" y="1131094"/>
                  </a:lnTo>
                  <a:lnTo>
                    <a:pt x="1186529" y="1129760"/>
                  </a:lnTo>
                  <a:close/>
                </a:path>
              </a:pathLst>
            </a:custGeom>
            <a:solidFill>
              <a:schemeClr val="bg1"/>
            </a:solidFill>
            <a:ln w="9525">
              <a:noFill/>
            </a:ln>
          </p:spPr>
          <p:style>
            <a:lnRef idx="0"/>
            <a:fillRef idx="0"/>
            <a:effectRef idx="0"/>
            <a:fontRef idx="minor"/>
          </p:style>
          <p:txBody>
            <a:bodyPr lIns="90000" tIns="45000" rIns="90000" bIns="45000" anchor="ctr">
              <a:noAutofit/>
            </a:bodyPr>
            <a:p>
              <a:endParaRPr lang="en-US" sz="1800" b="0" u="none" strike="noStrike">
                <a:solidFill>
                  <a:schemeClr val="dk1"/>
                </a:solidFill>
                <a:effectLst/>
                <a:uFillTx/>
                <a:latin typeface="Arial"/>
              </a:endParaRPr>
            </a:p>
          </p:txBody>
        </p:sp>
      </p:grpSp>
      <p:sp>
        <p:nvSpPr>
          <p:cNvPr id="141" name="Text Placeholder 14"/>
          <p:cNvSpPr/>
          <p:nvPr/>
        </p:nvSpPr>
        <p:spPr>
          <a:xfrm>
            <a:off x="386640" y="3434040"/>
            <a:ext cx="2464560" cy="953280"/>
          </a:xfrm>
          <a:prstGeom prst="rect">
            <a:avLst/>
          </a:prstGeom>
          <a:noFill/>
          <a:ln w="0">
            <a:noFill/>
          </a:ln>
        </p:spPr>
        <p:style>
          <a:lnRef idx="0"/>
          <a:fillRef idx="0"/>
          <a:effectRef idx="0"/>
          <a:fontRef idx="minor"/>
        </p:style>
        <p:txBody>
          <a:bodyPr lIns="90000" tIns="45000" rIns="90000" bIns="45000" anchor="t">
            <a:noAutofit/>
          </a:bodyPr>
          <a:p>
            <a:endParaRPr lang="en-US" sz="2000" b="1" u="none" strike="noStrike">
              <a:solidFill>
                <a:srgbClr val="E56B2A"/>
              </a:solidFill>
              <a:effectLst/>
              <a:uFillTx/>
              <a:latin typeface="Arial"/>
            </a:endParaRPr>
          </a:p>
        </p:txBody>
      </p:sp>
      <p:sp>
        <p:nvSpPr>
          <p:cNvPr id="142" name="Rectangle 1"/>
          <p:cNvSpPr/>
          <p:nvPr/>
        </p:nvSpPr>
        <p:spPr>
          <a:xfrm>
            <a:off x="0" y="0"/>
            <a:ext cx="12190680" cy="685656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p>
            <a:endParaRPr lang="en-US" sz="1800" b="0" u="none" strike="noStrike">
              <a:solidFill>
                <a:schemeClr val="lt1"/>
              </a:solidFill>
              <a:effectLst/>
              <a:uFillTx/>
              <a:latin typeface="Arial"/>
            </a:endParaRPr>
          </a:p>
        </p:txBody>
      </p:sp>
      <p:sp>
        <p:nvSpPr>
          <p:cNvPr id="143" name="Freeform 2"/>
          <p:cNvSpPr/>
          <p:nvPr/>
        </p:nvSpPr>
        <p:spPr>
          <a:xfrm>
            <a:off x="-10677960" y="1598400"/>
            <a:ext cx="15401160" cy="18002160"/>
          </a:xfrm>
          <a:custGeom>
            <a:avLst/>
            <a:gdLst>
              <a:gd name="textAreaLeft" fmla="*/ 0 w 15401160"/>
              <a:gd name="textAreaRight" fmla="*/ 15402600 w 15401160"/>
              <a:gd name="textAreaTop" fmla="*/ 0 h 18002160"/>
              <a:gd name="textAreaBottom" fmla="*/ 18003600 h 18002160"/>
              <a:gd name="GluePoint1X" fmla="*/ 1701641 w 2043969"/>
              <a:gd name="GluePoint1Y" fmla="*/ 0 h 2389155"/>
              <a:gd name="GluePoint2X" fmla="*/ 0 w 2043969"/>
              <a:gd name="GluePoint2Y" fmla="*/ 1702213 h 2389155"/>
              <a:gd name="GluePoint3X" fmla="*/ 0 w 2043969"/>
              <a:gd name="GluePoint3Y" fmla="*/ 2389156 h 2389155"/>
              <a:gd name="GluePoint4X" fmla="*/ 2043970 w 2043969"/>
              <a:gd name="GluePoint4Y" fmla="*/ 340805 h 2389155"/>
              <a:gd name="GluePoint5X" fmla="*/ 1701641 w 2043969"/>
              <a:gd name="GluePoint5Y" fmla="*/ 340805 h 2389155"/>
            </a:gdLst>
            <a:ahLst/>
            <a:cxnLst>
              <a:cxn ang="0">
                <a:pos x="GluePoint1X" y="GluePoint1Y"/>
              </a:cxn>
              <a:cxn ang="0">
                <a:pos x="GluePoint2X" y="GluePoint2Y"/>
              </a:cxn>
              <a:cxn ang="0">
                <a:pos x="GluePoint3X" y="GluePoint3Y"/>
              </a:cxn>
              <a:cxn ang="0">
                <a:pos x="GluePoint4X" y="GluePoint4Y"/>
              </a:cxn>
              <a:cxn ang="0">
                <a:pos x="GluePoint5X" y="GluePoint5Y"/>
              </a:cxn>
            </a:cxnLst>
            <a:rect l="textAreaLeft" t="textAreaTop" r="textAreaRight" b="textAreaBottom"/>
            <a:pathLst>
              <a:path w="2043969" h="2389155">
                <a:moveTo>
                  <a:pt x="1701641" y="0"/>
                </a:moveTo>
                <a:lnTo>
                  <a:pt x="0" y="1702213"/>
                </a:lnTo>
                <a:lnTo>
                  <a:pt x="0" y="2389156"/>
                </a:lnTo>
                <a:lnTo>
                  <a:pt x="2043970" y="340805"/>
                </a:lnTo>
                <a:lnTo>
                  <a:pt x="1701641" y="340805"/>
                </a:lnTo>
                <a:close/>
              </a:path>
            </a:pathLst>
          </a:custGeom>
          <a:solidFill>
            <a:srgbClr val="F86901"/>
          </a:solidFill>
          <a:ln w="9525">
            <a:noFill/>
          </a:ln>
        </p:spPr>
        <p:style>
          <a:lnRef idx="0"/>
          <a:fillRef idx="0"/>
          <a:effectRef idx="0"/>
          <a:fontRef idx="minor"/>
        </p:style>
        <p:txBody>
          <a:bodyPr lIns="90000" tIns="45000" rIns="90000" bIns="45000" anchor="ctr">
            <a:noAutofit/>
          </a:bodyPr>
          <a:p>
            <a:endParaRPr lang="en-US" sz="1800" b="0" u="none" strike="noStrike">
              <a:solidFill>
                <a:schemeClr val="dk1"/>
              </a:solidFill>
              <a:effectLst/>
              <a:uFillTx/>
              <a:latin typeface="Arial"/>
            </a:endParaRPr>
          </a:p>
        </p:txBody>
      </p:sp>
      <p:sp>
        <p:nvSpPr>
          <p:cNvPr id="144" name="Rectangle 3"/>
          <p:cNvSpPr/>
          <p:nvPr/>
        </p:nvSpPr>
        <p:spPr>
          <a:xfrm>
            <a:off x="-84600" y="6218280"/>
            <a:ext cx="12274920" cy="638280"/>
          </a:xfrm>
          <a:prstGeom prst="rect">
            <a:avLst/>
          </a:prstGeom>
          <a:solidFill>
            <a:srgbClr val="F86901"/>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p>
            <a:endParaRPr lang="en-US" sz="1800" b="0" u="none" strike="noStrike">
              <a:solidFill>
                <a:schemeClr val="lt1"/>
              </a:solidFill>
              <a:effectLst/>
              <a:uFillTx/>
              <a:latin typeface="Arial"/>
            </a:endParaRPr>
          </a:p>
        </p:txBody>
      </p:sp>
      <p:sp>
        <p:nvSpPr>
          <p:cNvPr id="145" name="TextBox 4"/>
          <p:cNvSpPr/>
          <p:nvPr/>
        </p:nvSpPr>
        <p:spPr>
          <a:xfrm>
            <a:off x="11689200" y="6487920"/>
            <a:ext cx="476280" cy="238680"/>
          </a:xfrm>
          <a:prstGeom prst="rect">
            <a:avLst/>
          </a:prstGeom>
          <a:noFill/>
          <a:ln w="0">
            <a:noFill/>
          </a:ln>
        </p:spPr>
        <p:style>
          <a:lnRef idx="0"/>
          <a:fillRef idx="0"/>
          <a:effectRef idx="0"/>
          <a:fontRef idx="minor"/>
        </p:style>
        <p:txBody>
          <a:bodyPr lIns="90000" tIns="45000" rIns="90000" bIns="45000" anchor="t">
            <a:spAutoFit/>
          </a:bodyPr>
          <a:p>
            <a:pPr defTabSz="914400">
              <a:lnSpc>
                <a:spcPct val="80000"/>
              </a:lnSpc>
            </a:pPr>
            <a:r>
              <a:rPr lang="en-US" sz="1200" b="0" u="none" strike="noStrike">
                <a:solidFill>
                  <a:schemeClr val="lt1"/>
                </a:solidFill>
                <a:effectLst/>
                <a:uFillTx/>
                <a:latin typeface="Georgia"/>
              </a:rPr>
              <a:t> </a:t>
            </a:r>
            <a:fld id="{F3EDE43D-0065-41C9-A805-65F9102F4702}" type="slidenum">
              <a:rPr lang="en-US" sz="1130" b="0" u="none" strike="noStrike">
                <a:solidFill>
                  <a:schemeClr val="lt1"/>
                </a:solidFill>
                <a:effectLst/>
                <a:uFillTx/>
                <a:latin typeface="Arial"/>
              </a:rPr>
              <a:t>&lt;number&gt;</a:t>
            </a:fld>
            <a:endParaRPr lang="en-US" sz="1130" b="0" u="none" strike="noStrike">
              <a:solidFill>
                <a:srgbClr val="000000"/>
              </a:solidFill>
              <a:effectLst/>
              <a:uFillTx/>
              <a:latin typeface="Arial"/>
            </a:endParaRPr>
          </a:p>
        </p:txBody>
      </p:sp>
      <p:pic>
        <p:nvPicPr>
          <p:cNvPr id="146" name="Graphic 5"/>
          <p:cNvPicPr/>
          <p:nvPr/>
        </p:nvPicPr>
        <p:blipFill>
          <a:blip r:embed="rId4">
            <a:extLst>
              <a:ext uri="{96DAC541-7B7A-43D3-8B79-37D633B846F1}">
                <asvg:svgBlip xmlns:asvg="http://schemas.microsoft.com/office/drawing/2016/SVG/main" r:embed="rId5"/>
              </a:ext>
            </a:extLst>
          </a:blip>
          <a:stretch/>
        </p:blipFill>
        <p:spPr>
          <a:xfrm>
            <a:off x="9069840" y="6459120"/>
            <a:ext cx="2699280" cy="238680"/>
          </a:xfrm>
          <a:prstGeom prst="rect">
            <a:avLst/>
          </a:prstGeom>
          <a:noFill/>
          <a:ln w="0">
            <a:noFill/>
          </a:ln>
        </p:spPr>
      </p:pic>
      <p:grpSp>
        <p:nvGrpSpPr>
          <p:cNvPr id="147" name="Graphic 22"/>
          <p:cNvGrpSpPr/>
          <p:nvPr/>
        </p:nvGrpSpPr>
        <p:grpSpPr>
          <a:xfrm>
            <a:off x="201960" y="6414120"/>
            <a:ext cx="797760" cy="300600"/>
            <a:chOff x="201960" y="6414120"/>
            <a:chExt cx="797760" cy="300600"/>
          </a:xfrm>
        </p:grpSpPr>
        <p:sp>
          <p:nvSpPr>
            <p:cNvPr id="148" name="Freeform 7"/>
            <p:cNvSpPr/>
            <p:nvPr/>
          </p:nvSpPr>
          <p:spPr>
            <a:xfrm>
              <a:off x="540720" y="6414120"/>
              <a:ext cx="135720" cy="300240"/>
            </a:xfrm>
            <a:custGeom>
              <a:avLst/>
              <a:gdLst>
                <a:gd name="textAreaLeft" fmla="*/ 0 w 135720"/>
                <a:gd name="textAreaRight" fmla="*/ 137160 w 135720"/>
                <a:gd name="textAreaTop" fmla="*/ 0 h 300240"/>
                <a:gd name="textAreaBottom" fmla="*/ 301680 h 300240"/>
                <a:gd name="GluePoint1X" fmla="*/ 393478 w 547877"/>
                <a:gd name="GluePoint1Y" fmla="*/ 129064 h 1204531"/>
                <a:gd name="GluePoint2X" fmla="*/ 537686 w 547877"/>
                <a:gd name="GluePoint2Y" fmla="*/ 74771 h 1204531"/>
                <a:gd name="GluePoint3X" fmla="*/ 547878 w 547877"/>
                <a:gd name="GluePoint3Y" fmla="*/ 74771 h 1204531"/>
                <a:gd name="GluePoint4X" fmla="*/ 547878 w 547877"/>
                <a:gd name="GluePoint4Y" fmla="*/ 0 h 1204531"/>
                <a:gd name="GluePoint5X" fmla="*/ 267938 w 547877"/>
                <a:gd name="GluePoint5Y" fmla="*/ 4667 h 1204531"/>
                <a:gd name="GluePoint6X" fmla="*/ 0 w 547877"/>
                <a:gd name="GluePoint6Y" fmla="*/ 0 h 1204531"/>
                <a:gd name="GluePoint7X" fmla="*/ 0 w 547877"/>
                <a:gd name="GluePoint7Y" fmla="*/ 74771 h 1204531"/>
                <a:gd name="GluePoint8X" fmla="*/ 10192 w 547877"/>
                <a:gd name="GluePoint8Y" fmla="*/ 74771 h 1204531"/>
                <a:gd name="GluePoint9X" fmla="*/ 154400 w 547877"/>
                <a:gd name="GluePoint9Y" fmla="*/ 128968 h 1204531"/>
                <a:gd name="GluePoint10X" fmla="*/ 171640 w 547877"/>
                <a:gd name="GluePoint10Y" fmla="*/ 363188 h 1204531"/>
                <a:gd name="GluePoint11X" fmla="*/ 171640 w 547877"/>
                <a:gd name="GluePoint11Y" fmla="*/ 841153 h 1204531"/>
                <a:gd name="GluePoint12X" fmla="*/ 154496 w 547877"/>
                <a:gd name="GluePoint12Y" fmla="*/ 1075373 h 1204531"/>
                <a:gd name="GluePoint13X" fmla="*/ 10192 w 547877"/>
                <a:gd name="GluePoint13Y" fmla="*/ 1129569 h 1204531"/>
                <a:gd name="GluePoint14X" fmla="*/ 0 w 547877"/>
                <a:gd name="GluePoint14Y" fmla="*/ 1129569 h 1204531"/>
                <a:gd name="GluePoint15X" fmla="*/ 0 w 547877"/>
                <a:gd name="GluePoint15Y" fmla="*/ 1204531 h 1204531"/>
                <a:gd name="GluePoint16X" fmla="*/ 268224 w 547877"/>
                <a:gd name="GluePoint16Y" fmla="*/ 1197102 h 1204531"/>
                <a:gd name="GluePoint17X" fmla="*/ 547878 w 547877"/>
                <a:gd name="GluePoint17Y" fmla="*/ 1204531 h 1204531"/>
                <a:gd name="GluePoint18X" fmla="*/ 547878 w 547877"/>
                <a:gd name="GluePoint18Y" fmla="*/ 1129569 h 1204531"/>
                <a:gd name="GluePoint19X" fmla="*/ 537686 w 547877"/>
                <a:gd name="GluePoint19Y" fmla="*/ 1129569 h 1204531"/>
                <a:gd name="GluePoint20X" fmla="*/ 393478 w 547877"/>
                <a:gd name="GluePoint20Y" fmla="*/ 1075468 h 1204531"/>
                <a:gd name="GluePoint21X" fmla="*/ 376333 w 547877"/>
                <a:gd name="GluePoint21Y" fmla="*/ 841153 h 1204531"/>
                <a:gd name="GluePoint22X" fmla="*/ 376333 w 547877"/>
                <a:gd name="GluePoint22Y" fmla="*/ 363188 h 1204531"/>
                <a:gd name="GluePoint23X" fmla="*/ 393478 w 547877"/>
                <a:gd name="GluePoint23Y" fmla="*/ 129064 h 1204531"/>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 ang="0">
                  <a:pos x="GluePoint16X" y="GluePoint16Y"/>
                </a:cxn>
                <a:cxn ang="0">
                  <a:pos x="GluePoint17X" y="GluePoint17Y"/>
                </a:cxn>
                <a:cxn ang="0">
                  <a:pos x="GluePoint18X" y="GluePoint18Y"/>
                </a:cxn>
                <a:cxn ang="0">
                  <a:pos x="GluePoint19X" y="GluePoint19Y"/>
                </a:cxn>
                <a:cxn ang="0">
                  <a:pos x="GluePoint20X" y="GluePoint20Y"/>
                </a:cxn>
                <a:cxn ang="0">
                  <a:pos x="GluePoint21X" y="GluePoint21Y"/>
                </a:cxn>
                <a:cxn ang="0">
                  <a:pos x="GluePoint22X" y="GluePoint22Y"/>
                </a:cxn>
                <a:cxn ang="0">
                  <a:pos x="GluePoint23X" y="GluePoint23Y"/>
                </a:cxn>
              </a:cxnLst>
              <a:rect l="textAreaLeft" t="textAreaTop" r="textAreaRight" b="textAreaBottom"/>
              <a:pathLst>
                <a:path w="547877" h="1204531">
                  <a:moveTo>
                    <a:pt x="393478" y="129064"/>
                  </a:moveTo>
                  <a:cubicBezTo>
                    <a:pt x="414242" y="74771"/>
                    <a:pt x="482727" y="74771"/>
                    <a:pt x="537686" y="74771"/>
                  </a:cubicBezTo>
                  <a:lnTo>
                    <a:pt x="547878" y="74771"/>
                  </a:lnTo>
                  <a:lnTo>
                    <a:pt x="547878" y="0"/>
                  </a:lnTo>
                  <a:cubicBezTo>
                    <a:pt x="547878" y="0"/>
                    <a:pt x="333565" y="4667"/>
                    <a:pt x="267938" y="4667"/>
                  </a:cubicBezTo>
                  <a:cubicBezTo>
                    <a:pt x="200406" y="4667"/>
                    <a:pt x="0" y="0"/>
                    <a:pt x="0" y="0"/>
                  </a:cubicBezTo>
                  <a:lnTo>
                    <a:pt x="0" y="74771"/>
                  </a:lnTo>
                  <a:lnTo>
                    <a:pt x="10192" y="74771"/>
                  </a:lnTo>
                  <a:cubicBezTo>
                    <a:pt x="65246" y="74771"/>
                    <a:pt x="133731" y="74771"/>
                    <a:pt x="154400" y="128968"/>
                  </a:cubicBezTo>
                  <a:cubicBezTo>
                    <a:pt x="171640" y="175450"/>
                    <a:pt x="171640" y="307086"/>
                    <a:pt x="171640" y="363188"/>
                  </a:cubicBezTo>
                  <a:lnTo>
                    <a:pt x="171640" y="841153"/>
                  </a:lnTo>
                  <a:cubicBezTo>
                    <a:pt x="171640" y="897350"/>
                    <a:pt x="171640" y="1028890"/>
                    <a:pt x="154496" y="1075373"/>
                  </a:cubicBezTo>
                  <a:cubicBezTo>
                    <a:pt x="133731" y="1129569"/>
                    <a:pt x="65246" y="1129569"/>
                    <a:pt x="10192" y="1129569"/>
                  </a:cubicBezTo>
                  <a:lnTo>
                    <a:pt x="0" y="1129569"/>
                  </a:lnTo>
                  <a:lnTo>
                    <a:pt x="0" y="1204531"/>
                  </a:lnTo>
                  <a:cubicBezTo>
                    <a:pt x="0" y="1204341"/>
                    <a:pt x="173260" y="1197102"/>
                    <a:pt x="268224" y="1197102"/>
                  </a:cubicBezTo>
                  <a:cubicBezTo>
                    <a:pt x="377476" y="1197102"/>
                    <a:pt x="547878" y="1204531"/>
                    <a:pt x="547878" y="1204531"/>
                  </a:cubicBezTo>
                  <a:lnTo>
                    <a:pt x="547878" y="1129569"/>
                  </a:lnTo>
                  <a:lnTo>
                    <a:pt x="537686" y="1129569"/>
                  </a:lnTo>
                  <a:cubicBezTo>
                    <a:pt x="482727" y="1129569"/>
                    <a:pt x="414242" y="1129569"/>
                    <a:pt x="393478" y="1075468"/>
                  </a:cubicBezTo>
                  <a:cubicBezTo>
                    <a:pt x="376333" y="1028890"/>
                    <a:pt x="376333" y="897350"/>
                    <a:pt x="376333" y="841153"/>
                  </a:cubicBezTo>
                  <a:lnTo>
                    <a:pt x="376333" y="363188"/>
                  </a:lnTo>
                  <a:cubicBezTo>
                    <a:pt x="376333" y="307086"/>
                    <a:pt x="376333" y="175450"/>
                    <a:pt x="393478" y="129064"/>
                  </a:cubicBezTo>
                </a:path>
              </a:pathLst>
            </a:custGeom>
            <a:solidFill>
              <a:schemeClr val="bg1"/>
            </a:solidFill>
            <a:ln w="9525">
              <a:noFill/>
            </a:ln>
          </p:spPr>
          <p:style>
            <a:lnRef idx="0"/>
            <a:fillRef idx="0"/>
            <a:effectRef idx="0"/>
            <a:fontRef idx="minor"/>
          </p:style>
          <p:txBody>
            <a:bodyPr lIns="68040" tIns="45000" rIns="68040" bIns="45000" anchor="ctr">
              <a:noAutofit/>
            </a:bodyPr>
            <a:p>
              <a:endParaRPr lang="en-US" sz="1800" b="0" u="none" strike="noStrike">
                <a:solidFill>
                  <a:schemeClr val="dk1"/>
                </a:solidFill>
                <a:effectLst/>
                <a:uFillTx/>
                <a:latin typeface="Arial"/>
              </a:endParaRPr>
            </a:p>
          </p:txBody>
        </p:sp>
        <p:sp>
          <p:nvSpPr>
            <p:cNvPr id="149" name="Freeform 16"/>
            <p:cNvSpPr/>
            <p:nvPr/>
          </p:nvSpPr>
          <p:spPr>
            <a:xfrm>
              <a:off x="718920" y="6414480"/>
              <a:ext cx="280800" cy="300240"/>
            </a:xfrm>
            <a:custGeom>
              <a:avLst/>
              <a:gdLst>
                <a:gd name="textAreaLeft" fmla="*/ 0 w 280800"/>
                <a:gd name="textAreaRight" fmla="*/ 282240 w 280800"/>
                <a:gd name="textAreaTop" fmla="*/ 0 h 300240"/>
                <a:gd name="textAreaBottom" fmla="*/ 301680 h 300240"/>
                <a:gd name="GluePoint1X" fmla="*/ 0 w 1126902"/>
                <a:gd name="GluePoint1Y" fmla="*/ 0 h 1204245"/>
                <a:gd name="GluePoint2X" fmla="*/ 0 w 1126902"/>
                <a:gd name="GluePoint2Y" fmla="*/ 312420 h 1204245"/>
                <a:gd name="GluePoint3X" fmla="*/ 74295 w 1126902"/>
                <a:gd name="GluePoint3Y" fmla="*/ 312420 h 1204245"/>
                <a:gd name="GluePoint4X" fmla="*/ 74581 w 1126902"/>
                <a:gd name="GluePoint4Y" fmla="*/ 302609 h 1204245"/>
                <a:gd name="GluePoint5X" fmla="*/ 334328 w 1126902"/>
                <a:gd name="GluePoint5Y" fmla="*/ 90773 h 1204245"/>
                <a:gd name="GluePoint6X" fmla="*/ 352330 w 1126902"/>
                <a:gd name="GluePoint6Y" fmla="*/ 90678 h 1204245"/>
                <a:gd name="GluePoint7X" fmla="*/ 453200 w 1126902"/>
                <a:gd name="GluePoint7Y" fmla="*/ 106204 h 1204245"/>
                <a:gd name="GluePoint8X" fmla="*/ 461201 w 1126902"/>
                <a:gd name="GluePoint8Y" fmla="*/ 128873 h 1204245"/>
                <a:gd name="GluePoint9X" fmla="*/ 461201 w 1126902"/>
                <a:gd name="GluePoint9Y" fmla="*/ 950119 h 1204245"/>
                <a:gd name="GluePoint10X" fmla="*/ 272510 w 1126902"/>
                <a:gd name="GluePoint10Y" fmla="*/ 1129475 h 1204245"/>
                <a:gd name="GluePoint11X" fmla="*/ 262700 w 1126902"/>
                <a:gd name="GluePoint11Y" fmla="*/ 1129856 h 1204245"/>
                <a:gd name="GluePoint12X" fmla="*/ 262700 w 1126902"/>
                <a:gd name="GluePoint12Y" fmla="*/ 1204246 h 1204245"/>
                <a:gd name="GluePoint13X" fmla="*/ 578548 w 1126902"/>
                <a:gd name="GluePoint13Y" fmla="*/ 1196911 h 1204245"/>
                <a:gd name="GluePoint14X" fmla="*/ 864203 w 1126902"/>
                <a:gd name="GluePoint14Y" fmla="*/ 1204246 h 1204245"/>
                <a:gd name="GluePoint15X" fmla="*/ 864203 w 1126902"/>
                <a:gd name="GluePoint15Y" fmla="*/ 1129856 h 1204245"/>
                <a:gd name="GluePoint16X" fmla="*/ 854393 w 1126902"/>
                <a:gd name="GluePoint16Y" fmla="*/ 1129475 h 1204245"/>
                <a:gd name="GluePoint17X" fmla="*/ 665702 w 1126902"/>
                <a:gd name="GluePoint17Y" fmla="*/ 950119 h 1204245"/>
                <a:gd name="GluePoint18X" fmla="*/ 665702 w 1126902"/>
                <a:gd name="GluePoint18Y" fmla="*/ 128873 h 1204245"/>
                <a:gd name="GluePoint19X" fmla="*/ 673608 w 1126902"/>
                <a:gd name="GluePoint19Y" fmla="*/ 108490 h 1204245"/>
                <a:gd name="GluePoint20X" fmla="*/ 791718 w 1126902"/>
                <a:gd name="GluePoint20Y" fmla="*/ 90488 h 1204245"/>
                <a:gd name="GluePoint21X" fmla="*/ 815912 w 1126902"/>
                <a:gd name="GluePoint21Y" fmla="*/ 90773 h 1204245"/>
                <a:gd name="GluePoint22X" fmla="*/ 1052513 w 1126902"/>
                <a:gd name="GluePoint22Y" fmla="*/ 302895 h 1204245"/>
                <a:gd name="GluePoint23X" fmla="*/ 1053084 w 1126902"/>
                <a:gd name="GluePoint23Y" fmla="*/ 312420 h 1204245"/>
                <a:gd name="GluePoint24X" fmla="*/ 1126903 w 1126902"/>
                <a:gd name="GluePoint24Y" fmla="*/ 312420 h 1204245"/>
                <a:gd name="GluePoint25X" fmla="*/ 1126903 w 1126902"/>
                <a:gd name="GluePoint25Y" fmla="*/ 0 h 1204245"/>
                <a:gd name="GluePoint26X" fmla="*/ 563404 w 1126902"/>
                <a:gd name="GluePoint26Y" fmla="*/ 2857 h 1204245"/>
                <a:gd name="GluePoint27X" fmla="*/ 0 w 1126902"/>
                <a:gd name="GluePoint27Y" fmla="*/ 0 h 1204245"/>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 ang="0">
                  <a:pos x="GluePoint16X" y="GluePoint16Y"/>
                </a:cxn>
                <a:cxn ang="0">
                  <a:pos x="GluePoint17X" y="GluePoint17Y"/>
                </a:cxn>
                <a:cxn ang="0">
                  <a:pos x="GluePoint18X" y="GluePoint18Y"/>
                </a:cxn>
                <a:cxn ang="0">
                  <a:pos x="GluePoint19X" y="GluePoint19Y"/>
                </a:cxn>
                <a:cxn ang="0">
                  <a:pos x="GluePoint20X" y="GluePoint20Y"/>
                </a:cxn>
                <a:cxn ang="0">
                  <a:pos x="GluePoint21X" y="GluePoint21Y"/>
                </a:cxn>
                <a:cxn ang="0">
                  <a:pos x="GluePoint22X" y="GluePoint22Y"/>
                </a:cxn>
                <a:cxn ang="0">
                  <a:pos x="GluePoint23X" y="GluePoint23Y"/>
                </a:cxn>
                <a:cxn ang="0">
                  <a:pos x="GluePoint24X" y="GluePoint24Y"/>
                </a:cxn>
                <a:cxn ang="0">
                  <a:pos x="GluePoint25X" y="GluePoint25Y"/>
                </a:cxn>
                <a:cxn ang="0">
                  <a:pos x="GluePoint26X" y="GluePoint26Y"/>
                </a:cxn>
                <a:cxn ang="0">
                  <a:pos x="GluePoint27X" y="GluePoint27Y"/>
                </a:cxn>
              </a:cxnLst>
              <a:rect l="textAreaLeft" t="textAreaTop" r="textAreaRight" b="textAreaBottom"/>
              <a:pathLst>
                <a:path w="1126902" h="1204245">
                  <a:moveTo>
                    <a:pt x="0" y="0"/>
                  </a:moveTo>
                  <a:lnTo>
                    <a:pt x="0" y="312420"/>
                  </a:lnTo>
                  <a:lnTo>
                    <a:pt x="74295" y="312420"/>
                  </a:lnTo>
                  <a:lnTo>
                    <a:pt x="74581" y="302609"/>
                  </a:lnTo>
                  <a:cubicBezTo>
                    <a:pt x="81344" y="99346"/>
                    <a:pt x="159163" y="90773"/>
                    <a:pt x="334328" y="90773"/>
                  </a:cubicBezTo>
                  <a:cubicBezTo>
                    <a:pt x="340328" y="90773"/>
                    <a:pt x="346424" y="90773"/>
                    <a:pt x="352330" y="90678"/>
                  </a:cubicBezTo>
                  <a:cubicBezTo>
                    <a:pt x="395859" y="90392"/>
                    <a:pt x="437007" y="90106"/>
                    <a:pt x="453200" y="106204"/>
                  </a:cubicBezTo>
                  <a:cubicBezTo>
                    <a:pt x="458629" y="111538"/>
                    <a:pt x="461201" y="118967"/>
                    <a:pt x="461201" y="128873"/>
                  </a:cubicBezTo>
                  <a:lnTo>
                    <a:pt x="461201" y="950119"/>
                  </a:lnTo>
                  <a:cubicBezTo>
                    <a:pt x="461201" y="1072039"/>
                    <a:pt x="444151" y="1122426"/>
                    <a:pt x="272510" y="1129475"/>
                  </a:cubicBezTo>
                  <a:lnTo>
                    <a:pt x="262700" y="1129856"/>
                  </a:lnTo>
                  <a:lnTo>
                    <a:pt x="262700" y="1204246"/>
                  </a:lnTo>
                  <a:cubicBezTo>
                    <a:pt x="262700" y="1204246"/>
                    <a:pt x="462725" y="1196911"/>
                    <a:pt x="578548" y="1196911"/>
                  </a:cubicBezTo>
                  <a:cubicBezTo>
                    <a:pt x="666941" y="1196911"/>
                    <a:pt x="864203" y="1204246"/>
                    <a:pt x="864203" y="1204246"/>
                  </a:cubicBezTo>
                  <a:lnTo>
                    <a:pt x="864203" y="1129856"/>
                  </a:lnTo>
                  <a:lnTo>
                    <a:pt x="854393" y="1129475"/>
                  </a:lnTo>
                  <a:cubicBezTo>
                    <a:pt x="682752" y="1122426"/>
                    <a:pt x="665702" y="1072039"/>
                    <a:pt x="665702" y="950119"/>
                  </a:cubicBezTo>
                  <a:lnTo>
                    <a:pt x="665702" y="128873"/>
                  </a:lnTo>
                  <a:cubicBezTo>
                    <a:pt x="665702" y="120396"/>
                    <a:pt x="668369" y="113729"/>
                    <a:pt x="673608" y="108490"/>
                  </a:cubicBezTo>
                  <a:cubicBezTo>
                    <a:pt x="693420" y="89059"/>
                    <a:pt x="747903" y="89821"/>
                    <a:pt x="791718" y="90488"/>
                  </a:cubicBezTo>
                  <a:cubicBezTo>
                    <a:pt x="800005" y="90583"/>
                    <a:pt x="808196" y="90773"/>
                    <a:pt x="815912" y="90773"/>
                  </a:cubicBezTo>
                  <a:cubicBezTo>
                    <a:pt x="987267" y="90773"/>
                    <a:pt x="1042511" y="140303"/>
                    <a:pt x="1052513" y="302895"/>
                  </a:cubicBezTo>
                  <a:lnTo>
                    <a:pt x="1053084" y="312420"/>
                  </a:lnTo>
                  <a:lnTo>
                    <a:pt x="1126903" y="312420"/>
                  </a:lnTo>
                  <a:lnTo>
                    <a:pt x="1126903" y="0"/>
                  </a:lnTo>
                  <a:cubicBezTo>
                    <a:pt x="1126903" y="0"/>
                    <a:pt x="694468" y="2857"/>
                    <a:pt x="563404" y="2857"/>
                  </a:cubicBezTo>
                  <a:cubicBezTo>
                    <a:pt x="432340" y="2857"/>
                    <a:pt x="0" y="0"/>
                    <a:pt x="0" y="0"/>
                  </a:cubicBezTo>
                </a:path>
              </a:pathLst>
            </a:custGeom>
            <a:solidFill>
              <a:schemeClr val="bg1"/>
            </a:solidFill>
            <a:ln w="9525">
              <a:noFill/>
            </a:ln>
          </p:spPr>
          <p:style>
            <a:lnRef idx="0"/>
            <a:fillRef idx="0"/>
            <a:effectRef idx="0"/>
            <a:fontRef idx="minor"/>
          </p:style>
          <p:txBody>
            <a:bodyPr lIns="90000" tIns="45000" rIns="90000" bIns="45000" anchor="ctr">
              <a:noAutofit/>
            </a:bodyPr>
            <a:p>
              <a:endParaRPr lang="en-US" sz="1800" b="0" u="none" strike="noStrike">
                <a:solidFill>
                  <a:schemeClr val="dk1"/>
                </a:solidFill>
                <a:effectLst/>
                <a:uFillTx/>
                <a:latin typeface="Arial"/>
              </a:endParaRPr>
            </a:p>
          </p:txBody>
        </p:sp>
        <p:sp>
          <p:nvSpPr>
            <p:cNvPr id="150" name="Freeform 19"/>
            <p:cNvSpPr/>
            <p:nvPr/>
          </p:nvSpPr>
          <p:spPr>
            <a:xfrm>
              <a:off x="201960" y="6414120"/>
              <a:ext cx="297720" cy="300240"/>
            </a:xfrm>
            <a:custGeom>
              <a:avLst/>
              <a:gdLst>
                <a:gd name="textAreaLeft" fmla="*/ 0 w 297720"/>
                <a:gd name="textAreaRight" fmla="*/ 299160 w 297720"/>
                <a:gd name="textAreaTop" fmla="*/ 0 h 300240"/>
                <a:gd name="textAreaBottom" fmla="*/ 301680 h 300240"/>
                <a:gd name="GluePoint1X" fmla="*/ 372618 w 1195101"/>
                <a:gd name="GluePoint1Y" fmla="*/ 571786 h 1204626"/>
                <a:gd name="GluePoint2X" fmla="*/ 372523 w 1195101"/>
                <a:gd name="GluePoint2Y" fmla="*/ 134303 h 1204626"/>
                <a:gd name="GluePoint3X" fmla="*/ 386239 w 1195101"/>
                <a:gd name="GluePoint3Y" fmla="*/ 86487 h 1204626"/>
                <a:gd name="GluePoint4X" fmla="*/ 498348 w 1195101"/>
                <a:gd name="GluePoint4Y" fmla="*/ 85630 h 1204626"/>
                <a:gd name="GluePoint5X" fmla="*/ 738473 w 1195101"/>
                <a:gd name="GluePoint5Y" fmla="*/ 330518 h 1204626"/>
                <a:gd name="GluePoint6X" fmla="*/ 640747 w 1195101"/>
                <a:gd name="GluePoint6Y" fmla="*/ 541687 h 1204626"/>
                <a:gd name="GluePoint7X" fmla="*/ 372618 w 1195101"/>
                <a:gd name="GluePoint7Y" fmla="*/ 571786 h 1204626"/>
                <a:gd name="GluePoint8X" fmla="*/ 1186529 w 1195101"/>
                <a:gd name="GluePoint8Y" fmla="*/ 1129760 h 1204626"/>
                <a:gd name="GluePoint9X" fmla="*/ 1017461 w 1195101"/>
                <a:gd name="GluePoint9Y" fmla="*/ 1040702 h 1204626"/>
                <a:gd name="GluePoint10X" fmla="*/ 661797 w 1195101"/>
                <a:gd name="GluePoint10Y" fmla="*/ 632460 h 1204626"/>
                <a:gd name="GluePoint11X" fmla="*/ 964597 w 1195101"/>
                <a:gd name="GluePoint11Y" fmla="*/ 305371 h 1204626"/>
                <a:gd name="GluePoint12X" fmla="*/ 831056 w 1195101"/>
                <a:gd name="GluePoint12Y" fmla="*/ 55816 h 1204626"/>
                <a:gd name="GluePoint13X" fmla="*/ 544639 w 1195101"/>
                <a:gd name="GluePoint13Y" fmla="*/ 190 h 1204626"/>
                <a:gd name="GluePoint14X" fmla="*/ 317468 w 1195101"/>
                <a:gd name="GluePoint14Y" fmla="*/ 4191 h 1204626"/>
                <a:gd name="GluePoint15X" fmla="*/ 191 w 1195101"/>
                <a:gd name="GluePoint15Y" fmla="*/ 0 h 1204626"/>
                <a:gd name="GluePoint16X" fmla="*/ 191 w 1195101"/>
                <a:gd name="GluePoint16Y" fmla="*/ 74866 h 1204626"/>
                <a:gd name="GluePoint17X" fmla="*/ 15050 w 1195101"/>
                <a:gd name="GluePoint17Y" fmla="*/ 74866 h 1204626"/>
                <a:gd name="GluePoint18X" fmla="*/ 152781 w 1195101"/>
                <a:gd name="GluePoint18Y" fmla="*/ 128683 h 1204626"/>
                <a:gd name="GluePoint19X" fmla="*/ 168307 w 1195101"/>
                <a:gd name="GluePoint19Y" fmla="*/ 350139 h 1204626"/>
                <a:gd name="GluePoint20X" fmla="*/ 168307 w 1195101"/>
                <a:gd name="GluePoint20Y" fmla="*/ 841248 h 1204626"/>
                <a:gd name="GluePoint21X" fmla="*/ 161068 w 1195101"/>
                <a:gd name="GluePoint21Y" fmla="*/ 1034129 h 1204626"/>
                <a:gd name="GluePoint22X" fmla="*/ 152686 w 1195101"/>
                <a:gd name="GluePoint22Y" fmla="*/ 1075944 h 1204626"/>
                <a:gd name="GluePoint23X" fmla="*/ 10382 w 1195101"/>
                <a:gd name="GluePoint23Y" fmla="*/ 1129665 h 1204626"/>
                <a:gd name="GluePoint24X" fmla="*/ 0 w 1195101"/>
                <a:gd name="GluePoint24Y" fmla="*/ 1129665 h 1204626"/>
                <a:gd name="GluePoint25X" fmla="*/ 0 w 1195101"/>
                <a:gd name="GluePoint25Y" fmla="*/ 1204532 h 1204626"/>
                <a:gd name="GluePoint26X" fmla="*/ 278225 w 1195101"/>
                <a:gd name="GluePoint26Y" fmla="*/ 1197102 h 1204626"/>
                <a:gd name="GluePoint27X" fmla="*/ 540734 w 1195101"/>
                <a:gd name="GluePoint27Y" fmla="*/ 1204532 h 1204626"/>
                <a:gd name="GluePoint28X" fmla="*/ 540734 w 1195101"/>
                <a:gd name="GluePoint28Y" fmla="*/ 1129665 h 1204626"/>
                <a:gd name="GluePoint29X" fmla="*/ 525971 w 1195101"/>
                <a:gd name="GluePoint29Y" fmla="*/ 1129665 h 1204626"/>
                <a:gd name="GluePoint30X" fmla="*/ 388239 w 1195101"/>
                <a:gd name="GluePoint30Y" fmla="*/ 1075754 h 1204626"/>
                <a:gd name="GluePoint31X" fmla="*/ 379857 w 1195101"/>
                <a:gd name="GluePoint31Y" fmla="*/ 1034034 h 1204626"/>
                <a:gd name="GluePoint32X" fmla="*/ 372618 w 1195101"/>
                <a:gd name="GluePoint32Y" fmla="*/ 854297 h 1204626"/>
                <a:gd name="GluePoint33X" fmla="*/ 372618 w 1195101"/>
                <a:gd name="GluePoint33Y" fmla="*/ 653510 h 1204626"/>
                <a:gd name="GluePoint34X" fmla="*/ 479107 w 1195101"/>
                <a:gd name="GluePoint34Y" fmla="*/ 702469 h 1204626"/>
                <a:gd name="GluePoint35X" fmla="*/ 501110 w 1195101"/>
                <a:gd name="GluePoint35Y" fmla="*/ 728472 h 1204626"/>
                <a:gd name="GluePoint36X" fmla="*/ 797909 w 1195101"/>
                <a:gd name="GluePoint36Y" fmla="*/ 1096804 h 1204626"/>
                <a:gd name="GluePoint37X" fmla="*/ 885158 w 1195101"/>
                <a:gd name="GluePoint37Y" fmla="*/ 1204532 h 1204626"/>
                <a:gd name="GluePoint38X" fmla="*/ 1027366 w 1195101"/>
                <a:gd name="GluePoint38Y" fmla="*/ 1200436 h 1204626"/>
                <a:gd name="GluePoint39X" fmla="*/ 1195102 w 1195101"/>
                <a:gd name="GluePoint39Y" fmla="*/ 1204627 h 1204626"/>
                <a:gd name="GluePoint40X" fmla="*/ 1195102 w 1195101"/>
                <a:gd name="GluePoint40Y" fmla="*/ 1131094 h 1204626"/>
                <a:gd name="GluePoint41X" fmla="*/ 1186529 w 1195101"/>
                <a:gd name="GluePoint41Y" fmla="*/ 1129760 h 1204626"/>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 ang="0">
                  <a:pos x="GluePoint16X" y="GluePoint16Y"/>
                </a:cxn>
                <a:cxn ang="0">
                  <a:pos x="GluePoint17X" y="GluePoint17Y"/>
                </a:cxn>
                <a:cxn ang="0">
                  <a:pos x="GluePoint18X" y="GluePoint18Y"/>
                </a:cxn>
                <a:cxn ang="0">
                  <a:pos x="GluePoint19X" y="GluePoint19Y"/>
                </a:cxn>
                <a:cxn ang="0">
                  <a:pos x="GluePoint20X" y="GluePoint20Y"/>
                </a:cxn>
                <a:cxn ang="0">
                  <a:pos x="GluePoint21X" y="GluePoint21Y"/>
                </a:cxn>
                <a:cxn ang="0">
                  <a:pos x="GluePoint22X" y="GluePoint22Y"/>
                </a:cxn>
                <a:cxn ang="0">
                  <a:pos x="GluePoint23X" y="GluePoint23Y"/>
                </a:cxn>
                <a:cxn ang="0">
                  <a:pos x="GluePoint24X" y="GluePoint24Y"/>
                </a:cxn>
                <a:cxn ang="0">
                  <a:pos x="GluePoint25X" y="GluePoint25Y"/>
                </a:cxn>
                <a:cxn ang="0">
                  <a:pos x="GluePoint26X" y="GluePoint26Y"/>
                </a:cxn>
                <a:cxn ang="0">
                  <a:pos x="GluePoint27X" y="GluePoint27Y"/>
                </a:cxn>
                <a:cxn ang="0">
                  <a:pos x="GluePoint28X" y="GluePoint28Y"/>
                </a:cxn>
                <a:cxn ang="0">
                  <a:pos x="GluePoint29X" y="GluePoint29Y"/>
                </a:cxn>
                <a:cxn ang="0">
                  <a:pos x="GluePoint30X" y="GluePoint30Y"/>
                </a:cxn>
                <a:cxn ang="0">
                  <a:pos x="GluePoint31X" y="GluePoint31Y"/>
                </a:cxn>
                <a:cxn ang="0">
                  <a:pos x="GluePoint32X" y="GluePoint32Y"/>
                </a:cxn>
                <a:cxn ang="0">
                  <a:pos x="GluePoint33X" y="GluePoint33Y"/>
                </a:cxn>
                <a:cxn ang="0">
                  <a:pos x="GluePoint34X" y="GluePoint34Y"/>
                </a:cxn>
                <a:cxn ang="0">
                  <a:pos x="GluePoint35X" y="GluePoint35Y"/>
                </a:cxn>
                <a:cxn ang="0">
                  <a:pos x="GluePoint36X" y="GluePoint36Y"/>
                </a:cxn>
                <a:cxn ang="0">
                  <a:pos x="GluePoint37X" y="GluePoint37Y"/>
                </a:cxn>
                <a:cxn ang="0">
                  <a:pos x="GluePoint38X" y="GluePoint38Y"/>
                </a:cxn>
                <a:cxn ang="0">
                  <a:pos x="GluePoint39X" y="GluePoint39Y"/>
                </a:cxn>
                <a:cxn ang="0">
                  <a:pos x="GluePoint40X" y="GluePoint40Y"/>
                </a:cxn>
                <a:cxn ang="0">
                  <a:pos x="GluePoint41X" y="GluePoint41Y"/>
                </a:cxn>
              </a:cxnLst>
              <a:rect l="textAreaLeft" t="textAreaTop" r="textAreaRight" b="textAreaBottom"/>
              <a:pathLst>
                <a:path w="1195101" h="1204626">
                  <a:moveTo>
                    <a:pt x="372618" y="571786"/>
                  </a:moveTo>
                  <a:cubicBezTo>
                    <a:pt x="372618" y="571786"/>
                    <a:pt x="372618" y="136874"/>
                    <a:pt x="372523" y="134303"/>
                  </a:cubicBezTo>
                  <a:cubicBezTo>
                    <a:pt x="372237" y="116967"/>
                    <a:pt x="371761" y="93250"/>
                    <a:pt x="386239" y="86487"/>
                  </a:cubicBezTo>
                  <a:cubicBezTo>
                    <a:pt x="396240" y="82105"/>
                    <a:pt x="493014" y="85630"/>
                    <a:pt x="498348" y="85630"/>
                  </a:cubicBezTo>
                  <a:cubicBezTo>
                    <a:pt x="650938" y="85630"/>
                    <a:pt x="738473" y="174974"/>
                    <a:pt x="738473" y="330518"/>
                  </a:cubicBezTo>
                  <a:cubicBezTo>
                    <a:pt x="738473" y="443960"/>
                    <a:pt x="708374" y="509016"/>
                    <a:pt x="640747" y="541687"/>
                  </a:cubicBezTo>
                  <a:cubicBezTo>
                    <a:pt x="577691" y="571976"/>
                    <a:pt x="372618" y="571786"/>
                    <a:pt x="372618" y="571786"/>
                  </a:cubicBezTo>
                  <a:moveTo>
                    <a:pt x="1186529" y="1129760"/>
                  </a:moveTo>
                  <a:cubicBezTo>
                    <a:pt x="1100138" y="1116235"/>
                    <a:pt x="1074134" y="1106424"/>
                    <a:pt x="1017461" y="1040702"/>
                  </a:cubicBezTo>
                  <a:lnTo>
                    <a:pt x="661797" y="632460"/>
                  </a:lnTo>
                  <a:cubicBezTo>
                    <a:pt x="849059" y="608076"/>
                    <a:pt x="964597" y="484251"/>
                    <a:pt x="964597" y="305371"/>
                  </a:cubicBezTo>
                  <a:cubicBezTo>
                    <a:pt x="964597" y="188976"/>
                    <a:pt x="919544" y="105061"/>
                    <a:pt x="831056" y="55816"/>
                  </a:cubicBezTo>
                  <a:cubicBezTo>
                    <a:pt x="763619" y="18383"/>
                    <a:pt x="670084" y="190"/>
                    <a:pt x="544639" y="190"/>
                  </a:cubicBezTo>
                  <a:cubicBezTo>
                    <a:pt x="507206" y="1143"/>
                    <a:pt x="416909" y="4191"/>
                    <a:pt x="317468" y="4191"/>
                  </a:cubicBezTo>
                  <a:cubicBezTo>
                    <a:pt x="214313" y="4191"/>
                    <a:pt x="191" y="0"/>
                    <a:pt x="191" y="0"/>
                  </a:cubicBezTo>
                  <a:lnTo>
                    <a:pt x="191" y="74866"/>
                  </a:lnTo>
                  <a:lnTo>
                    <a:pt x="15050" y="74866"/>
                  </a:lnTo>
                  <a:cubicBezTo>
                    <a:pt x="71818" y="74486"/>
                    <a:pt x="135731" y="74771"/>
                    <a:pt x="152781" y="128683"/>
                  </a:cubicBezTo>
                  <a:cubicBezTo>
                    <a:pt x="168307" y="175355"/>
                    <a:pt x="168307" y="306896"/>
                    <a:pt x="168307" y="350139"/>
                  </a:cubicBezTo>
                  <a:lnTo>
                    <a:pt x="168307" y="841248"/>
                  </a:lnTo>
                  <a:cubicBezTo>
                    <a:pt x="168307" y="895445"/>
                    <a:pt x="168307" y="977837"/>
                    <a:pt x="161068" y="1034129"/>
                  </a:cubicBezTo>
                  <a:cubicBezTo>
                    <a:pt x="158972" y="1050798"/>
                    <a:pt x="156210" y="1065276"/>
                    <a:pt x="152686" y="1075944"/>
                  </a:cubicBezTo>
                  <a:cubicBezTo>
                    <a:pt x="135350" y="1129665"/>
                    <a:pt x="66104" y="1129665"/>
                    <a:pt x="10382" y="1129665"/>
                  </a:cubicBezTo>
                  <a:lnTo>
                    <a:pt x="0" y="1129665"/>
                  </a:lnTo>
                  <a:lnTo>
                    <a:pt x="0" y="1204532"/>
                  </a:lnTo>
                  <a:cubicBezTo>
                    <a:pt x="0" y="1204532"/>
                    <a:pt x="166783" y="1197102"/>
                    <a:pt x="278225" y="1197102"/>
                  </a:cubicBezTo>
                  <a:cubicBezTo>
                    <a:pt x="374047" y="1197102"/>
                    <a:pt x="540734" y="1204246"/>
                    <a:pt x="540734" y="1204532"/>
                  </a:cubicBezTo>
                  <a:lnTo>
                    <a:pt x="540734" y="1129665"/>
                  </a:lnTo>
                  <a:lnTo>
                    <a:pt x="525971" y="1129665"/>
                  </a:lnTo>
                  <a:cubicBezTo>
                    <a:pt x="470059" y="1129951"/>
                    <a:pt x="406813" y="1129760"/>
                    <a:pt x="388239" y="1075754"/>
                  </a:cubicBezTo>
                  <a:cubicBezTo>
                    <a:pt x="384620" y="1065086"/>
                    <a:pt x="381953" y="1050607"/>
                    <a:pt x="379857" y="1034034"/>
                  </a:cubicBezTo>
                  <a:cubicBezTo>
                    <a:pt x="372618" y="978122"/>
                    <a:pt x="372618" y="898017"/>
                    <a:pt x="372618" y="854297"/>
                  </a:cubicBezTo>
                  <a:lnTo>
                    <a:pt x="372618" y="653510"/>
                  </a:lnTo>
                  <a:cubicBezTo>
                    <a:pt x="439198" y="654082"/>
                    <a:pt x="444913" y="661035"/>
                    <a:pt x="479107" y="702469"/>
                  </a:cubicBezTo>
                  <a:cubicBezTo>
                    <a:pt x="485489" y="710089"/>
                    <a:pt x="492728" y="718756"/>
                    <a:pt x="501110" y="728472"/>
                  </a:cubicBezTo>
                  <a:lnTo>
                    <a:pt x="797909" y="1096804"/>
                  </a:lnTo>
                  <a:lnTo>
                    <a:pt x="885158" y="1204532"/>
                  </a:lnTo>
                  <a:cubicBezTo>
                    <a:pt x="885158" y="1204532"/>
                    <a:pt x="980885" y="1200436"/>
                    <a:pt x="1027366" y="1200436"/>
                  </a:cubicBezTo>
                  <a:cubicBezTo>
                    <a:pt x="1094994" y="1200436"/>
                    <a:pt x="1195102" y="1204627"/>
                    <a:pt x="1195102" y="1204627"/>
                  </a:cubicBezTo>
                  <a:lnTo>
                    <a:pt x="1195102" y="1131094"/>
                  </a:lnTo>
                  <a:lnTo>
                    <a:pt x="1186529" y="1129760"/>
                  </a:lnTo>
                  <a:close/>
                </a:path>
              </a:pathLst>
            </a:custGeom>
            <a:solidFill>
              <a:schemeClr val="bg1"/>
            </a:solidFill>
            <a:ln w="9525">
              <a:noFill/>
            </a:ln>
          </p:spPr>
          <p:style>
            <a:lnRef idx="0"/>
            <a:fillRef idx="0"/>
            <a:effectRef idx="0"/>
            <a:fontRef idx="minor"/>
          </p:style>
          <p:txBody>
            <a:bodyPr lIns="90000" tIns="45000" rIns="90000" bIns="45000" anchor="ctr">
              <a:noAutofit/>
            </a:bodyPr>
            <a:p>
              <a:endParaRPr lang="en-US" sz="1800" b="0" u="none" strike="noStrike">
                <a:solidFill>
                  <a:schemeClr val="dk1"/>
                </a:solidFill>
                <a:effectLst/>
                <a:uFillTx/>
                <a:latin typeface="Arial"/>
              </a:endParaRPr>
            </a:p>
          </p:txBody>
        </p:sp>
      </p:grpSp>
      <p:sp>
        <p:nvSpPr>
          <p:cNvPr id="151" name="PlaceHolder 1"/>
          <p:cNvSpPr>
            <a:spLocks noGrp="1"/>
          </p:cNvSpPr>
          <p:nvPr>
            <p:ph type="title" hasCustomPrompt="1"/>
          </p:nvPr>
        </p:nvSpPr>
        <p:spPr>
          <a:xfrm>
            <a:off x="2395440" y="2361960"/>
            <a:ext cx="9503280" cy="1616040"/>
          </a:xfrm>
          <a:prstGeom prst="rect">
            <a:avLst/>
          </a:prstGeom>
          <a:noFill/>
          <a:ln w="0">
            <a:noFill/>
          </a:ln>
        </p:spPr>
        <p:txBody>
          <a:bodyPr lIns="90000" tIns="45000" rIns="90000" bIns="45000" anchor="t">
            <a:normAutofit/>
          </a:bodyPr>
          <a:lstStyle>
            <a:lvl1pPr indent="0" algn="l" defTabSz="914400">
              <a:lnSpc>
                <a:spcPct val="90000"/>
              </a:lnSpc>
              <a:buNone/>
              <a:tabLst>
                <a:tab pos="0" algn="l"/>
              </a:tabLst>
              <a:defRPr lang="en-US" sz="5400" b="1" u="none" strike="noStrike">
                <a:solidFill>
                  <a:srgbClr val="F86901"/>
                </a:solidFill>
                <a:effectLst/>
                <a:uFillTx/>
                <a:latin typeface="Arial"/>
              </a:defRPr>
            </a:lvl1pPr>
          </a:lstStyle>
          <a:p>
            <a:pPr indent="0" algn="l" defTabSz="914400">
              <a:lnSpc>
                <a:spcPct val="90000"/>
              </a:lnSpc>
              <a:buNone/>
              <a:tabLst>
                <a:tab pos="0" algn="l"/>
              </a:tabLst>
            </a:pPr>
            <a:r>
              <a:rPr lang="en-US" sz="5400" b="1" u="none" strike="noStrike">
                <a:solidFill>
                  <a:srgbClr val="F86901"/>
                </a:solidFill>
                <a:effectLst/>
                <a:uFillTx/>
                <a:latin typeface="Arial"/>
              </a:rPr>
              <a:t>Quote here quote here quote here.</a:t>
            </a:r>
            <a:endParaRPr lang="en-US" sz="5400" b="1" u="none" strike="noStrike">
              <a:solidFill>
                <a:srgbClr val="F86901"/>
              </a:solidFill>
              <a:effectLst/>
              <a:uFillTx/>
              <a:latin typeface="Arial"/>
            </a:endParaRPr>
          </a:p>
        </p:txBody>
      </p:sp>
    </p:spTree>
  </p:cSld>
</p:sldLayout>
</file>

<file path=ppt/slideLayouts/slideLayout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Quote 3 Reference">
    <p:bg>
      <p:bgPr>
        <a:solidFill>
          <a:srgbClr val="FFFFFF"/>
        </a:solidFill>
      </p:bgPr>
    </p:bg>
    <p:spTree>
      <p:nvGrpSpPr>
        <p:cNvPr id="1" name=""/>
        <p:cNvGrpSpPr/>
        <p:nvPr/>
      </p:nvGrpSpPr>
      <p:grpSpPr>
        <a:xfrm>
          <a:off x="0" y="0"/>
          <a:ext cx="0" cy="0"/>
          <a:chOff x="0" y="0"/>
          <a:chExt cx="0" cy="0"/>
        </a:xfrm>
      </p:grpSpPr>
      <p:sp>
        <p:nvSpPr>
          <p:cNvPr id="152" name="Rectangle 5"/>
          <p:cNvSpPr/>
          <p:nvPr/>
        </p:nvSpPr>
        <p:spPr>
          <a:xfrm>
            <a:off x="0" y="0"/>
            <a:ext cx="12190680" cy="666000"/>
          </a:xfrm>
          <a:prstGeom prst="rect">
            <a:avLst/>
          </a:prstGeom>
          <a:solidFill>
            <a:srgbClr val="F86901"/>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p>
            <a:endParaRPr lang="en-US" sz="1800" b="0" u="none" strike="noStrike">
              <a:solidFill>
                <a:schemeClr val="lt1"/>
              </a:solidFill>
              <a:effectLst/>
              <a:uFillTx/>
              <a:latin typeface="Arial"/>
            </a:endParaRPr>
          </a:p>
        </p:txBody>
      </p:sp>
      <p:sp>
        <p:nvSpPr>
          <p:cNvPr id="153" name="TextBox 10"/>
          <p:cNvSpPr/>
          <p:nvPr/>
        </p:nvSpPr>
        <p:spPr>
          <a:xfrm>
            <a:off x="11689200" y="269640"/>
            <a:ext cx="476280" cy="238680"/>
          </a:xfrm>
          <a:prstGeom prst="rect">
            <a:avLst/>
          </a:prstGeom>
          <a:noFill/>
          <a:ln w="0">
            <a:noFill/>
          </a:ln>
        </p:spPr>
        <p:style>
          <a:lnRef idx="0"/>
          <a:fillRef idx="0"/>
          <a:effectRef idx="0"/>
          <a:fontRef idx="minor"/>
        </p:style>
        <p:txBody>
          <a:bodyPr lIns="90000" tIns="45000" rIns="90000" bIns="45000" anchor="t">
            <a:spAutoFit/>
          </a:bodyPr>
          <a:p>
            <a:pPr defTabSz="914400">
              <a:lnSpc>
                <a:spcPct val="80000"/>
              </a:lnSpc>
            </a:pPr>
            <a:r>
              <a:rPr lang="en-US" sz="1200" b="0" u="none" strike="noStrike">
                <a:solidFill>
                  <a:srgbClr val="E56B2A"/>
                </a:solidFill>
                <a:effectLst/>
                <a:uFillTx/>
                <a:latin typeface="Georgia"/>
              </a:rPr>
              <a:t> </a:t>
            </a:r>
            <a:fld id="{C91CF414-0A51-4744-910F-7E8FED815724}" type="slidenum">
              <a:rPr lang="en-US" sz="1130" b="0" u="none" strike="noStrike">
                <a:solidFill>
                  <a:schemeClr val="lt1"/>
                </a:solidFill>
                <a:effectLst/>
                <a:uFillTx/>
                <a:latin typeface="Arial"/>
              </a:rPr>
              <a:t>&lt;number&gt;</a:t>
            </a:fld>
            <a:endParaRPr lang="en-US" sz="1130" b="0" u="none" strike="noStrike">
              <a:solidFill>
                <a:srgbClr val="000000"/>
              </a:solidFill>
              <a:effectLst/>
              <a:uFillTx/>
              <a:latin typeface="Arial"/>
            </a:endParaRPr>
          </a:p>
        </p:txBody>
      </p:sp>
      <p:pic>
        <p:nvPicPr>
          <p:cNvPr id="154" name="Graphic 11"/>
          <p:cNvPicPr/>
          <p:nvPr/>
        </p:nvPicPr>
        <p:blipFill>
          <a:blip r:embed="rId2">
            <a:extLst>
              <a:ext uri="{96DAC541-7B7A-43D3-8B79-37D633B846F1}">
                <asvg:svgBlip xmlns:asvg="http://schemas.microsoft.com/office/drawing/2016/SVG/main" r:embed="rId3"/>
              </a:ext>
            </a:extLst>
          </a:blip>
          <a:stretch/>
        </p:blipFill>
        <p:spPr>
          <a:xfrm>
            <a:off x="9069840" y="240840"/>
            <a:ext cx="2699280" cy="238680"/>
          </a:xfrm>
          <a:prstGeom prst="rect">
            <a:avLst/>
          </a:prstGeom>
          <a:noFill/>
          <a:ln w="0">
            <a:noFill/>
          </a:ln>
        </p:spPr>
      </p:pic>
      <p:grpSp>
        <p:nvGrpSpPr>
          <p:cNvPr id="155" name="Graphic 22"/>
          <p:cNvGrpSpPr/>
          <p:nvPr/>
        </p:nvGrpSpPr>
        <p:grpSpPr>
          <a:xfrm>
            <a:off x="201960" y="195840"/>
            <a:ext cx="797760" cy="300600"/>
            <a:chOff x="201960" y="195840"/>
            <a:chExt cx="797760" cy="300600"/>
          </a:xfrm>
        </p:grpSpPr>
        <p:sp>
          <p:nvSpPr>
            <p:cNvPr id="156" name="Freeform 2"/>
            <p:cNvSpPr/>
            <p:nvPr/>
          </p:nvSpPr>
          <p:spPr>
            <a:xfrm>
              <a:off x="540720" y="195840"/>
              <a:ext cx="135720" cy="300240"/>
            </a:xfrm>
            <a:custGeom>
              <a:avLst/>
              <a:gdLst>
                <a:gd name="textAreaLeft" fmla="*/ 0 w 135720"/>
                <a:gd name="textAreaRight" fmla="*/ 137160 w 135720"/>
                <a:gd name="textAreaTop" fmla="*/ 0 h 300240"/>
                <a:gd name="textAreaBottom" fmla="*/ 301680 h 300240"/>
                <a:gd name="GluePoint1X" fmla="*/ 393478 w 547877"/>
                <a:gd name="GluePoint1Y" fmla="*/ 129064 h 1204531"/>
                <a:gd name="GluePoint2X" fmla="*/ 537686 w 547877"/>
                <a:gd name="GluePoint2Y" fmla="*/ 74771 h 1204531"/>
                <a:gd name="GluePoint3X" fmla="*/ 547878 w 547877"/>
                <a:gd name="GluePoint3Y" fmla="*/ 74771 h 1204531"/>
                <a:gd name="GluePoint4X" fmla="*/ 547878 w 547877"/>
                <a:gd name="GluePoint4Y" fmla="*/ 0 h 1204531"/>
                <a:gd name="GluePoint5X" fmla="*/ 267938 w 547877"/>
                <a:gd name="GluePoint5Y" fmla="*/ 4667 h 1204531"/>
                <a:gd name="GluePoint6X" fmla="*/ 0 w 547877"/>
                <a:gd name="GluePoint6Y" fmla="*/ 0 h 1204531"/>
                <a:gd name="GluePoint7X" fmla="*/ 0 w 547877"/>
                <a:gd name="GluePoint7Y" fmla="*/ 74771 h 1204531"/>
                <a:gd name="GluePoint8X" fmla="*/ 10192 w 547877"/>
                <a:gd name="GluePoint8Y" fmla="*/ 74771 h 1204531"/>
                <a:gd name="GluePoint9X" fmla="*/ 154400 w 547877"/>
                <a:gd name="GluePoint9Y" fmla="*/ 128968 h 1204531"/>
                <a:gd name="GluePoint10X" fmla="*/ 171640 w 547877"/>
                <a:gd name="GluePoint10Y" fmla="*/ 363188 h 1204531"/>
                <a:gd name="GluePoint11X" fmla="*/ 171640 w 547877"/>
                <a:gd name="GluePoint11Y" fmla="*/ 841153 h 1204531"/>
                <a:gd name="GluePoint12X" fmla="*/ 154496 w 547877"/>
                <a:gd name="GluePoint12Y" fmla="*/ 1075373 h 1204531"/>
                <a:gd name="GluePoint13X" fmla="*/ 10192 w 547877"/>
                <a:gd name="GluePoint13Y" fmla="*/ 1129569 h 1204531"/>
                <a:gd name="GluePoint14X" fmla="*/ 0 w 547877"/>
                <a:gd name="GluePoint14Y" fmla="*/ 1129569 h 1204531"/>
                <a:gd name="GluePoint15X" fmla="*/ 0 w 547877"/>
                <a:gd name="GluePoint15Y" fmla="*/ 1204531 h 1204531"/>
                <a:gd name="GluePoint16X" fmla="*/ 268224 w 547877"/>
                <a:gd name="GluePoint16Y" fmla="*/ 1197102 h 1204531"/>
                <a:gd name="GluePoint17X" fmla="*/ 547878 w 547877"/>
                <a:gd name="GluePoint17Y" fmla="*/ 1204531 h 1204531"/>
                <a:gd name="GluePoint18X" fmla="*/ 547878 w 547877"/>
                <a:gd name="GluePoint18Y" fmla="*/ 1129569 h 1204531"/>
                <a:gd name="GluePoint19X" fmla="*/ 537686 w 547877"/>
                <a:gd name="GluePoint19Y" fmla="*/ 1129569 h 1204531"/>
                <a:gd name="GluePoint20X" fmla="*/ 393478 w 547877"/>
                <a:gd name="GluePoint20Y" fmla="*/ 1075468 h 1204531"/>
                <a:gd name="GluePoint21X" fmla="*/ 376333 w 547877"/>
                <a:gd name="GluePoint21Y" fmla="*/ 841153 h 1204531"/>
                <a:gd name="GluePoint22X" fmla="*/ 376333 w 547877"/>
                <a:gd name="GluePoint22Y" fmla="*/ 363188 h 1204531"/>
                <a:gd name="GluePoint23X" fmla="*/ 393478 w 547877"/>
                <a:gd name="GluePoint23Y" fmla="*/ 129064 h 1204531"/>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 ang="0">
                  <a:pos x="GluePoint16X" y="GluePoint16Y"/>
                </a:cxn>
                <a:cxn ang="0">
                  <a:pos x="GluePoint17X" y="GluePoint17Y"/>
                </a:cxn>
                <a:cxn ang="0">
                  <a:pos x="GluePoint18X" y="GluePoint18Y"/>
                </a:cxn>
                <a:cxn ang="0">
                  <a:pos x="GluePoint19X" y="GluePoint19Y"/>
                </a:cxn>
                <a:cxn ang="0">
                  <a:pos x="GluePoint20X" y="GluePoint20Y"/>
                </a:cxn>
                <a:cxn ang="0">
                  <a:pos x="GluePoint21X" y="GluePoint21Y"/>
                </a:cxn>
                <a:cxn ang="0">
                  <a:pos x="GluePoint22X" y="GluePoint22Y"/>
                </a:cxn>
                <a:cxn ang="0">
                  <a:pos x="GluePoint23X" y="GluePoint23Y"/>
                </a:cxn>
              </a:cxnLst>
              <a:rect l="textAreaLeft" t="textAreaTop" r="textAreaRight" b="textAreaBottom"/>
              <a:pathLst>
                <a:path w="547877" h="1204531">
                  <a:moveTo>
                    <a:pt x="393478" y="129064"/>
                  </a:moveTo>
                  <a:cubicBezTo>
                    <a:pt x="414242" y="74771"/>
                    <a:pt x="482727" y="74771"/>
                    <a:pt x="537686" y="74771"/>
                  </a:cubicBezTo>
                  <a:lnTo>
                    <a:pt x="547878" y="74771"/>
                  </a:lnTo>
                  <a:lnTo>
                    <a:pt x="547878" y="0"/>
                  </a:lnTo>
                  <a:cubicBezTo>
                    <a:pt x="547878" y="0"/>
                    <a:pt x="333565" y="4667"/>
                    <a:pt x="267938" y="4667"/>
                  </a:cubicBezTo>
                  <a:cubicBezTo>
                    <a:pt x="200406" y="4667"/>
                    <a:pt x="0" y="0"/>
                    <a:pt x="0" y="0"/>
                  </a:cubicBezTo>
                  <a:lnTo>
                    <a:pt x="0" y="74771"/>
                  </a:lnTo>
                  <a:lnTo>
                    <a:pt x="10192" y="74771"/>
                  </a:lnTo>
                  <a:cubicBezTo>
                    <a:pt x="65246" y="74771"/>
                    <a:pt x="133731" y="74771"/>
                    <a:pt x="154400" y="128968"/>
                  </a:cubicBezTo>
                  <a:cubicBezTo>
                    <a:pt x="171640" y="175450"/>
                    <a:pt x="171640" y="307086"/>
                    <a:pt x="171640" y="363188"/>
                  </a:cubicBezTo>
                  <a:lnTo>
                    <a:pt x="171640" y="841153"/>
                  </a:lnTo>
                  <a:cubicBezTo>
                    <a:pt x="171640" y="897350"/>
                    <a:pt x="171640" y="1028890"/>
                    <a:pt x="154496" y="1075373"/>
                  </a:cubicBezTo>
                  <a:cubicBezTo>
                    <a:pt x="133731" y="1129569"/>
                    <a:pt x="65246" y="1129569"/>
                    <a:pt x="10192" y="1129569"/>
                  </a:cubicBezTo>
                  <a:lnTo>
                    <a:pt x="0" y="1129569"/>
                  </a:lnTo>
                  <a:lnTo>
                    <a:pt x="0" y="1204531"/>
                  </a:lnTo>
                  <a:cubicBezTo>
                    <a:pt x="0" y="1204341"/>
                    <a:pt x="173260" y="1197102"/>
                    <a:pt x="268224" y="1197102"/>
                  </a:cubicBezTo>
                  <a:cubicBezTo>
                    <a:pt x="377476" y="1197102"/>
                    <a:pt x="547878" y="1204531"/>
                    <a:pt x="547878" y="1204531"/>
                  </a:cubicBezTo>
                  <a:lnTo>
                    <a:pt x="547878" y="1129569"/>
                  </a:lnTo>
                  <a:lnTo>
                    <a:pt x="537686" y="1129569"/>
                  </a:lnTo>
                  <a:cubicBezTo>
                    <a:pt x="482727" y="1129569"/>
                    <a:pt x="414242" y="1129569"/>
                    <a:pt x="393478" y="1075468"/>
                  </a:cubicBezTo>
                  <a:cubicBezTo>
                    <a:pt x="376333" y="1028890"/>
                    <a:pt x="376333" y="897350"/>
                    <a:pt x="376333" y="841153"/>
                  </a:cubicBezTo>
                  <a:lnTo>
                    <a:pt x="376333" y="363188"/>
                  </a:lnTo>
                  <a:cubicBezTo>
                    <a:pt x="376333" y="307086"/>
                    <a:pt x="376333" y="175450"/>
                    <a:pt x="393478" y="129064"/>
                  </a:cubicBezTo>
                </a:path>
              </a:pathLst>
            </a:custGeom>
            <a:solidFill>
              <a:schemeClr val="bg1"/>
            </a:solidFill>
            <a:ln w="9525">
              <a:noFill/>
            </a:ln>
          </p:spPr>
          <p:style>
            <a:lnRef idx="0"/>
            <a:fillRef idx="0"/>
            <a:effectRef idx="0"/>
            <a:fontRef idx="minor"/>
          </p:style>
          <p:txBody>
            <a:bodyPr lIns="68040" tIns="45000" rIns="68040" bIns="45000" anchor="ctr">
              <a:noAutofit/>
            </a:bodyPr>
            <a:p>
              <a:endParaRPr lang="en-US" sz="1800" b="0" u="none" strike="noStrike">
                <a:solidFill>
                  <a:schemeClr val="dk1"/>
                </a:solidFill>
                <a:effectLst/>
                <a:uFillTx/>
                <a:latin typeface="Arial"/>
              </a:endParaRPr>
            </a:p>
          </p:txBody>
        </p:sp>
        <p:sp>
          <p:nvSpPr>
            <p:cNvPr id="157" name="Freeform 3"/>
            <p:cNvSpPr/>
            <p:nvPr/>
          </p:nvSpPr>
          <p:spPr>
            <a:xfrm>
              <a:off x="718920" y="196200"/>
              <a:ext cx="280800" cy="300240"/>
            </a:xfrm>
            <a:custGeom>
              <a:avLst/>
              <a:gdLst>
                <a:gd name="textAreaLeft" fmla="*/ 0 w 280800"/>
                <a:gd name="textAreaRight" fmla="*/ 282240 w 280800"/>
                <a:gd name="textAreaTop" fmla="*/ 0 h 300240"/>
                <a:gd name="textAreaBottom" fmla="*/ 301680 h 300240"/>
                <a:gd name="GluePoint1X" fmla="*/ 0 w 1126902"/>
                <a:gd name="GluePoint1Y" fmla="*/ 0 h 1204245"/>
                <a:gd name="GluePoint2X" fmla="*/ 0 w 1126902"/>
                <a:gd name="GluePoint2Y" fmla="*/ 312420 h 1204245"/>
                <a:gd name="GluePoint3X" fmla="*/ 74295 w 1126902"/>
                <a:gd name="GluePoint3Y" fmla="*/ 312420 h 1204245"/>
                <a:gd name="GluePoint4X" fmla="*/ 74581 w 1126902"/>
                <a:gd name="GluePoint4Y" fmla="*/ 302609 h 1204245"/>
                <a:gd name="GluePoint5X" fmla="*/ 334328 w 1126902"/>
                <a:gd name="GluePoint5Y" fmla="*/ 90773 h 1204245"/>
                <a:gd name="GluePoint6X" fmla="*/ 352330 w 1126902"/>
                <a:gd name="GluePoint6Y" fmla="*/ 90678 h 1204245"/>
                <a:gd name="GluePoint7X" fmla="*/ 453200 w 1126902"/>
                <a:gd name="GluePoint7Y" fmla="*/ 106204 h 1204245"/>
                <a:gd name="GluePoint8X" fmla="*/ 461201 w 1126902"/>
                <a:gd name="GluePoint8Y" fmla="*/ 128873 h 1204245"/>
                <a:gd name="GluePoint9X" fmla="*/ 461201 w 1126902"/>
                <a:gd name="GluePoint9Y" fmla="*/ 950119 h 1204245"/>
                <a:gd name="GluePoint10X" fmla="*/ 272510 w 1126902"/>
                <a:gd name="GluePoint10Y" fmla="*/ 1129475 h 1204245"/>
                <a:gd name="GluePoint11X" fmla="*/ 262700 w 1126902"/>
                <a:gd name="GluePoint11Y" fmla="*/ 1129856 h 1204245"/>
                <a:gd name="GluePoint12X" fmla="*/ 262700 w 1126902"/>
                <a:gd name="GluePoint12Y" fmla="*/ 1204246 h 1204245"/>
                <a:gd name="GluePoint13X" fmla="*/ 578548 w 1126902"/>
                <a:gd name="GluePoint13Y" fmla="*/ 1196911 h 1204245"/>
                <a:gd name="GluePoint14X" fmla="*/ 864203 w 1126902"/>
                <a:gd name="GluePoint14Y" fmla="*/ 1204246 h 1204245"/>
                <a:gd name="GluePoint15X" fmla="*/ 864203 w 1126902"/>
                <a:gd name="GluePoint15Y" fmla="*/ 1129856 h 1204245"/>
                <a:gd name="GluePoint16X" fmla="*/ 854393 w 1126902"/>
                <a:gd name="GluePoint16Y" fmla="*/ 1129475 h 1204245"/>
                <a:gd name="GluePoint17X" fmla="*/ 665702 w 1126902"/>
                <a:gd name="GluePoint17Y" fmla="*/ 950119 h 1204245"/>
                <a:gd name="GluePoint18X" fmla="*/ 665702 w 1126902"/>
                <a:gd name="GluePoint18Y" fmla="*/ 128873 h 1204245"/>
                <a:gd name="GluePoint19X" fmla="*/ 673608 w 1126902"/>
                <a:gd name="GluePoint19Y" fmla="*/ 108490 h 1204245"/>
                <a:gd name="GluePoint20X" fmla="*/ 791718 w 1126902"/>
                <a:gd name="GluePoint20Y" fmla="*/ 90488 h 1204245"/>
                <a:gd name="GluePoint21X" fmla="*/ 815912 w 1126902"/>
                <a:gd name="GluePoint21Y" fmla="*/ 90773 h 1204245"/>
                <a:gd name="GluePoint22X" fmla="*/ 1052513 w 1126902"/>
                <a:gd name="GluePoint22Y" fmla="*/ 302895 h 1204245"/>
                <a:gd name="GluePoint23X" fmla="*/ 1053084 w 1126902"/>
                <a:gd name="GluePoint23Y" fmla="*/ 312420 h 1204245"/>
                <a:gd name="GluePoint24X" fmla="*/ 1126903 w 1126902"/>
                <a:gd name="GluePoint24Y" fmla="*/ 312420 h 1204245"/>
                <a:gd name="GluePoint25X" fmla="*/ 1126903 w 1126902"/>
                <a:gd name="GluePoint25Y" fmla="*/ 0 h 1204245"/>
                <a:gd name="GluePoint26X" fmla="*/ 563404 w 1126902"/>
                <a:gd name="GluePoint26Y" fmla="*/ 2857 h 1204245"/>
                <a:gd name="GluePoint27X" fmla="*/ 0 w 1126902"/>
                <a:gd name="GluePoint27Y" fmla="*/ 0 h 1204245"/>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 ang="0">
                  <a:pos x="GluePoint16X" y="GluePoint16Y"/>
                </a:cxn>
                <a:cxn ang="0">
                  <a:pos x="GluePoint17X" y="GluePoint17Y"/>
                </a:cxn>
                <a:cxn ang="0">
                  <a:pos x="GluePoint18X" y="GluePoint18Y"/>
                </a:cxn>
                <a:cxn ang="0">
                  <a:pos x="GluePoint19X" y="GluePoint19Y"/>
                </a:cxn>
                <a:cxn ang="0">
                  <a:pos x="GluePoint20X" y="GluePoint20Y"/>
                </a:cxn>
                <a:cxn ang="0">
                  <a:pos x="GluePoint21X" y="GluePoint21Y"/>
                </a:cxn>
                <a:cxn ang="0">
                  <a:pos x="GluePoint22X" y="GluePoint22Y"/>
                </a:cxn>
                <a:cxn ang="0">
                  <a:pos x="GluePoint23X" y="GluePoint23Y"/>
                </a:cxn>
                <a:cxn ang="0">
                  <a:pos x="GluePoint24X" y="GluePoint24Y"/>
                </a:cxn>
                <a:cxn ang="0">
                  <a:pos x="GluePoint25X" y="GluePoint25Y"/>
                </a:cxn>
                <a:cxn ang="0">
                  <a:pos x="GluePoint26X" y="GluePoint26Y"/>
                </a:cxn>
                <a:cxn ang="0">
                  <a:pos x="GluePoint27X" y="GluePoint27Y"/>
                </a:cxn>
              </a:cxnLst>
              <a:rect l="textAreaLeft" t="textAreaTop" r="textAreaRight" b="textAreaBottom"/>
              <a:pathLst>
                <a:path w="1126902" h="1204245">
                  <a:moveTo>
                    <a:pt x="0" y="0"/>
                  </a:moveTo>
                  <a:lnTo>
                    <a:pt x="0" y="312420"/>
                  </a:lnTo>
                  <a:lnTo>
                    <a:pt x="74295" y="312420"/>
                  </a:lnTo>
                  <a:lnTo>
                    <a:pt x="74581" y="302609"/>
                  </a:lnTo>
                  <a:cubicBezTo>
                    <a:pt x="81344" y="99346"/>
                    <a:pt x="159163" y="90773"/>
                    <a:pt x="334328" y="90773"/>
                  </a:cubicBezTo>
                  <a:cubicBezTo>
                    <a:pt x="340328" y="90773"/>
                    <a:pt x="346424" y="90773"/>
                    <a:pt x="352330" y="90678"/>
                  </a:cubicBezTo>
                  <a:cubicBezTo>
                    <a:pt x="395859" y="90392"/>
                    <a:pt x="437007" y="90106"/>
                    <a:pt x="453200" y="106204"/>
                  </a:cubicBezTo>
                  <a:cubicBezTo>
                    <a:pt x="458629" y="111538"/>
                    <a:pt x="461201" y="118967"/>
                    <a:pt x="461201" y="128873"/>
                  </a:cubicBezTo>
                  <a:lnTo>
                    <a:pt x="461201" y="950119"/>
                  </a:lnTo>
                  <a:cubicBezTo>
                    <a:pt x="461201" y="1072039"/>
                    <a:pt x="444151" y="1122426"/>
                    <a:pt x="272510" y="1129475"/>
                  </a:cubicBezTo>
                  <a:lnTo>
                    <a:pt x="262700" y="1129856"/>
                  </a:lnTo>
                  <a:lnTo>
                    <a:pt x="262700" y="1204246"/>
                  </a:lnTo>
                  <a:cubicBezTo>
                    <a:pt x="262700" y="1204246"/>
                    <a:pt x="462725" y="1196911"/>
                    <a:pt x="578548" y="1196911"/>
                  </a:cubicBezTo>
                  <a:cubicBezTo>
                    <a:pt x="666941" y="1196911"/>
                    <a:pt x="864203" y="1204246"/>
                    <a:pt x="864203" y="1204246"/>
                  </a:cubicBezTo>
                  <a:lnTo>
                    <a:pt x="864203" y="1129856"/>
                  </a:lnTo>
                  <a:lnTo>
                    <a:pt x="854393" y="1129475"/>
                  </a:lnTo>
                  <a:cubicBezTo>
                    <a:pt x="682752" y="1122426"/>
                    <a:pt x="665702" y="1072039"/>
                    <a:pt x="665702" y="950119"/>
                  </a:cubicBezTo>
                  <a:lnTo>
                    <a:pt x="665702" y="128873"/>
                  </a:lnTo>
                  <a:cubicBezTo>
                    <a:pt x="665702" y="120396"/>
                    <a:pt x="668369" y="113729"/>
                    <a:pt x="673608" y="108490"/>
                  </a:cubicBezTo>
                  <a:cubicBezTo>
                    <a:pt x="693420" y="89059"/>
                    <a:pt x="747903" y="89821"/>
                    <a:pt x="791718" y="90488"/>
                  </a:cubicBezTo>
                  <a:cubicBezTo>
                    <a:pt x="800005" y="90583"/>
                    <a:pt x="808196" y="90773"/>
                    <a:pt x="815912" y="90773"/>
                  </a:cubicBezTo>
                  <a:cubicBezTo>
                    <a:pt x="987267" y="90773"/>
                    <a:pt x="1042511" y="140303"/>
                    <a:pt x="1052513" y="302895"/>
                  </a:cubicBezTo>
                  <a:lnTo>
                    <a:pt x="1053084" y="312420"/>
                  </a:lnTo>
                  <a:lnTo>
                    <a:pt x="1126903" y="312420"/>
                  </a:lnTo>
                  <a:lnTo>
                    <a:pt x="1126903" y="0"/>
                  </a:lnTo>
                  <a:cubicBezTo>
                    <a:pt x="1126903" y="0"/>
                    <a:pt x="694468" y="2857"/>
                    <a:pt x="563404" y="2857"/>
                  </a:cubicBezTo>
                  <a:cubicBezTo>
                    <a:pt x="432340" y="2857"/>
                    <a:pt x="0" y="0"/>
                    <a:pt x="0" y="0"/>
                  </a:cubicBezTo>
                </a:path>
              </a:pathLst>
            </a:custGeom>
            <a:solidFill>
              <a:schemeClr val="bg1"/>
            </a:solidFill>
            <a:ln w="9525">
              <a:noFill/>
            </a:ln>
          </p:spPr>
          <p:style>
            <a:lnRef idx="0"/>
            <a:fillRef idx="0"/>
            <a:effectRef idx="0"/>
            <a:fontRef idx="minor"/>
          </p:style>
          <p:txBody>
            <a:bodyPr lIns="90000" tIns="45000" rIns="90000" bIns="45000" anchor="ctr">
              <a:noAutofit/>
            </a:bodyPr>
            <a:p>
              <a:endParaRPr lang="en-US" sz="1800" b="0" u="none" strike="noStrike">
                <a:solidFill>
                  <a:schemeClr val="dk1"/>
                </a:solidFill>
                <a:effectLst/>
                <a:uFillTx/>
                <a:latin typeface="Arial"/>
              </a:endParaRPr>
            </a:p>
          </p:txBody>
        </p:sp>
        <p:sp>
          <p:nvSpPr>
            <p:cNvPr id="158" name="Freeform 4"/>
            <p:cNvSpPr/>
            <p:nvPr/>
          </p:nvSpPr>
          <p:spPr>
            <a:xfrm>
              <a:off x="201960" y="195840"/>
              <a:ext cx="297720" cy="300240"/>
            </a:xfrm>
            <a:custGeom>
              <a:avLst/>
              <a:gdLst>
                <a:gd name="textAreaLeft" fmla="*/ 0 w 297720"/>
                <a:gd name="textAreaRight" fmla="*/ 299160 w 297720"/>
                <a:gd name="textAreaTop" fmla="*/ 0 h 300240"/>
                <a:gd name="textAreaBottom" fmla="*/ 301680 h 300240"/>
                <a:gd name="GluePoint1X" fmla="*/ 372618 w 1195101"/>
                <a:gd name="GluePoint1Y" fmla="*/ 571786 h 1204626"/>
                <a:gd name="GluePoint2X" fmla="*/ 372523 w 1195101"/>
                <a:gd name="GluePoint2Y" fmla="*/ 134303 h 1204626"/>
                <a:gd name="GluePoint3X" fmla="*/ 386239 w 1195101"/>
                <a:gd name="GluePoint3Y" fmla="*/ 86487 h 1204626"/>
                <a:gd name="GluePoint4X" fmla="*/ 498348 w 1195101"/>
                <a:gd name="GluePoint4Y" fmla="*/ 85630 h 1204626"/>
                <a:gd name="GluePoint5X" fmla="*/ 738473 w 1195101"/>
                <a:gd name="GluePoint5Y" fmla="*/ 330518 h 1204626"/>
                <a:gd name="GluePoint6X" fmla="*/ 640747 w 1195101"/>
                <a:gd name="GluePoint6Y" fmla="*/ 541687 h 1204626"/>
                <a:gd name="GluePoint7X" fmla="*/ 372618 w 1195101"/>
                <a:gd name="GluePoint7Y" fmla="*/ 571786 h 1204626"/>
                <a:gd name="GluePoint8X" fmla="*/ 1186529 w 1195101"/>
                <a:gd name="GluePoint8Y" fmla="*/ 1129760 h 1204626"/>
                <a:gd name="GluePoint9X" fmla="*/ 1017461 w 1195101"/>
                <a:gd name="GluePoint9Y" fmla="*/ 1040702 h 1204626"/>
                <a:gd name="GluePoint10X" fmla="*/ 661797 w 1195101"/>
                <a:gd name="GluePoint10Y" fmla="*/ 632460 h 1204626"/>
                <a:gd name="GluePoint11X" fmla="*/ 964597 w 1195101"/>
                <a:gd name="GluePoint11Y" fmla="*/ 305371 h 1204626"/>
                <a:gd name="GluePoint12X" fmla="*/ 831056 w 1195101"/>
                <a:gd name="GluePoint12Y" fmla="*/ 55816 h 1204626"/>
                <a:gd name="GluePoint13X" fmla="*/ 544639 w 1195101"/>
                <a:gd name="GluePoint13Y" fmla="*/ 190 h 1204626"/>
                <a:gd name="GluePoint14X" fmla="*/ 317468 w 1195101"/>
                <a:gd name="GluePoint14Y" fmla="*/ 4191 h 1204626"/>
                <a:gd name="GluePoint15X" fmla="*/ 191 w 1195101"/>
                <a:gd name="GluePoint15Y" fmla="*/ 0 h 1204626"/>
                <a:gd name="GluePoint16X" fmla="*/ 191 w 1195101"/>
                <a:gd name="GluePoint16Y" fmla="*/ 74866 h 1204626"/>
                <a:gd name="GluePoint17X" fmla="*/ 15050 w 1195101"/>
                <a:gd name="GluePoint17Y" fmla="*/ 74866 h 1204626"/>
                <a:gd name="GluePoint18X" fmla="*/ 152781 w 1195101"/>
                <a:gd name="GluePoint18Y" fmla="*/ 128683 h 1204626"/>
                <a:gd name="GluePoint19X" fmla="*/ 168307 w 1195101"/>
                <a:gd name="GluePoint19Y" fmla="*/ 350139 h 1204626"/>
                <a:gd name="GluePoint20X" fmla="*/ 168307 w 1195101"/>
                <a:gd name="GluePoint20Y" fmla="*/ 841248 h 1204626"/>
                <a:gd name="GluePoint21X" fmla="*/ 161068 w 1195101"/>
                <a:gd name="GluePoint21Y" fmla="*/ 1034129 h 1204626"/>
                <a:gd name="GluePoint22X" fmla="*/ 152686 w 1195101"/>
                <a:gd name="GluePoint22Y" fmla="*/ 1075944 h 1204626"/>
                <a:gd name="GluePoint23X" fmla="*/ 10382 w 1195101"/>
                <a:gd name="GluePoint23Y" fmla="*/ 1129665 h 1204626"/>
                <a:gd name="GluePoint24X" fmla="*/ 0 w 1195101"/>
                <a:gd name="GluePoint24Y" fmla="*/ 1129665 h 1204626"/>
                <a:gd name="GluePoint25X" fmla="*/ 0 w 1195101"/>
                <a:gd name="GluePoint25Y" fmla="*/ 1204532 h 1204626"/>
                <a:gd name="GluePoint26X" fmla="*/ 278225 w 1195101"/>
                <a:gd name="GluePoint26Y" fmla="*/ 1197102 h 1204626"/>
                <a:gd name="GluePoint27X" fmla="*/ 540734 w 1195101"/>
                <a:gd name="GluePoint27Y" fmla="*/ 1204532 h 1204626"/>
                <a:gd name="GluePoint28X" fmla="*/ 540734 w 1195101"/>
                <a:gd name="GluePoint28Y" fmla="*/ 1129665 h 1204626"/>
                <a:gd name="GluePoint29X" fmla="*/ 525971 w 1195101"/>
                <a:gd name="GluePoint29Y" fmla="*/ 1129665 h 1204626"/>
                <a:gd name="GluePoint30X" fmla="*/ 388239 w 1195101"/>
                <a:gd name="GluePoint30Y" fmla="*/ 1075754 h 1204626"/>
                <a:gd name="GluePoint31X" fmla="*/ 379857 w 1195101"/>
                <a:gd name="GluePoint31Y" fmla="*/ 1034034 h 1204626"/>
                <a:gd name="GluePoint32X" fmla="*/ 372618 w 1195101"/>
                <a:gd name="GluePoint32Y" fmla="*/ 854297 h 1204626"/>
                <a:gd name="GluePoint33X" fmla="*/ 372618 w 1195101"/>
                <a:gd name="GluePoint33Y" fmla="*/ 653510 h 1204626"/>
                <a:gd name="GluePoint34X" fmla="*/ 479107 w 1195101"/>
                <a:gd name="GluePoint34Y" fmla="*/ 702469 h 1204626"/>
                <a:gd name="GluePoint35X" fmla="*/ 501110 w 1195101"/>
                <a:gd name="GluePoint35Y" fmla="*/ 728472 h 1204626"/>
                <a:gd name="GluePoint36X" fmla="*/ 797909 w 1195101"/>
                <a:gd name="GluePoint36Y" fmla="*/ 1096804 h 1204626"/>
                <a:gd name="GluePoint37X" fmla="*/ 885158 w 1195101"/>
                <a:gd name="GluePoint37Y" fmla="*/ 1204532 h 1204626"/>
                <a:gd name="GluePoint38X" fmla="*/ 1027366 w 1195101"/>
                <a:gd name="GluePoint38Y" fmla="*/ 1200436 h 1204626"/>
                <a:gd name="GluePoint39X" fmla="*/ 1195102 w 1195101"/>
                <a:gd name="GluePoint39Y" fmla="*/ 1204627 h 1204626"/>
                <a:gd name="GluePoint40X" fmla="*/ 1195102 w 1195101"/>
                <a:gd name="GluePoint40Y" fmla="*/ 1131094 h 1204626"/>
                <a:gd name="GluePoint41X" fmla="*/ 1186529 w 1195101"/>
                <a:gd name="GluePoint41Y" fmla="*/ 1129760 h 1204626"/>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 ang="0">
                  <a:pos x="GluePoint16X" y="GluePoint16Y"/>
                </a:cxn>
                <a:cxn ang="0">
                  <a:pos x="GluePoint17X" y="GluePoint17Y"/>
                </a:cxn>
                <a:cxn ang="0">
                  <a:pos x="GluePoint18X" y="GluePoint18Y"/>
                </a:cxn>
                <a:cxn ang="0">
                  <a:pos x="GluePoint19X" y="GluePoint19Y"/>
                </a:cxn>
                <a:cxn ang="0">
                  <a:pos x="GluePoint20X" y="GluePoint20Y"/>
                </a:cxn>
                <a:cxn ang="0">
                  <a:pos x="GluePoint21X" y="GluePoint21Y"/>
                </a:cxn>
                <a:cxn ang="0">
                  <a:pos x="GluePoint22X" y="GluePoint22Y"/>
                </a:cxn>
                <a:cxn ang="0">
                  <a:pos x="GluePoint23X" y="GluePoint23Y"/>
                </a:cxn>
                <a:cxn ang="0">
                  <a:pos x="GluePoint24X" y="GluePoint24Y"/>
                </a:cxn>
                <a:cxn ang="0">
                  <a:pos x="GluePoint25X" y="GluePoint25Y"/>
                </a:cxn>
                <a:cxn ang="0">
                  <a:pos x="GluePoint26X" y="GluePoint26Y"/>
                </a:cxn>
                <a:cxn ang="0">
                  <a:pos x="GluePoint27X" y="GluePoint27Y"/>
                </a:cxn>
                <a:cxn ang="0">
                  <a:pos x="GluePoint28X" y="GluePoint28Y"/>
                </a:cxn>
                <a:cxn ang="0">
                  <a:pos x="GluePoint29X" y="GluePoint29Y"/>
                </a:cxn>
                <a:cxn ang="0">
                  <a:pos x="GluePoint30X" y="GluePoint30Y"/>
                </a:cxn>
                <a:cxn ang="0">
                  <a:pos x="GluePoint31X" y="GluePoint31Y"/>
                </a:cxn>
                <a:cxn ang="0">
                  <a:pos x="GluePoint32X" y="GluePoint32Y"/>
                </a:cxn>
                <a:cxn ang="0">
                  <a:pos x="GluePoint33X" y="GluePoint33Y"/>
                </a:cxn>
                <a:cxn ang="0">
                  <a:pos x="GluePoint34X" y="GluePoint34Y"/>
                </a:cxn>
                <a:cxn ang="0">
                  <a:pos x="GluePoint35X" y="GluePoint35Y"/>
                </a:cxn>
                <a:cxn ang="0">
                  <a:pos x="GluePoint36X" y="GluePoint36Y"/>
                </a:cxn>
                <a:cxn ang="0">
                  <a:pos x="GluePoint37X" y="GluePoint37Y"/>
                </a:cxn>
                <a:cxn ang="0">
                  <a:pos x="GluePoint38X" y="GluePoint38Y"/>
                </a:cxn>
                <a:cxn ang="0">
                  <a:pos x="GluePoint39X" y="GluePoint39Y"/>
                </a:cxn>
                <a:cxn ang="0">
                  <a:pos x="GluePoint40X" y="GluePoint40Y"/>
                </a:cxn>
                <a:cxn ang="0">
                  <a:pos x="GluePoint41X" y="GluePoint41Y"/>
                </a:cxn>
              </a:cxnLst>
              <a:rect l="textAreaLeft" t="textAreaTop" r="textAreaRight" b="textAreaBottom"/>
              <a:pathLst>
                <a:path w="1195101" h="1204626">
                  <a:moveTo>
                    <a:pt x="372618" y="571786"/>
                  </a:moveTo>
                  <a:cubicBezTo>
                    <a:pt x="372618" y="571786"/>
                    <a:pt x="372618" y="136874"/>
                    <a:pt x="372523" y="134303"/>
                  </a:cubicBezTo>
                  <a:cubicBezTo>
                    <a:pt x="372237" y="116967"/>
                    <a:pt x="371761" y="93250"/>
                    <a:pt x="386239" y="86487"/>
                  </a:cubicBezTo>
                  <a:cubicBezTo>
                    <a:pt x="396240" y="82105"/>
                    <a:pt x="493014" y="85630"/>
                    <a:pt x="498348" y="85630"/>
                  </a:cubicBezTo>
                  <a:cubicBezTo>
                    <a:pt x="650938" y="85630"/>
                    <a:pt x="738473" y="174974"/>
                    <a:pt x="738473" y="330518"/>
                  </a:cubicBezTo>
                  <a:cubicBezTo>
                    <a:pt x="738473" y="443960"/>
                    <a:pt x="708374" y="509016"/>
                    <a:pt x="640747" y="541687"/>
                  </a:cubicBezTo>
                  <a:cubicBezTo>
                    <a:pt x="577691" y="571976"/>
                    <a:pt x="372618" y="571786"/>
                    <a:pt x="372618" y="571786"/>
                  </a:cubicBezTo>
                  <a:moveTo>
                    <a:pt x="1186529" y="1129760"/>
                  </a:moveTo>
                  <a:cubicBezTo>
                    <a:pt x="1100138" y="1116235"/>
                    <a:pt x="1074134" y="1106424"/>
                    <a:pt x="1017461" y="1040702"/>
                  </a:cubicBezTo>
                  <a:lnTo>
                    <a:pt x="661797" y="632460"/>
                  </a:lnTo>
                  <a:cubicBezTo>
                    <a:pt x="849059" y="608076"/>
                    <a:pt x="964597" y="484251"/>
                    <a:pt x="964597" y="305371"/>
                  </a:cubicBezTo>
                  <a:cubicBezTo>
                    <a:pt x="964597" y="188976"/>
                    <a:pt x="919544" y="105061"/>
                    <a:pt x="831056" y="55816"/>
                  </a:cubicBezTo>
                  <a:cubicBezTo>
                    <a:pt x="763619" y="18383"/>
                    <a:pt x="670084" y="190"/>
                    <a:pt x="544639" y="190"/>
                  </a:cubicBezTo>
                  <a:cubicBezTo>
                    <a:pt x="507206" y="1143"/>
                    <a:pt x="416909" y="4191"/>
                    <a:pt x="317468" y="4191"/>
                  </a:cubicBezTo>
                  <a:cubicBezTo>
                    <a:pt x="214313" y="4191"/>
                    <a:pt x="191" y="0"/>
                    <a:pt x="191" y="0"/>
                  </a:cubicBezTo>
                  <a:lnTo>
                    <a:pt x="191" y="74866"/>
                  </a:lnTo>
                  <a:lnTo>
                    <a:pt x="15050" y="74866"/>
                  </a:lnTo>
                  <a:cubicBezTo>
                    <a:pt x="71818" y="74486"/>
                    <a:pt x="135731" y="74771"/>
                    <a:pt x="152781" y="128683"/>
                  </a:cubicBezTo>
                  <a:cubicBezTo>
                    <a:pt x="168307" y="175355"/>
                    <a:pt x="168307" y="306896"/>
                    <a:pt x="168307" y="350139"/>
                  </a:cubicBezTo>
                  <a:lnTo>
                    <a:pt x="168307" y="841248"/>
                  </a:lnTo>
                  <a:cubicBezTo>
                    <a:pt x="168307" y="895445"/>
                    <a:pt x="168307" y="977837"/>
                    <a:pt x="161068" y="1034129"/>
                  </a:cubicBezTo>
                  <a:cubicBezTo>
                    <a:pt x="158972" y="1050798"/>
                    <a:pt x="156210" y="1065276"/>
                    <a:pt x="152686" y="1075944"/>
                  </a:cubicBezTo>
                  <a:cubicBezTo>
                    <a:pt x="135350" y="1129665"/>
                    <a:pt x="66104" y="1129665"/>
                    <a:pt x="10382" y="1129665"/>
                  </a:cubicBezTo>
                  <a:lnTo>
                    <a:pt x="0" y="1129665"/>
                  </a:lnTo>
                  <a:lnTo>
                    <a:pt x="0" y="1204532"/>
                  </a:lnTo>
                  <a:cubicBezTo>
                    <a:pt x="0" y="1204532"/>
                    <a:pt x="166783" y="1197102"/>
                    <a:pt x="278225" y="1197102"/>
                  </a:cubicBezTo>
                  <a:cubicBezTo>
                    <a:pt x="374047" y="1197102"/>
                    <a:pt x="540734" y="1204246"/>
                    <a:pt x="540734" y="1204532"/>
                  </a:cubicBezTo>
                  <a:lnTo>
                    <a:pt x="540734" y="1129665"/>
                  </a:lnTo>
                  <a:lnTo>
                    <a:pt x="525971" y="1129665"/>
                  </a:lnTo>
                  <a:cubicBezTo>
                    <a:pt x="470059" y="1129951"/>
                    <a:pt x="406813" y="1129760"/>
                    <a:pt x="388239" y="1075754"/>
                  </a:cubicBezTo>
                  <a:cubicBezTo>
                    <a:pt x="384620" y="1065086"/>
                    <a:pt x="381953" y="1050607"/>
                    <a:pt x="379857" y="1034034"/>
                  </a:cubicBezTo>
                  <a:cubicBezTo>
                    <a:pt x="372618" y="978122"/>
                    <a:pt x="372618" y="898017"/>
                    <a:pt x="372618" y="854297"/>
                  </a:cubicBezTo>
                  <a:lnTo>
                    <a:pt x="372618" y="653510"/>
                  </a:lnTo>
                  <a:cubicBezTo>
                    <a:pt x="439198" y="654082"/>
                    <a:pt x="444913" y="661035"/>
                    <a:pt x="479107" y="702469"/>
                  </a:cubicBezTo>
                  <a:cubicBezTo>
                    <a:pt x="485489" y="710089"/>
                    <a:pt x="492728" y="718756"/>
                    <a:pt x="501110" y="728472"/>
                  </a:cubicBezTo>
                  <a:lnTo>
                    <a:pt x="797909" y="1096804"/>
                  </a:lnTo>
                  <a:lnTo>
                    <a:pt x="885158" y="1204532"/>
                  </a:lnTo>
                  <a:cubicBezTo>
                    <a:pt x="885158" y="1204532"/>
                    <a:pt x="980885" y="1200436"/>
                    <a:pt x="1027366" y="1200436"/>
                  </a:cubicBezTo>
                  <a:cubicBezTo>
                    <a:pt x="1094994" y="1200436"/>
                    <a:pt x="1195102" y="1204627"/>
                    <a:pt x="1195102" y="1204627"/>
                  </a:cubicBezTo>
                  <a:lnTo>
                    <a:pt x="1195102" y="1131094"/>
                  </a:lnTo>
                  <a:lnTo>
                    <a:pt x="1186529" y="1129760"/>
                  </a:lnTo>
                  <a:close/>
                </a:path>
              </a:pathLst>
            </a:custGeom>
            <a:solidFill>
              <a:schemeClr val="bg1"/>
            </a:solidFill>
            <a:ln w="9525">
              <a:noFill/>
            </a:ln>
          </p:spPr>
          <p:style>
            <a:lnRef idx="0"/>
            <a:fillRef idx="0"/>
            <a:effectRef idx="0"/>
            <a:fontRef idx="minor"/>
          </p:style>
          <p:txBody>
            <a:bodyPr lIns="90000" tIns="45000" rIns="90000" bIns="45000" anchor="ctr">
              <a:noAutofit/>
            </a:bodyPr>
            <a:p>
              <a:endParaRPr lang="en-US" sz="1800" b="0" u="none" strike="noStrike">
                <a:solidFill>
                  <a:schemeClr val="dk1"/>
                </a:solidFill>
                <a:effectLst/>
                <a:uFillTx/>
                <a:latin typeface="Arial"/>
              </a:endParaRPr>
            </a:p>
          </p:txBody>
        </p:sp>
      </p:grpSp>
      <p:sp>
        <p:nvSpPr>
          <p:cNvPr id="159" name="Text Placeholder 14"/>
          <p:cNvSpPr/>
          <p:nvPr/>
        </p:nvSpPr>
        <p:spPr>
          <a:xfrm>
            <a:off x="386640" y="3434040"/>
            <a:ext cx="2464560" cy="953280"/>
          </a:xfrm>
          <a:prstGeom prst="rect">
            <a:avLst/>
          </a:prstGeom>
          <a:noFill/>
          <a:ln w="0">
            <a:noFill/>
          </a:ln>
        </p:spPr>
        <p:style>
          <a:lnRef idx="0"/>
          <a:fillRef idx="0"/>
          <a:effectRef idx="0"/>
          <a:fontRef idx="minor"/>
        </p:style>
        <p:txBody>
          <a:bodyPr lIns="90000" tIns="45000" rIns="90000" bIns="45000" anchor="t">
            <a:noAutofit/>
          </a:bodyPr>
          <a:p>
            <a:endParaRPr lang="en-US" sz="2000" b="1" u="none" strike="noStrike">
              <a:solidFill>
                <a:srgbClr val="E56B2A"/>
              </a:solidFill>
              <a:effectLst/>
              <a:uFillTx/>
              <a:latin typeface="Arial"/>
            </a:endParaRPr>
          </a:p>
        </p:txBody>
      </p:sp>
      <p:sp>
        <p:nvSpPr>
          <p:cNvPr id="160" name="Rectangle 1"/>
          <p:cNvSpPr/>
          <p:nvPr/>
        </p:nvSpPr>
        <p:spPr>
          <a:xfrm>
            <a:off x="0" y="0"/>
            <a:ext cx="12190680" cy="6856560"/>
          </a:xfrm>
          <a:prstGeom prst="rect">
            <a:avLst/>
          </a:prstGeom>
          <a:solidFill>
            <a:srgbClr val="F86901"/>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p>
            <a:endParaRPr lang="en-US" sz="1800" b="0" u="none" strike="noStrike">
              <a:solidFill>
                <a:schemeClr val="lt1"/>
              </a:solidFill>
              <a:effectLst/>
              <a:uFillTx/>
              <a:latin typeface="Arial"/>
            </a:endParaRPr>
          </a:p>
        </p:txBody>
      </p:sp>
      <p:sp>
        <p:nvSpPr>
          <p:cNvPr id="161" name="Freeform 22"/>
          <p:cNvSpPr/>
          <p:nvPr/>
        </p:nvSpPr>
        <p:spPr>
          <a:xfrm>
            <a:off x="-10677960" y="1598400"/>
            <a:ext cx="15401160" cy="18002160"/>
          </a:xfrm>
          <a:custGeom>
            <a:avLst/>
            <a:gdLst>
              <a:gd name="textAreaLeft" fmla="*/ 0 w 15401160"/>
              <a:gd name="textAreaRight" fmla="*/ 15402600 w 15401160"/>
              <a:gd name="textAreaTop" fmla="*/ 0 h 18002160"/>
              <a:gd name="textAreaBottom" fmla="*/ 18003600 h 18002160"/>
              <a:gd name="GluePoint1X" fmla="*/ 1701641 w 2043969"/>
              <a:gd name="GluePoint1Y" fmla="*/ 0 h 2389155"/>
              <a:gd name="GluePoint2X" fmla="*/ 0 w 2043969"/>
              <a:gd name="GluePoint2Y" fmla="*/ 1702213 h 2389155"/>
              <a:gd name="GluePoint3X" fmla="*/ 0 w 2043969"/>
              <a:gd name="GluePoint3Y" fmla="*/ 2389156 h 2389155"/>
              <a:gd name="GluePoint4X" fmla="*/ 2043970 w 2043969"/>
              <a:gd name="GluePoint4Y" fmla="*/ 340805 h 2389155"/>
              <a:gd name="GluePoint5X" fmla="*/ 1701641 w 2043969"/>
              <a:gd name="GluePoint5Y" fmla="*/ 340805 h 2389155"/>
            </a:gdLst>
            <a:ahLst/>
            <a:cxnLst>
              <a:cxn ang="0">
                <a:pos x="GluePoint1X" y="GluePoint1Y"/>
              </a:cxn>
              <a:cxn ang="0">
                <a:pos x="GluePoint2X" y="GluePoint2Y"/>
              </a:cxn>
              <a:cxn ang="0">
                <a:pos x="GluePoint3X" y="GluePoint3Y"/>
              </a:cxn>
              <a:cxn ang="0">
                <a:pos x="GluePoint4X" y="GluePoint4Y"/>
              </a:cxn>
              <a:cxn ang="0">
                <a:pos x="GluePoint5X" y="GluePoint5Y"/>
              </a:cxn>
            </a:cxnLst>
            <a:rect l="textAreaLeft" t="textAreaTop" r="textAreaRight" b="textAreaBottom"/>
            <a:pathLst>
              <a:path w="2043969" h="2389155">
                <a:moveTo>
                  <a:pt x="1701641" y="0"/>
                </a:moveTo>
                <a:lnTo>
                  <a:pt x="0" y="1702213"/>
                </a:lnTo>
                <a:lnTo>
                  <a:pt x="0" y="2389156"/>
                </a:lnTo>
                <a:lnTo>
                  <a:pt x="2043970" y="340805"/>
                </a:lnTo>
                <a:lnTo>
                  <a:pt x="1701641" y="340805"/>
                </a:lnTo>
                <a:close/>
              </a:path>
            </a:pathLst>
          </a:custGeom>
          <a:solidFill>
            <a:schemeClr val="bg1"/>
          </a:solidFill>
          <a:ln w="9525">
            <a:noFill/>
          </a:ln>
        </p:spPr>
        <p:style>
          <a:lnRef idx="0"/>
          <a:fillRef idx="0"/>
          <a:effectRef idx="0"/>
          <a:fontRef idx="minor"/>
        </p:style>
        <p:txBody>
          <a:bodyPr lIns="90000" tIns="45000" rIns="90000" bIns="45000" anchor="ctr">
            <a:noAutofit/>
          </a:bodyPr>
          <a:p>
            <a:endParaRPr lang="en-US" sz="1800" b="0" u="none" strike="noStrike">
              <a:solidFill>
                <a:schemeClr val="dk1"/>
              </a:solidFill>
              <a:effectLst/>
              <a:uFillTx/>
              <a:latin typeface="Arial"/>
            </a:endParaRPr>
          </a:p>
        </p:txBody>
      </p:sp>
      <p:sp>
        <p:nvSpPr>
          <p:cNvPr id="162" name="Rectangle 3"/>
          <p:cNvSpPr/>
          <p:nvPr/>
        </p:nvSpPr>
        <p:spPr>
          <a:xfrm>
            <a:off x="0" y="6218280"/>
            <a:ext cx="12190680" cy="638280"/>
          </a:xfrm>
          <a:prstGeom prst="rect">
            <a:avLst/>
          </a:prstGeom>
          <a:solidFill>
            <a:srgbClr val="F86901"/>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p>
            <a:endParaRPr lang="en-US" sz="1800" b="0" u="none" strike="noStrike">
              <a:solidFill>
                <a:schemeClr val="lt1"/>
              </a:solidFill>
              <a:effectLst/>
              <a:uFillTx/>
              <a:latin typeface="Arial"/>
            </a:endParaRPr>
          </a:p>
        </p:txBody>
      </p:sp>
      <p:sp>
        <p:nvSpPr>
          <p:cNvPr id="163" name="TextBox 4"/>
          <p:cNvSpPr/>
          <p:nvPr/>
        </p:nvSpPr>
        <p:spPr>
          <a:xfrm>
            <a:off x="11689200" y="6487920"/>
            <a:ext cx="476280" cy="238680"/>
          </a:xfrm>
          <a:prstGeom prst="rect">
            <a:avLst/>
          </a:prstGeom>
          <a:noFill/>
          <a:ln w="0">
            <a:noFill/>
          </a:ln>
        </p:spPr>
        <p:style>
          <a:lnRef idx="0"/>
          <a:fillRef idx="0"/>
          <a:effectRef idx="0"/>
          <a:fontRef idx="minor"/>
        </p:style>
        <p:txBody>
          <a:bodyPr lIns="90000" tIns="45000" rIns="90000" bIns="45000" anchor="t">
            <a:spAutoFit/>
          </a:bodyPr>
          <a:p>
            <a:pPr defTabSz="914400">
              <a:lnSpc>
                <a:spcPct val="80000"/>
              </a:lnSpc>
            </a:pPr>
            <a:r>
              <a:rPr lang="en-US" sz="1200" b="0" u="none" strike="noStrike">
                <a:solidFill>
                  <a:schemeClr val="lt1"/>
                </a:solidFill>
                <a:effectLst/>
                <a:uFillTx/>
                <a:latin typeface="Georgia"/>
              </a:rPr>
              <a:t> </a:t>
            </a:r>
            <a:fld id="{DAC838B6-0681-4351-9778-D6DDDE547668}" type="slidenum">
              <a:rPr lang="en-US" sz="1130" b="0" u="none" strike="noStrike">
                <a:solidFill>
                  <a:schemeClr val="lt1"/>
                </a:solidFill>
                <a:effectLst/>
                <a:uFillTx/>
                <a:latin typeface="Arial"/>
              </a:rPr>
              <a:t>&lt;number&gt;</a:t>
            </a:fld>
            <a:endParaRPr lang="en-US" sz="1130" b="0" u="none" strike="noStrike">
              <a:solidFill>
                <a:srgbClr val="000000"/>
              </a:solidFill>
              <a:effectLst/>
              <a:uFillTx/>
              <a:latin typeface="Arial"/>
            </a:endParaRPr>
          </a:p>
        </p:txBody>
      </p:sp>
      <p:pic>
        <p:nvPicPr>
          <p:cNvPr id="164" name="Graphic 5"/>
          <p:cNvPicPr/>
          <p:nvPr/>
        </p:nvPicPr>
        <p:blipFill>
          <a:blip r:embed="rId4">
            <a:extLst>
              <a:ext uri="{96DAC541-7B7A-43D3-8B79-37D633B846F1}">
                <asvg:svgBlip xmlns:asvg="http://schemas.microsoft.com/office/drawing/2016/SVG/main" r:embed="rId5"/>
              </a:ext>
            </a:extLst>
          </a:blip>
          <a:stretch/>
        </p:blipFill>
        <p:spPr>
          <a:xfrm>
            <a:off x="9069840" y="6459120"/>
            <a:ext cx="2699280" cy="238680"/>
          </a:xfrm>
          <a:prstGeom prst="rect">
            <a:avLst/>
          </a:prstGeom>
          <a:noFill/>
          <a:ln w="0">
            <a:noFill/>
          </a:ln>
        </p:spPr>
      </p:pic>
      <p:grpSp>
        <p:nvGrpSpPr>
          <p:cNvPr id="165" name="Graphic 22"/>
          <p:cNvGrpSpPr/>
          <p:nvPr/>
        </p:nvGrpSpPr>
        <p:grpSpPr>
          <a:xfrm>
            <a:off x="201960" y="6414120"/>
            <a:ext cx="797760" cy="300600"/>
            <a:chOff x="201960" y="6414120"/>
            <a:chExt cx="797760" cy="300600"/>
          </a:xfrm>
        </p:grpSpPr>
        <p:sp>
          <p:nvSpPr>
            <p:cNvPr id="166" name="Freeform 7"/>
            <p:cNvSpPr/>
            <p:nvPr/>
          </p:nvSpPr>
          <p:spPr>
            <a:xfrm>
              <a:off x="540720" y="6414120"/>
              <a:ext cx="135720" cy="300240"/>
            </a:xfrm>
            <a:custGeom>
              <a:avLst/>
              <a:gdLst>
                <a:gd name="textAreaLeft" fmla="*/ 0 w 135720"/>
                <a:gd name="textAreaRight" fmla="*/ 137160 w 135720"/>
                <a:gd name="textAreaTop" fmla="*/ 0 h 300240"/>
                <a:gd name="textAreaBottom" fmla="*/ 301680 h 300240"/>
                <a:gd name="GluePoint1X" fmla="*/ 393478 w 547877"/>
                <a:gd name="GluePoint1Y" fmla="*/ 129064 h 1204531"/>
                <a:gd name="GluePoint2X" fmla="*/ 537686 w 547877"/>
                <a:gd name="GluePoint2Y" fmla="*/ 74771 h 1204531"/>
                <a:gd name="GluePoint3X" fmla="*/ 547878 w 547877"/>
                <a:gd name="GluePoint3Y" fmla="*/ 74771 h 1204531"/>
                <a:gd name="GluePoint4X" fmla="*/ 547878 w 547877"/>
                <a:gd name="GluePoint4Y" fmla="*/ 0 h 1204531"/>
                <a:gd name="GluePoint5X" fmla="*/ 267938 w 547877"/>
                <a:gd name="GluePoint5Y" fmla="*/ 4667 h 1204531"/>
                <a:gd name="GluePoint6X" fmla="*/ 0 w 547877"/>
                <a:gd name="GluePoint6Y" fmla="*/ 0 h 1204531"/>
                <a:gd name="GluePoint7X" fmla="*/ 0 w 547877"/>
                <a:gd name="GluePoint7Y" fmla="*/ 74771 h 1204531"/>
                <a:gd name="GluePoint8X" fmla="*/ 10192 w 547877"/>
                <a:gd name="GluePoint8Y" fmla="*/ 74771 h 1204531"/>
                <a:gd name="GluePoint9X" fmla="*/ 154400 w 547877"/>
                <a:gd name="GluePoint9Y" fmla="*/ 128968 h 1204531"/>
                <a:gd name="GluePoint10X" fmla="*/ 171640 w 547877"/>
                <a:gd name="GluePoint10Y" fmla="*/ 363188 h 1204531"/>
                <a:gd name="GluePoint11X" fmla="*/ 171640 w 547877"/>
                <a:gd name="GluePoint11Y" fmla="*/ 841153 h 1204531"/>
                <a:gd name="GluePoint12X" fmla="*/ 154496 w 547877"/>
                <a:gd name="GluePoint12Y" fmla="*/ 1075373 h 1204531"/>
                <a:gd name="GluePoint13X" fmla="*/ 10192 w 547877"/>
                <a:gd name="GluePoint13Y" fmla="*/ 1129569 h 1204531"/>
                <a:gd name="GluePoint14X" fmla="*/ 0 w 547877"/>
                <a:gd name="GluePoint14Y" fmla="*/ 1129569 h 1204531"/>
                <a:gd name="GluePoint15X" fmla="*/ 0 w 547877"/>
                <a:gd name="GluePoint15Y" fmla="*/ 1204531 h 1204531"/>
                <a:gd name="GluePoint16X" fmla="*/ 268224 w 547877"/>
                <a:gd name="GluePoint16Y" fmla="*/ 1197102 h 1204531"/>
                <a:gd name="GluePoint17X" fmla="*/ 547878 w 547877"/>
                <a:gd name="GluePoint17Y" fmla="*/ 1204531 h 1204531"/>
                <a:gd name="GluePoint18X" fmla="*/ 547878 w 547877"/>
                <a:gd name="GluePoint18Y" fmla="*/ 1129569 h 1204531"/>
                <a:gd name="GluePoint19X" fmla="*/ 537686 w 547877"/>
                <a:gd name="GluePoint19Y" fmla="*/ 1129569 h 1204531"/>
                <a:gd name="GluePoint20X" fmla="*/ 393478 w 547877"/>
                <a:gd name="GluePoint20Y" fmla="*/ 1075468 h 1204531"/>
                <a:gd name="GluePoint21X" fmla="*/ 376333 w 547877"/>
                <a:gd name="GluePoint21Y" fmla="*/ 841153 h 1204531"/>
                <a:gd name="GluePoint22X" fmla="*/ 376333 w 547877"/>
                <a:gd name="GluePoint22Y" fmla="*/ 363188 h 1204531"/>
                <a:gd name="GluePoint23X" fmla="*/ 393478 w 547877"/>
                <a:gd name="GluePoint23Y" fmla="*/ 129064 h 1204531"/>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 ang="0">
                  <a:pos x="GluePoint16X" y="GluePoint16Y"/>
                </a:cxn>
                <a:cxn ang="0">
                  <a:pos x="GluePoint17X" y="GluePoint17Y"/>
                </a:cxn>
                <a:cxn ang="0">
                  <a:pos x="GluePoint18X" y="GluePoint18Y"/>
                </a:cxn>
                <a:cxn ang="0">
                  <a:pos x="GluePoint19X" y="GluePoint19Y"/>
                </a:cxn>
                <a:cxn ang="0">
                  <a:pos x="GluePoint20X" y="GluePoint20Y"/>
                </a:cxn>
                <a:cxn ang="0">
                  <a:pos x="GluePoint21X" y="GluePoint21Y"/>
                </a:cxn>
                <a:cxn ang="0">
                  <a:pos x="GluePoint22X" y="GluePoint22Y"/>
                </a:cxn>
                <a:cxn ang="0">
                  <a:pos x="GluePoint23X" y="GluePoint23Y"/>
                </a:cxn>
              </a:cxnLst>
              <a:rect l="textAreaLeft" t="textAreaTop" r="textAreaRight" b="textAreaBottom"/>
              <a:pathLst>
                <a:path w="547877" h="1204531">
                  <a:moveTo>
                    <a:pt x="393478" y="129064"/>
                  </a:moveTo>
                  <a:cubicBezTo>
                    <a:pt x="414242" y="74771"/>
                    <a:pt x="482727" y="74771"/>
                    <a:pt x="537686" y="74771"/>
                  </a:cubicBezTo>
                  <a:lnTo>
                    <a:pt x="547878" y="74771"/>
                  </a:lnTo>
                  <a:lnTo>
                    <a:pt x="547878" y="0"/>
                  </a:lnTo>
                  <a:cubicBezTo>
                    <a:pt x="547878" y="0"/>
                    <a:pt x="333565" y="4667"/>
                    <a:pt x="267938" y="4667"/>
                  </a:cubicBezTo>
                  <a:cubicBezTo>
                    <a:pt x="200406" y="4667"/>
                    <a:pt x="0" y="0"/>
                    <a:pt x="0" y="0"/>
                  </a:cubicBezTo>
                  <a:lnTo>
                    <a:pt x="0" y="74771"/>
                  </a:lnTo>
                  <a:lnTo>
                    <a:pt x="10192" y="74771"/>
                  </a:lnTo>
                  <a:cubicBezTo>
                    <a:pt x="65246" y="74771"/>
                    <a:pt x="133731" y="74771"/>
                    <a:pt x="154400" y="128968"/>
                  </a:cubicBezTo>
                  <a:cubicBezTo>
                    <a:pt x="171640" y="175450"/>
                    <a:pt x="171640" y="307086"/>
                    <a:pt x="171640" y="363188"/>
                  </a:cubicBezTo>
                  <a:lnTo>
                    <a:pt x="171640" y="841153"/>
                  </a:lnTo>
                  <a:cubicBezTo>
                    <a:pt x="171640" y="897350"/>
                    <a:pt x="171640" y="1028890"/>
                    <a:pt x="154496" y="1075373"/>
                  </a:cubicBezTo>
                  <a:cubicBezTo>
                    <a:pt x="133731" y="1129569"/>
                    <a:pt x="65246" y="1129569"/>
                    <a:pt x="10192" y="1129569"/>
                  </a:cubicBezTo>
                  <a:lnTo>
                    <a:pt x="0" y="1129569"/>
                  </a:lnTo>
                  <a:lnTo>
                    <a:pt x="0" y="1204531"/>
                  </a:lnTo>
                  <a:cubicBezTo>
                    <a:pt x="0" y="1204341"/>
                    <a:pt x="173260" y="1197102"/>
                    <a:pt x="268224" y="1197102"/>
                  </a:cubicBezTo>
                  <a:cubicBezTo>
                    <a:pt x="377476" y="1197102"/>
                    <a:pt x="547878" y="1204531"/>
                    <a:pt x="547878" y="1204531"/>
                  </a:cubicBezTo>
                  <a:lnTo>
                    <a:pt x="547878" y="1129569"/>
                  </a:lnTo>
                  <a:lnTo>
                    <a:pt x="537686" y="1129569"/>
                  </a:lnTo>
                  <a:cubicBezTo>
                    <a:pt x="482727" y="1129569"/>
                    <a:pt x="414242" y="1129569"/>
                    <a:pt x="393478" y="1075468"/>
                  </a:cubicBezTo>
                  <a:cubicBezTo>
                    <a:pt x="376333" y="1028890"/>
                    <a:pt x="376333" y="897350"/>
                    <a:pt x="376333" y="841153"/>
                  </a:cubicBezTo>
                  <a:lnTo>
                    <a:pt x="376333" y="363188"/>
                  </a:lnTo>
                  <a:cubicBezTo>
                    <a:pt x="376333" y="307086"/>
                    <a:pt x="376333" y="175450"/>
                    <a:pt x="393478" y="129064"/>
                  </a:cubicBezTo>
                </a:path>
              </a:pathLst>
            </a:custGeom>
            <a:solidFill>
              <a:schemeClr val="bg1"/>
            </a:solidFill>
            <a:ln w="9525">
              <a:noFill/>
            </a:ln>
          </p:spPr>
          <p:style>
            <a:lnRef idx="0"/>
            <a:fillRef idx="0"/>
            <a:effectRef idx="0"/>
            <a:fontRef idx="minor"/>
          </p:style>
          <p:txBody>
            <a:bodyPr lIns="68040" tIns="45000" rIns="68040" bIns="45000" anchor="ctr">
              <a:noAutofit/>
            </a:bodyPr>
            <a:p>
              <a:endParaRPr lang="en-US" sz="1800" b="0" u="none" strike="noStrike">
                <a:solidFill>
                  <a:schemeClr val="dk1"/>
                </a:solidFill>
                <a:effectLst/>
                <a:uFillTx/>
                <a:latin typeface="Arial"/>
              </a:endParaRPr>
            </a:p>
          </p:txBody>
        </p:sp>
        <p:sp>
          <p:nvSpPr>
            <p:cNvPr id="167" name="Freeform 16"/>
            <p:cNvSpPr/>
            <p:nvPr/>
          </p:nvSpPr>
          <p:spPr>
            <a:xfrm>
              <a:off x="718920" y="6414480"/>
              <a:ext cx="280800" cy="300240"/>
            </a:xfrm>
            <a:custGeom>
              <a:avLst/>
              <a:gdLst>
                <a:gd name="textAreaLeft" fmla="*/ 0 w 280800"/>
                <a:gd name="textAreaRight" fmla="*/ 282240 w 280800"/>
                <a:gd name="textAreaTop" fmla="*/ 0 h 300240"/>
                <a:gd name="textAreaBottom" fmla="*/ 301680 h 300240"/>
                <a:gd name="GluePoint1X" fmla="*/ 0 w 1126902"/>
                <a:gd name="GluePoint1Y" fmla="*/ 0 h 1204245"/>
                <a:gd name="GluePoint2X" fmla="*/ 0 w 1126902"/>
                <a:gd name="GluePoint2Y" fmla="*/ 312420 h 1204245"/>
                <a:gd name="GluePoint3X" fmla="*/ 74295 w 1126902"/>
                <a:gd name="GluePoint3Y" fmla="*/ 312420 h 1204245"/>
                <a:gd name="GluePoint4X" fmla="*/ 74581 w 1126902"/>
                <a:gd name="GluePoint4Y" fmla="*/ 302609 h 1204245"/>
                <a:gd name="GluePoint5X" fmla="*/ 334328 w 1126902"/>
                <a:gd name="GluePoint5Y" fmla="*/ 90773 h 1204245"/>
                <a:gd name="GluePoint6X" fmla="*/ 352330 w 1126902"/>
                <a:gd name="GluePoint6Y" fmla="*/ 90678 h 1204245"/>
                <a:gd name="GluePoint7X" fmla="*/ 453200 w 1126902"/>
                <a:gd name="GluePoint7Y" fmla="*/ 106204 h 1204245"/>
                <a:gd name="GluePoint8X" fmla="*/ 461201 w 1126902"/>
                <a:gd name="GluePoint8Y" fmla="*/ 128873 h 1204245"/>
                <a:gd name="GluePoint9X" fmla="*/ 461201 w 1126902"/>
                <a:gd name="GluePoint9Y" fmla="*/ 950119 h 1204245"/>
                <a:gd name="GluePoint10X" fmla="*/ 272510 w 1126902"/>
                <a:gd name="GluePoint10Y" fmla="*/ 1129475 h 1204245"/>
                <a:gd name="GluePoint11X" fmla="*/ 262700 w 1126902"/>
                <a:gd name="GluePoint11Y" fmla="*/ 1129856 h 1204245"/>
                <a:gd name="GluePoint12X" fmla="*/ 262700 w 1126902"/>
                <a:gd name="GluePoint12Y" fmla="*/ 1204246 h 1204245"/>
                <a:gd name="GluePoint13X" fmla="*/ 578548 w 1126902"/>
                <a:gd name="GluePoint13Y" fmla="*/ 1196911 h 1204245"/>
                <a:gd name="GluePoint14X" fmla="*/ 864203 w 1126902"/>
                <a:gd name="GluePoint14Y" fmla="*/ 1204246 h 1204245"/>
                <a:gd name="GluePoint15X" fmla="*/ 864203 w 1126902"/>
                <a:gd name="GluePoint15Y" fmla="*/ 1129856 h 1204245"/>
                <a:gd name="GluePoint16X" fmla="*/ 854393 w 1126902"/>
                <a:gd name="GluePoint16Y" fmla="*/ 1129475 h 1204245"/>
                <a:gd name="GluePoint17X" fmla="*/ 665702 w 1126902"/>
                <a:gd name="GluePoint17Y" fmla="*/ 950119 h 1204245"/>
                <a:gd name="GluePoint18X" fmla="*/ 665702 w 1126902"/>
                <a:gd name="GluePoint18Y" fmla="*/ 128873 h 1204245"/>
                <a:gd name="GluePoint19X" fmla="*/ 673608 w 1126902"/>
                <a:gd name="GluePoint19Y" fmla="*/ 108490 h 1204245"/>
                <a:gd name="GluePoint20X" fmla="*/ 791718 w 1126902"/>
                <a:gd name="GluePoint20Y" fmla="*/ 90488 h 1204245"/>
                <a:gd name="GluePoint21X" fmla="*/ 815912 w 1126902"/>
                <a:gd name="GluePoint21Y" fmla="*/ 90773 h 1204245"/>
                <a:gd name="GluePoint22X" fmla="*/ 1052513 w 1126902"/>
                <a:gd name="GluePoint22Y" fmla="*/ 302895 h 1204245"/>
                <a:gd name="GluePoint23X" fmla="*/ 1053084 w 1126902"/>
                <a:gd name="GluePoint23Y" fmla="*/ 312420 h 1204245"/>
                <a:gd name="GluePoint24X" fmla="*/ 1126903 w 1126902"/>
                <a:gd name="GluePoint24Y" fmla="*/ 312420 h 1204245"/>
                <a:gd name="GluePoint25X" fmla="*/ 1126903 w 1126902"/>
                <a:gd name="GluePoint25Y" fmla="*/ 0 h 1204245"/>
                <a:gd name="GluePoint26X" fmla="*/ 563404 w 1126902"/>
                <a:gd name="GluePoint26Y" fmla="*/ 2857 h 1204245"/>
                <a:gd name="GluePoint27X" fmla="*/ 0 w 1126902"/>
                <a:gd name="GluePoint27Y" fmla="*/ 0 h 1204245"/>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 ang="0">
                  <a:pos x="GluePoint16X" y="GluePoint16Y"/>
                </a:cxn>
                <a:cxn ang="0">
                  <a:pos x="GluePoint17X" y="GluePoint17Y"/>
                </a:cxn>
                <a:cxn ang="0">
                  <a:pos x="GluePoint18X" y="GluePoint18Y"/>
                </a:cxn>
                <a:cxn ang="0">
                  <a:pos x="GluePoint19X" y="GluePoint19Y"/>
                </a:cxn>
                <a:cxn ang="0">
                  <a:pos x="GluePoint20X" y="GluePoint20Y"/>
                </a:cxn>
                <a:cxn ang="0">
                  <a:pos x="GluePoint21X" y="GluePoint21Y"/>
                </a:cxn>
                <a:cxn ang="0">
                  <a:pos x="GluePoint22X" y="GluePoint22Y"/>
                </a:cxn>
                <a:cxn ang="0">
                  <a:pos x="GluePoint23X" y="GluePoint23Y"/>
                </a:cxn>
                <a:cxn ang="0">
                  <a:pos x="GluePoint24X" y="GluePoint24Y"/>
                </a:cxn>
                <a:cxn ang="0">
                  <a:pos x="GluePoint25X" y="GluePoint25Y"/>
                </a:cxn>
                <a:cxn ang="0">
                  <a:pos x="GluePoint26X" y="GluePoint26Y"/>
                </a:cxn>
                <a:cxn ang="0">
                  <a:pos x="GluePoint27X" y="GluePoint27Y"/>
                </a:cxn>
              </a:cxnLst>
              <a:rect l="textAreaLeft" t="textAreaTop" r="textAreaRight" b="textAreaBottom"/>
              <a:pathLst>
                <a:path w="1126902" h="1204245">
                  <a:moveTo>
                    <a:pt x="0" y="0"/>
                  </a:moveTo>
                  <a:lnTo>
                    <a:pt x="0" y="312420"/>
                  </a:lnTo>
                  <a:lnTo>
                    <a:pt x="74295" y="312420"/>
                  </a:lnTo>
                  <a:lnTo>
                    <a:pt x="74581" y="302609"/>
                  </a:lnTo>
                  <a:cubicBezTo>
                    <a:pt x="81344" y="99346"/>
                    <a:pt x="159163" y="90773"/>
                    <a:pt x="334328" y="90773"/>
                  </a:cubicBezTo>
                  <a:cubicBezTo>
                    <a:pt x="340328" y="90773"/>
                    <a:pt x="346424" y="90773"/>
                    <a:pt x="352330" y="90678"/>
                  </a:cubicBezTo>
                  <a:cubicBezTo>
                    <a:pt x="395859" y="90392"/>
                    <a:pt x="437007" y="90106"/>
                    <a:pt x="453200" y="106204"/>
                  </a:cubicBezTo>
                  <a:cubicBezTo>
                    <a:pt x="458629" y="111538"/>
                    <a:pt x="461201" y="118967"/>
                    <a:pt x="461201" y="128873"/>
                  </a:cubicBezTo>
                  <a:lnTo>
                    <a:pt x="461201" y="950119"/>
                  </a:lnTo>
                  <a:cubicBezTo>
                    <a:pt x="461201" y="1072039"/>
                    <a:pt x="444151" y="1122426"/>
                    <a:pt x="272510" y="1129475"/>
                  </a:cubicBezTo>
                  <a:lnTo>
                    <a:pt x="262700" y="1129856"/>
                  </a:lnTo>
                  <a:lnTo>
                    <a:pt x="262700" y="1204246"/>
                  </a:lnTo>
                  <a:cubicBezTo>
                    <a:pt x="262700" y="1204246"/>
                    <a:pt x="462725" y="1196911"/>
                    <a:pt x="578548" y="1196911"/>
                  </a:cubicBezTo>
                  <a:cubicBezTo>
                    <a:pt x="666941" y="1196911"/>
                    <a:pt x="864203" y="1204246"/>
                    <a:pt x="864203" y="1204246"/>
                  </a:cubicBezTo>
                  <a:lnTo>
                    <a:pt x="864203" y="1129856"/>
                  </a:lnTo>
                  <a:lnTo>
                    <a:pt x="854393" y="1129475"/>
                  </a:lnTo>
                  <a:cubicBezTo>
                    <a:pt x="682752" y="1122426"/>
                    <a:pt x="665702" y="1072039"/>
                    <a:pt x="665702" y="950119"/>
                  </a:cubicBezTo>
                  <a:lnTo>
                    <a:pt x="665702" y="128873"/>
                  </a:lnTo>
                  <a:cubicBezTo>
                    <a:pt x="665702" y="120396"/>
                    <a:pt x="668369" y="113729"/>
                    <a:pt x="673608" y="108490"/>
                  </a:cubicBezTo>
                  <a:cubicBezTo>
                    <a:pt x="693420" y="89059"/>
                    <a:pt x="747903" y="89821"/>
                    <a:pt x="791718" y="90488"/>
                  </a:cubicBezTo>
                  <a:cubicBezTo>
                    <a:pt x="800005" y="90583"/>
                    <a:pt x="808196" y="90773"/>
                    <a:pt x="815912" y="90773"/>
                  </a:cubicBezTo>
                  <a:cubicBezTo>
                    <a:pt x="987267" y="90773"/>
                    <a:pt x="1042511" y="140303"/>
                    <a:pt x="1052513" y="302895"/>
                  </a:cubicBezTo>
                  <a:lnTo>
                    <a:pt x="1053084" y="312420"/>
                  </a:lnTo>
                  <a:lnTo>
                    <a:pt x="1126903" y="312420"/>
                  </a:lnTo>
                  <a:lnTo>
                    <a:pt x="1126903" y="0"/>
                  </a:lnTo>
                  <a:cubicBezTo>
                    <a:pt x="1126903" y="0"/>
                    <a:pt x="694468" y="2857"/>
                    <a:pt x="563404" y="2857"/>
                  </a:cubicBezTo>
                  <a:cubicBezTo>
                    <a:pt x="432340" y="2857"/>
                    <a:pt x="0" y="0"/>
                    <a:pt x="0" y="0"/>
                  </a:cubicBezTo>
                </a:path>
              </a:pathLst>
            </a:custGeom>
            <a:solidFill>
              <a:schemeClr val="bg1"/>
            </a:solidFill>
            <a:ln w="9525">
              <a:noFill/>
            </a:ln>
          </p:spPr>
          <p:style>
            <a:lnRef idx="0"/>
            <a:fillRef idx="0"/>
            <a:effectRef idx="0"/>
            <a:fontRef idx="minor"/>
          </p:style>
          <p:txBody>
            <a:bodyPr lIns="90000" tIns="45000" rIns="90000" bIns="45000" anchor="ctr">
              <a:noAutofit/>
            </a:bodyPr>
            <a:p>
              <a:endParaRPr lang="en-US" sz="1800" b="0" u="none" strike="noStrike">
                <a:solidFill>
                  <a:schemeClr val="dk1"/>
                </a:solidFill>
                <a:effectLst/>
                <a:uFillTx/>
                <a:latin typeface="Arial"/>
              </a:endParaRPr>
            </a:p>
          </p:txBody>
        </p:sp>
        <p:sp>
          <p:nvSpPr>
            <p:cNvPr id="168" name="Freeform 19"/>
            <p:cNvSpPr/>
            <p:nvPr/>
          </p:nvSpPr>
          <p:spPr>
            <a:xfrm>
              <a:off x="201960" y="6414120"/>
              <a:ext cx="297720" cy="300240"/>
            </a:xfrm>
            <a:custGeom>
              <a:avLst/>
              <a:gdLst>
                <a:gd name="textAreaLeft" fmla="*/ 0 w 297720"/>
                <a:gd name="textAreaRight" fmla="*/ 299160 w 297720"/>
                <a:gd name="textAreaTop" fmla="*/ 0 h 300240"/>
                <a:gd name="textAreaBottom" fmla="*/ 301680 h 300240"/>
                <a:gd name="GluePoint1X" fmla="*/ 372618 w 1195101"/>
                <a:gd name="GluePoint1Y" fmla="*/ 571786 h 1204626"/>
                <a:gd name="GluePoint2X" fmla="*/ 372523 w 1195101"/>
                <a:gd name="GluePoint2Y" fmla="*/ 134303 h 1204626"/>
                <a:gd name="GluePoint3X" fmla="*/ 386239 w 1195101"/>
                <a:gd name="GluePoint3Y" fmla="*/ 86487 h 1204626"/>
                <a:gd name="GluePoint4X" fmla="*/ 498348 w 1195101"/>
                <a:gd name="GluePoint4Y" fmla="*/ 85630 h 1204626"/>
                <a:gd name="GluePoint5X" fmla="*/ 738473 w 1195101"/>
                <a:gd name="GluePoint5Y" fmla="*/ 330518 h 1204626"/>
                <a:gd name="GluePoint6X" fmla="*/ 640747 w 1195101"/>
                <a:gd name="GluePoint6Y" fmla="*/ 541687 h 1204626"/>
                <a:gd name="GluePoint7X" fmla="*/ 372618 w 1195101"/>
                <a:gd name="GluePoint7Y" fmla="*/ 571786 h 1204626"/>
                <a:gd name="GluePoint8X" fmla="*/ 1186529 w 1195101"/>
                <a:gd name="GluePoint8Y" fmla="*/ 1129760 h 1204626"/>
                <a:gd name="GluePoint9X" fmla="*/ 1017461 w 1195101"/>
                <a:gd name="GluePoint9Y" fmla="*/ 1040702 h 1204626"/>
                <a:gd name="GluePoint10X" fmla="*/ 661797 w 1195101"/>
                <a:gd name="GluePoint10Y" fmla="*/ 632460 h 1204626"/>
                <a:gd name="GluePoint11X" fmla="*/ 964597 w 1195101"/>
                <a:gd name="GluePoint11Y" fmla="*/ 305371 h 1204626"/>
                <a:gd name="GluePoint12X" fmla="*/ 831056 w 1195101"/>
                <a:gd name="GluePoint12Y" fmla="*/ 55816 h 1204626"/>
                <a:gd name="GluePoint13X" fmla="*/ 544639 w 1195101"/>
                <a:gd name="GluePoint13Y" fmla="*/ 190 h 1204626"/>
                <a:gd name="GluePoint14X" fmla="*/ 317468 w 1195101"/>
                <a:gd name="GluePoint14Y" fmla="*/ 4191 h 1204626"/>
                <a:gd name="GluePoint15X" fmla="*/ 191 w 1195101"/>
                <a:gd name="GluePoint15Y" fmla="*/ 0 h 1204626"/>
                <a:gd name="GluePoint16X" fmla="*/ 191 w 1195101"/>
                <a:gd name="GluePoint16Y" fmla="*/ 74866 h 1204626"/>
                <a:gd name="GluePoint17X" fmla="*/ 15050 w 1195101"/>
                <a:gd name="GluePoint17Y" fmla="*/ 74866 h 1204626"/>
                <a:gd name="GluePoint18X" fmla="*/ 152781 w 1195101"/>
                <a:gd name="GluePoint18Y" fmla="*/ 128683 h 1204626"/>
                <a:gd name="GluePoint19X" fmla="*/ 168307 w 1195101"/>
                <a:gd name="GluePoint19Y" fmla="*/ 350139 h 1204626"/>
                <a:gd name="GluePoint20X" fmla="*/ 168307 w 1195101"/>
                <a:gd name="GluePoint20Y" fmla="*/ 841248 h 1204626"/>
                <a:gd name="GluePoint21X" fmla="*/ 161068 w 1195101"/>
                <a:gd name="GluePoint21Y" fmla="*/ 1034129 h 1204626"/>
                <a:gd name="GluePoint22X" fmla="*/ 152686 w 1195101"/>
                <a:gd name="GluePoint22Y" fmla="*/ 1075944 h 1204626"/>
                <a:gd name="GluePoint23X" fmla="*/ 10382 w 1195101"/>
                <a:gd name="GluePoint23Y" fmla="*/ 1129665 h 1204626"/>
                <a:gd name="GluePoint24X" fmla="*/ 0 w 1195101"/>
                <a:gd name="GluePoint24Y" fmla="*/ 1129665 h 1204626"/>
                <a:gd name="GluePoint25X" fmla="*/ 0 w 1195101"/>
                <a:gd name="GluePoint25Y" fmla="*/ 1204532 h 1204626"/>
                <a:gd name="GluePoint26X" fmla="*/ 278225 w 1195101"/>
                <a:gd name="GluePoint26Y" fmla="*/ 1197102 h 1204626"/>
                <a:gd name="GluePoint27X" fmla="*/ 540734 w 1195101"/>
                <a:gd name="GluePoint27Y" fmla="*/ 1204532 h 1204626"/>
                <a:gd name="GluePoint28X" fmla="*/ 540734 w 1195101"/>
                <a:gd name="GluePoint28Y" fmla="*/ 1129665 h 1204626"/>
                <a:gd name="GluePoint29X" fmla="*/ 525971 w 1195101"/>
                <a:gd name="GluePoint29Y" fmla="*/ 1129665 h 1204626"/>
                <a:gd name="GluePoint30X" fmla="*/ 388239 w 1195101"/>
                <a:gd name="GluePoint30Y" fmla="*/ 1075754 h 1204626"/>
                <a:gd name="GluePoint31X" fmla="*/ 379857 w 1195101"/>
                <a:gd name="GluePoint31Y" fmla="*/ 1034034 h 1204626"/>
                <a:gd name="GluePoint32X" fmla="*/ 372618 w 1195101"/>
                <a:gd name="GluePoint32Y" fmla="*/ 854297 h 1204626"/>
                <a:gd name="GluePoint33X" fmla="*/ 372618 w 1195101"/>
                <a:gd name="GluePoint33Y" fmla="*/ 653510 h 1204626"/>
                <a:gd name="GluePoint34X" fmla="*/ 479107 w 1195101"/>
                <a:gd name="GluePoint34Y" fmla="*/ 702469 h 1204626"/>
                <a:gd name="GluePoint35X" fmla="*/ 501110 w 1195101"/>
                <a:gd name="GluePoint35Y" fmla="*/ 728472 h 1204626"/>
                <a:gd name="GluePoint36X" fmla="*/ 797909 w 1195101"/>
                <a:gd name="GluePoint36Y" fmla="*/ 1096804 h 1204626"/>
                <a:gd name="GluePoint37X" fmla="*/ 885158 w 1195101"/>
                <a:gd name="GluePoint37Y" fmla="*/ 1204532 h 1204626"/>
                <a:gd name="GluePoint38X" fmla="*/ 1027366 w 1195101"/>
                <a:gd name="GluePoint38Y" fmla="*/ 1200436 h 1204626"/>
                <a:gd name="GluePoint39X" fmla="*/ 1195102 w 1195101"/>
                <a:gd name="GluePoint39Y" fmla="*/ 1204627 h 1204626"/>
                <a:gd name="GluePoint40X" fmla="*/ 1195102 w 1195101"/>
                <a:gd name="GluePoint40Y" fmla="*/ 1131094 h 1204626"/>
                <a:gd name="GluePoint41X" fmla="*/ 1186529 w 1195101"/>
                <a:gd name="GluePoint41Y" fmla="*/ 1129760 h 1204626"/>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 ang="0">
                  <a:pos x="GluePoint16X" y="GluePoint16Y"/>
                </a:cxn>
                <a:cxn ang="0">
                  <a:pos x="GluePoint17X" y="GluePoint17Y"/>
                </a:cxn>
                <a:cxn ang="0">
                  <a:pos x="GluePoint18X" y="GluePoint18Y"/>
                </a:cxn>
                <a:cxn ang="0">
                  <a:pos x="GluePoint19X" y="GluePoint19Y"/>
                </a:cxn>
                <a:cxn ang="0">
                  <a:pos x="GluePoint20X" y="GluePoint20Y"/>
                </a:cxn>
                <a:cxn ang="0">
                  <a:pos x="GluePoint21X" y="GluePoint21Y"/>
                </a:cxn>
                <a:cxn ang="0">
                  <a:pos x="GluePoint22X" y="GluePoint22Y"/>
                </a:cxn>
                <a:cxn ang="0">
                  <a:pos x="GluePoint23X" y="GluePoint23Y"/>
                </a:cxn>
                <a:cxn ang="0">
                  <a:pos x="GluePoint24X" y="GluePoint24Y"/>
                </a:cxn>
                <a:cxn ang="0">
                  <a:pos x="GluePoint25X" y="GluePoint25Y"/>
                </a:cxn>
                <a:cxn ang="0">
                  <a:pos x="GluePoint26X" y="GluePoint26Y"/>
                </a:cxn>
                <a:cxn ang="0">
                  <a:pos x="GluePoint27X" y="GluePoint27Y"/>
                </a:cxn>
                <a:cxn ang="0">
                  <a:pos x="GluePoint28X" y="GluePoint28Y"/>
                </a:cxn>
                <a:cxn ang="0">
                  <a:pos x="GluePoint29X" y="GluePoint29Y"/>
                </a:cxn>
                <a:cxn ang="0">
                  <a:pos x="GluePoint30X" y="GluePoint30Y"/>
                </a:cxn>
                <a:cxn ang="0">
                  <a:pos x="GluePoint31X" y="GluePoint31Y"/>
                </a:cxn>
                <a:cxn ang="0">
                  <a:pos x="GluePoint32X" y="GluePoint32Y"/>
                </a:cxn>
                <a:cxn ang="0">
                  <a:pos x="GluePoint33X" y="GluePoint33Y"/>
                </a:cxn>
                <a:cxn ang="0">
                  <a:pos x="GluePoint34X" y="GluePoint34Y"/>
                </a:cxn>
                <a:cxn ang="0">
                  <a:pos x="GluePoint35X" y="GluePoint35Y"/>
                </a:cxn>
                <a:cxn ang="0">
                  <a:pos x="GluePoint36X" y="GluePoint36Y"/>
                </a:cxn>
                <a:cxn ang="0">
                  <a:pos x="GluePoint37X" y="GluePoint37Y"/>
                </a:cxn>
                <a:cxn ang="0">
                  <a:pos x="GluePoint38X" y="GluePoint38Y"/>
                </a:cxn>
                <a:cxn ang="0">
                  <a:pos x="GluePoint39X" y="GluePoint39Y"/>
                </a:cxn>
                <a:cxn ang="0">
                  <a:pos x="GluePoint40X" y="GluePoint40Y"/>
                </a:cxn>
                <a:cxn ang="0">
                  <a:pos x="GluePoint41X" y="GluePoint41Y"/>
                </a:cxn>
              </a:cxnLst>
              <a:rect l="textAreaLeft" t="textAreaTop" r="textAreaRight" b="textAreaBottom"/>
              <a:pathLst>
                <a:path w="1195101" h="1204626">
                  <a:moveTo>
                    <a:pt x="372618" y="571786"/>
                  </a:moveTo>
                  <a:cubicBezTo>
                    <a:pt x="372618" y="571786"/>
                    <a:pt x="372618" y="136874"/>
                    <a:pt x="372523" y="134303"/>
                  </a:cubicBezTo>
                  <a:cubicBezTo>
                    <a:pt x="372237" y="116967"/>
                    <a:pt x="371761" y="93250"/>
                    <a:pt x="386239" y="86487"/>
                  </a:cubicBezTo>
                  <a:cubicBezTo>
                    <a:pt x="396240" y="82105"/>
                    <a:pt x="493014" y="85630"/>
                    <a:pt x="498348" y="85630"/>
                  </a:cubicBezTo>
                  <a:cubicBezTo>
                    <a:pt x="650938" y="85630"/>
                    <a:pt x="738473" y="174974"/>
                    <a:pt x="738473" y="330518"/>
                  </a:cubicBezTo>
                  <a:cubicBezTo>
                    <a:pt x="738473" y="443960"/>
                    <a:pt x="708374" y="509016"/>
                    <a:pt x="640747" y="541687"/>
                  </a:cubicBezTo>
                  <a:cubicBezTo>
                    <a:pt x="577691" y="571976"/>
                    <a:pt x="372618" y="571786"/>
                    <a:pt x="372618" y="571786"/>
                  </a:cubicBezTo>
                  <a:moveTo>
                    <a:pt x="1186529" y="1129760"/>
                  </a:moveTo>
                  <a:cubicBezTo>
                    <a:pt x="1100138" y="1116235"/>
                    <a:pt x="1074134" y="1106424"/>
                    <a:pt x="1017461" y="1040702"/>
                  </a:cubicBezTo>
                  <a:lnTo>
                    <a:pt x="661797" y="632460"/>
                  </a:lnTo>
                  <a:cubicBezTo>
                    <a:pt x="849059" y="608076"/>
                    <a:pt x="964597" y="484251"/>
                    <a:pt x="964597" y="305371"/>
                  </a:cubicBezTo>
                  <a:cubicBezTo>
                    <a:pt x="964597" y="188976"/>
                    <a:pt x="919544" y="105061"/>
                    <a:pt x="831056" y="55816"/>
                  </a:cubicBezTo>
                  <a:cubicBezTo>
                    <a:pt x="763619" y="18383"/>
                    <a:pt x="670084" y="190"/>
                    <a:pt x="544639" y="190"/>
                  </a:cubicBezTo>
                  <a:cubicBezTo>
                    <a:pt x="507206" y="1143"/>
                    <a:pt x="416909" y="4191"/>
                    <a:pt x="317468" y="4191"/>
                  </a:cubicBezTo>
                  <a:cubicBezTo>
                    <a:pt x="214313" y="4191"/>
                    <a:pt x="191" y="0"/>
                    <a:pt x="191" y="0"/>
                  </a:cubicBezTo>
                  <a:lnTo>
                    <a:pt x="191" y="74866"/>
                  </a:lnTo>
                  <a:lnTo>
                    <a:pt x="15050" y="74866"/>
                  </a:lnTo>
                  <a:cubicBezTo>
                    <a:pt x="71818" y="74486"/>
                    <a:pt x="135731" y="74771"/>
                    <a:pt x="152781" y="128683"/>
                  </a:cubicBezTo>
                  <a:cubicBezTo>
                    <a:pt x="168307" y="175355"/>
                    <a:pt x="168307" y="306896"/>
                    <a:pt x="168307" y="350139"/>
                  </a:cubicBezTo>
                  <a:lnTo>
                    <a:pt x="168307" y="841248"/>
                  </a:lnTo>
                  <a:cubicBezTo>
                    <a:pt x="168307" y="895445"/>
                    <a:pt x="168307" y="977837"/>
                    <a:pt x="161068" y="1034129"/>
                  </a:cubicBezTo>
                  <a:cubicBezTo>
                    <a:pt x="158972" y="1050798"/>
                    <a:pt x="156210" y="1065276"/>
                    <a:pt x="152686" y="1075944"/>
                  </a:cubicBezTo>
                  <a:cubicBezTo>
                    <a:pt x="135350" y="1129665"/>
                    <a:pt x="66104" y="1129665"/>
                    <a:pt x="10382" y="1129665"/>
                  </a:cubicBezTo>
                  <a:lnTo>
                    <a:pt x="0" y="1129665"/>
                  </a:lnTo>
                  <a:lnTo>
                    <a:pt x="0" y="1204532"/>
                  </a:lnTo>
                  <a:cubicBezTo>
                    <a:pt x="0" y="1204532"/>
                    <a:pt x="166783" y="1197102"/>
                    <a:pt x="278225" y="1197102"/>
                  </a:cubicBezTo>
                  <a:cubicBezTo>
                    <a:pt x="374047" y="1197102"/>
                    <a:pt x="540734" y="1204246"/>
                    <a:pt x="540734" y="1204532"/>
                  </a:cubicBezTo>
                  <a:lnTo>
                    <a:pt x="540734" y="1129665"/>
                  </a:lnTo>
                  <a:lnTo>
                    <a:pt x="525971" y="1129665"/>
                  </a:lnTo>
                  <a:cubicBezTo>
                    <a:pt x="470059" y="1129951"/>
                    <a:pt x="406813" y="1129760"/>
                    <a:pt x="388239" y="1075754"/>
                  </a:cubicBezTo>
                  <a:cubicBezTo>
                    <a:pt x="384620" y="1065086"/>
                    <a:pt x="381953" y="1050607"/>
                    <a:pt x="379857" y="1034034"/>
                  </a:cubicBezTo>
                  <a:cubicBezTo>
                    <a:pt x="372618" y="978122"/>
                    <a:pt x="372618" y="898017"/>
                    <a:pt x="372618" y="854297"/>
                  </a:cubicBezTo>
                  <a:lnTo>
                    <a:pt x="372618" y="653510"/>
                  </a:lnTo>
                  <a:cubicBezTo>
                    <a:pt x="439198" y="654082"/>
                    <a:pt x="444913" y="661035"/>
                    <a:pt x="479107" y="702469"/>
                  </a:cubicBezTo>
                  <a:cubicBezTo>
                    <a:pt x="485489" y="710089"/>
                    <a:pt x="492728" y="718756"/>
                    <a:pt x="501110" y="728472"/>
                  </a:cubicBezTo>
                  <a:lnTo>
                    <a:pt x="797909" y="1096804"/>
                  </a:lnTo>
                  <a:lnTo>
                    <a:pt x="885158" y="1204532"/>
                  </a:lnTo>
                  <a:cubicBezTo>
                    <a:pt x="885158" y="1204532"/>
                    <a:pt x="980885" y="1200436"/>
                    <a:pt x="1027366" y="1200436"/>
                  </a:cubicBezTo>
                  <a:cubicBezTo>
                    <a:pt x="1094994" y="1200436"/>
                    <a:pt x="1195102" y="1204627"/>
                    <a:pt x="1195102" y="1204627"/>
                  </a:cubicBezTo>
                  <a:lnTo>
                    <a:pt x="1195102" y="1131094"/>
                  </a:lnTo>
                  <a:lnTo>
                    <a:pt x="1186529" y="1129760"/>
                  </a:lnTo>
                  <a:close/>
                </a:path>
              </a:pathLst>
            </a:custGeom>
            <a:solidFill>
              <a:schemeClr val="bg1"/>
            </a:solidFill>
            <a:ln w="9525">
              <a:noFill/>
            </a:ln>
          </p:spPr>
          <p:style>
            <a:lnRef idx="0"/>
            <a:fillRef idx="0"/>
            <a:effectRef idx="0"/>
            <a:fontRef idx="minor"/>
          </p:style>
          <p:txBody>
            <a:bodyPr lIns="90000" tIns="45000" rIns="90000" bIns="45000" anchor="ctr">
              <a:noAutofit/>
            </a:bodyPr>
            <a:p>
              <a:endParaRPr lang="en-US" sz="1800" b="0" u="none" strike="noStrike">
                <a:solidFill>
                  <a:schemeClr val="dk1"/>
                </a:solidFill>
                <a:effectLst/>
                <a:uFillTx/>
                <a:latin typeface="Arial"/>
              </a:endParaRPr>
            </a:p>
          </p:txBody>
        </p:sp>
      </p:grpSp>
      <p:sp>
        <p:nvSpPr>
          <p:cNvPr id="169" name="PlaceHolder 1"/>
          <p:cNvSpPr>
            <a:spLocks noGrp="1"/>
          </p:cNvSpPr>
          <p:nvPr>
            <p:ph type="title" hasCustomPrompt="1"/>
          </p:nvPr>
        </p:nvSpPr>
        <p:spPr>
          <a:xfrm>
            <a:off x="2395440" y="2361960"/>
            <a:ext cx="9503280" cy="1616040"/>
          </a:xfrm>
          <a:prstGeom prst="rect">
            <a:avLst/>
          </a:prstGeom>
          <a:noFill/>
          <a:ln w="0">
            <a:noFill/>
          </a:ln>
        </p:spPr>
        <p:txBody>
          <a:bodyPr lIns="90000" tIns="45000" rIns="90000" bIns="45000" anchor="t">
            <a:normAutofit/>
          </a:bodyPr>
          <a:lstStyle>
            <a:lvl1pPr indent="0" algn="l" defTabSz="914400">
              <a:lnSpc>
                <a:spcPct val="90000"/>
              </a:lnSpc>
              <a:buNone/>
              <a:tabLst>
                <a:tab pos="0" algn="l"/>
              </a:tabLst>
              <a:defRPr lang="en-US" sz="5400" b="1" u="none" strike="noStrike">
                <a:solidFill>
                  <a:schemeClr val="lt1"/>
                </a:solidFill>
                <a:effectLst/>
                <a:uFillTx/>
                <a:latin typeface="Arial"/>
              </a:defRPr>
            </a:lvl1pPr>
          </a:lstStyle>
          <a:p>
            <a:pPr indent="0" algn="l" defTabSz="914400">
              <a:lnSpc>
                <a:spcPct val="90000"/>
              </a:lnSpc>
              <a:buNone/>
              <a:tabLst>
                <a:tab pos="0" algn="l"/>
              </a:tabLst>
            </a:pPr>
            <a:r>
              <a:rPr lang="en-US" sz="5400" b="1" u="none" strike="noStrike">
                <a:solidFill>
                  <a:schemeClr val="lt1"/>
                </a:solidFill>
                <a:effectLst/>
                <a:uFillTx/>
                <a:latin typeface="Arial"/>
              </a:rPr>
              <a:t>Quote here quote here quote here.</a:t>
            </a:r>
            <a:endParaRPr lang="en-US" sz="5400" b="1" u="none" strike="noStrike">
              <a:solidFill>
                <a:schemeClr val="lt1"/>
              </a:solidFill>
              <a:effectLst/>
              <a:uFillTx/>
              <a:latin typeface="Arial"/>
            </a:endParaRPr>
          </a:p>
        </p:txBody>
      </p:sp>
      <p:sp>
        <p:nvSpPr>
          <p:cNvPr id="170" name="Freeform 24"/>
          <p:cNvSpPr/>
          <p:nvPr/>
        </p:nvSpPr>
        <p:spPr>
          <a:xfrm>
            <a:off x="2395440" y="1598400"/>
            <a:ext cx="635760" cy="570960"/>
          </a:xfrm>
          <a:custGeom>
            <a:avLst/>
            <a:gdLst>
              <a:gd name="textAreaLeft" fmla="*/ 0 w 635760"/>
              <a:gd name="textAreaRight" fmla="*/ 637200 w 635760"/>
              <a:gd name="textAreaTop" fmla="*/ 0 h 570960"/>
              <a:gd name="textAreaBottom" fmla="*/ 572400 h 570960"/>
              <a:gd name="GluePoint1X" fmla="*/ 0 w 424529"/>
              <a:gd name="GluePoint1Y" fmla="*/ 381476 h 381476"/>
              <a:gd name="GluePoint2X" fmla="*/ 186404 w 424529"/>
              <a:gd name="GluePoint2Y" fmla="*/ 381476 h 381476"/>
              <a:gd name="GluePoint3X" fmla="*/ 186404 w 424529"/>
              <a:gd name="GluePoint3Y" fmla="*/ 196406 h 381476"/>
              <a:gd name="GluePoint4X" fmla="*/ 95250 w 424529"/>
              <a:gd name="GluePoint4Y" fmla="*/ 196406 h 381476"/>
              <a:gd name="GluePoint5X" fmla="*/ 189166 w 424529"/>
              <a:gd name="GluePoint5Y" fmla="*/ 66866 h 381476"/>
              <a:gd name="GluePoint6X" fmla="*/ 189166 w 424529"/>
              <a:gd name="GluePoint6Y" fmla="*/ 0 h 381476"/>
              <a:gd name="GluePoint7X" fmla="*/ 0 w 424529"/>
              <a:gd name="GluePoint7Y" fmla="*/ 213551 h 381476"/>
              <a:gd name="GluePoint8X" fmla="*/ 0 w 424529"/>
              <a:gd name="GluePoint8Y" fmla="*/ 381476 h 381476"/>
              <a:gd name="GluePoint9X" fmla="*/ 235363 w 424529"/>
              <a:gd name="GluePoint9Y" fmla="*/ 381476 h 381476"/>
              <a:gd name="GluePoint10X" fmla="*/ 421767 w 424529"/>
              <a:gd name="GluePoint10Y" fmla="*/ 381476 h 381476"/>
              <a:gd name="GluePoint11X" fmla="*/ 421767 w 424529"/>
              <a:gd name="GluePoint11Y" fmla="*/ 196406 h 381476"/>
              <a:gd name="GluePoint12X" fmla="*/ 330613 w 424529"/>
              <a:gd name="GluePoint12Y" fmla="*/ 196406 h 381476"/>
              <a:gd name="GluePoint13X" fmla="*/ 424529 w 424529"/>
              <a:gd name="GluePoint13Y" fmla="*/ 66866 h 381476"/>
              <a:gd name="GluePoint14X" fmla="*/ 424529 w 424529"/>
              <a:gd name="GluePoint14Y" fmla="*/ 0 h 381476"/>
              <a:gd name="GluePoint15X" fmla="*/ 235363 w 424529"/>
              <a:gd name="GluePoint15Y" fmla="*/ 213551 h 381476"/>
              <a:gd name="GluePoint16X" fmla="*/ 235363 w 424529"/>
              <a:gd name="GluePoint16Y" fmla="*/ 381476 h 381476"/>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 ang="0">
                <a:pos x="GluePoint16X" y="GluePoint16Y"/>
              </a:cxn>
            </a:cxnLst>
            <a:rect l="textAreaLeft" t="textAreaTop" r="textAreaRight" b="textAreaBottom"/>
            <a:pathLst>
              <a:path w="424529" h="381476">
                <a:moveTo>
                  <a:pt x="0" y="381476"/>
                </a:moveTo>
                <a:lnTo>
                  <a:pt x="186404" y="381476"/>
                </a:lnTo>
                <a:lnTo>
                  <a:pt x="186404" y="196406"/>
                </a:lnTo>
                <a:lnTo>
                  <a:pt x="95250" y="196406"/>
                </a:lnTo>
                <a:cubicBezTo>
                  <a:pt x="95250" y="126683"/>
                  <a:pt x="146304" y="81153"/>
                  <a:pt x="189166" y="66866"/>
                </a:cubicBezTo>
                <a:lnTo>
                  <a:pt x="189166" y="0"/>
                </a:lnTo>
                <a:cubicBezTo>
                  <a:pt x="96679" y="15621"/>
                  <a:pt x="0" y="84011"/>
                  <a:pt x="0" y="213551"/>
                </a:cubicBezTo>
                <a:lnTo>
                  <a:pt x="0" y="381476"/>
                </a:lnTo>
                <a:close/>
                <a:moveTo>
                  <a:pt x="235363" y="381476"/>
                </a:moveTo>
                <a:lnTo>
                  <a:pt x="421767" y="381476"/>
                </a:lnTo>
                <a:lnTo>
                  <a:pt x="421767" y="196406"/>
                </a:lnTo>
                <a:lnTo>
                  <a:pt x="330613" y="196406"/>
                </a:lnTo>
                <a:cubicBezTo>
                  <a:pt x="330613" y="126683"/>
                  <a:pt x="381667" y="81153"/>
                  <a:pt x="424529" y="66866"/>
                </a:cubicBezTo>
                <a:lnTo>
                  <a:pt x="424529" y="0"/>
                </a:lnTo>
                <a:cubicBezTo>
                  <a:pt x="332041" y="15621"/>
                  <a:pt x="235363" y="84011"/>
                  <a:pt x="235363" y="213551"/>
                </a:cubicBezTo>
                <a:lnTo>
                  <a:pt x="235363" y="381476"/>
                </a:lnTo>
                <a:close/>
              </a:path>
            </a:pathLst>
          </a:custGeom>
          <a:solidFill>
            <a:schemeClr val="bg1"/>
          </a:solidFill>
          <a:ln w="15875">
            <a:noFill/>
          </a:ln>
        </p:spPr>
        <p:style>
          <a:lnRef idx="0"/>
          <a:fillRef idx="0"/>
          <a:effectRef idx="0"/>
          <a:fontRef idx="minor"/>
        </p:style>
        <p:txBody>
          <a:bodyPr lIns="90000" tIns="45000" rIns="90000" bIns="45000" anchor="ctr">
            <a:noAutofit/>
          </a:bodyPr>
          <a:p>
            <a:endParaRPr lang="en-US" sz="1800" b="0" u="none" strike="noStrike">
              <a:solidFill>
                <a:schemeClr val="dk1"/>
              </a:solidFill>
              <a:effectLst/>
              <a:uFillTx/>
              <a:latin typeface="Arial"/>
            </a:endParaRPr>
          </a:p>
        </p:txBody>
      </p:sp>
      <p:sp>
        <p:nvSpPr>
          <p:cNvPr id="171" name="Freeform 26"/>
          <p:cNvSpPr/>
          <p:nvPr/>
        </p:nvSpPr>
        <p:spPr>
          <a:xfrm rot="10800000">
            <a:off x="11264400" y="3136320"/>
            <a:ext cx="635760" cy="570960"/>
          </a:xfrm>
          <a:custGeom>
            <a:avLst/>
            <a:gdLst>
              <a:gd name="textAreaLeft" fmla="*/ 0 w 635760"/>
              <a:gd name="textAreaRight" fmla="*/ 637200 w 635760"/>
              <a:gd name="textAreaTop" fmla="*/ 0 h 570960"/>
              <a:gd name="textAreaBottom" fmla="*/ 572400 h 570960"/>
              <a:gd name="GluePoint1X" fmla="*/ 0 w 424529"/>
              <a:gd name="GluePoint1Y" fmla="*/ 381476 h 381476"/>
              <a:gd name="GluePoint2X" fmla="*/ 186404 w 424529"/>
              <a:gd name="GluePoint2Y" fmla="*/ 381476 h 381476"/>
              <a:gd name="GluePoint3X" fmla="*/ 186404 w 424529"/>
              <a:gd name="GluePoint3Y" fmla="*/ 196406 h 381476"/>
              <a:gd name="GluePoint4X" fmla="*/ 95250 w 424529"/>
              <a:gd name="GluePoint4Y" fmla="*/ 196406 h 381476"/>
              <a:gd name="GluePoint5X" fmla="*/ 189166 w 424529"/>
              <a:gd name="GluePoint5Y" fmla="*/ 66866 h 381476"/>
              <a:gd name="GluePoint6X" fmla="*/ 189166 w 424529"/>
              <a:gd name="GluePoint6Y" fmla="*/ 0 h 381476"/>
              <a:gd name="GluePoint7X" fmla="*/ 0 w 424529"/>
              <a:gd name="GluePoint7Y" fmla="*/ 213551 h 381476"/>
              <a:gd name="GluePoint8X" fmla="*/ 0 w 424529"/>
              <a:gd name="GluePoint8Y" fmla="*/ 381476 h 381476"/>
              <a:gd name="GluePoint9X" fmla="*/ 235363 w 424529"/>
              <a:gd name="GluePoint9Y" fmla="*/ 381476 h 381476"/>
              <a:gd name="GluePoint10X" fmla="*/ 421767 w 424529"/>
              <a:gd name="GluePoint10Y" fmla="*/ 381476 h 381476"/>
              <a:gd name="GluePoint11X" fmla="*/ 421767 w 424529"/>
              <a:gd name="GluePoint11Y" fmla="*/ 196406 h 381476"/>
              <a:gd name="GluePoint12X" fmla="*/ 330613 w 424529"/>
              <a:gd name="GluePoint12Y" fmla="*/ 196406 h 381476"/>
              <a:gd name="GluePoint13X" fmla="*/ 424529 w 424529"/>
              <a:gd name="GluePoint13Y" fmla="*/ 66866 h 381476"/>
              <a:gd name="GluePoint14X" fmla="*/ 424529 w 424529"/>
              <a:gd name="GluePoint14Y" fmla="*/ 0 h 381476"/>
              <a:gd name="GluePoint15X" fmla="*/ 235363 w 424529"/>
              <a:gd name="GluePoint15Y" fmla="*/ 213551 h 381476"/>
              <a:gd name="GluePoint16X" fmla="*/ 235363 w 424529"/>
              <a:gd name="GluePoint16Y" fmla="*/ 381476 h 381476"/>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 ang="0">
                <a:pos x="GluePoint16X" y="GluePoint16Y"/>
              </a:cxn>
            </a:cxnLst>
            <a:rect l="textAreaLeft" t="textAreaTop" r="textAreaRight" b="textAreaBottom"/>
            <a:pathLst>
              <a:path w="424529" h="381476">
                <a:moveTo>
                  <a:pt x="0" y="381476"/>
                </a:moveTo>
                <a:lnTo>
                  <a:pt x="186404" y="381476"/>
                </a:lnTo>
                <a:lnTo>
                  <a:pt x="186404" y="196406"/>
                </a:lnTo>
                <a:lnTo>
                  <a:pt x="95250" y="196406"/>
                </a:lnTo>
                <a:cubicBezTo>
                  <a:pt x="95250" y="126683"/>
                  <a:pt x="146304" y="81153"/>
                  <a:pt x="189166" y="66866"/>
                </a:cubicBezTo>
                <a:lnTo>
                  <a:pt x="189166" y="0"/>
                </a:lnTo>
                <a:cubicBezTo>
                  <a:pt x="96679" y="15621"/>
                  <a:pt x="0" y="84011"/>
                  <a:pt x="0" y="213551"/>
                </a:cubicBezTo>
                <a:lnTo>
                  <a:pt x="0" y="381476"/>
                </a:lnTo>
                <a:close/>
                <a:moveTo>
                  <a:pt x="235363" y="381476"/>
                </a:moveTo>
                <a:lnTo>
                  <a:pt x="421767" y="381476"/>
                </a:lnTo>
                <a:lnTo>
                  <a:pt x="421767" y="196406"/>
                </a:lnTo>
                <a:lnTo>
                  <a:pt x="330613" y="196406"/>
                </a:lnTo>
                <a:cubicBezTo>
                  <a:pt x="330613" y="126683"/>
                  <a:pt x="381667" y="81153"/>
                  <a:pt x="424529" y="66866"/>
                </a:cubicBezTo>
                <a:lnTo>
                  <a:pt x="424529" y="0"/>
                </a:lnTo>
                <a:cubicBezTo>
                  <a:pt x="332041" y="15621"/>
                  <a:pt x="235363" y="84011"/>
                  <a:pt x="235363" y="213551"/>
                </a:cubicBezTo>
                <a:lnTo>
                  <a:pt x="235363" y="381476"/>
                </a:lnTo>
                <a:close/>
              </a:path>
            </a:pathLst>
          </a:custGeom>
          <a:solidFill>
            <a:schemeClr val="bg1"/>
          </a:solidFill>
          <a:ln w="15875">
            <a:noFill/>
          </a:ln>
        </p:spPr>
        <p:style>
          <a:lnRef idx="0"/>
          <a:fillRef idx="0"/>
          <a:effectRef idx="0"/>
          <a:fontRef idx="minor"/>
        </p:style>
        <p:txBody>
          <a:bodyPr lIns="90000" tIns="45000" rIns="90000" bIns="45000" anchor="ctr">
            <a:noAutofit/>
          </a:bodyPr>
          <a:p>
            <a:endParaRPr lang="en-US" sz="1800" b="0" u="none" strike="noStrike">
              <a:solidFill>
                <a:schemeClr val="dk1"/>
              </a:solidFill>
              <a:effectLst/>
              <a:uFillTx/>
              <a:latin typeface="Arial"/>
            </a:endParaRPr>
          </a:p>
        </p:txBody>
      </p:sp>
      <p:sp>
        <p:nvSpPr>
          <p:cNvPr id="172" name="PlaceHolder 2"/>
          <p:cNvSpPr>
            <a:spLocks noGrp="1"/>
          </p:cNvSpPr>
          <p:nvPr>
            <p:ph type="body" hasCustomPrompt="1"/>
          </p:nvPr>
        </p:nvSpPr>
        <p:spPr>
          <a:xfrm>
            <a:off x="4787640" y="4082040"/>
            <a:ext cx="7111080" cy="729360"/>
          </a:xfrm>
          <a:prstGeom prst="rect">
            <a:avLst/>
          </a:prstGeom>
          <a:noFill/>
          <a:ln w="0">
            <a:noFill/>
          </a:ln>
        </p:spPr>
        <p:txBody>
          <a:bodyPr lIns="90000" tIns="45000" rIns="90000" bIns="45000" anchor="t">
            <a:noAutofit/>
          </a:bodyPr>
          <a:lstStyle>
            <a:lvl1pPr indent="0" algn="l" defTabSz="914400">
              <a:lnSpc>
                <a:spcPct val="100000"/>
              </a:lnSpc>
              <a:buNone/>
              <a:tabLst>
                <a:tab pos="0" algn="l"/>
              </a:tabLst>
              <a:defRPr lang="en-US" sz="2000" b="0" u="none" strike="noStrike">
                <a:solidFill>
                  <a:schemeClr val="lt1"/>
                </a:solidFill>
                <a:effectLst/>
                <a:uFillTx/>
                <a:latin typeface="Arial"/>
              </a:defRPr>
            </a:lvl1pPr>
            <a:lvl2pPr indent="0" algn="l" defTabSz="914400">
              <a:lnSpc>
                <a:spcPct val="100000"/>
              </a:lnSpc>
              <a:buNone/>
              <a:tabLst>
                <a:tab pos="0" algn="l"/>
              </a:tabLst>
              <a:defRPr lang="en-US" sz="2000" b="0" u="none" strike="noStrike">
                <a:solidFill>
                  <a:schemeClr val="lt1"/>
                </a:solidFill>
                <a:effectLst/>
                <a:uFillTx/>
                <a:latin typeface="Arial"/>
              </a:defRPr>
            </a:lvl2pPr>
          </a:lstStyle>
          <a:p>
            <a:pPr indent="0" algn="l" defTabSz="914400">
              <a:lnSpc>
                <a:spcPct val="100000"/>
              </a:lnSpc>
              <a:buNone/>
              <a:tabLst>
                <a:tab pos="0" algn="l"/>
              </a:tabLst>
            </a:pPr>
            <a:r>
              <a:rPr lang="en-US" sz="2000" b="0" u="none" strike="noStrike">
                <a:solidFill>
                  <a:schemeClr val="lt1"/>
                </a:solidFill>
                <a:effectLst/>
                <a:uFillTx/>
                <a:latin typeface="Arial"/>
              </a:rPr>
              <a:t>- Attribution</a:t>
            </a:r>
            <a:endParaRPr lang="en-US" sz="2000" b="0" u="none" strike="noStrike">
              <a:solidFill>
                <a:schemeClr val="lt1"/>
              </a:solidFill>
              <a:effectLst/>
              <a:uFillTx/>
              <a:latin typeface="Arial"/>
            </a:endParaRPr>
          </a:p>
          <a:p>
            <a:pPr indent="0" algn="l" defTabSz="914400">
              <a:lnSpc>
                <a:spcPct val="100000"/>
              </a:lnSpc>
              <a:buNone/>
              <a:tabLst>
                <a:tab pos="0" algn="l"/>
              </a:tabLst>
            </a:pPr>
            <a:r>
              <a:rPr lang="en-US" sz="2000" b="0" u="none" strike="noStrike">
                <a:solidFill>
                  <a:schemeClr val="lt1"/>
                </a:solidFill>
                <a:effectLst/>
                <a:uFillTx/>
                <a:latin typeface="Arial"/>
              </a:rPr>
              <a:t>  Second line here</a:t>
            </a:r>
            <a:endParaRPr lang="en-US" sz="2000" b="0" u="none" strike="noStrike">
              <a:solidFill>
                <a:schemeClr val="lt1"/>
              </a:solidFill>
              <a:effectLst/>
              <a:uFillTx/>
              <a:latin typeface="Arial"/>
            </a:endParaRPr>
          </a:p>
        </p:txBody>
      </p:sp>
    </p:spTree>
  </p:cSld>
</p:sldLayout>
</file>

<file path=ppt/slideLayouts/slideLayout1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2_Quote 3 Reference">
    <p:bg>
      <p:bgPr>
        <a:solidFill>
          <a:srgbClr val="FFFFFF"/>
        </a:solidFill>
      </p:bgPr>
    </p:bg>
    <p:spTree>
      <p:nvGrpSpPr>
        <p:cNvPr id="1" name=""/>
        <p:cNvGrpSpPr/>
        <p:nvPr/>
      </p:nvGrpSpPr>
      <p:grpSpPr>
        <a:xfrm>
          <a:off x="0" y="0"/>
          <a:ext cx="0" cy="0"/>
          <a:chOff x="0" y="0"/>
          <a:chExt cx="0" cy="0"/>
        </a:xfrm>
      </p:grpSpPr>
      <p:sp>
        <p:nvSpPr>
          <p:cNvPr id="173" name="Rectangle 5"/>
          <p:cNvSpPr/>
          <p:nvPr/>
        </p:nvSpPr>
        <p:spPr>
          <a:xfrm>
            <a:off x="0" y="0"/>
            <a:ext cx="12190680" cy="666000"/>
          </a:xfrm>
          <a:prstGeom prst="rect">
            <a:avLst/>
          </a:prstGeom>
          <a:solidFill>
            <a:srgbClr val="F86901"/>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p>
            <a:endParaRPr lang="en-US" sz="1800" b="0" u="none" strike="noStrike">
              <a:solidFill>
                <a:schemeClr val="lt1"/>
              </a:solidFill>
              <a:effectLst/>
              <a:uFillTx/>
              <a:latin typeface="Arial"/>
            </a:endParaRPr>
          </a:p>
        </p:txBody>
      </p:sp>
      <p:sp>
        <p:nvSpPr>
          <p:cNvPr id="174" name="TextBox 10"/>
          <p:cNvSpPr/>
          <p:nvPr/>
        </p:nvSpPr>
        <p:spPr>
          <a:xfrm>
            <a:off x="11689200" y="269640"/>
            <a:ext cx="476280" cy="238680"/>
          </a:xfrm>
          <a:prstGeom prst="rect">
            <a:avLst/>
          </a:prstGeom>
          <a:noFill/>
          <a:ln w="0">
            <a:noFill/>
          </a:ln>
        </p:spPr>
        <p:style>
          <a:lnRef idx="0"/>
          <a:fillRef idx="0"/>
          <a:effectRef idx="0"/>
          <a:fontRef idx="minor"/>
        </p:style>
        <p:txBody>
          <a:bodyPr lIns="90000" tIns="45000" rIns="90000" bIns="45000" anchor="t">
            <a:spAutoFit/>
          </a:bodyPr>
          <a:p>
            <a:pPr defTabSz="914400">
              <a:lnSpc>
                <a:spcPct val="80000"/>
              </a:lnSpc>
            </a:pPr>
            <a:r>
              <a:rPr lang="en-US" sz="1200" b="0" u="none" strike="noStrike">
                <a:solidFill>
                  <a:srgbClr val="E56B2A"/>
                </a:solidFill>
                <a:effectLst/>
                <a:uFillTx/>
                <a:latin typeface="Georgia"/>
              </a:rPr>
              <a:t> </a:t>
            </a:r>
            <a:fld id="{A95F0ECC-FDE6-46AE-95A3-E0AB5AFB6C25}" type="slidenum">
              <a:rPr lang="en-US" sz="1130" b="0" u="none" strike="noStrike">
                <a:solidFill>
                  <a:schemeClr val="lt1"/>
                </a:solidFill>
                <a:effectLst/>
                <a:uFillTx/>
                <a:latin typeface="Arial"/>
              </a:rPr>
              <a:t>&lt;number&gt;</a:t>
            </a:fld>
            <a:endParaRPr lang="en-US" sz="1130" b="0" u="none" strike="noStrike">
              <a:solidFill>
                <a:srgbClr val="000000"/>
              </a:solidFill>
              <a:effectLst/>
              <a:uFillTx/>
              <a:latin typeface="Arial"/>
            </a:endParaRPr>
          </a:p>
        </p:txBody>
      </p:sp>
      <p:pic>
        <p:nvPicPr>
          <p:cNvPr id="175" name="Graphic 11"/>
          <p:cNvPicPr/>
          <p:nvPr/>
        </p:nvPicPr>
        <p:blipFill>
          <a:blip r:embed="rId2">
            <a:extLst>
              <a:ext uri="{96DAC541-7B7A-43D3-8B79-37D633B846F1}">
                <asvg:svgBlip xmlns:asvg="http://schemas.microsoft.com/office/drawing/2016/SVG/main" r:embed="rId3"/>
              </a:ext>
            </a:extLst>
          </a:blip>
          <a:stretch/>
        </p:blipFill>
        <p:spPr>
          <a:xfrm>
            <a:off x="9069840" y="240840"/>
            <a:ext cx="2699280" cy="238680"/>
          </a:xfrm>
          <a:prstGeom prst="rect">
            <a:avLst/>
          </a:prstGeom>
          <a:noFill/>
          <a:ln w="0">
            <a:noFill/>
          </a:ln>
        </p:spPr>
      </p:pic>
      <p:grpSp>
        <p:nvGrpSpPr>
          <p:cNvPr id="176" name="Graphic 22"/>
          <p:cNvGrpSpPr/>
          <p:nvPr/>
        </p:nvGrpSpPr>
        <p:grpSpPr>
          <a:xfrm>
            <a:off x="201960" y="195840"/>
            <a:ext cx="797760" cy="300600"/>
            <a:chOff x="201960" y="195840"/>
            <a:chExt cx="797760" cy="300600"/>
          </a:xfrm>
        </p:grpSpPr>
        <p:sp>
          <p:nvSpPr>
            <p:cNvPr id="177" name="Freeform 2"/>
            <p:cNvSpPr/>
            <p:nvPr/>
          </p:nvSpPr>
          <p:spPr>
            <a:xfrm>
              <a:off x="540720" y="195840"/>
              <a:ext cx="135720" cy="300240"/>
            </a:xfrm>
            <a:custGeom>
              <a:avLst/>
              <a:gdLst>
                <a:gd name="textAreaLeft" fmla="*/ 0 w 135720"/>
                <a:gd name="textAreaRight" fmla="*/ 137160 w 135720"/>
                <a:gd name="textAreaTop" fmla="*/ 0 h 300240"/>
                <a:gd name="textAreaBottom" fmla="*/ 301680 h 300240"/>
                <a:gd name="GluePoint1X" fmla="*/ 393478 w 547877"/>
                <a:gd name="GluePoint1Y" fmla="*/ 129064 h 1204531"/>
                <a:gd name="GluePoint2X" fmla="*/ 537686 w 547877"/>
                <a:gd name="GluePoint2Y" fmla="*/ 74771 h 1204531"/>
                <a:gd name="GluePoint3X" fmla="*/ 547878 w 547877"/>
                <a:gd name="GluePoint3Y" fmla="*/ 74771 h 1204531"/>
                <a:gd name="GluePoint4X" fmla="*/ 547878 w 547877"/>
                <a:gd name="GluePoint4Y" fmla="*/ 0 h 1204531"/>
                <a:gd name="GluePoint5X" fmla="*/ 267938 w 547877"/>
                <a:gd name="GluePoint5Y" fmla="*/ 4667 h 1204531"/>
                <a:gd name="GluePoint6X" fmla="*/ 0 w 547877"/>
                <a:gd name="GluePoint6Y" fmla="*/ 0 h 1204531"/>
                <a:gd name="GluePoint7X" fmla="*/ 0 w 547877"/>
                <a:gd name="GluePoint7Y" fmla="*/ 74771 h 1204531"/>
                <a:gd name="GluePoint8X" fmla="*/ 10192 w 547877"/>
                <a:gd name="GluePoint8Y" fmla="*/ 74771 h 1204531"/>
                <a:gd name="GluePoint9X" fmla="*/ 154400 w 547877"/>
                <a:gd name="GluePoint9Y" fmla="*/ 128968 h 1204531"/>
                <a:gd name="GluePoint10X" fmla="*/ 171640 w 547877"/>
                <a:gd name="GluePoint10Y" fmla="*/ 363188 h 1204531"/>
                <a:gd name="GluePoint11X" fmla="*/ 171640 w 547877"/>
                <a:gd name="GluePoint11Y" fmla="*/ 841153 h 1204531"/>
                <a:gd name="GluePoint12X" fmla="*/ 154496 w 547877"/>
                <a:gd name="GluePoint12Y" fmla="*/ 1075373 h 1204531"/>
                <a:gd name="GluePoint13X" fmla="*/ 10192 w 547877"/>
                <a:gd name="GluePoint13Y" fmla="*/ 1129569 h 1204531"/>
                <a:gd name="GluePoint14X" fmla="*/ 0 w 547877"/>
                <a:gd name="GluePoint14Y" fmla="*/ 1129569 h 1204531"/>
                <a:gd name="GluePoint15X" fmla="*/ 0 w 547877"/>
                <a:gd name="GluePoint15Y" fmla="*/ 1204531 h 1204531"/>
                <a:gd name="GluePoint16X" fmla="*/ 268224 w 547877"/>
                <a:gd name="GluePoint16Y" fmla="*/ 1197102 h 1204531"/>
                <a:gd name="GluePoint17X" fmla="*/ 547878 w 547877"/>
                <a:gd name="GluePoint17Y" fmla="*/ 1204531 h 1204531"/>
                <a:gd name="GluePoint18X" fmla="*/ 547878 w 547877"/>
                <a:gd name="GluePoint18Y" fmla="*/ 1129569 h 1204531"/>
                <a:gd name="GluePoint19X" fmla="*/ 537686 w 547877"/>
                <a:gd name="GluePoint19Y" fmla="*/ 1129569 h 1204531"/>
                <a:gd name="GluePoint20X" fmla="*/ 393478 w 547877"/>
                <a:gd name="GluePoint20Y" fmla="*/ 1075468 h 1204531"/>
                <a:gd name="GluePoint21X" fmla="*/ 376333 w 547877"/>
                <a:gd name="GluePoint21Y" fmla="*/ 841153 h 1204531"/>
                <a:gd name="GluePoint22X" fmla="*/ 376333 w 547877"/>
                <a:gd name="GluePoint22Y" fmla="*/ 363188 h 1204531"/>
                <a:gd name="GluePoint23X" fmla="*/ 393478 w 547877"/>
                <a:gd name="GluePoint23Y" fmla="*/ 129064 h 1204531"/>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 ang="0">
                  <a:pos x="GluePoint16X" y="GluePoint16Y"/>
                </a:cxn>
                <a:cxn ang="0">
                  <a:pos x="GluePoint17X" y="GluePoint17Y"/>
                </a:cxn>
                <a:cxn ang="0">
                  <a:pos x="GluePoint18X" y="GluePoint18Y"/>
                </a:cxn>
                <a:cxn ang="0">
                  <a:pos x="GluePoint19X" y="GluePoint19Y"/>
                </a:cxn>
                <a:cxn ang="0">
                  <a:pos x="GluePoint20X" y="GluePoint20Y"/>
                </a:cxn>
                <a:cxn ang="0">
                  <a:pos x="GluePoint21X" y="GluePoint21Y"/>
                </a:cxn>
                <a:cxn ang="0">
                  <a:pos x="GluePoint22X" y="GluePoint22Y"/>
                </a:cxn>
                <a:cxn ang="0">
                  <a:pos x="GluePoint23X" y="GluePoint23Y"/>
                </a:cxn>
              </a:cxnLst>
              <a:rect l="textAreaLeft" t="textAreaTop" r="textAreaRight" b="textAreaBottom"/>
              <a:pathLst>
                <a:path w="547877" h="1204531">
                  <a:moveTo>
                    <a:pt x="393478" y="129064"/>
                  </a:moveTo>
                  <a:cubicBezTo>
                    <a:pt x="414242" y="74771"/>
                    <a:pt x="482727" y="74771"/>
                    <a:pt x="537686" y="74771"/>
                  </a:cubicBezTo>
                  <a:lnTo>
                    <a:pt x="547878" y="74771"/>
                  </a:lnTo>
                  <a:lnTo>
                    <a:pt x="547878" y="0"/>
                  </a:lnTo>
                  <a:cubicBezTo>
                    <a:pt x="547878" y="0"/>
                    <a:pt x="333565" y="4667"/>
                    <a:pt x="267938" y="4667"/>
                  </a:cubicBezTo>
                  <a:cubicBezTo>
                    <a:pt x="200406" y="4667"/>
                    <a:pt x="0" y="0"/>
                    <a:pt x="0" y="0"/>
                  </a:cubicBezTo>
                  <a:lnTo>
                    <a:pt x="0" y="74771"/>
                  </a:lnTo>
                  <a:lnTo>
                    <a:pt x="10192" y="74771"/>
                  </a:lnTo>
                  <a:cubicBezTo>
                    <a:pt x="65246" y="74771"/>
                    <a:pt x="133731" y="74771"/>
                    <a:pt x="154400" y="128968"/>
                  </a:cubicBezTo>
                  <a:cubicBezTo>
                    <a:pt x="171640" y="175450"/>
                    <a:pt x="171640" y="307086"/>
                    <a:pt x="171640" y="363188"/>
                  </a:cubicBezTo>
                  <a:lnTo>
                    <a:pt x="171640" y="841153"/>
                  </a:lnTo>
                  <a:cubicBezTo>
                    <a:pt x="171640" y="897350"/>
                    <a:pt x="171640" y="1028890"/>
                    <a:pt x="154496" y="1075373"/>
                  </a:cubicBezTo>
                  <a:cubicBezTo>
                    <a:pt x="133731" y="1129569"/>
                    <a:pt x="65246" y="1129569"/>
                    <a:pt x="10192" y="1129569"/>
                  </a:cubicBezTo>
                  <a:lnTo>
                    <a:pt x="0" y="1129569"/>
                  </a:lnTo>
                  <a:lnTo>
                    <a:pt x="0" y="1204531"/>
                  </a:lnTo>
                  <a:cubicBezTo>
                    <a:pt x="0" y="1204341"/>
                    <a:pt x="173260" y="1197102"/>
                    <a:pt x="268224" y="1197102"/>
                  </a:cubicBezTo>
                  <a:cubicBezTo>
                    <a:pt x="377476" y="1197102"/>
                    <a:pt x="547878" y="1204531"/>
                    <a:pt x="547878" y="1204531"/>
                  </a:cubicBezTo>
                  <a:lnTo>
                    <a:pt x="547878" y="1129569"/>
                  </a:lnTo>
                  <a:lnTo>
                    <a:pt x="537686" y="1129569"/>
                  </a:lnTo>
                  <a:cubicBezTo>
                    <a:pt x="482727" y="1129569"/>
                    <a:pt x="414242" y="1129569"/>
                    <a:pt x="393478" y="1075468"/>
                  </a:cubicBezTo>
                  <a:cubicBezTo>
                    <a:pt x="376333" y="1028890"/>
                    <a:pt x="376333" y="897350"/>
                    <a:pt x="376333" y="841153"/>
                  </a:cubicBezTo>
                  <a:lnTo>
                    <a:pt x="376333" y="363188"/>
                  </a:lnTo>
                  <a:cubicBezTo>
                    <a:pt x="376333" y="307086"/>
                    <a:pt x="376333" y="175450"/>
                    <a:pt x="393478" y="129064"/>
                  </a:cubicBezTo>
                </a:path>
              </a:pathLst>
            </a:custGeom>
            <a:solidFill>
              <a:schemeClr val="bg1"/>
            </a:solidFill>
            <a:ln w="9525">
              <a:noFill/>
            </a:ln>
          </p:spPr>
          <p:style>
            <a:lnRef idx="0"/>
            <a:fillRef idx="0"/>
            <a:effectRef idx="0"/>
            <a:fontRef idx="minor"/>
          </p:style>
          <p:txBody>
            <a:bodyPr lIns="68040" tIns="45000" rIns="68040" bIns="45000" anchor="ctr">
              <a:noAutofit/>
            </a:bodyPr>
            <a:p>
              <a:endParaRPr lang="en-US" sz="1800" b="0" u="none" strike="noStrike">
                <a:solidFill>
                  <a:schemeClr val="dk1"/>
                </a:solidFill>
                <a:effectLst/>
                <a:uFillTx/>
                <a:latin typeface="Arial"/>
              </a:endParaRPr>
            </a:p>
          </p:txBody>
        </p:sp>
        <p:sp>
          <p:nvSpPr>
            <p:cNvPr id="178" name="Freeform 3"/>
            <p:cNvSpPr/>
            <p:nvPr/>
          </p:nvSpPr>
          <p:spPr>
            <a:xfrm>
              <a:off x="718920" y="196200"/>
              <a:ext cx="280800" cy="300240"/>
            </a:xfrm>
            <a:custGeom>
              <a:avLst/>
              <a:gdLst>
                <a:gd name="textAreaLeft" fmla="*/ 0 w 280800"/>
                <a:gd name="textAreaRight" fmla="*/ 282240 w 280800"/>
                <a:gd name="textAreaTop" fmla="*/ 0 h 300240"/>
                <a:gd name="textAreaBottom" fmla="*/ 301680 h 300240"/>
                <a:gd name="GluePoint1X" fmla="*/ 0 w 1126902"/>
                <a:gd name="GluePoint1Y" fmla="*/ 0 h 1204245"/>
                <a:gd name="GluePoint2X" fmla="*/ 0 w 1126902"/>
                <a:gd name="GluePoint2Y" fmla="*/ 312420 h 1204245"/>
                <a:gd name="GluePoint3X" fmla="*/ 74295 w 1126902"/>
                <a:gd name="GluePoint3Y" fmla="*/ 312420 h 1204245"/>
                <a:gd name="GluePoint4X" fmla="*/ 74581 w 1126902"/>
                <a:gd name="GluePoint4Y" fmla="*/ 302609 h 1204245"/>
                <a:gd name="GluePoint5X" fmla="*/ 334328 w 1126902"/>
                <a:gd name="GluePoint5Y" fmla="*/ 90773 h 1204245"/>
                <a:gd name="GluePoint6X" fmla="*/ 352330 w 1126902"/>
                <a:gd name="GluePoint6Y" fmla="*/ 90678 h 1204245"/>
                <a:gd name="GluePoint7X" fmla="*/ 453200 w 1126902"/>
                <a:gd name="GluePoint7Y" fmla="*/ 106204 h 1204245"/>
                <a:gd name="GluePoint8X" fmla="*/ 461201 w 1126902"/>
                <a:gd name="GluePoint8Y" fmla="*/ 128873 h 1204245"/>
                <a:gd name="GluePoint9X" fmla="*/ 461201 w 1126902"/>
                <a:gd name="GluePoint9Y" fmla="*/ 950119 h 1204245"/>
                <a:gd name="GluePoint10X" fmla="*/ 272510 w 1126902"/>
                <a:gd name="GluePoint10Y" fmla="*/ 1129475 h 1204245"/>
                <a:gd name="GluePoint11X" fmla="*/ 262700 w 1126902"/>
                <a:gd name="GluePoint11Y" fmla="*/ 1129856 h 1204245"/>
                <a:gd name="GluePoint12X" fmla="*/ 262700 w 1126902"/>
                <a:gd name="GluePoint12Y" fmla="*/ 1204246 h 1204245"/>
                <a:gd name="GluePoint13X" fmla="*/ 578548 w 1126902"/>
                <a:gd name="GluePoint13Y" fmla="*/ 1196911 h 1204245"/>
                <a:gd name="GluePoint14X" fmla="*/ 864203 w 1126902"/>
                <a:gd name="GluePoint14Y" fmla="*/ 1204246 h 1204245"/>
                <a:gd name="GluePoint15X" fmla="*/ 864203 w 1126902"/>
                <a:gd name="GluePoint15Y" fmla="*/ 1129856 h 1204245"/>
                <a:gd name="GluePoint16X" fmla="*/ 854393 w 1126902"/>
                <a:gd name="GluePoint16Y" fmla="*/ 1129475 h 1204245"/>
                <a:gd name="GluePoint17X" fmla="*/ 665702 w 1126902"/>
                <a:gd name="GluePoint17Y" fmla="*/ 950119 h 1204245"/>
                <a:gd name="GluePoint18X" fmla="*/ 665702 w 1126902"/>
                <a:gd name="GluePoint18Y" fmla="*/ 128873 h 1204245"/>
                <a:gd name="GluePoint19X" fmla="*/ 673608 w 1126902"/>
                <a:gd name="GluePoint19Y" fmla="*/ 108490 h 1204245"/>
                <a:gd name="GluePoint20X" fmla="*/ 791718 w 1126902"/>
                <a:gd name="GluePoint20Y" fmla="*/ 90488 h 1204245"/>
                <a:gd name="GluePoint21X" fmla="*/ 815912 w 1126902"/>
                <a:gd name="GluePoint21Y" fmla="*/ 90773 h 1204245"/>
                <a:gd name="GluePoint22X" fmla="*/ 1052513 w 1126902"/>
                <a:gd name="GluePoint22Y" fmla="*/ 302895 h 1204245"/>
                <a:gd name="GluePoint23X" fmla="*/ 1053084 w 1126902"/>
                <a:gd name="GluePoint23Y" fmla="*/ 312420 h 1204245"/>
                <a:gd name="GluePoint24X" fmla="*/ 1126903 w 1126902"/>
                <a:gd name="GluePoint24Y" fmla="*/ 312420 h 1204245"/>
                <a:gd name="GluePoint25X" fmla="*/ 1126903 w 1126902"/>
                <a:gd name="GluePoint25Y" fmla="*/ 0 h 1204245"/>
                <a:gd name="GluePoint26X" fmla="*/ 563404 w 1126902"/>
                <a:gd name="GluePoint26Y" fmla="*/ 2857 h 1204245"/>
                <a:gd name="GluePoint27X" fmla="*/ 0 w 1126902"/>
                <a:gd name="GluePoint27Y" fmla="*/ 0 h 1204245"/>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 ang="0">
                  <a:pos x="GluePoint16X" y="GluePoint16Y"/>
                </a:cxn>
                <a:cxn ang="0">
                  <a:pos x="GluePoint17X" y="GluePoint17Y"/>
                </a:cxn>
                <a:cxn ang="0">
                  <a:pos x="GluePoint18X" y="GluePoint18Y"/>
                </a:cxn>
                <a:cxn ang="0">
                  <a:pos x="GluePoint19X" y="GluePoint19Y"/>
                </a:cxn>
                <a:cxn ang="0">
                  <a:pos x="GluePoint20X" y="GluePoint20Y"/>
                </a:cxn>
                <a:cxn ang="0">
                  <a:pos x="GluePoint21X" y="GluePoint21Y"/>
                </a:cxn>
                <a:cxn ang="0">
                  <a:pos x="GluePoint22X" y="GluePoint22Y"/>
                </a:cxn>
                <a:cxn ang="0">
                  <a:pos x="GluePoint23X" y="GluePoint23Y"/>
                </a:cxn>
                <a:cxn ang="0">
                  <a:pos x="GluePoint24X" y="GluePoint24Y"/>
                </a:cxn>
                <a:cxn ang="0">
                  <a:pos x="GluePoint25X" y="GluePoint25Y"/>
                </a:cxn>
                <a:cxn ang="0">
                  <a:pos x="GluePoint26X" y="GluePoint26Y"/>
                </a:cxn>
                <a:cxn ang="0">
                  <a:pos x="GluePoint27X" y="GluePoint27Y"/>
                </a:cxn>
              </a:cxnLst>
              <a:rect l="textAreaLeft" t="textAreaTop" r="textAreaRight" b="textAreaBottom"/>
              <a:pathLst>
                <a:path w="1126902" h="1204245">
                  <a:moveTo>
                    <a:pt x="0" y="0"/>
                  </a:moveTo>
                  <a:lnTo>
                    <a:pt x="0" y="312420"/>
                  </a:lnTo>
                  <a:lnTo>
                    <a:pt x="74295" y="312420"/>
                  </a:lnTo>
                  <a:lnTo>
                    <a:pt x="74581" y="302609"/>
                  </a:lnTo>
                  <a:cubicBezTo>
                    <a:pt x="81344" y="99346"/>
                    <a:pt x="159163" y="90773"/>
                    <a:pt x="334328" y="90773"/>
                  </a:cubicBezTo>
                  <a:cubicBezTo>
                    <a:pt x="340328" y="90773"/>
                    <a:pt x="346424" y="90773"/>
                    <a:pt x="352330" y="90678"/>
                  </a:cubicBezTo>
                  <a:cubicBezTo>
                    <a:pt x="395859" y="90392"/>
                    <a:pt x="437007" y="90106"/>
                    <a:pt x="453200" y="106204"/>
                  </a:cubicBezTo>
                  <a:cubicBezTo>
                    <a:pt x="458629" y="111538"/>
                    <a:pt x="461201" y="118967"/>
                    <a:pt x="461201" y="128873"/>
                  </a:cubicBezTo>
                  <a:lnTo>
                    <a:pt x="461201" y="950119"/>
                  </a:lnTo>
                  <a:cubicBezTo>
                    <a:pt x="461201" y="1072039"/>
                    <a:pt x="444151" y="1122426"/>
                    <a:pt x="272510" y="1129475"/>
                  </a:cubicBezTo>
                  <a:lnTo>
                    <a:pt x="262700" y="1129856"/>
                  </a:lnTo>
                  <a:lnTo>
                    <a:pt x="262700" y="1204246"/>
                  </a:lnTo>
                  <a:cubicBezTo>
                    <a:pt x="262700" y="1204246"/>
                    <a:pt x="462725" y="1196911"/>
                    <a:pt x="578548" y="1196911"/>
                  </a:cubicBezTo>
                  <a:cubicBezTo>
                    <a:pt x="666941" y="1196911"/>
                    <a:pt x="864203" y="1204246"/>
                    <a:pt x="864203" y="1204246"/>
                  </a:cubicBezTo>
                  <a:lnTo>
                    <a:pt x="864203" y="1129856"/>
                  </a:lnTo>
                  <a:lnTo>
                    <a:pt x="854393" y="1129475"/>
                  </a:lnTo>
                  <a:cubicBezTo>
                    <a:pt x="682752" y="1122426"/>
                    <a:pt x="665702" y="1072039"/>
                    <a:pt x="665702" y="950119"/>
                  </a:cubicBezTo>
                  <a:lnTo>
                    <a:pt x="665702" y="128873"/>
                  </a:lnTo>
                  <a:cubicBezTo>
                    <a:pt x="665702" y="120396"/>
                    <a:pt x="668369" y="113729"/>
                    <a:pt x="673608" y="108490"/>
                  </a:cubicBezTo>
                  <a:cubicBezTo>
                    <a:pt x="693420" y="89059"/>
                    <a:pt x="747903" y="89821"/>
                    <a:pt x="791718" y="90488"/>
                  </a:cubicBezTo>
                  <a:cubicBezTo>
                    <a:pt x="800005" y="90583"/>
                    <a:pt x="808196" y="90773"/>
                    <a:pt x="815912" y="90773"/>
                  </a:cubicBezTo>
                  <a:cubicBezTo>
                    <a:pt x="987267" y="90773"/>
                    <a:pt x="1042511" y="140303"/>
                    <a:pt x="1052513" y="302895"/>
                  </a:cubicBezTo>
                  <a:lnTo>
                    <a:pt x="1053084" y="312420"/>
                  </a:lnTo>
                  <a:lnTo>
                    <a:pt x="1126903" y="312420"/>
                  </a:lnTo>
                  <a:lnTo>
                    <a:pt x="1126903" y="0"/>
                  </a:lnTo>
                  <a:cubicBezTo>
                    <a:pt x="1126903" y="0"/>
                    <a:pt x="694468" y="2857"/>
                    <a:pt x="563404" y="2857"/>
                  </a:cubicBezTo>
                  <a:cubicBezTo>
                    <a:pt x="432340" y="2857"/>
                    <a:pt x="0" y="0"/>
                    <a:pt x="0" y="0"/>
                  </a:cubicBezTo>
                </a:path>
              </a:pathLst>
            </a:custGeom>
            <a:solidFill>
              <a:schemeClr val="bg1"/>
            </a:solidFill>
            <a:ln w="9525">
              <a:noFill/>
            </a:ln>
          </p:spPr>
          <p:style>
            <a:lnRef idx="0"/>
            <a:fillRef idx="0"/>
            <a:effectRef idx="0"/>
            <a:fontRef idx="minor"/>
          </p:style>
          <p:txBody>
            <a:bodyPr lIns="90000" tIns="45000" rIns="90000" bIns="45000" anchor="ctr">
              <a:noAutofit/>
            </a:bodyPr>
            <a:p>
              <a:endParaRPr lang="en-US" sz="1800" b="0" u="none" strike="noStrike">
                <a:solidFill>
                  <a:schemeClr val="dk1"/>
                </a:solidFill>
                <a:effectLst/>
                <a:uFillTx/>
                <a:latin typeface="Arial"/>
              </a:endParaRPr>
            </a:p>
          </p:txBody>
        </p:sp>
        <p:sp>
          <p:nvSpPr>
            <p:cNvPr id="179" name="Freeform 4"/>
            <p:cNvSpPr/>
            <p:nvPr/>
          </p:nvSpPr>
          <p:spPr>
            <a:xfrm>
              <a:off x="201960" y="195840"/>
              <a:ext cx="297720" cy="300240"/>
            </a:xfrm>
            <a:custGeom>
              <a:avLst/>
              <a:gdLst>
                <a:gd name="textAreaLeft" fmla="*/ 0 w 297720"/>
                <a:gd name="textAreaRight" fmla="*/ 299160 w 297720"/>
                <a:gd name="textAreaTop" fmla="*/ 0 h 300240"/>
                <a:gd name="textAreaBottom" fmla="*/ 301680 h 300240"/>
                <a:gd name="GluePoint1X" fmla="*/ 372618 w 1195101"/>
                <a:gd name="GluePoint1Y" fmla="*/ 571786 h 1204626"/>
                <a:gd name="GluePoint2X" fmla="*/ 372523 w 1195101"/>
                <a:gd name="GluePoint2Y" fmla="*/ 134303 h 1204626"/>
                <a:gd name="GluePoint3X" fmla="*/ 386239 w 1195101"/>
                <a:gd name="GluePoint3Y" fmla="*/ 86487 h 1204626"/>
                <a:gd name="GluePoint4X" fmla="*/ 498348 w 1195101"/>
                <a:gd name="GluePoint4Y" fmla="*/ 85630 h 1204626"/>
                <a:gd name="GluePoint5X" fmla="*/ 738473 w 1195101"/>
                <a:gd name="GluePoint5Y" fmla="*/ 330518 h 1204626"/>
                <a:gd name="GluePoint6X" fmla="*/ 640747 w 1195101"/>
                <a:gd name="GluePoint6Y" fmla="*/ 541687 h 1204626"/>
                <a:gd name="GluePoint7X" fmla="*/ 372618 w 1195101"/>
                <a:gd name="GluePoint7Y" fmla="*/ 571786 h 1204626"/>
                <a:gd name="GluePoint8X" fmla="*/ 1186529 w 1195101"/>
                <a:gd name="GluePoint8Y" fmla="*/ 1129760 h 1204626"/>
                <a:gd name="GluePoint9X" fmla="*/ 1017461 w 1195101"/>
                <a:gd name="GluePoint9Y" fmla="*/ 1040702 h 1204626"/>
                <a:gd name="GluePoint10X" fmla="*/ 661797 w 1195101"/>
                <a:gd name="GluePoint10Y" fmla="*/ 632460 h 1204626"/>
                <a:gd name="GluePoint11X" fmla="*/ 964597 w 1195101"/>
                <a:gd name="GluePoint11Y" fmla="*/ 305371 h 1204626"/>
                <a:gd name="GluePoint12X" fmla="*/ 831056 w 1195101"/>
                <a:gd name="GluePoint12Y" fmla="*/ 55816 h 1204626"/>
                <a:gd name="GluePoint13X" fmla="*/ 544639 w 1195101"/>
                <a:gd name="GluePoint13Y" fmla="*/ 190 h 1204626"/>
                <a:gd name="GluePoint14X" fmla="*/ 317468 w 1195101"/>
                <a:gd name="GluePoint14Y" fmla="*/ 4191 h 1204626"/>
                <a:gd name="GluePoint15X" fmla="*/ 191 w 1195101"/>
                <a:gd name="GluePoint15Y" fmla="*/ 0 h 1204626"/>
                <a:gd name="GluePoint16X" fmla="*/ 191 w 1195101"/>
                <a:gd name="GluePoint16Y" fmla="*/ 74866 h 1204626"/>
                <a:gd name="GluePoint17X" fmla="*/ 15050 w 1195101"/>
                <a:gd name="GluePoint17Y" fmla="*/ 74866 h 1204626"/>
                <a:gd name="GluePoint18X" fmla="*/ 152781 w 1195101"/>
                <a:gd name="GluePoint18Y" fmla="*/ 128683 h 1204626"/>
                <a:gd name="GluePoint19X" fmla="*/ 168307 w 1195101"/>
                <a:gd name="GluePoint19Y" fmla="*/ 350139 h 1204626"/>
                <a:gd name="GluePoint20X" fmla="*/ 168307 w 1195101"/>
                <a:gd name="GluePoint20Y" fmla="*/ 841248 h 1204626"/>
                <a:gd name="GluePoint21X" fmla="*/ 161068 w 1195101"/>
                <a:gd name="GluePoint21Y" fmla="*/ 1034129 h 1204626"/>
                <a:gd name="GluePoint22X" fmla="*/ 152686 w 1195101"/>
                <a:gd name="GluePoint22Y" fmla="*/ 1075944 h 1204626"/>
                <a:gd name="GluePoint23X" fmla="*/ 10382 w 1195101"/>
                <a:gd name="GluePoint23Y" fmla="*/ 1129665 h 1204626"/>
                <a:gd name="GluePoint24X" fmla="*/ 0 w 1195101"/>
                <a:gd name="GluePoint24Y" fmla="*/ 1129665 h 1204626"/>
                <a:gd name="GluePoint25X" fmla="*/ 0 w 1195101"/>
                <a:gd name="GluePoint25Y" fmla="*/ 1204532 h 1204626"/>
                <a:gd name="GluePoint26X" fmla="*/ 278225 w 1195101"/>
                <a:gd name="GluePoint26Y" fmla="*/ 1197102 h 1204626"/>
                <a:gd name="GluePoint27X" fmla="*/ 540734 w 1195101"/>
                <a:gd name="GluePoint27Y" fmla="*/ 1204532 h 1204626"/>
                <a:gd name="GluePoint28X" fmla="*/ 540734 w 1195101"/>
                <a:gd name="GluePoint28Y" fmla="*/ 1129665 h 1204626"/>
                <a:gd name="GluePoint29X" fmla="*/ 525971 w 1195101"/>
                <a:gd name="GluePoint29Y" fmla="*/ 1129665 h 1204626"/>
                <a:gd name="GluePoint30X" fmla="*/ 388239 w 1195101"/>
                <a:gd name="GluePoint30Y" fmla="*/ 1075754 h 1204626"/>
                <a:gd name="GluePoint31X" fmla="*/ 379857 w 1195101"/>
                <a:gd name="GluePoint31Y" fmla="*/ 1034034 h 1204626"/>
                <a:gd name="GluePoint32X" fmla="*/ 372618 w 1195101"/>
                <a:gd name="GluePoint32Y" fmla="*/ 854297 h 1204626"/>
                <a:gd name="GluePoint33X" fmla="*/ 372618 w 1195101"/>
                <a:gd name="GluePoint33Y" fmla="*/ 653510 h 1204626"/>
                <a:gd name="GluePoint34X" fmla="*/ 479107 w 1195101"/>
                <a:gd name="GluePoint34Y" fmla="*/ 702469 h 1204626"/>
                <a:gd name="GluePoint35X" fmla="*/ 501110 w 1195101"/>
                <a:gd name="GluePoint35Y" fmla="*/ 728472 h 1204626"/>
                <a:gd name="GluePoint36X" fmla="*/ 797909 w 1195101"/>
                <a:gd name="GluePoint36Y" fmla="*/ 1096804 h 1204626"/>
                <a:gd name="GluePoint37X" fmla="*/ 885158 w 1195101"/>
                <a:gd name="GluePoint37Y" fmla="*/ 1204532 h 1204626"/>
                <a:gd name="GluePoint38X" fmla="*/ 1027366 w 1195101"/>
                <a:gd name="GluePoint38Y" fmla="*/ 1200436 h 1204626"/>
                <a:gd name="GluePoint39X" fmla="*/ 1195102 w 1195101"/>
                <a:gd name="GluePoint39Y" fmla="*/ 1204627 h 1204626"/>
                <a:gd name="GluePoint40X" fmla="*/ 1195102 w 1195101"/>
                <a:gd name="GluePoint40Y" fmla="*/ 1131094 h 1204626"/>
                <a:gd name="GluePoint41X" fmla="*/ 1186529 w 1195101"/>
                <a:gd name="GluePoint41Y" fmla="*/ 1129760 h 1204626"/>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 ang="0">
                  <a:pos x="GluePoint16X" y="GluePoint16Y"/>
                </a:cxn>
                <a:cxn ang="0">
                  <a:pos x="GluePoint17X" y="GluePoint17Y"/>
                </a:cxn>
                <a:cxn ang="0">
                  <a:pos x="GluePoint18X" y="GluePoint18Y"/>
                </a:cxn>
                <a:cxn ang="0">
                  <a:pos x="GluePoint19X" y="GluePoint19Y"/>
                </a:cxn>
                <a:cxn ang="0">
                  <a:pos x="GluePoint20X" y="GluePoint20Y"/>
                </a:cxn>
                <a:cxn ang="0">
                  <a:pos x="GluePoint21X" y="GluePoint21Y"/>
                </a:cxn>
                <a:cxn ang="0">
                  <a:pos x="GluePoint22X" y="GluePoint22Y"/>
                </a:cxn>
                <a:cxn ang="0">
                  <a:pos x="GluePoint23X" y="GluePoint23Y"/>
                </a:cxn>
                <a:cxn ang="0">
                  <a:pos x="GluePoint24X" y="GluePoint24Y"/>
                </a:cxn>
                <a:cxn ang="0">
                  <a:pos x="GluePoint25X" y="GluePoint25Y"/>
                </a:cxn>
                <a:cxn ang="0">
                  <a:pos x="GluePoint26X" y="GluePoint26Y"/>
                </a:cxn>
                <a:cxn ang="0">
                  <a:pos x="GluePoint27X" y="GluePoint27Y"/>
                </a:cxn>
                <a:cxn ang="0">
                  <a:pos x="GluePoint28X" y="GluePoint28Y"/>
                </a:cxn>
                <a:cxn ang="0">
                  <a:pos x="GluePoint29X" y="GluePoint29Y"/>
                </a:cxn>
                <a:cxn ang="0">
                  <a:pos x="GluePoint30X" y="GluePoint30Y"/>
                </a:cxn>
                <a:cxn ang="0">
                  <a:pos x="GluePoint31X" y="GluePoint31Y"/>
                </a:cxn>
                <a:cxn ang="0">
                  <a:pos x="GluePoint32X" y="GluePoint32Y"/>
                </a:cxn>
                <a:cxn ang="0">
                  <a:pos x="GluePoint33X" y="GluePoint33Y"/>
                </a:cxn>
                <a:cxn ang="0">
                  <a:pos x="GluePoint34X" y="GluePoint34Y"/>
                </a:cxn>
                <a:cxn ang="0">
                  <a:pos x="GluePoint35X" y="GluePoint35Y"/>
                </a:cxn>
                <a:cxn ang="0">
                  <a:pos x="GluePoint36X" y="GluePoint36Y"/>
                </a:cxn>
                <a:cxn ang="0">
                  <a:pos x="GluePoint37X" y="GluePoint37Y"/>
                </a:cxn>
                <a:cxn ang="0">
                  <a:pos x="GluePoint38X" y="GluePoint38Y"/>
                </a:cxn>
                <a:cxn ang="0">
                  <a:pos x="GluePoint39X" y="GluePoint39Y"/>
                </a:cxn>
                <a:cxn ang="0">
                  <a:pos x="GluePoint40X" y="GluePoint40Y"/>
                </a:cxn>
                <a:cxn ang="0">
                  <a:pos x="GluePoint41X" y="GluePoint41Y"/>
                </a:cxn>
              </a:cxnLst>
              <a:rect l="textAreaLeft" t="textAreaTop" r="textAreaRight" b="textAreaBottom"/>
              <a:pathLst>
                <a:path w="1195101" h="1204626">
                  <a:moveTo>
                    <a:pt x="372618" y="571786"/>
                  </a:moveTo>
                  <a:cubicBezTo>
                    <a:pt x="372618" y="571786"/>
                    <a:pt x="372618" y="136874"/>
                    <a:pt x="372523" y="134303"/>
                  </a:cubicBezTo>
                  <a:cubicBezTo>
                    <a:pt x="372237" y="116967"/>
                    <a:pt x="371761" y="93250"/>
                    <a:pt x="386239" y="86487"/>
                  </a:cubicBezTo>
                  <a:cubicBezTo>
                    <a:pt x="396240" y="82105"/>
                    <a:pt x="493014" y="85630"/>
                    <a:pt x="498348" y="85630"/>
                  </a:cubicBezTo>
                  <a:cubicBezTo>
                    <a:pt x="650938" y="85630"/>
                    <a:pt x="738473" y="174974"/>
                    <a:pt x="738473" y="330518"/>
                  </a:cubicBezTo>
                  <a:cubicBezTo>
                    <a:pt x="738473" y="443960"/>
                    <a:pt x="708374" y="509016"/>
                    <a:pt x="640747" y="541687"/>
                  </a:cubicBezTo>
                  <a:cubicBezTo>
                    <a:pt x="577691" y="571976"/>
                    <a:pt x="372618" y="571786"/>
                    <a:pt x="372618" y="571786"/>
                  </a:cubicBezTo>
                  <a:moveTo>
                    <a:pt x="1186529" y="1129760"/>
                  </a:moveTo>
                  <a:cubicBezTo>
                    <a:pt x="1100138" y="1116235"/>
                    <a:pt x="1074134" y="1106424"/>
                    <a:pt x="1017461" y="1040702"/>
                  </a:cubicBezTo>
                  <a:lnTo>
                    <a:pt x="661797" y="632460"/>
                  </a:lnTo>
                  <a:cubicBezTo>
                    <a:pt x="849059" y="608076"/>
                    <a:pt x="964597" y="484251"/>
                    <a:pt x="964597" y="305371"/>
                  </a:cubicBezTo>
                  <a:cubicBezTo>
                    <a:pt x="964597" y="188976"/>
                    <a:pt x="919544" y="105061"/>
                    <a:pt x="831056" y="55816"/>
                  </a:cubicBezTo>
                  <a:cubicBezTo>
                    <a:pt x="763619" y="18383"/>
                    <a:pt x="670084" y="190"/>
                    <a:pt x="544639" y="190"/>
                  </a:cubicBezTo>
                  <a:cubicBezTo>
                    <a:pt x="507206" y="1143"/>
                    <a:pt x="416909" y="4191"/>
                    <a:pt x="317468" y="4191"/>
                  </a:cubicBezTo>
                  <a:cubicBezTo>
                    <a:pt x="214313" y="4191"/>
                    <a:pt x="191" y="0"/>
                    <a:pt x="191" y="0"/>
                  </a:cubicBezTo>
                  <a:lnTo>
                    <a:pt x="191" y="74866"/>
                  </a:lnTo>
                  <a:lnTo>
                    <a:pt x="15050" y="74866"/>
                  </a:lnTo>
                  <a:cubicBezTo>
                    <a:pt x="71818" y="74486"/>
                    <a:pt x="135731" y="74771"/>
                    <a:pt x="152781" y="128683"/>
                  </a:cubicBezTo>
                  <a:cubicBezTo>
                    <a:pt x="168307" y="175355"/>
                    <a:pt x="168307" y="306896"/>
                    <a:pt x="168307" y="350139"/>
                  </a:cubicBezTo>
                  <a:lnTo>
                    <a:pt x="168307" y="841248"/>
                  </a:lnTo>
                  <a:cubicBezTo>
                    <a:pt x="168307" y="895445"/>
                    <a:pt x="168307" y="977837"/>
                    <a:pt x="161068" y="1034129"/>
                  </a:cubicBezTo>
                  <a:cubicBezTo>
                    <a:pt x="158972" y="1050798"/>
                    <a:pt x="156210" y="1065276"/>
                    <a:pt x="152686" y="1075944"/>
                  </a:cubicBezTo>
                  <a:cubicBezTo>
                    <a:pt x="135350" y="1129665"/>
                    <a:pt x="66104" y="1129665"/>
                    <a:pt x="10382" y="1129665"/>
                  </a:cubicBezTo>
                  <a:lnTo>
                    <a:pt x="0" y="1129665"/>
                  </a:lnTo>
                  <a:lnTo>
                    <a:pt x="0" y="1204532"/>
                  </a:lnTo>
                  <a:cubicBezTo>
                    <a:pt x="0" y="1204532"/>
                    <a:pt x="166783" y="1197102"/>
                    <a:pt x="278225" y="1197102"/>
                  </a:cubicBezTo>
                  <a:cubicBezTo>
                    <a:pt x="374047" y="1197102"/>
                    <a:pt x="540734" y="1204246"/>
                    <a:pt x="540734" y="1204532"/>
                  </a:cubicBezTo>
                  <a:lnTo>
                    <a:pt x="540734" y="1129665"/>
                  </a:lnTo>
                  <a:lnTo>
                    <a:pt x="525971" y="1129665"/>
                  </a:lnTo>
                  <a:cubicBezTo>
                    <a:pt x="470059" y="1129951"/>
                    <a:pt x="406813" y="1129760"/>
                    <a:pt x="388239" y="1075754"/>
                  </a:cubicBezTo>
                  <a:cubicBezTo>
                    <a:pt x="384620" y="1065086"/>
                    <a:pt x="381953" y="1050607"/>
                    <a:pt x="379857" y="1034034"/>
                  </a:cubicBezTo>
                  <a:cubicBezTo>
                    <a:pt x="372618" y="978122"/>
                    <a:pt x="372618" y="898017"/>
                    <a:pt x="372618" y="854297"/>
                  </a:cubicBezTo>
                  <a:lnTo>
                    <a:pt x="372618" y="653510"/>
                  </a:lnTo>
                  <a:cubicBezTo>
                    <a:pt x="439198" y="654082"/>
                    <a:pt x="444913" y="661035"/>
                    <a:pt x="479107" y="702469"/>
                  </a:cubicBezTo>
                  <a:cubicBezTo>
                    <a:pt x="485489" y="710089"/>
                    <a:pt x="492728" y="718756"/>
                    <a:pt x="501110" y="728472"/>
                  </a:cubicBezTo>
                  <a:lnTo>
                    <a:pt x="797909" y="1096804"/>
                  </a:lnTo>
                  <a:lnTo>
                    <a:pt x="885158" y="1204532"/>
                  </a:lnTo>
                  <a:cubicBezTo>
                    <a:pt x="885158" y="1204532"/>
                    <a:pt x="980885" y="1200436"/>
                    <a:pt x="1027366" y="1200436"/>
                  </a:cubicBezTo>
                  <a:cubicBezTo>
                    <a:pt x="1094994" y="1200436"/>
                    <a:pt x="1195102" y="1204627"/>
                    <a:pt x="1195102" y="1204627"/>
                  </a:cubicBezTo>
                  <a:lnTo>
                    <a:pt x="1195102" y="1131094"/>
                  </a:lnTo>
                  <a:lnTo>
                    <a:pt x="1186529" y="1129760"/>
                  </a:lnTo>
                  <a:close/>
                </a:path>
              </a:pathLst>
            </a:custGeom>
            <a:solidFill>
              <a:schemeClr val="bg1"/>
            </a:solidFill>
            <a:ln w="9525">
              <a:noFill/>
            </a:ln>
          </p:spPr>
          <p:style>
            <a:lnRef idx="0"/>
            <a:fillRef idx="0"/>
            <a:effectRef idx="0"/>
            <a:fontRef idx="minor"/>
          </p:style>
          <p:txBody>
            <a:bodyPr lIns="90000" tIns="45000" rIns="90000" bIns="45000" anchor="ctr">
              <a:noAutofit/>
            </a:bodyPr>
            <a:p>
              <a:endParaRPr lang="en-US" sz="1800" b="0" u="none" strike="noStrike">
                <a:solidFill>
                  <a:schemeClr val="dk1"/>
                </a:solidFill>
                <a:effectLst/>
                <a:uFillTx/>
                <a:latin typeface="Arial"/>
              </a:endParaRPr>
            </a:p>
          </p:txBody>
        </p:sp>
      </p:grpSp>
      <p:sp>
        <p:nvSpPr>
          <p:cNvPr id="180" name="Text Placeholder 14"/>
          <p:cNvSpPr/>
          <p:nvPr/>
        </p:nvSpPr>
        <p:spPr>
          <a:xfrm>
            <a:off x="386640" y="3434040"/>
            <a:ext cx="2464560" cy="953280"/>
          </a:xfrm>
          <a:prstGeom prst="rect">
            <a:avLst/>
          </a:prstGeom>
          <a:noFill/>
          <a:ln w="0">
            <a:noFill/>
          </a:ln>
        </p:spPr>
        <p:style>
          <a:lnRef idx="0"/>
          <a:fillRef idx="0"/>
          <a:effectRef idx="0"/>
          <a:fontRef idx="minor"/>
        </p:style>
        <p:txBody>
          <a:bodyPr lIns="90000" tIns="45000" rIns="90000" bIns="45000" anchor="t">
            <a:noAutofit/>
          </a:bodyPr>
          <a:p>
            <a:endParaRPr lang="en-US" sz="2000" b="1" u="none" strike="noStrike">
              <a:solidFill>
                <a:srgbClr val="E56B2A"/>
              </a:solidFill>
              <a:effectLst/>
              <a:uFillTx/>
              <a:latin typeface="Arial"/>
            </a:endParaRPr>
          </a:p>
        </p:txBody>
      </p:sp>
      <p:sp>
        <p:nvSpPr>
          <p:cNvPr id="181" name="Rectangle 1"/>
          <p:cNvSpPr/>
          <p:nvPr/>
        </p:nvSpPr>
        <p:spPr>
          <a:xfrm>
            <a:off x="0" y="0"/>
            <a:ext cx="12190680" cy="685656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p>
            <a:endParaRPr lang="en-US" sz="1800" b="0" u="none" strike="noStrike">
              <a:solidFill>
                <a:schemeClr val="lt1"/>
              </a:solidFill>
              <a:effectLst/>
              <a:uFillTx/>
              <a:latin typeface="Arial"/>
            </a:endParaRPr>
          </a:p>
        </p:txBody>
      </p:sp>
      <p:sp>
        <p:nvSpPr>
          <p:cNvPr id="182" name="Freeform 22"/>
          <p:cNvSpPr/>
          <p:nvPr/>
        </p:nvSpPr>
        <p:spPr>
          <a:xfrm>
            <a:off x="-10677960" y="1598400"/>
            <a:ext cx="15401160" cy="18002160"/>
          </a:xfrm>
          <a:custGeom>
            <a:avLst/>
            <a:gdLst>
              <a:gd name="textAreaLeft" fmla="*/ 0 w 15401160"/>
              <a:gd name="textAreaRight" fmla="*/ 15402600 w 15401160"/>
              <a:gd name="textAreaTop" fmla="*/ 0 h 18002160"/>
              <a:gd name="textAreaBottom" fmla="*/ 18003600 h 18002160"/>
              <a:gd name="GluePoint1X" fmla="*/ 1701641 w 2043969"/>
              <a:gd name="GluePoint1Y" fmla="*/ 0 h 2389155"/>
              <a:gd name="GluePoint2X" fmla="*/ 0 w 2043969"/>
              <a:gd name="GluePoint2Y" fmla="*/ 1702213 h 2389155"/>
              <a:gd name="GluePoint3X" fmla="*/ 0 w 2043969"/>
              <a:gd name="GluePoint3Y" fmla="*/ 2389156 h 2389155"/>
              <a:gd name="GluePoint4X" fmla="*/ 2043970 w 2043969"/>
              <a:gd name="GluePoint4Y" fmla="*/ 340805 h 2389155"/>
              <a:gd name="GluePoint5X" fmla="*/ 1701641 w 2043969"/>
              <a:gd name="GluePoint5Y" fmla="*/ 340805 h 2389155"/>
            </a:gdLst>
            <a:ahLst/>
            <a:cxnLst>
              <a:cxn ang="0">
                <a:pos x="GluePoint1X" y="GluePoint1Y"/>
              </a:cxn>
              <a:cxn ang="0">
                <a:pos x="GluePoint2X" y="GluePoint2Y"/>
              </a:cxn>
              <a:cxn ang="0">
                <a:pos x="GluePoint3X" y="GluePoint3Y"/>
              </a:cxn>
              <a:cxn ang="0">
                <a:pos x="GluePoint4X" y="GluePoint4Y"/>
              </a:cxn>
              <a:cxn ang="0">
                <a:pos x="GluePoint5X" y="GluePoint5Y"/>
              </a:cxn>
            </a:cxnLst>
            <a:rect l="textAreaLeft" t="textAreaTop" r="textAreaRight" b="textAreaBottom"/>
            <a:pathLst>
              <a:path w="2043969" h="2389155">
                <a:moveTo>
                  <a:pt x="1701641" y="0"/>
                </a:moveTo>
                <a:lnTo>
                  <a:pt x="0" y="1702213"/>
                </a:lnTo>
                <a:lnTo>
                  <a:pt x="0" y="2389156"/>
                </a:lnTo>
                <a:lnTo>
                  <a:pt x="2043970" y="340805"/>
                </a:lnTo>
                <a:lnTo>
                  <a:pt x="1701641" y="340805"/>
                </a:lnTo>
                <a:close/>
              </a:path>
            </a:pathLst>
          </a:custGeom>
          <a:solidFill>
            <a:srgbClr val="F86901"/>
          </a:solidFill>
          <a:ln w="9525">
            <a:noFill/>
          </a:ln>
        </p:spPr>
        <p:style>
          <a:lnRef idx="0"/>
          <a:fillRef idx="0"/>
          <a:effectRef idx="0"/>
          <a:fontRef idx="minor"/>
        </p:style>
        <p:txBody>
          <a:bodyPr lIns="90000" tIns="45000" rIns="90000" bIns="45000" anchor="ctr">
            <a:noAutofit/>
          </a:bodyPr>
          <a:p>
            <a:endParaRPr lang="en-US" sz="1800" b="0" u="none" strike="noStrike">
              <a:solidFill>
                <a:schemeClr val="dk1"/>
              </a:solidFill>
              <a:effectLst/>
              <a:uFillTx/>
              <a:latin typeface="Arial"/>
            </a:endParaRPr>
          </a:p>
        </p:txBody>
      </p:sp>
      <p:sp>
        <p:nvSpPr>
          <p:cNvPr id="183" name="Rectangle 3"/>
          <p:cNvSpPr/>
          <p:nvPr/>
        </p:nvSpPr>
        <p:spPr>
          <a:xfrm>
            <a:off x="-84600" y="6218280"/>
            <a:ext cx="12274920" cy="638280"/>
          </a:xfrm>
          <a:prstGeom prst="rect">
            <a:avLst/>
          </a:prstGeom>
          <a:solidFill>
            <a:srgbClr val="F86901"/>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p>
            <a:endParaRPr lang="en-US" sz="1800" b="0" u="none" strike="noStrike">
              <a:solidFill>
                <a:schemeClr val="lt1"/>
              </a:solidFill>
              <a:effectLst/>
              <a:uFillTx/>
              <a:latin typeface="Arial"/>
            </a:endParaRPr>
          </a:p>
        </p:txBody>
      </p:sp>
      <p:sp>
        <p:nvSpPr>
          <p:cNvPr id="184" name="TextBox 4"/>
          <p:cNvSpPr/>
          <p:nvPr/>
        </p:nvSpPr>
        <p:spPr>
          <a:xfrm>
            <a:off x="11689200" y="6487920"/>
            <a:ext cx="476280" cy="238680"/>
          </a:xfrm>
          <a:prstGeom prst="rect">
            <a:avLst/>
          </a:prstGeom>
          <a:noFill/>
          <a:ln w="0">
            <a:noFill/>
          </a:ln>
        </p:spPr>
        <p:style>
          <a:lnRef idx="0"/>
          <a:fillRef idx="0"/>
          <a:effectRef idx="0"/>
          <a:fontRef idx="minor"/>
        </p:style>
        <p:txBody>
          <a:bodyPr lIns="90000" tIns="45000" rIns="90000" bIns="45000" anchor="t">
            <a:spAutoFit/>
          </a:bodyPr>
          <a:p>
            <a:pPr defTabSz="914400">
              <a:lnSpc>
                <a:spcPct val="80000"/>
              </a:lnSpc>
            </a:pPr>
            <a:r>
              <a:rPr lang="en-US" sz="1200" b="0" u="none" strike="noStrike">
                <a:solidFill>
                  <a:schemeClr val="lt1"/>
                </a:solidFill>
                <a:effectLst/>
                <a:uFillTx/>
                <a:latin typeface="Georgia"/>
              </a:rPr>
              <a:t> </a:t>
            </a:r>
            <a:fld id="{3141280E-3398-42B8-8924-FAE7482BBC85}" type="slidenum">
              <a:rPr lang="en-US" sz="1130" b="0" u="none" strike="noStrike">
                <a:solidFill>
                  <a:schemeClr val="lt1"/>
                </a:solidFill>
                <a:effectLst/>
                <a:uFillTx/>
                <a:latin typeface="Arial"/>
              </a:rPr>
              <a:t>&lt;number&gt;</a:t>
            </a:fld>
            <a:endParaRPr lang="en-US" sz="1130" b="0" u="none" strike="noStrike">
              <a:solidFill>
                <a:srgbClr val="000000"/>
              </a:solidFill>
              <a:effectLst/>
              <a:uFillTx/>
              <a:latin typeface="Arial"/>
            </a:endParaRPr>
          </a:p>
        </p:txBody>
      </p:sp>
      <p:pic>
        <p:nvPicPr>
          <p:cNvPr id="185" name="Graphic 5"/>
          <p:cNvPicPr/>
          <p:nvPr/>
        </p:nvPicPr>
        <p:blipFill>
          <a:blip r:embed="rId4">
            <a:extLst>
              <a:ext uri="{96DAC541-7B7A-43D3-8B79-37D633B846F1}">
                <asvg:svgBlip xmlns:asvg="http://schemas.microsoft.com/office/drawing/2016/SVG/main" r:embed="rId5"/>
              </a:ext>
            </a:extLst>
          </a:blip>
          <a:stretch/>
        </p:blipFill>
        <p:spPr>
          <a:xfrm>
            <a:off x="9069840" y="6459120"/>
            <a:ext cx="2699280" cy="238680"/>
          </a:xfrm>
          <a:prstGeom prst="rect">
            <a:avLst/>
          </a:prstGeom>
          <a:noFill/>
          <a:ln w="0">
            <a:noFill/>
          </a:ln>
        </p:spPr>
      </p:pic>
      <p:grpSp>
        <p:nvGrpSpPr>
          <p:cNvPr id="186" name="Graphic 22"/>
          <p:cNvGrpSpPr/>
          <p:nvPr/>
        </p:nvGrpSpPr>
        <p:grpSpPr>
          <a:xfrm>
            <a:off x="201960" y="6414120"/>
            <a:ext cx="797760" cy="300600"/>
            <a:chOff x="201960" y="6414120"/>
            <a:chExt cx="797760" cy="300600"/>
          </a:xfrm>
        </p:grpSpPr>
        <p:sp>
          <p:nvSpPr>
            <p:cNvPr id="187" name="Freeform 7"/>
            <p:cNvSpPr/>
            <p:nvPr/>
          </p:nvSpPr>
          <p:spPr>
            <a:xfrm>
              <a:off x="540720" y="6414120"/>
              <a:ext cx="135720" cy="300240"/>
            </a:xfrm>
            <a:custGeom>
              <a:avLst/>
              <a:gdLst>
                <a:gd name="textAreaLeft" fmla="*/ 0 w 135720"/>
                <a:gd name="textAreaRight" fmla="*/ 137160 w 135720"/>
                <a:gd name="textAreaTop" fmla="*/ 0 h 300240"/>
                <a:gd name="textAreaBottom" fmla="*/ 301680 h 300240"/>
                <a:gd name="GluePoint1X" fmla="*/ 393478 w 547877"/>
                <a:gd name="GluePoint1Y" fmla="*/ 129064 h 1204531"/>
                <a:gd name="GluePoint2X" fmla="*/ 537686 w 547877"/>
                <a:gd name="GluePoint2Y" fmla="*/ 74771 h 1204531"/>
                <a:gd name="GluePoint3X" fmla="*/ 547878 w 547877"/>
                <a:gd name="GluePoint3Y" fmla="*/ 74771 h 1204531"/>
                <a:gd name="GluePoint4X" fmla="*/ 547878 w 547877"/>
                <a:gd name="GluePoint4Y" fmla="*/ 0 h 1204531"/>
                <a:gd name="GluePoint5X" fmla="*/ 267938 w 547877"/>
                <a:gd name="GluePoint5Y" fmla="*/ 4667 h 1204531"/>
                <a:gd name="GluePoint6X" fmla="*/ 0 w 547877"/>
                <a:gd name="GluePoint6Y" fmla="*/ 0 h 1204531"/>
                <a:gd name="GluePoint7X" fmla="*/ 0 w 547877"/>
                <a:gd name="GluePoint7Y" fmla="*/ 74771 h 1204531"/>
                <a:gd name="GluePoint8X" fmla="*/ 10192 w 547877"/>
                <a:gd name="GluePoint8Y" fmla="*/ 74771 h 1204531"/>
                <a:gd name="GluePoint9X" fmla="*/ 154400 w 547877"/>
                <a:gd name="GluePoint9Y" fmla="*/ 128968 h 1204531"/>
                <a:gd name="GluePoint10X" fmla="*/ 171640 w 547877"/>
                <a:gd name="GluePoint10Y" fmla="*/ 363188 h 1204531"/>
                <a:gd name="GluePoint11X" fmla="*/ 171640 w 547877"/>
                <a:gd name="GluePoint11Y" fmla="*/ 841153 h 1204531"/>
                <a:gd name="GluePoint12X" fmla="*/ 154496 w 547877"/>
                <a:gd name="GluePoint12Y" fmla="*/ 1075373 h 1204531"/>
                <a:gd name="GluePoint13X" fmla="*/ 10192 w 547877"/>
                <a:gd name="GluePoint13Y" fmla="*/ 1129569 h 1204531"/>
                <a:gd name="GluePoint14X" fmla="*/ 0 w 547877"/>
                <a:gd name="GluePoint14Y" fmla="*/ 1129569 h 1204531"/>
                <a:gd name="GluePoint15X" fmla="*/ 0 w 547877"/>
                <a:gd name="GluePoint15Y" fmla="*/ 1204531 h 1204531"/>
                <a:gd name="GluePoint16X" fmla="*/ 268224 w 547877"/>
                <a:gd name="GluePoint16Y" fmla="*/ 1197102 h 1204531"/>
                <a:gd name="GluePoint17X" fmla="*/ 547878 w 547877"/>
                <a:gd name="GluePoint17Y" fmla="*/ 1204531 h 1204531"/>
                <a:gd name="GluePoint18X" fmla="*/ 547878 w 547877"/>
                <a:gd name="GluePoint18Y" fmla="*/ 1129569 h 1204531"/>
                <a:gd name="GluePoint19X" fmla="*/ 537686 w 547877"/>
                <a:gd name="GluePoint19Y" fmla="*/ 1129569 h 1204531"/>
                <a:gd name="GluePoint20X" fmla="*/ 393478 w 547877"/>
                <a:gd name="GluePoint20Y" fmla="*/ 1075468 h 1204531"/>
                <a:gd name="GluePoint21X" fmla="*/ 376333 w 547877"/>
                <a:gd name="GluePoint21Y" fmla="*/ 841153 h 1204531"/>
                <a:gd name="GluePoint22X" fmla="*/ 376333 w 547877"/>
                <a:gd name="GluePoint22Y" fmla="*/ 363188 h 1204531"/>
                <a:gd name="GluePoint23X" fmla="*/ 393478 w 547877"/>
                <a:gd name="GluePoint23Y" fmla="*/ 129064 h 1204531"/>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 ang="0">
                  <a:pos x="GluePoint16X" y="GluePoint16Y"/>
                </a:cxn>
                <a:cxn ang="0">
                  <a:pos x="GluePoint17X" y="GluePoint17Y"/>
                </a:cxn>
                <a:cxn ang="0">
                  <a:pos x="GluePoint18X" y="GluePoint18Y"/>
                </a:cxn>
                <a:cxn ang="0">
                  <a:pos x="GluePoint19X" y="GluePoint19Y"/>
                </a:cxn>
                <a:cxn ang="0">
                  <a:pos x="GluePoint20X" y="GluePoint20Y"/>
                </a:cxn>
                <a:cxn ang="0">
                  <a:pos x="GluePoint21X" y="GluePoint21Y"/>
                </a:cxn>
                <a:cxn ang="0">
                  <a:pos x="GluePoint22X" y="GluePoint22Y"/>
                </a:cxn>
                <a:cxn ang="0">
                  <a:pos x="GluePoint23X" y="GluePoint23Y"/>
                </a:cxn>
              </a:cxnLst>
              <a:rect l="textAreaLeft" t="textAreaTop" r="textAreaRight" b="textAreaBottom"/>
              <a:pathLst>
                <a:path w="547877" h="1204531">
                  <a:moveTo>
                    <a:pt x="393478" y="129064"/>
                  </a:moveTo>
                  <a:cubicBezTo>
                    <a:pt x="414242" y="74771"/>
                    <a:pt x="482727" y="74771"/>
                    <a:pt x="537686" y="74771"/>
                  </a:cubicBezTo>
                  <a:lnTo>
                    <a:pt x="547878" y="74771"/>
                  </a:lnTo>
                  <a:lnTo>
                    <a:pt x="547878" y="0"/>
                  </a:lnTo>
                  <a:cubicBezTo>
                    <a:pt x="547878" y="0"/>
                    <a:pt x="333565" y="4667"/>
                    <a:pt x="267938" y="4667"/>
                  </a:cubicBezTo>
                  <a:cubicBezTo>
                    <a:pt x="200406" y="4667"/>
                    <a:pt x="0" y="0"/>
                    <a:pt x="0" y="0"/>
                  </a:cubicBezTo>
                  <a:lnTo>
                    <a:pt x="0" y="74771"/>
                  </a:lnTo>
                  <a:lnTo>
                    <a:pt x="10192" y="74771"/>
                  </a:lnTo>
                  <a:cubicBezTo>
                    <a:pt x="65246" y="74771"/>
                    <a:pt x="133731" y="74771"/>
                    <a:pt x="154400" y="128968"/>
                  </a:cubicBezTo>
                  <a:cubicBezTo>
                    <a:pt x="171640" y="175450"/>
                    <a:pt x="171640" y="307086"/>
                    <a:pt x="171640" y="363188"/>
                  </a:cubicBezTo>
                  <a:lnTo>
                    <a:pt x="171640" y="841153"/>
                  </a:lnTo>
                  <a:cubicBezTo>
                    <a:pt x="171640" y="897350"/>
                    <a:pt x="171640" y="1028890"/>
                    <a:pt x="154496" y="1075373"/>
                  </a:cubicBezTo>
                  <a:cubicBezTo>
                    <a:pt x="133731" y="1129569"/>
                    <a:pt x="65246" y="1129569"/>
                    <a:pt x="10192" y="1129569"/>
                  </a:cubicBezTo>
                  <a:lnTo>
                    <a:pt x="0" y="1129569"/>
                  </a:lnTo>
                  <a:lnTo>
                    <a:pt x="0" y="1204531"/>
                  </a:lnTo>
                  <a:cubicBezTo>
                    <a:pt x="0" y="1204341"/>
                    <a:pt x="173260" y="1197102"/>
                    <a:pt x="268224" y="1197102"/>
                  </a:cubicBezTo>
                  <a:cubicBezTo>
                    <a:pt x="377476" y="1197102"/>
                    <a:pt x="547878" y="1204531"/>
                    <a:pt x="547878" y="1204531"/>
                  </a:cubicBezTo>
                  <a:lnTo>
                    <a:pt x="547878" y="1129569"/>
                  </a:lnTo>
                  <a:lnTo>
                    <a:pt x="537686" y="1129569"/>
                  </a:lnTo>
                  <a:cubicBezTo>
                    <a:pt x="482727" y="1129569"/>
                    <a:pt x="414242" y="1129569"/>
                    <a:pt x="393478" y="1075468"/>
                  </a:cubicBezTo>
                  <a:cubicBezTo>
                    <a:pt x="376333" y="1028890"/>
                    <a:pt x="376333" y="897350"/>
                    <a:pt x="376333" y="841153"/>
                  </a:cubicBezTo>
                  <a:lnTo>
                    <a:pt x="376333" y="363188"/>
                  </a:lnTo>
                  <a:cubicBezTo>
                    <a:pt x="376333" y="307086"/>
                    <a:pt x="376333" y="175450"/>
                    <a:pt x="393478" y="129064"/>
                  </a:cubicBezTo>
                </a:path>
              </a:pathLst>
            </a:custGeom>
            <a:solidFill>
              <a:schemeClr val="bg1"/>
            </a:solidFill>
            <a:ln w="9525">
              <a:noFill/>
            </a:ln>
          </p:spPr>
          <p:style>
            <a:lnRef idx="0"/>
            <a:fillRef idx="0"/>
            <a:effectRef idx="0"/>
            <a:fontRef idx="minor"/>
          </p:style>
          <p:txBody>
            <a:bodyPr lIns="68040" tIns="45000" rIns="68040" bIns="45000" anchor="ctr">
              <a:noAutofit/>
            </a:bodyPr>
            <a:p>
              <a:endParaRPr lang="en-US" sz="1800" b="0" u="none" strike="noStrike">
                <a:solidFill>
                  <a:schemeClr val="dk1"/>
                </a:solidFill>
                <a:effectLst/>
                <a:uFillTx/>
                <a:latin typeface="Arial"/>
              </a:endParaRPr>
            </a:p>
          </p:txBody>
        </p:sp>
        <p:sp>
          <p:nvSpPr>
            <p:cNvPr id="188" name="Freeform 16"/>
            <p:cNvSpPr/>
            <p:nvPr/>
          </p:nvSpPr>
          <p:spPr>
            <a:xfrm>
              <a:off x="718920" y="6414480"/>
              <a:ext cx="280800" cy="300240"/>
            </a:xfrm>
            <a:custGeom>
              <a:avLst/>
              <a:gdLst>
                <a:gd name="textAreaLeft" fmla="*/ 0 w 280800"/>
                <a:gd name="textAreaRight" fmla="*/ 282240 w 280800"/>
                <a:gd name="textAreaTop" fmla="*/ 0 h 300240"/>
                <a:gd name="textAreaBottom" fmla="*/ 301680 h 300240"/>
                <a:gd name="GluePoint1X" fmla="*/ 0 w 1126902"/>
                <a:gd name="GluePoint1Y" fmla="*/ 0 h 1204245"/>
                <a:gd name="GluePoint2X" fmla="*/ 0 w 1126902"/>
                <a:gd name="GluePoint2Y" fmla="*/ 312420 h 1204245"/>
                <a:gd name="GluePoint3X" fmla="*/ 74295 w 1126902"/>
                <a:gd name="GluePoint3Y" fmla="*/ 312420 h 1204245"/>
                <a:gd name="GluePoint4X" fmla="*/ 74581 w 1126902"/>
                <a:gd name="GluePoint4Y" fmla="*/ 302609 h 1204245"/>
                <a:gd name="GluePoint5X" fmla="*/ 334328 w 1126902"/>
                <a:gd name="GluePoint5Y" fmla="*/ 90773 h 1204245"/>
                <a:gd name="GluePoint6X" fmla="*/ 352330 w 1126902"/>
                <a:gd name="GluePoint6Y" fmla="*/ 90678 h 1204245"/>
                <a:gd name="GluePoint7X" fmla="*/ 453200 w 1126902"/>
                <a:gd name="GluePoint7Y" fmla="*/ 106204 h 1204245"/>
                <a:gd name="GluePoint8X" fmla="*/ 461201 w 1126902"/>
                <a:gd name="GluePoint8Y" fmla="*/ 128873 h 1204245"/>
                <a:gd name="GluePoint9X" fmla="*/ 461201 w 1126902"/>
                <a:gd name="GluePoint9Y" fmla="*/ 950119 h 1204245"/>
                <a:gd name="GluePoint10X" fmla="*/ 272510 w 1126902"/>
                <a:gd name="GluePoint10Y" fmla="*/ 1129475 h 1204245"/>
                <a:gd name="GluePoint11X" fmla="*/ 262700 w 1126902"/>
                <a:gd name="GluePoint11Y" fmla="*/ 1129856 h 1204245"/>
                <a:gd name="GluePoint12X" fmla="*/ 262700 w 1126902"/>
                <a:gd name="GluePoint12Y" fmla="*/ 1204246 h 1204245"/>
                <a:gd name="GluePoint13X" fmla="*/ 578548 w 1126902"/>
                <a:gd name="GluePoint13Y" fmla="*/ 1196911 h 1204245"/>
                <a:gd name="GluePoint14X" fmla="*/ 864203 w 1126902"/>
                <a:gd name="GluePoint14Y" fmla="*/ 1204246 h 1204245"/>
                <a:gd name="GluePoint15X" fmla="*/ 864203 w 1126902"/>
                <a:gd name="GluePoint15Y" fmla="*/ 1129856 h 1204245"/>
                <a:gd name="GluePoint16X" fmla="*/ 854393 w 1126902"/>
                <a:gd name="GluePoint16Y" fmla="*/ 1129475 h 1204245"/>
                <a:gd name="GluePoint17X" fmla="*/ 665702 w 1126902"/>
                <a:gd name="GluePoint17Y" fmla="*/ 950119 h 1204245"/>
                <a:gd name="GluePoint18X" fmla="*/ 665702 w 1126902"/>
                <a:gd name="GluePoint18Y" fmla="*/ 128873 h 1204245"/>
                <a:gd name="GluePoint19X" fmla="*/ 673608 w 1126902"/>
                <a:gd name="GluePoint19Y" fmla="*/ 108490 h 1204245"/>
                <a:gd name="GluePoint20X" fmla="*/ 791718 w 1126902"/>
                <a:gd name="GluePoint20Y" fmla="*/ 90488 h 1204245"/>
                <a:gd name="GluePoint21X" fmla="*/ 815912 w 1126902"/>
                <a:gd name="GluePoint21Y" fmla="*/ 90773 h 1204245"/>
                <a:gd name="GluePoint22X" fmla="*/ 1052513 w 1126902"/>
                <a:gd name="GluePoint22Y" fmla="*/ 302895 h 1204245"/>
                <a:gd name="GluePoint23X" fmla="*/ 1053084 w 1126902"/>
                <a:gd name="GluePoint23Y" fmla="*/ 312420 h 1204245"/>
                <a:gd name="GluePoint24X" fmla="*/ 1126903 w 1126902"/>
                <a:gd name="GluePoint24Y" fmla="*/ 312420 h 1204245"/>
                <a:gd name="GluePoint25X" fmla="*/ 1126903 w 1126902"/>
                <a:gd name="GluePoint25Y" fmla="*/ 0 h 1204245"/>
                <a:gd name="GluePoint26X" fmla="*/ 563404 w 1126902"/>
                <a:gd name="GluePoint26Y" fmla="*/ 2857 h 1204245"/>
                <a:gd name="GluePoint27X" fmla="*/ 0 w 1126902"/>
                <a:gd name="GluePoint27Y" fmla="*/ 0 h 1204245"/>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 ang="0">
                  <a:pos x="GluePoint16X" y="GluePoint16Y"/>
                </a:cxn>
                <a:cxn ang="0">
                  <a:pos x="GluePoint17X" y="GluePoint17Y"/>
                </a:cxn>
                <a:cxn ang="0">
                  <a:pos x="GluePoint18X" y="GluePoint18Y"/>
                </a:cxn>
                <a:cxn ang="0">
                  <a:pos x="GluePoint19X" y="GluePoint19Y"/>
                </a:cxn>
                <a:cxn ang="0">
                  <a:pos x="GluePoint20X" y="GluePoint20Y"/>
                </a:cxn>
                <a:cxn ang="0">
                  <a:pos x="GluePoint21X" y="GluePoint21Y"/>
                </a:cxn>
                <a:cxn ang="0">
                  <a:pos x="GluePoint22X" y="GluePoint22Y"/>
                </a:cxn>
                <a:cxn ang="0">
                  <a:pos x="GluePoint23X" y="GluePoint23Y"/>
                </a:cxn>
                <a:cxn ang="0">
                  <a:pos x="GluePoint24X" y="GluePoint24Y"/>
                </a:cxn>
                <a:cxn ang="0">
                  <a:pos x="GluePoint25X" y="GluePoint25Y"/>
                </a:cxn>
                <a:cxn ang="0">
                  <a:pos x="GluePoint26X" y="GluePoint26Y"/>
                </a:cxn>
                <a:cxn ang="0">
                  <a:pos x="GluePoint27X" y="GluePoint27Y"/>
                </a:cxn>
              </a:cxnLst>
              <a:rect l="textAreaLeft" t="textAreaTop" r="textAreaRight" b="textAreaBottom"/>
              <a:pathLst>
                <a:path w="1126902" h="1204245">
                  <a:moveTo>
                    <a:pt x="0" y="0"/>
                  </a:moveTo>
                  <a:lnTo>
                    <a:pt x="0" y="312420"/>
                  </a:lnTo>
                  <a:lnTo>
                    <a:pt x="74295" y="312420"/>
                  </a:lnTo>
                  <a:lnTo>
                    <a:pt x="74581" y="302609"/>
                  </a:lnTo>
                  <a:cubicBezTo>
                    <a:pt x="81344" y="99346"/>
                    <a:pt x="159163" y="90773"/>
                    <a:pt x="334328" y="90773"/>
                  </a:cubicBezTo>
                  <a:cubicBezTo>
                    <a:pt x="340328" y="90773"/>
                    <a:pt x="346424" y="90773"/>
                    <a:pt x="352330" y="90678"/>
                  </a:cubicBezTo>
                  <a:cubicBezTo>
                    <a:pt x="395859" y="90392"/>
                    <a:pt x="437007" y="90106"/>
                    <a:pt x="453200" y="106204"/>
                  </a:cubicBezTo>
                  <a:cubicBezTo>
                    <a:pt x="458629" y="111538"/>
                    <a:pt x="461201" y="118967"/>
                    <a:pt x="461201" y="128873"/>
                  </a:cubicBezTo>
                  <a:lnTo>
                    <a:pt x="461201" y="950119"/>
                  </a:lnTo>
                  <a:cubicBezTo>
                    <a:pt x="461201" y="1072039"/>
                    <a:pt x="444151" y="1122426"/>
                    <a:pt x="272510" y="1129475"/>
                  </a:cubicBezTo>
                  <a:lnTo>
                    <a:pt x="262700" y="1129856"/>
                  </a:lnTo>
                  <a:lnTo>
                    <a:pt x="262700" y="1204246"/>
                  </a:lnTo>
                  <a:cubicBezTo>
                    <a:pt x="262700" y="1204246"/>
                    <a:pt x="462725" y="1196911"/>
                    <a:pt x="578548" y="1196911"/>
                  </a:cubicBezTo>
                  <a:cubicBezTo>
                    <a:pt x="666941" y="1196911"/>
                    <a:pt x="864203" y="1204246"/>
                    <a:pt x="864203" y="1204246"/>
                  </a:cubicBezTo>
                  <a:lnTo>
                    <a:pt x="864203" y="1129856"/>
                  </a:lnTo>
                  <a:lnTo>
                    <a:pt x="854393" y="1129475"/>
                  </a:lnTo>
                  <a:cubicBezTo>
                    <a:pt x="682752" y="1122426"/>
                    <a:pt x="665702" y="1072039"/>
                    <a:pt x="665702" y="950119"/>
                  </a:cubicBezTo>
                  <a:lnTo>
                    <a:pt x="665702" y="128873"/>
                  </a:lnTo>
                  <a:cubicBezTo>
                    <a:pt x="665702" y="120396"/>
                    <a:pt x="668369" y="113729"/>
                    <a:pt x="673608" y="108490"/>
                  </a:cubicBezTo>
                  <a:cubicBezTo>
                    <a:pt x="693420" y="89059"/>
                    <a:pt x="747903" y="89821"/>
                    <a:pt x="791718" y="90488"/>
                  </a:cubicBezTo>
                  <a:cubicBezTo>
                    <a:pt x="800005" y="90583"/>
                    <a:pt x="808196" y="90773"/>
                    <a:pt x="815912" y="90773"/>
                  </a:cubicBezTo>
                  <a:cubicBezTo>
                    <a:pt x="987267" y="90773"/>
                    <a:pt x="1042511" y="140303"/>
                    <a:pt x="1052513" y="302895"/>
                  </a:cubicBezTo>
                  <a:lnTo>
                    <a:pt x="1053084" y="312420"/>
                  </a:lnTo>
                  <a:lnTo>
                    <a:pt x="1126903" y="312420"/>
                  </a:lnTo>
                  <a:lnTo>
                    <a:pt x="1126903" y="0"/>
                  </a:lnTo>
                  <a:cubicBezTo>
                    <a:pt x="1126903" y="0"/>
                    <a:pt x="694468" y="2857"/>
                    <a:pt x="563404" y="2857"/>
                  </a:cubicBezTo>
                  <a:cubicBezTo>
                    <a:pt x="432340" y="2857"/>
                    <a:pt x="0" y="0"/>
                    <a:pt x="0" y="0"/>
                  </a:cubicBezTo>
                </a:path>
              </a:pathLst>
            </a:custGeom>
            <a:solidFill>
              <a:schemeClr val="bg1"/>
            </a:solidFill>
            <a:ln w="9525">
              <a:noFill/>
            </a:ln>
          </p:spPr>
          <p:style>
            <a:lnRef idx="0"/>
            <a:fillRef idx="0"/>
            <a:effectRef idx="0"/>
            <a:fontRef idx="minor"/>
          </p:style>
          <p:txBody>
            <a:bodyPr lIns="90000" tIns="45000" rIns="90000" bIns="45000" anchor="ctr">
              <a:noAutofit/>
            </a:bodyPr>
            <a:p>
              <a:endParaRPr lang="en-US" sz="1800" b="0" u="none" strike="noStrike">
                <a:solidFill>
                  <a:schemeClr val="dk1"/>
                </a:solidFill>
                <a:effectLst/>
                <a:uFillTx/>
                <a:latin typeface="Arial"/>
              </a:endParaRPr>
            </a:p>
          </p:txBody>
        </p:sp>
        <p:sp>
          <p:nvSpPr>
            <p:cNvPr id="189" name="Freeform 19"/>
            <p:cNvSpPr/>
            <p:nvPr/>
          </p:nvSpPr>
          <p:spPr>
            <a:xfrm>
              <a:off x="201960" y="6414120"/>
              <a:ext cx="297720" cy="300240"/>
            </a:xfrm>
            <a:custGeom>
              <a:avLst/>
              <a:gdLst>
                <a:gd name="textAreaLeft" fmla="*/ 0 w 297720"/>
                <a:gd name="textAreaRight" fmla="*/ 299160 w 297720"/>
                <a:gd name="textAreaTop" fmla="*/ 0 h 300240"/>
                <a:gd name="textAreaBottom" fmla="*/ 301680 h 300240"/>
                <a:gd name="GluePoint1X" fmla="*/ 372618 w 1195101"/>
                <a:gd name="GluePoint1Y" fmla="*/ 571786 h 1204626"/>
                <a:gd name="GluePoint2X" fmla="*/ 372523 w 1195101"/>
                <a:gd name="GluePoint2Y" fmla="*/ 134303 h 1204626"/>
                <a:gd name="GluePoint3X" fmla="*/ 386239 w 1195101"/>
                <a:gd name="GluePoint3Y" fmla="*/ 86487 h 1204626"/>
                <a:gd name="GluePoint4X" fmla="*/ 498348 w 1195101"/>
                <a:gd name="GluePoint4Y" fmla="*/ 85630 h 1204626"/>
                <a:gd name="GluePoint5X" fmla="*/ 738473 w 1195101"/>
                <a:gd name="GluePoint5Y" fmla="*/ 330518 h 1204626"/>
                <a:gd name="GluePoint6X" fmla="*/ 640747 w 1195101"/>
                <a:gd name="GluePoint6Y" fmla="*/ 541687 h 1204626"/>
                <a:gd name="GluePoint7X" fmla="*/ 372618 w 1195101"/>
                <a:gd name="GluePoint7Y" fmla="*/ 571786 h 1204626"/>
                <a:gd name="GluePoint8X" fmla="*/ 1186529 w 1195101"/>
                <a:gd name="GluePoint8Y" fmla="*/ 1129760 h 1204626"/>
                <a:gd name="GluePoint9X" fmla="*/ 1017461 w 1195101"/>
                <a:gd name="GluePoint9Y" fmla="*/ 1040702 h 1204626"/>
                <a:gd name="GluePoint10X" fmla="*/ 661797 w 1195101"/>
                <a:gd name="GluePoint10Y" fmla="*/ 632460 h 1204626"/>
                <a:gd name="GluePoint11X" fmla="*/ 964597 w 1195101"/>
                <a:gd name="GluePoint11Y" fmla="*/ 305371 h 1204626"/>
                <a:gd name="GluePoint12X" fmla="*/ 831056 w 1195101"/>
                <a:gd name="GluePoint12Y" fmla="*/ 55816 h 1204626"/>
                <a:gd name="GluePoint13X" fmla="*/ 544639 w 1195101"/>
                <a:gd name="GluePoint13Y" fmla="*/ 190 h 1204626"/>
                <a:gd name="GluePoint14X" fmla="*/ 317468 w 1195101"/>
                <a:gd name="GluePoint14Y" fmla="*/ 4191 h 1204626"/>
                <a:gd name="GluePoint15X" fmla="*/ 191 w 1195101"/>
                <a:gd name="GluePoint15Y" fmla="*/ 0 h 1204626"/>
                <a:gd name="GluePoint16X" fmla="*/ 191 w 1195101"/>
                <a:gd name="GluePoint16Y" fmla="*/ 74866 h 1204626"/>
                <a:gd name="GluePoint17X" fmla="*/ 15050 w 1195101"/>
                <a:gd name="GluePoint17Y" fmla="*/ 74866 h 1204626"/>
                <a:gd name="GluePoint18X" fmla="*/ 152781 w 1195101"/>
                <a:gd name="GluePoint18Y" fmla="*/ 128683 h 1204626"/>
                <a:gd name="GluePoint19X" fmla="*/ 168307 w 1195101"/>
                <a:gd name="GluePoint19Y" fmla="*/ 350139 h 1204626"/>
                <a:gd name="GluePoint20X" fmla="*/ 168307 w 1195101"/>
                <a:gd name="GluePoint20Y" fmla="*/ 841248 h 1204626"/>
                <a:gd name="GluePoint21X" fmla="*/ 161068 w 1195101"/>
                <a:gd name="GluePoint21Y" fmla="*/ 1034129 h 1204626"/>
                <a:gd name="GluePoint22X" fmla="*/ 152686 w 1195101"/>
                <a:gd name="GluePoint22Y" fmla="*/ 1075944 h 1204626"/>
                <a:gd name="GluePoint23X" fmla="*/ 10382 w 1195101"/>
                <a:gd name="GluePoint23Y" fmla="*/ 1129665 h 1204626"/>
                <a:gd name="GluePoint24X" fmla="*/ 0 w 1195101"/>
                <a:gd name="GluePoint24Y" fmla="*/ 1129665 h 1204626"/>
                <a:gd name="GluePoint25X" fmla="*/ 0 w 1195101"/>
                <a:gd name="GluePoint25Y" fmla="*/ 1204532 h 1204626"/>
                <a:gd name="GluePoint26X" fmla="*/ 278225 w 1195101"/>
                <a:gd name="GluePoint26Y" fmla="*/ 1197102 h 1204626"/>
                <a:gd name="GluePoint27X" fmla="*/ 540734 w 1195101"/>
                <a:gd name="GluePoint27Y" fmla="*/ 1204532 h 1204626"/>
                <a:gd name="GluePoint28X" fmla="*/ 540734 w 1195101"/>
                <a:gd name="GluePoint28Y" fmla="*/ 1129665 h 1204626"/>
                <a:gd name="GluePoint29X" fmla="*/ 525971 w 1195101"/>
                <a:gd name="GluePoint29Y" fmla="*/ 1129665 h 1204626"/>
                <a:gd name="GluePoint30X" fmla="*/ 388239 w 1195101"/>
                <a:gd name="GluePoint30Y" fmla="*/ 1075754 h 1204626"/>
                <a:gd name="GluePoint31X" fmla="*/ 379857 w 1195101"/>
                <a:gd name="GluePoint31Y" fmla="*/ 1034034 h 1204626"/>
                <a:gd name="GluePoint32X" fmla="*/ 372618 w 1195101"/>
                <a:gd name="GluePoint32Y" fmla="*/ 854297 h 1204626"/>
                <a:gd name="GluePoint33X" fmla="*/ 372618 w 1195101"/>
                <a:gd name="GluePoint33Y" fmla="*/ 653510 h 1204626"/>
                <a:gd name="GluePoint34X" fmla="*/ 479107 w 1195101"/>
                <a:gd name="GluePoint34Y" fmla="*/ 702469 h 1204626"/>
                <a:gd name="GluePoint35X" fmla="*/ 501110 w 1195101"/>
                <a:gd name="GluePoint35Y" fmla="*/ 728472 h 1204626"/>
                <a:gd name="GluePoint36X" fmla="*/ 797909 w 1195101"/>
                <a:gd name="GluePoint36Y" fmla="*/ 1096804 h 1204626"/>
                <a:gd name="GluePoint37X" fmla="*/ 885158 w 1195101"/>
                <a:gd name="GluePoint37Y" fmla="*/ 1204532 h 1204626"/>
                <a:gd name="GluePoint38X" fmla="*/ 1027366 w 1195101"/>
                <a:gd name="GluePoint38Y" fmla="*/ 1200436 h 1204626"/>
                <a:gd name="GluePoint39X" fmla="*/ 1195102 w 1195101"/>
                <a:gd name="GluePoint39Y" fmla="*/ 1204627 h 1204626"/>
                <a:gd name="GluePoint40X" fmla="*/ 1195102 w 1195101"/>
                <a:gd name="GluePoint40Y" fmla="*/ 1131094 h 1204626"/>
                <a:gd name="GluePoint41X" fmla="*/ 1186529 w 1195101"/>
                <a:gd name="GluePoint41Y" fmla="*/ 1129760 h 1204626"/>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 ang="0">
                  <a:pos x="GluePoint16X" y="GluePoint16Y"/>
                </a:cxn>
                <a:cxn ang="0">
                  <a:pos x="GluePoint17X" y="GluePoint17Y"/>
                </a:cxn>
                <a:cxn ang="0">
                  <a:pos x="GluePoint18X" y="GluePoint18Y"/>
                </a:cxn>
                <a:cxn ang="0">
                  <a:pos x="GluePoint19X" y="GluePoint19Y"/>
                </a:cxn>
                <a:cxn ang="0">
                  <a:pos x="GluePoint20X" y="GluePoint20Y"/>
                </a:cxn>
                <a:cxn ang="0">
                  <a:pos x="GluePoint21X" y="GluePoint21Y"/>
                </a:cxn>
                <a:cxn ang="0">
                  <a:pos x="GluePoint22X" y="GluePoint22Y"/>
                </a:cxn>
                <a:cxn ang="0">
                  <a:pos x="GluePoint23X" y="GluePoint23Y"/>
                </a:cxn>
                <a:cxn ang="0">
                  <a:pos x="GluePoint24X" y="GluePoint24Y"/>
                </a:cxn>
                <a:cxn ang="0">
                  <a:pos x="GluePoint25X" y="GluePoint25Y"/>
                </a:cxn>
                <a:cxn ang="0">
                  <a:pos x="GluePoint26X" y="GluePoint26Y"/>
                </a:cxn>
                <a:cxn ang="0">
                  <a:pos x="GluePoint27X" y="GluePoint27Y"/>
                </a:cxn>
                <a:cxn ang="0">
                  <a:pos x="GluePoint28X" y="GluePoint28Y"/>
                </a:cxn>
                <a:cxn ang="0">
                  <a:pos x="GluePoint29X" y="GluePoint29Y"/>
                </a:cxn>
                <a:cxn ang="0">
                  <a:pos x="GluePoint30X" y="GluePoint30Y"/>
                </a:cxn>
                <a:cxn ang="0">
                  <a:pos x="GluePoint31X" y="GluePoint31Y"/>
                </a:cxn>
                <a:cxn ang="0">
                  <a:pos x="GluePoint32X" y="GluePoint32Y"/>
                </a:cxn>
                <a:cxn ang="0">
                  <a:pos x="GluePoint33X" y="GluePoint33Y"/>
                </a:cxn>
                <a:cxn ang="0">
                  <a:pos x="GluePoint34X" y="GluePoint34Y"/>
                </a:cxn>
                <a:cxn ang="0">
                  <a:pos x="GluePoint35X" y="GluePoint35Y"/>
                </a:cxn>
                <a:cxn ang="0">
                  <a:pos x="GluePoint36X" y="GluePoint36Y"/>
                </a:cxn>
                <a:cxn ang="0">
                  <a:pos x="GluePoint37X" y="GluePoint37Y"/>
                </a:cxn>
                <a:cxn ang="0">
                  <a:pos x="GluePoint38X" y="GluePoint38Y"/>
                </a:cxn>
                <a:cxn ang="0">
                  <a:pos x="GluePoint39X" y="GluePoint39Y"/>
                </a:cxn>
                <a:cxn ang="0">
                  <a:pos x="GluePoint40X" y="GluePoint40Y"/>
                </a:cxn>
                <a:cxn ang="0">
                  <a:pos x="GluePoint41X" y="GluePoint41Y"/>
                </a:cxn>
              </a:cxnLst>
              <a:rect l="textAreaLeft" t="textAreaTop" r="textAreaRight" b="textAreaBottom"/>
              <a:pathLst>
                <a:path w="1195101" h="1204626">
                  <a:moveTo>
                    <a:pt x="372618" y="571786"/>
                  </a:moveTo>
                  <a:cubicBezTo>
                    <a:pt x="372618" y="571786"/>
                    <a:pt x="372618" y="136874"/>
                    <a:pt x="372523" y="134303"/>
                  </a:cubicBezTo>
                  <a:cubicBezTo>
                    <a:pt x="372237" y="116967"/>
                    <a:pt x="371761" y="93250"/>
                    <a:pt x="386239" y="86487"/>
                  </a:cubicBezTo>
                  <a:cubicBezTo>
                    <a:pt x="396240" y="82105"/>
                    <a:pt x="493014" y="85630"/>
                    <a:pt x="498348" y="85630"/>
                  </a:cubicBezTo>
                  <a:cubicBezTo>
                    <a:pt x="650938" y="85630"/>
                    <a:pt x="738473" y="174974"/>
                    <a:pt x="738473" y="330518"/>
                  </a:cubicBezTo>
                  <a:cubicBezTo>
                    <a:pt x="738473" y="443960"/>
                    <a:pt x="708374" y="509016"/>
                    <a:pt x="640747" y="541687"/>
                  </a:cubicBezTo>
                  <a:cubicBezTo>
                    <a:pt x="577691" y="571976"/>
                    <a:pt x="372618" y="571786"/>
                    <a:pt x="372618" y="571786"/>
                  </a:cubicBezTo>
                  <a:moveTo>
                    <a:pt x="1186529" y="1129760"/>
                  </a:moveTo>
                  <a:cubicBezTo>
                    <a:pt x="1100138" y="1116235"/>
                    <a:pt x="1074134" y="1106424"/>
                    <a:pt x="1017461" y="1040702"/>
                  </a:cubicBezTo>
                  <a:lnTo>
                    <a:pt x="661797" y="632460"/>
                  </a:lnTo>
                  <a:cubicBezTo>
                    <a:pt x="849059" y="608076"/>
                    <a:pt x="964597" y="484251"/>
                    <a:pt x="964597" y="305371"/>
                  </a:cubicBezTo>
                  <a:cubicBezTo>
                    <a:pt x="964597" y="188976"/>
                    <a:pt x="919544" y="105061"/>
                    <a:pt x="831056" y="55816"/>
                  </a:cubicBezTo>
                  <a:cubicBezTo>
                    <a:pt x="763619" y="18383"/>
                    <a:pt x="670084" y="190"/>
                    <a:pt x="544639" y="190"/>
                  </a:cubicBezTo>
                  <a:cubicBezTo>
                    <a:pt x="507206" y="1143"/>
                    <a:pt x="416909" y="4191"/>
                    <a:pt x="317468" y="4191"/>
                  </a:cubicBezTo>
                  <a:cubicBezTo>
                    <a:pt x="214313" y="4191"/>
                    <a:pt x="191" y="0"/>
                    <a:pt x="191" y="0"/>
                  </a:cubicBezTo>
                  <a:lnTo>
                    <a:pt x="191" y="74866"/>
                  </a:lnTo>
                  <a:lnTo>
                    <a:pt x="15050" y="74866"/>
                  </a:lnTo>
                  <a:cubicBezTo>
                    <a:pt x="71818" y="74486"/>
                    <a:pt x="135731" y="74771"/>
                    <a:pt x="152781" y="128683"/>
                  </a:cubicBezTo>
                  <a:cubicBezTo>
                    <a:pt x="168307" y="175355"/>
                    <a:pt x="168307" y="306896"/>
                    <a:pt x="168307" y="350139"/>
                  </a:cubicBezTo>
                  <a:lnTo>
                    <a:pt x="168307" y="841248"/>
                  </a:lnTo>
                  <a:cubicBezTo>
                    <a:pt x="168307" y="895445"/>
                    <a:pt x="168307" y="977837"/>
                    <a:pt x="161068" y="1034129"/>
                  </a:cubicBezTo>
                  <a:cubicBezTo>
                    <a:pt x="158972" y="1050798"/>
                    <a:pt x="156210" y="1065276"/>
                    <a:pt x="152686" y="1075944"/>
                  </a:cubicBezTo>
                  <a:cubicBezTo>
                    <a:pt x="135350" y="1129665"/>
                    <a:pt x="66104" y="1129665"/>
                    <a:pt x="10382" y="1129665"/>
                  </a:cubicBezTo>
                  <a:lnTo>
                    <a:pt x="0" y="1129665"/>
                  </a:lnTo>
                  <a:lnTo>
                    <a:pt x="0" y="1204532"/>
                  </a:lnTo>
                  <a:cubicBezTo>
                    <a:pt x="0" y="1204532"/>
                    <a:pt x="166783" y="1197102"/>
                    <a:pt x="278225" y="1197102"/>
                  </a:cubicBezTo>
                  <a:cubicBezTo>
                    <a:pt x="374047" y="1197102"/>
                    <a:pt x="540734" y="1204246"/>
                    <a:pt x="540734" y="1204532"/>
                  </a:cubicBezTo>
                  <a:lnTo>
                    <a:pt x="540734" y="1129665"/>
                  </a:lnTo>
                  <a:lnTo>
                    <a:pt x="525971" y="1129665"/>
                  </a:lnTo>
                  <a:cubicBezTo>
                    <a:pt x="470059" y="1129951"/>
                    <a:pt x="406813" y="1129760"/>
                    <a:pt x="388239" y="1075754"/>
                  </a:cubicBezTo>
                  <a:cubicBezTo>
                    <a:pt x="384620" y="1065086"/>
                    <a:pt x="381953" y="1050607"/>
                    <a:pt x="379857" y="1034034"/>
                  </a:cubicBezTo>
                  <a:cubicBezTo>
                    <a:pt x="372618" y="978122"/>
                    <a:pt x="372618" y="898017"/>
                    <a:pt x="372618" y="854297"/>
                  </a:cubicBezTo>
                  <a:lnTo>
                    <a:pt x="372618" y="653510"/>
                  </a:lnTo>
                  <a:cubicBezTo>
                    <a:pt x="439198" y="654082"/>
                    <a:pt x="444913" y="661035"/>
                    <a:pt x="479107" y="702469"/>
                  </a:cubicBezTo>
                  <a:cubicBezTo>
                    <a:pt x="485489" y="710089"/>
                    <a:pt x="492728" y="718756"/>
                    <a:pt x="501110" y="728472"/>
                  </a:cubicBezTo>
                  <a:lnTo>
                    <a:pt x="797909" y="1096804"/>
                  </a:lnTo>
                  <a:lnTo>
                    <a:pt x="885158" y="1204532"/>
                  </a:lnTo>
                  <a:cubicBezTo>
                    <a:pt x="885158" y="1204532"/>
                    <a:pt x="980885" y="1200436"/>
                    <a:pt x="1027366" y="1200436"/>
                  </a:cubicBezTo>
                  <a:cubicBezTo>
                    <a:pt x="1094994" y="1200436"/>
                    <a:pt x="1195102" y="1204627"/>
                    <a:pt x="1195102" y="1204627"/>
                  </a:cubicBezTo>
                  <a:lnTo>
                    <a:pt x="1195102" y="1131094"/>
                  </a:lnTo>
                  <a:lnTo>
                    <a:pt x="1186529" y="1129760"/>
                  </a:lnTo>
                  <a:close/>
                </a:path>
              </a:pathLst>
            </a:custGeom>
            <a:solidFill>
              <a:schemeClr val="bg1"/>
            </a:solidFill>
            <a:ln w="9525">
              <a:noFill/>
            </a:ln>
          </p:spPr>
          <p:style>
            <a:lnRef idx="0"/>
            <a:fillRef idx="0"/>
            <a:effectRef idx="0"/>
            <a:fontRef idx="minor"/>
          </p:style>
          <p:txBody>
            <a:bodyPr lIns="90000" tIns="45000" rIns="90000" bIns="45000" anchor="ctr">
              <a:noAutofit/>
            </a:bodyPr>
            <a:p>
              <a:endParaRPr lang="en-US" sz="1800" b="0" u="none" strike="noStrike">
                <a:solidFill>
                  <a:schemeClr val="dk1"/>
                </a:solidFill>
                <a:effectLst/>
                <a:uFillTx/>
                <a:latin typeface="Arial"/>
              </a:endParaRPr>
            </a:p>
          </p:txBody>
        </p:sp>
      </p:grpSp>
      <p:sp>
        <p:nvSpPr>
          <p:cNvPr id="190" name="PlaceHolder 1"/>
          <p:cNvSpPr>
            <a:spLocks noGrp="1"/>
          </p:cNvSpPr>
          <p:nvPr>
            <p:ph type="title" hasCustomPrompt="1"/>
          </p:nvPr>
        </p:nvSpPr>
        <p:spPr>
          <a:xfrm>
            <a:off x="2395440" y="2361960"/>
            <a:ext cx="9503280" cy="1616040"/>
          </a:xfrm>
          <a:prstGeom prst="rect">
            <a:avLst/>
          </a:prstGeom>
          <a:noFill/>
          <a:ln w="0">
            <a:noFill/>
          </a:ln>
        </p:spPr>
        <p:txBody>
          <a:bodyPr lIns="90000" tIns="45000" rIns="90000" bIns="45000" anchor="t">
            <a:normAutofit/>
          </a:bodyPr>
          <a:lstStyle>
            <a:lvl1pPr indent="0" algn="l" defTabSz="914400">
              <a:lnSpc>
                <a:spcPct val="90000"/>
              </a:lnSpc>
              <a:buNone/>
              <a:tabLst>
                <a:tab pos="0" algn="l"/>
              </a:tabLst>
              <a:defRPr lang="en-US" sz="5400" b="1" u="none" strike="noStrike">
                <a:solidFill>
                  <a:srgbClr val="F86901"/>
                </a:solidFill>
                <a:effectLst/>
                <a:uFillTx/>
                <a:latin typeface="Arial"/>
              </a:defRPr>
            </a:lvl1pPr>
          </a:lstStyle>
          <a:p>
            <a:pPr indent="0" algn="l" defTabSz="914400">
              <a:lnSpc>
                <a:spcPct val="90000"/>
              </a:lnSpc>
              <a:buNone/>
              <a:tabLst>
                <a:tab pos="0" algn="l"/>
              </a:tabLst>
            </a:pPr>
            <a:r>
              <a:rPr lang="en-US" sz="5400" b="1" u="none" strike="noStrike">
                <a:solidFill>
                  <a:srgbClr val="F86901"/>
                </a:solidFill>
                <a:effectLst/>
                <a:uFillTx/>
                <a:latin typeface="Arial"/>
              </a:rPr>
              <a:t>Quote here quote here quote here.</a:t>
            </a:r>
            <a:endParaRPr lang="en-US" sz="5400" b="1" u="none" strike="noStrike">
              <a:solidFill>
                <a:srgbClr val="F86901"/>
              </a:solidFill>
              <a:effectLst/>
              <a:uFillTx/>
              <a:latin typeface="Arial"/>
            </a:endParaRPr>
          </a:p>
        </p:txBody>
      </p:sp>
      <p:sp>
        <p:nvSpPr>
          <p:cNvPr id="191" name="Freeform 24"/>
          <p:cNvSpPr/>
          <p:nvPr/>
        </p:nvSpPr>
        <p:spPr>
          <a:xfrm>
            <a:off x="2395440" y="1598400"/>
            <a:ext cx="635760" cy="570960"/>
          </a:xfrm>
          <a:custGeom>
            <a:avLst/>
            <a:gdLst>
              <a:gd name="textAreaLeft" fmla="*/ 0 w 635760"/>
              <a:gd name="textAreaRight" fmla="*/ 637200 w 635760"/>
              <a:gd name="textAreaTop" fmla="*/ 0 h 570960"/>
              <a:gd name="textAreaBottom" fmla="*/ 572400 h 570960"/>
              <a:gd name="GluePoint1X" fmla="*/ 0 w 424529"/>
              <a:gd name="GluePoint1Y" fmla="*/ 381476 h 381476"/>
              <a:gd name="GluePoint2X" fmla="*/ 186404 w 424529"/>
              <a:gd name="GluePoint2Y" fmla="*/ 381476 h 381476"/>
              <a:gd name="GluePoint3X" fmla="*/ 186404 w 424529"/>
              <a:gd name="GluePoint3Y" fmla="*/ 196406 h 381476"/>
              <a:gd name="GluePoint4X" fmla="*/ 95250 w 424529"/>
              <a:gd name="GluePoint4Y" fmla="*/ 196406 h 381476"/>
              <a:gd name="GluePoint5X" fmla="*/ 189166 w 424529"/>
              <a:gd name="GluePoint5Y" fmla="*/ 66866 h 381476"/>
              <a:gd name="GluePoint6X" fmla="*/ 189166 w 424529"/>
              <a:gd name="GluePoint6Y" fmla="*/ 0 h 381476"/>
              <a:gd name="GluePoint7X" fmla="*/ 0 w 424529"/>
              <a:gd name="GluePoint7Y" fmla="*/ 213551 h 381476"/>
              <a:gd name="GluePoint8X" fmla="*/ 0 w 424529"/>
              <a:gd name="GluePoint8Y" fmla="*/ 381476 h 381476"/>
              <a:gd name="GluePoint9X" fmla="*/ 235363 w 424529"/>
              <a:gd name="GluePoint9Y" fmla="*/ 381476 h 381476"/>
              <a:gd name="GluePoint10X" fmla="*/ 421767 w 424529"/>
              <a:gd name="GluePoint10Y" fmla="*/ 381476 h 381476"/>
              <a:gd name="GluePoint11X" fmla="*/ 421767 w 424529"/>
              <a:gd name="GluePoint11Y" fmla="*/ 196406 h 381476"/>
              <a:gd name="GluePoint12X" fmla="*/ 330613 w 424529"/>
              <a:gd name="GluePoint12Y" fmla="*/ 196406 h 381476"/>
              <a:gd name="GluePoint13X" fmla="*/ 424529 w 424529"/>
              <a:gd name="GluePoint13Y" fmla="*/ 66866 h 381476"/>
              <a:gd name="GluePoint14X" fmla="*/ 424529 w 424529"/>
              <a:gd name="GluePoint14Y" fmla="*/ 0 h 381476"/>
              <a:gd name="GluePoint15X" fmla="*/ 235363 w 424529"/>
              <a:gd name="GluePoint15Y" fmla="*/ 213551 h 381476"/>
              <a:gd name="GluePoint16X" fmla="*/ 235363 w 424529"/>
              <a:gd name="GluePoint16Y" fmla="*/ 381476 h 381476"/>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 ang="0">
                <a:pos x="GluePoint16X" y="GluePoint16Y"/>
              </a:cxn>
            </a:cxnLst>
            <a:rect l="textAreaLeft" t="textAreaTop" r="textAreaRight" b="textAreaBottom"/>
            <a:pathLst>
              <a:path w="424529" h="381476">
                <a:moveTo>
                  <a:pt x="0" y="381476"/>
                </a:moveTo>
                <a:lnTo>
                  <a:pt x="186404" y="381476"/>
                </a:lnTo>
                <a:lnTo>
                  <a:pt x="186404" y="196406"/>
                </a:lnTo>
                <a:lnTo>
                  <a:pt x="95250" y="196406"/>
                </a:lnTo>
                <a:cubicBezTo>
                  <a:pt x="95250" y="126683"/>
                  <a:pt x="146304" y="81153"/>
                  <a:pt x="189166" y="66866"/>
                </a:cubicBezTo>
                <a:lnTo>
                  <a:pt x="189166" y="0"/>
                </a:lnTo>
                <a:cubicBezTo>
                  <a:pt x="96679" y="15621"/>
                  <a:pt x="0" y="84011"/>
                  <a:pt x="0" y="213551"/>
                </a:cubicBezTo>
                <a:lnTo>
                  <a:pt x="0" y="381476"/>
                </a:lnTo>
                <a:close/>
                <a:moveTo>
                  <a:pt x="235363" y="381476"/>
                </a:moveTo>
                <a:lnTo>
                  <a:pt x="421767" y="381476"/>
                </a:lnTo>
                <a:lnTo>
                  <a:pt x="421767" y="196406"/>
                </a:lnTo>
                <a:lnTo>
                  <a:pt x="330613" y="196406"/>
                </a:lnTo>
                <a:cubicBezTo>
                  <a:pt x="330613" y="126683"/>
                  <a:pt x="381667" y="81153"/>
                  <a:pt x="424529" y="66866"/>
                </a:cubicBezTo>
                <a:lnTo>
                  <a:pt x="424529" y="0"/>
                </a:lnTo>
                <a:cubicBezTo>
                  <a:pt x="332041" y="15621"/>
                  <a:pt x="235363" y="84011"/>
                  <a:pt x="235363" y="213551"/>
                </a:cubicBezTo>
                <a:lnTo>
                  <a:pt x="235363" y="381476"/>
                </a:lnTo>
                <a:close/>
              </a:path>
            </a:pathLst>
          </a:custGeom>
          <a:solidFill>
            <a:srgbClr val="F86901"/>
          </a:solidFill>
          <a:ln w="15875">
            <a:noFill/>
          </a:ln>
        </p:spPr>
        <p:style>
          <a:lnRef idx="0"/>
          <a:fillRef idx="0"/>
          <a:effectRef idx="0"/>
          <a:fontRef idx="minor"/>
        </p:style>
        <p:txBody>
          <a:bodyPr lIns="90000" tIns="45000" rIns="90000" bIns="45000" anchor="ctr">
            <a:noAutofit/>
          </a:bodyPr>
          <a:p>
            <a:endParaRPr lang="en-US" sz="1800" b="0" u="none" strike="noStrike">
              <a:solidFill>
                <a:schemeClr val="dk1"/>
              </a:solidFill>
              <a:effectLst/>
              <a:uFillTx/>
              <a:latin typeface="Arial"/>
            </a:endParaRPr>
          </a:p>
        </p:txBody>
      </p:sp>
      <p:sp>
        <p:nvSpPr>
          <p:cNvPr id="192" name="Freeform 26"/>
          <p:cNvSpPr/>
          <p:nvPr/>
        </p:nvSpPr>
        <p:spPr>
          <a:xfrm rot="10800000">
            <a:off x="11264400" y="3136320"/>
            <a:ext cx="635760" cy="570960"/>
          </a:xfrm>
          <a:custGeom>
            <a:avLst/>
            <a:gdLst>
              <a:gd name="textAreaLeft" fmla="*/ 0 w 635760"/>
              <a:gd name="textAreaRight" fmla="*/ 637200 w 635760"/>
              <a:gd name="textAreaTop" fmla="*/ 0 h 570960"/>
              <a:gd name="textAreaBottom" fmla="*/ 572400 h 570960"/>
              <a:gd name="GluePoint1X" fmla="*/ 0 w 424529"/>
              <a:gd name="GluePoint1Y" fmla="*/ 381476 h 381476"/>
              <a:gd name="GluePoint2X" fmla="*/ 186404 w 424529"/>
              <a:gd name="GluePoint2Y" fmla="*/ 381476 h 381476"/>
              <a:gd name="GluePoint3X" fmla="*/ 186404 w 424529"/>
              <a:gd name="GluePoint3Y" fmla="*/ 196406 h 381476"/>
              <a:gd name="GluePoint4X" fmla="*/ 95250 w 424529"/>
              <a:gd name="GluePoint4Y" fmla="*/ 196406 h 381476"/>
              <a:gd name="GluePoint5X" fmla="*/ 189166 w 424529"/>
              <a:gd name="GluePoint5Y" fmla="*/ 66866 h 381476"/>
              <a:gd name="GluePoint6X" fmla="*/ 189166 w 424529"/>
              <a:gd name="GluePoint6Y" fmla="*/ 0 h 381476"/>
              <a:gd name="GluePoint7X" fmla="*/ 0 w 424529"/>
              <a:gd name="GluePoint7Y" fmla="*/ 213551 h 381476"/>
              <a:gd name="GluePoint8X" fmla="*/ 0 w 424529"/>
              <a:gd name="GluePoint8Y" fmla="*/ 381476 h 381476"/>
              <a:gd name="GluePoint9X" fmla="*/ 235363 w 424529"/>
              <a:gd name="GluePoint9Y" fmla="*/ 381476 h 381476"/>
              <a:gd name="GluePoint10X" fmla="*/ 421767 w 424529"/>
              <a:gd name="GluePoint10Y" fmla="*/ 381476 h 381476"/>
              <a:gd name="GluePoint11X" fmla="*/ 421767 w 424529"/>
              <a:gd name="GluePoint11Y" fmla="*/ 196406 h 381476"/>
              <a:gd name="GluePoint12X" fmla="*/ 330613 w 424529"/>
              <a:gd name="GluePoint12Y" fmla="*/ 196406 h 381476"/>
              <a:gd name="GluePoint13X" fmla="*/ 424529 w 424529"/>
              <a:gd name="GluePoint13Y" fmla="*/ 66866 h 381476"/>
              <a:gd name="GluePoint14X" fmla="*/ 424529 w 424529"/>
              <a:gd name="GluePoint14Y" fmla="*/ 0 h 381476"/>
              <a:gd name="GluePoint15X" fmla="*/ 235363 w 424529"/>
              <a:gd name="GluePoint15Y" fmla="*/ 213551 h 381476"/>
              <a:gd name="GluePoint16X" fmla="*/ 235363 w 424529"/>
              <a:gd name="GluePoint16Y" fmla="*/ 381476 h 381476"/>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 ang="0">
                <a:pos x="GluePoint16X" y="GluePoint16Y"/>
              </a:cxn>
            </a:cxnLst>
            <a:rect l="textAreaLeft" t="textAreaTop" r="textAreaRight" b="textAreaBottom"/>
            <a:pathLst>
              <a:path w="424529" h="381476">
                <a:moveTo>
                  <a:pt x="0" y="381476"/>
                </a:moveTo>
                <a:lnTo>
                  <a:pt x="186404" y="381476"/>
                </a:lnTo>
                <a:lnTo>
                  <a:pt x="186404" y="196406"/>
                </a:lnTo>
                <a:lnTo>
                  <a:pt x="95250" y="196406"/>
                </a:lnTo>
                <a:cubicBezTo>
                  <a:pt x="95250" y="126683"/>
                  <a:pt x="146304" y="81153"/>
                  <a:pt x="189166" y="66866"/>
                </a:cubicBezTo>
                <a:lnTo>
                  <a:pt x="189166" y="0"/>
                </a:lnTo>
                <a:cubicBezTo>
                  <a:pt x="96679" y="15621"/>
                  <a:pt x="0" y="84011"/>
                  <a:pt x="0" y="213551"/>
                </a:cubicBezTo>
                <a:lnTo>
                  <a:pt x="0" y="381476"/>
                </a:lnTo>
                <a:close/>
                <a:moveTo>
                  <a:pt x="235363" y="381476"/>
                </a:moveTo>
                <a:lnTo>
                  <a:pt x="421767" y="381476"/>
                </a:lnTo>
                <a:lnTo>
                  <a:pt x="421767" y="196406"/>
                </a:lnTo>
                <a:lnTo>
                  <a:pt x="330613" y="196406"/>
                </a:lnTo>
                <a:cubicBezTo>
                  <a:pt x="330613" y="126683"/>
                  <a:pt x="381667" y="81153"/>
                  <a:pt x="424529" y="66866"/>
                </a:cubicBezTo>
                <a:lnTo>
                  <a:pt x="424529" y="0"/>
                </a:lnTo>
                <a:cubicBezTo>
                  <a:pt x="332041" y="15621"/>
                  <a:pt x="235363" y="84011"/>
                  <a:pt x="235363" y="213551"/>
                </a:cubicBezTo>
                <a:lnTo>
                  <a:pt x="235363" y="381476"/>
                </a:lnTo>
                <a:close/>
              </a:path>
            </a:pathLst>
          </a:custGeom>
          <a:solidFill>
            <a:srgbClr val="F86901"/>
          </a:solidFill>
          <a:ln w="15875">
            <a:noFill/>
          </a:ln>
        </p:spPr>
        <p:style>
          <a:lnRef idx="0"/>
          <a:fillRef idx="0"/>
          <a:effectRef idx="0"/>
          <a:fontRef idx="minor"/>
        </p:style>
        <p:txBody>
          <a:bodyPr lIns="90000" tIns="45000" rIns="90000" bIns="45000" anchor="ctr">
            <a:noAutofit/>
          </a:bodyPr>
          <a:p>
            <a:endParaRPr lang="en-US" sz="1800" b="0" u="none" strike="noStrike">
              <a:solidFill>
                <a:schemeClr val="dk1"/>
              </a:solidFill>
              <a:effectLst/>
              <a:uFillTx/>
              <a:latin typeface="Arial"/>
            </a:endParaRPr>
          </a:p>
        </p:txBody>
      </p:sp>
      <p:sp>
        <p:nvSpPr>
          <p:cNvPr id="193" name="PlaceHolder 2"/>
          <p:cNvSpPr>
            <a:spLocks noGrp="1"/>
          </p:cNvSpPr>
          <p:nvPr>
            <p:ph type="body" hasCustomPrompt="1"/>
          </p:nvPr>
        </p:nvSpPr>
        <p:spPr>
          <a:xfrm>
            <a:off x="4787640" y="4082040"/>
            <a:ext cx="7111080" cy="729360"/>
          </a:xfrm>
          <a:prstGeom prst="rect">
            <a:avLst/>
          </a:prstGeom>
          <a:noFill/>
          <a:ln w="0">
            <a:noFill/>
          </a:ln>
        </p:spPr>
        <p:txBody>
          <a:bodyPr lIns="90000" tIns="45000" rIns="90000" bIns="45000" anchor="t">
            <a:noAutofit/>
          </a:bodyPr>
          <a:lstStyle>
            <a:lvl1pPr indent="0" algn="l" defTabSz="914400">
              <a:lnSpc>
                <a:spcPct val="100000"/>
              </a:lnSpc>
              <a:buNone/>
              <a:tabLst>
                <a:tab pos="0" algn="l"/>
              </a:tabLst>
              <a:defRPr lang="en-US" sz="2000" b="0" u="none" strike="noStrike">
                <a:solidFill>
                  <a:srgbClr val="F86901"/>
                </a:solidFill>
                <a:effectLst/>
                <a:uFillTx/>
                <a:latin typeface="Arial"/>
              </a:defRPr>
            </a:lvl1pPr>
            <a:lvl2pPr indent="0" algn="l" defTabSz="914400">
              <a:lnSpc>
                <a:spcPct val="100000"/>
              </a:lnSpc>
              <a:buNone/>
              <a:tabLst>
                <a:tab pos="0" algn="l"/>
              </a:tabLst>
              <a:defRPr lang="en-US" sz="2000" b="0" u="none" strike="noStrike">
                <a:solidFill>
                  <a:srgbClr val="F86901"/>
                </a:solidFill>
                <a:effectLst/>
                <a:uFillTx/>
                <a:latin typeface="Arial"/>
              </a:defRPr>
            </a:lvl2pPr>
          </a:lstStyle>
          <a:p>
            <a:pPr indent="0" algn="l" defTabSz="914400">
              <a:lnSpc>
                <a:spcPct val="100000"/>
              </a:lnSpc>
              <a:buNone/>
              <a:tabLst>
                <a:tab pos="0" algn="l"/>
              </a:tabLst>
            </a:pPr>
            <a:r>
              <a:rPr lang="en-US" sz="2000" b="0" u="none" strike="noStrike">
                <a:solidFill>
                  <a:srgbClr val="F86901"/>
                </a:solidFill>
                <a:effectLst/>
                <a:uFillTx/>
                <a:latin typeface="Arial"/>
              </a:rPr>
              <a:t>- Attribution</a:t>
            </a:r>
            <a:endParaRPr lang="en-US" sz="2000" b="0" u="none" strike="noStrike">
              <a:solidFill>
                <a:srgbClr val="F86901"/>
              </a:solidFill>
              <a:effectLst/>
              <a:uFillTx/>
              <a:latin typeface="Arial"/>
            </a:endParaRPr>
          </a:p>
          <a:p>
            <a:pPr indent="0" algn="l" defTabSz="914400">
              <a:lnSpc>
                <a:spcPct val="100000"/>
              </a:lnSpc>
              <a:buNone/>
              <a:tabLst>
                <a:tab pos="0" algn="l"/>
              </a:tabLst>
            </a:pPr>
            <a:r>
              <a:rPr lang="en-US" sz="2000" b="0" u="none" strike="noStrike">
                <a:solidFill>
                  <a:srgbClr val="F86901"/>
                </a:solidFill>
                <a:effectLst/>
                <a:uFillTx/>
                <a:latin typeface="Arial"/>
              </a:rPr>
              <a:t>  Second line here</a:t>
            </a:r>
            <a:endParaRPr lang="en-US" sz="2000" b="0" u="none" strike="noStrike">
              <a:solidFill>
                <a:srgbClr val="F86901"/>
              </a:solidFill>
              <a:effectLst/>
              <a:uFillTx/>
              <a:latin typeface="Arial"/>
            </a:endParaRPr>
          </a:p>
        </p:txBody>
      </p:sp>
    </p:spTree>
  </p:cSld>
</p:sldLayout>
</file>

<file path=ppt/slideLayouts/slideLayout1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1_Quote 3">
    <p:bg>
      <p:bgPr>
        <a:solidFill>
          <a:srgbClr val="FFFFFF"/>
        </a:solidFill>
      </p:bgPr>
    </p:bg>
    <p:spTree>
      <p:nvGrpSpPr>
        <p:cNvPr id="1" name=""/>
        <p:cNvGrpSpPr/>
        <p:nvPr/>
      </p:nvGrpSpPr>
      <p:grpSpPr>
        <a:xfrm>
          <a:off x="0" y="0"/>
          <a:ext cx="0" cy="0"/>
          <a:chOff x="0" y="0"/>
          <a:chExt cx="0" cy="0"/>
        </a:xfrm>
      </p:grpSpPr>
      <p:sp>
        <p:nvSpPr>
          <p:cNvPr id="194" name="Rectangle 5"/>
          <p:cNvSpPr/>
          <p:nvPr/>
        </p:nvSpPr>
        <p:spPr>
          <a:xfrm>
            <a:off x="0" y="0"/>
            <a:ext cx="12190680" cy="666000"/>
          </a:xfrm>
          <a:prstGeom prst="rect">
            <a:avLst/>
          </a:prstGeom>
          <a:solidFill>
            <a:srgbClr val="F86901"/>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p>
            <a:endParaRPr lang="en-US" sz="1800" b="0" u="none" strike="noStrike">
              <a:solidFill>
                <a:schemeClr val="lt1"/>
              </a:solidFill>
              <a:effectLst/>
              <a:uFillTx/>
              <a:latin typeface="Arial"/>
            </a:endParaRPr>
          </a:p>
        </p:txBody>
      </p:sp>
      <p:sp>
        <p:nvSpPr>
          <p:cNvPr id="195" name="TextBox 10"/>
          <p:cNvSpPr/>
          <p:nvPr/>
        </p:nvSpPr>
        <p:spPr>
          <a:xfrm>
            <a:off x="11689200" y="269640"/>
            <a:ext cx="476280" cy="238680"/>
          </a:xfrm>
          <a:prstGeom prst="rect">
            <a:avLst/>
          </a:prstGeom>
          <a:noFill/>
          <a:ln w="0">
            <a:noFill/>
          </a:ln>
        </p:spPr>
        <p:style>
          <a:lnRef idx="0"/>
          <a:fillRef idx="0"/>
          <a:effectRef idx="0"/>
          <a:fontRef idx="minor"/>
        </p:style>
        <p:txBody>
          <a:bodyPr lIns="90000" tIns="45000" rIns="90000" bIns="45000" anchor="t">
            <a:spAutoFit/>
          </a:bodyPr>
          <a:p>
            <a:pPr defTabSz="914400">
              <a:lnSpc>
                <a:spcPct val="80000"/>
              </a:lnSpc>
            </a:pPr>
            <a:r>
              <a:rPr lang="en-US" sz="1200" b="0" u="none" strike="noStrike">
                <a:solidFill>
                  <a:srgbClr val="E56B2A"/>
                </a:solidFill>
                <a:effectLst/>
                <a:uFillTx/>
                <a:latin typeface="Georgia"/>
              </a:rPr>
              <a:t> </a:t>
            </a:r>
            <a:fld id="{92684B0A-C129-4AB0-9719-92F497CFD477}" type="slidenum">
              <a:rPr lang="en-US" sz="1130" b="0" u="none" strike="noStrike">
                <a:solidFill>
                  <a:schemeClr val="lt1"/>
                </a:solidFill>
                <a:effectLst/>
                <a:uFillTx/>
                <a:latin typeface="Arial"/>
              </a:rPr>
              <a:t>&lt;number&gt;</a:t>
            </a:fld>
            <a:endParaRPr lang="en-US" sz="1130" b="0" u="none" strike="noStrike">
              <a:solidFill>
                <a:srgbClr val="000000"/>
              </a:solidFill>
              <a:effectLst/>
              <a:uFillTx/>
              <a:latin typeface="Arial"/>
            </a:endParaRPr>
          </a:p>
        </p:txBody>
      </p:sp>
      <p:pic>
        <p:nvPicPr>
          <p:cNvPr id="196" name="Graphic 11"/>
          <p:cNvPicPr/>
          <p:nvPr/>
        </p:nvPicPr>
        <p:blipFill>
          <a:blip r:embed="rId2">
            <a:extLst>
              <a:ext uri="{96DAC541-7B7A-43D3-8B79-37D633B846F1}">
                <asvg:svgBlip xmlns:asvg="http://schemas.microsoft.com/office/drawing/2016/SVG/main" r:embed="rId3"/>
              </a:ext>
            </a:extLst>
          </a:blip>
          <a:stretch/>
        </p:blipFill>
        <p:spPr>
          <a:xfrm>
            <a:off x="9069840" y="240840"/>
            <a:ext cx="2699280" cy="238680"/>
          </a:xfrm>
          <a:prstGeom prst="rect">
            <a:avLst/>
          </a:prstGeom>
          <a:noFill/>
          <a:ln w="0">
            <a:noFill/>
          </a:ln>
        </p:spPr>
      </p:pic>
      <p:grpSp>
        <p:nvGrpSpPr>
          <p:cNvPr id="197" name="Graphic 22"/>
          <p:cNvGrpSpPr/>
          <p:nvPr/>
        </p:nvGrpSpPr>
        <p:grpSpPr>
          <a:xfrm>
            <a:off x="201960" y="195840"/>
            <a:ext cx="797760" cy="300600"/>
            <a:chOff x="201960" y="195840"/>
            <a:chExt cx="797760" cy="300600"/>
          </a:xfrm>
        </p:grpSpPr>
        <p:sp>
          <p:nvSpPr>
            <p:cNvPr id="198" name="Freeform 2"/>
            <p:cNvSpPr/>
            <p:nvPr/>
          </p:nvSpPr>
          <p:spPr>
            <a:xfrm>
              <a:off x="540720" y="195840"/>
              <a:ext cx="135720" cy="300240"/>
            </a:xfrm>
            <a:custGeom>
              <a:avLst/>
              <a:gdLst>
                <a:gd name="textAreaLeft" fmla="*/ 0 w 135720"/>
                <a:gd name="textAreaRight" fmla="*/ 137160 w 135720"/>
                <a:gd name="textAreaTop" fmla="*/ 0 h 300240"/>
                <a:gd name="textAreaBottom" fmla="*/ 301680 h 300240"/>
                <a:gd name="GluePoint1X" fmla="*/ 393478 w 547877"/>
                <a:gd name="GluePoint1Y" fmla="*/ 129064 h 1204531"/>
                <a:gd name="GluePoint2X" fmla="*/ 537686 w 547877"/>
                <a:gd name="GluePoint2Y" fmla="*/ 74771 h 1204531"/>
                <a:gd name="GluePoint3X" fmla="*/ 547878 w 547877"/>
                <a:gd name="GluePoint3Y" fmla="*/ 74771 h 1204531"/>
                <a:gd name="GluePoint4X" fmla="*/ 547878 w 547877"/>
                <a:gd name="GluePoint4Y" fmla="*/ 0 h 1204531"/>
                <a:gd name="GluePoint5X" fmla="*/ 267938 w 547877"/>
                <a:gd name="GluePoint5Y" fmla="*/ 4667 h 1204531"/>
                <a:gd name="GluePoint6X" fmla="*/ 0 w 547877"/>
                <a:gd name="GluePoint6Y" fmla="*/ 0 h 1204531"/>
                <a:gd name="GluePoint7X" fmla="*/ 0 w 547877"/>
                <a:gd name="GluePoint7Y" fmla="*/ 74771 h 1204531"/>
                <a:gd name="GluePoint8X" fmla="*/ 10192 w 547877"/>
                <a:gd name="GluePoint8Y" fmla="*/ 74771 h 1204531"/>
                <a:gd name="GluePoint9X" fmla="*/ 154400 w 547877"/>
                <a:gd name="GluePoint9Y" fmla="*/ 128968 h 1204531"/>
                <a:gd name="GluePoint10X" fmla="*/ 171640 w 547877"/>
                <a:gd name="GluePoint10Y" fmla="*/ 363188 h 1204531"/>
                <a:gd name="GluePoint11X" fmla="*/ 171640 w 547877"/>
                <a:gd name="GluePoint11Y" fmla="*/ 841153 h 1204531"/>
                <a:gd name="GluePoint12X" fmla="*/ 154496 w 547877"/>
                <a:gd name="GluePoint12Y" fmla="*/ 1075373 h 1204531"/>
                <a:gd name="GluePoint13X" fmla="*/ 10192 w 547877"/>
                <a:gd name="GluePoint13Y" fmla="*/ 1129569 h 1204531"/>
                <a:gd name="GluePoint14X" fmla="*/ 0 w 547877"/>
                <a:gd name="GluePoint14Y" fmla="*/ 1129569 h 1204531"/>
                <a:gd name="GluePoint15X" fmla="*/ 0 w 547877"/>
                <a:gd name="GluePoint15Y" fmla="*/ 1204531 h 1204531"/>
                <a:gd name="GluePoint16X" fmla="*/ 268224 w 547877"/>
                <a:gd name="GluePoint16Y" fmla="*/ 1197102 h 1204531"/>
                <a:gd name="GluePoint17X" fmla="*/ 547878 w 547877"/>
                <a:gd name="GluePoint17Y" fmla="*/ 1204531 h 1204531"/>
                <a:gd name="GluePoint18X" fmla="*/ 547878 w 547877"/>
                <a:gd name="GluePoint18Y" fmla="*/ 1129569 h 1204531"/>
                <a:gd name="GluePoint19X" fmla="*/ 537686 w 547877"/>
                <a:gd name="GluePoint19Y" fmla="*/ 1129569 h 1204531"/>
                <a:gd name="GluePoint20X" fmla="*/ 393478 w 547877"/>
                <a:gd name="GluePoint20Y" fmla="*/ 1075468 h 1204531"/>
                <a:gd name="GluePoint21X" fmla="*/ 376333 w 547877"/>
                <a:gd name="GluePoint21Y" fmla="*/ 841153 h 1204531"/>
                <a:gd name="GluePoint22X" fmla="*/ 376333 w 547877"/>
                <a:gd name="GluePoint22Y" fmla="*/ 363188 h 1204531"/>
                <a:gd name="GluePoint23X" fmla="*/ 393478 w 547877"/>
                <a:gd name="GluePoint23Y" fmla="*/ 129064 h 1204531"/>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 ang="0">
                  <a:pos x="GluePoint16X" y="GluePoint16Y"/>
                </a:cxn>
                <a:cxn ang="0">
                  <a:pos x="GluePoint17X" y="GluePoint17Y"/>
                </a:cxn>
                <a:cxn ang="0">
                  <a:pos x="GluePoint18X" y="GluePoint18Y"/>
                </a:cxn>
                <a:cxn ang="0">
                  <a:pos x="GluePoint19X" y="GluePoint19Y"/>
                </a:cxn>
                <a:cxn ang="0">
                  <a:pos x="GluePoint20X" y="GluePoint20Y"/>
                </a:cxn>
                <a:cxn ang="0">
                  <a:pos x="GluePoint21X" y="GluePoint21Y"/>
                </a:cxn>
                <a:cxn ang="0">
                  <a:pos x="GluePoint22X" y="GluePoint22Y"/>
                </a:cxn>
                <a:cxn ang="0">
                  <a:pos x="GluePoint23X" y="GluePoint23Y"/>
                </a:cxn>
              </a:cxnLst>
              <a:rect l="textAreaLeft" t="textAreaTop" r="textAreaRight" b="textAreaBottom"/>
              <a:pathLst>
                <a:path w="547877" h="1204531">
                  <a:moveTo>
                    <a:pt x="393478" y="129064"/>
                  </a:moveTo>
                  <a:cubicBezTo>
                    <a:pt x="414242" y="74771"/>
                    <a:pt x="482727" y="74771"/>
                    <a:pt x="537686" y="74771"/>
                  </a:cubicBezTo>
                  <a:lnTo>
                    <a:pt x="547878" y="74771"/>
                  </a:lnTo>
                  <a:lnTo>
                    <a:pt x="547878" y="0"/>
                  </a:lnTo>
                  <a:cubicBezTo>
                    <a:pt x="547878" y="0"/>
                    <a:pt x="333565" y="4667"/>
                    <a:pt x="267938" y="4667"/>
                  </a:cubicBezTo>
                  <a:cubicBezTo>
                    <a:pt x="200406" y="4667"/>
                    <a:pt x="0" y="0"/>
                    <a:pt x="0" y="0"/>
                  </a:cubicBezTo>
                  <a:lnTo>
                    <a:pt x="0" y="74771"/>
                  </a:lnTo>
                  <a:lnTo>
                    <a:pt x="10192" y="74771"/>
                  </a:lnTo>
                  <a:cubicBezTo>
                    <a:pt x="65246" y="74771"/>
                    <a:pt x="133731" y="74771"/>
                    <a:pt x="154400" y="128968"/>
                  </a:cubicBezTo>
                  <a:cubicBezTo>
                    <a:pt x="171640" y="175450"/>
                    <a:pt x="171640" y="307086"/>
                    <a:pt x="171640" y="363188"/>
                  </a:cubicBezTo>
                  <a:lnTo>
                    <a:pt x="171640" y="841153"/>
                  </a:lnTo>
                  <a:cubicBezTo>
                    <a:pt x="171640" y="897350"/>
                    <a:pt x="171640" y="1028890"/>
                    <a:pt x="154496" y="1075373"/>
                  </a:cubicBezTo>
                  <a:cubicBezTo>
                    <a:pt x="133731" y="1129569"/>
                    <a:pt x="65246" y="1129569"/>
                    <a:pt x="10192" y="1129569"/>
                  </a:cubicBezTo>
                  <a:lnTo>
                    <a:pt x="0" y="1129569"/>
                  </a:lnTo>
                  <a:lnTo>
                    <a:pt x="0" y="1204531"/>
                  </a:lnTo>
                  <a:cubicBezTo>
                    <a:pt x="0" y="1204341"/>
                    <a:pt x="173260" y="1197102"/>
                    <a:pt x="268224" y="1197102"/>
                  </a:cubicBezTo>
                  <a:cubicBezTo>
                    <a:pt x="377476" y="1197102"/>
                    <a:pt x="547878" y="1204531"/>
                    <a:pt x="547878" y="1204531"/>
                  </a:cubicBezTo>
                  <a:lnTo>
                    <a:pt x="547878" y="1129569"/>
                  </a:lnTo>
                  <a:lnTo>
                    <a:pt x="537686" y="1129569"/>
                  </a:lnTo>
                  <a:cubicBezTo>
                    <a:pt x="482727" y="1129569"/>
                    <a:pt x="414242" y="1129569"/>
                    <a:pt x="393478" y="1075468"/>
                  </a:cubicBezTo>
                  <a:cubicBezTo>
                    <a:pt x="376333" y="1028890"/>
                    <a:pt x="376333" y="897350"/>
                    <a:pt x="376333" y="841153"/>
                  </a:cubicBezTo>
                  <a:lnTo>
                    <a:pt x="376333" y="363188"/>
                  </a:lnTo>
                  <a:cubicBezTo>
                    <a:pt x="376333" y="307086"/>
                    <a:pt x="376333" y="175450"/>
                    <a:pt x="393478" y="129064"/>
                  </a:cubicBezTo>
                </a:path>
              </a:pathLst>
            </a:custGeom>
            <a:solidFill>
              <a:schemeClr val="bg1"/>
            </a:solidFill>
            <a:ln w="9525">
              <a:noFill/>
            </a:ln>
          </p:spPr>
          <p:style>
            <a:lnRef idx="0"/>
            <a:fillRef idx="0"/>
            <a:effectRef idx="0"/>
            <a:fontRef idx="minor"/>
          </p:style>
          <p:txBody>
            <a:bodyPr lIns="68040" tIns="45000" rIns="68040" bIns="45000" anchor="ctr">
              <a:noAutofit/>
            </a:bodyPr>
            <a:p>
              <a:endParaRPr lang="en-US" sz="1800" b="0" u="none" strike="noStrike">
                <a:solidFill>
                  <a:schemeClr val="dk1"/>
                </a:solidFill>
                <a:effectLst/>
                <a:uFillTx/>
                <a:latin typeface="Arial"/>
              </a:endParaRPr>
            </a:p>
          </p:txBody>
        </p:sp>
        <p:sp>
          <p:nvSpPr>
            <p:cNvPr id="199" name="Freeform 3"/>
            <p:cNvSpPr/>
            <p:nvPr/>
          </p:nvSpPr>
          <p:spPr>
            <a:xfrm>
              <a:off x="718920" y="196200"/>
              <a:ext cx="280800" cy="300240"/>
            </a:xfrm>
            <a:custGeom>
              <a:avLst/>
              <a:gdLst>
                <a:gd name="textAreaLeft" fmla="*/ 0 w 280800"/>
                <a:gd name="textAreaRight" fmla="*/ 282240 w 280800"/>
                <a:gd name="textAreaTop" fmla="*/ 0 h 300240"/>
                <a:gd name="textAreaBottom" fmla="*/ 301680 h 300240"/>
                <a:gd name="GluePoint1X" fmla="*/ 0 w 1126902"/>
                <a:gd name="GluePoint1Y" fmla="*/ 0 h 1204245"/>
                <a:gd name="GluePoint2X" fmla="*/ 0 w 1126902"/>
                <a:gd name="GluePoint2Y" fmla="*/ 312420 h 1204245"/>
                <a:gd name="GluePoint3X" fmla="*/ 74295 w 1126902"/>
                <a:gd name="GluePoint3Y" fmla="*/ 312420 h 1204245"/>
                <a:gd name="GluePoint4X" fmla="*/ 74581 w 1126902"/>
                <a:gd name="GluePoint4Y" fmla="*/ 302609 h 1204245"/>
                <a:gd name="GluePoint5X" fmla="*/ 334328 w 1126902"/>
                <a:gd name="GluePoint5Y" fmla="*/ 90773 h 1204245"/>
                <a:gd name="GluePoint6X" fmla="*/ 352330 w 1126902"/>
                <a:gd name="GluePoint6Y" fmla="*/ 90678 h 1204245"/>
                <a:gd name="GluePoint7X" fmla="*/ 453200 w 1126902"/>
                <a:gd name="GluePoint7Y" fmla="*/ 106204 h 1204245"/>
                <a:gd name="GluePoint8X" fmla="*/ 461201 w 1126902"/>
                <a:gd name="GluePoint8Y" fmla="*/ 128873 h 1204245"/>
                <a:gd name="GluePoint9X" fmla="*/ 461201 w 1126902"/>
                <a:gd name="GluePoint9Y" fmla="*/ 950119 h 1204245"/>
                <a:gd name="GluePoint10X" fmla="*/ 272510 w 1126902"/>
                <a:gd name="GluePoint10Y" fmla="*/ 1129475 h 1204245"/>
                <a:gd name="GluePoint11X" fmla="*/ 262700 w 1126902"/>
                <a:gd name="GluePoint11Y" fmla="*/ 1129856 h 1204245"/>
                <a:gd name="GluePoint12X" fmla="*/ 262700 w 1126902"/>
                <a:gd name="GluePoint12Y" fmla="*/ 1204246 h 1204245"/>
                <a:gd name="GluePoint13X" fmla="*/ 578548 w 1126902"/>
                <a:gd name="GluePoint13Y" fmla="*/ 1196911 h 1204245"/>
                <a:gd name="GluePoint14X" fmla="*/ 864203 w 1126902"/>
                <a:gd name="GluePoint14Y" fmla="*/ 1204246 h 1204245"/>
                <a:gd name="GluePoint15X" fmla="*/ 864203 w 1126902"/>
                <a:gd name="GluePoint15Y" fmla="*/ 1129856 h 1204245"/>
                <a:gd name="GluePoint16X" fmla="*/ 854393 w 1126902"/>
                <a:gd name="GluePoint16Y" fmla="*/ 1129475 h 1204245"/>
                <a:gd name="GluePoint17X" fmla="*/ 665702 w 1126902"/>
                <a:gd name="GluePoint17Y" fmla="*/ 950119 h 1204245"/>
                <a:gd name="GluePoint18X" fmla="*/ 665702 w 1126902"/>
                <a:gd name="GluePoint18Y" fmla="*/ 128873 h 1204245"/>
                <a:gd name="GluePoint19X" fmla="*/ 673608 w 1126902"/>
                <a:gd name="GluePoint19Y" fmla="*/ 108490 h 1204245"/>
                <a:gd name="GluePoint20X" fmla="*/ 791718 w 1126902"/>
                <a:gd name="GluePoint20Y" fmla="*/ 90488 h 1204245"/>
                <a:gd name="GluePoint21X" fmla="*/ 815912 w 1126902"/>
                <a:gd name="GluePoint21Y" fmla="*/ 90773 h 1204245"/>
                <a:gd name="GluePoint22X" fmla="*/ 1052513 w 1126902"/>
                <a:gd name="GluePoint22Y" fmla="*/ 302895 h 1204245"/>
                <a:gd name="GluePoint23X" fmla="*/ 1053084 w 1126902"/>
                <a:gd name="GluePoint23Y" fmla="*/ 312420 h 1204245"/>
                <a:gd name="GluePoint24X" fmla="*/ 1126903 w 1126902"/>
                <a:gd name="GluePoint24Y" fmla="*/ 312420 h 1204245"/>
                <a:gd name="GluePoint25X" fmla="*/ 1126903 w 1126902"/>
                <a:gd name="GluePoint25Y" fmla="*/ 0 h 1204245"/>
                <a:gd name="GluePoint26X" fmla="*/ 563404 w 1126902"/>
                <a:gd name="GluePoint26Y" fmla="*/ 2857 h 1204245"/>
                <a:gd name="GluePoint27X" fmla="*/ 0 w 1126902"/>
                <a:gd name="GluePoint27Y" fmla="*/ 0 h 1204245"/>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 ang="0">
                  <a:pos x="GluePoint16X" y="GluePoint16Y"/>
                </a:cxn>
                <a:cxn ang="0">
                  <a:pos x="GluePoint17X" y="GluePoint17Y"/>
                </a:cxn>
                <a:cxn ang="0">
                  <a:pos x="GluePoint18X" y="GluePoint18Y"/>
                </a:cxn>
                <a:cxn ang="0">
                  <a:pos x="GluePoint19X" y="GluePoint19Y"/>
                </a:cxn>
                <a:cxn ang="0">
                  <a:pos x="GluePoint20X" y="GluePoint20Y"/>
                </a:cxn>
                <a:cxn ang="0">
                  <a:pos x="GluePoint21X" y="GluePoint21Y"/>
                </a:cxn>
                <a:cxn ang="0">
                  <a:pos x="GluePoint22X" y="GluePoint22Y"/>
                </a:cxn>
                <a:cxn ang="0">
                  <a:pos x="GluePoint23X" y="GluePoint23Y"/>
                </a:cxn>
                <a:cxn ang="0">
                  <a:pos x="GluePoint24X" y="GluePoint24Y"/>
                </a:cxn>
                <a:cxn ang="0">
                  <a:pos x="GluePoint25X" y="GluePoint25Y"/>
                </a:cxn>
                <a:cxn ang="0">
                  <a:pos x="GluePoint26X" y="GluePoint26Y"/>
                </a:cxn>
                <a:cxn ang="0">
                  <a:pos x="GluePoint27X" y="GluePoint27Y"/>
                </a:cxn>
              </a:cxnLst>
              <a:rect l="textAreaLeft" t="textAreaTop" r="textAreaRight" b="textAreaBottom"/>
              <a:pathLst>
                <a:path w="1126902" h="1204245">
                  <a:moveTo>
                    <a:pt x="0" y="0"/>
                  </a:moveTo>
                  <a:lnTo>
                    <a:pt x="0" y="312420"/>
                  </a:lnTo>
                  <a:lnTo>
                    <a:pt x="74295" y="312420"/>
                  </a:lnTo>
                  <a:lnTo>
                    <a:pt x="74581" y="302609"/>
                  </a:lnTo>
                  <a:cubicBezTo>
                    <a:pt x="81344" y="99346"/>
                    <a:pt x="159163" y="90773"/>
                    <a:pt x="334328" y="90773"/>
                  </a:cubicBezTo>
                  <a:cubicBezTo>
                    <a:pt x="340328" y="90773"/>
                    <a:pt x="346424" y="90773"/>
                    <a:pt x="352330" y="90678"/>
                  </a:cubicBezTo>
                  <a:cubicBezTo>
                    <a:pt x="395859" y="90392"/>
                    <a:pt x="437007" y="90106"/>
                    <a:pt x="453200" y="106204"/>
                  </a:cubicBezTo>
                  <a:cubicBezTo>
                    <a:pt x="458629" y="111538"/>
                    <a:pt x="461201" y="118967"/>
                    <a:pt x="461201" y="128873"/>
                  </a:cubicBezTo>
                  <a:lnTo>
                    <a:pt x="461201" y="950119"/>
                  </a:lnTo>
                  <a:cubicBezTo>
                    <a:pt x="461201" y="1072039"/>
                    <a:pt x="444151" y="1122426"/>
                    <a:pt x="272510" y="1129475"/>
                  </a:cubicBezTo>
                  <a:lnTo>
                    <a:pt x="262700" y="1129856"/>
                  </a:lnTo>
                  <a:lnTo>
                    <a:pt x="262700" y="1204246"/>
                  </a:lnTo>
                  <a:cubicBezTo>
                    <a:pt x="262700" y="1204246"/>
                    <a:pt x="462725" y="1196911"/>
                    <a:pt x="578548" y="1196911"/>
                  </a:cubicBezTo>
                  <a:cubicBezTo>
                    <a:pt x="666941" y="1196911"/>
                    <a:pt x="864203" y="1204246"/>
                    <a:pt x="864203" y="1204246"/>
                  </a:cubicBezTo>
                  <a:lnTo>
                    <a:pt x="864203" y="1129856"/>
                  </a:lnTo>
                  <a:lnTo>
                    <a:pt x="854393" y="1129475"/>
                  </a:lnTo>
                  <a:cubicBezTo>
                    <a:pt x="682752" y="1122426"/>
                    <a:pt x="665702" y="1072039"/>
                    <a:pt x="665702" y="950119"/>
                  </a:cubicBezTo>
                  <a:lnTo>
                    <a:pt x="665702" y="128873"/>
                  </a:lnTo>
                  <a:cubicBezTo>
                    <a:pt x="665702" y="120396"/>
                    <a:pt x="668369" y="113729"/>
                    <a:pt x="673608" y="108490"/>
                  </a:cubicBezTo>
                  <a:cubicBezTo>
                    <a:pt x="693420" y="89059"/>
                    <a:pt x="747903" y="89821"/>
                    <a:pt x="791718" y="90488"/>
                  </a:cubicBezTo>
                  <a:cubicBezTo>
                    <a:pt x="800005" y="90583"/>
                    <a:pt x="808196" y="90773"/>
                    <a:pt x="815912" y="90773"/>
                  </a:cubicBezTo>
                  <a:cubicBezTo>
                    <a:pt x="987267" y="90773"/>
                    <a:pt x="1042511" y="140303"/>
                    <a:pt x="1052513" y="302895"/>
                  </a:cubicBezTo>
                  <a:lnTo>
                    <a:pt x="1053084" y="312420"/>
                  </a:lnTo>
                  <a:lnTo>
                    <a:pt x="1126903" y="312420"/>
                  </a:lnTo>
                  <a:lnTo>
                    <a:pt x="1126903" y="0"/>
                  </a:lnTo>
                  <a:cubicBezTo>
                    <a:pt x="1126903" y="0"/>
                    <a:pt x="694468" y="2857"/>
                    <a:pt x="563404" y="2857"/>
                  </a:cubicBezTo>
                  <a:cubicBezTo>
                    <a:pt x="432340" y="2857"/>
                    <a:pt x="0" y="0"/>
                    <a:pt x="0" y="0"/>
                  </a:cubicBezTo>
                </a:path>
              </a:pathLst>
            </a:custGeom>
            <a:solidFill>
              <a:schemeClr val="bg1"/>
            </a:solidFill>
            <a:ln w="9525">
              <a:noFill/>
            </a:ln>
          </p:spPr>
          <p:style>
            <a:lnRef idx="0"/>
            <a:fillRef idx="0"/>
            <a:effectRef idx="0"/>
            <a:fontRef idx="minor"/>
          </p:style>
          <p:txBody>
            <a:bodyPr lIns="90000" tIns="45000" rIns="90000" bIns="45000" anchor="ctr">
              <a:noAutofit/>
            </a:bodyPr>
            <a:p>
              <a:endParaRPr lang="en-US" sz="1800" b="0" u="none" strike="noStrike">
                <a:solidFill>
                  <a:schemeClr val="dk1"/>
                </a:solidFill>
                <a:effectLst/>
                <a:uFillTx/>
                <a:latin typeface="Arial"/>
              </a:endParaRPr>
            </a:p>
          </p:txBody>
        </p:sp>
        <p:sp>
          <p:nvSpPr>
            <p:cNvPr id="200" name="Freeform 4"/>
            <p:cNvSpPr/>
            <p:nvPr/>
          </p:nvSpPr>
          <p:spPr>
            <a:xfrm>
              <a:off x="201960" y="195840"/>
              <a:ext cx="297720" cy="300240"/>
            </a:xfrm>
            <a:custGeom>
              <a:avLst/>
              <a:gdLst>
                <a:gd name="textAreaLeft" fmla="*/ 0 w 297720"/>
                <a:gd name="textAreaRight" fmla="*/ 299160 w 297720"/>
                <a:gd name="textAreaTop" fmla="*/ 0 h 300240"/>
                <a:gd name="textAreaBottom" fmla="*/ 301680 h 300240"/>
                <a:gd name="GluePoint1X" fmla="*/ 372618 w 1195101"/>
                <a:gd name="GluePoint1Y" fmla="*/ 571786 h 1204626"/>
                <a:gd name="GluePoint2X" fmla="*/ 372523 w 1195101"/>
                <a:gd name="GluePoint2Y" fmla="*/ 134303 h 1204626"/>
                <a:gd name="GluePoint3X" fmla="*/ 386239 w 1195101"/>
                <a:gd name="GluePoint3Y" fmla="*/ 86487 h 1204626"/>
                <a:gd name="GluePoint4X" fmla="*/ 498348 w 1195101"/>
                <a:gd name="GluePoint4Y" fmla="*/ 85630 h 1204626"/>
                <a:gd name="GluePoint5X" fmla="*/ 738473 w 1195101"/>
                <a:gd name="GluePoint5Y" fmla="*/ 330518 h 1204626"/>
                <a:gd name="GluePoint6X" fmla="*/ 640747 w 1195101"/>
                <a:gd name="GluePoint6Y" fmla="*/ 541687 h 1204626"/>
                <a:gd name="GluePoint7X" fmla="*/ 372618 w 1195101"/>
                <a:gd name="GluePoint7Y" fmla="*/ 571786 h 1204626"/>
                <a:gd name="GluePoint8X" fmla="*/ 1186529 w 1195101"/>
                <a:gd name="GluePoint8Y" fmla="*/ 1129760 h 1204626"/>
                <a:gd name="GluePoint9X" fmla="*/ 1017461 w 1195101"/>
                <a:gd name="GluePoint9Y" fmla="*/ 1040702 h 1204626"/>
                <a:gd name="GluePoint10X" fmla="*/ 661797 w 1195101"/>
                <a:gd name="GluePoint10Y" fmla="*/ 632460 h 1204626"/>
                <a:gd name="GluePoint11X" fmla="*/ 964597 w 1195101"/>
                <a:gd name="GluePoint11Y" fmla="*/ 305371 h 1204626"/>
                <a:gd name="GluePoint12X" fmla="*/ 831056 w 1195101"/>
                <a:gd name="GluePoint12Y" fmla="*/ 55816 h 1204626"/>
                <a:gd name="GluePoint13X" fmla="*/ 544639 w 1195101"/>
                <a:gd name="GluePoint13Y" fmla="*/ 190 h 1204626"/>
                <a:gd name="GluePoint14X" fmla="*/ 317468 w 1195101"/>
                <a:gd name="GluePoint14Y" fmla="*/ 4191 h 1204626"/>
                <a:gd name="GluePoint15X" fmla="*/ 191 w 1195101"/>
                <a:gd name="GluePoint15Y" fmla="*/ 0 h 1204626"/>
                <a:gd name="GluePoint16X" fmla="*/ 191 w 1195101"/>
                <a:gd name="GluePoint16Y" fmla="*/ 74866 h 1204626"/>
                <a:gd name="GluePoint17X" fmla="*/ 15050 w 1195101"/>
                <a:gd name="GluePoint17Y" fmla="*/ 74866 h 1204626"/>
                <a:gd name="GluePoint18X" fmla="*/ 152781 w 1195101"/>
                <a:gd name="GluePoint18Y" fmla="*/ 128683 h 1204626"/>
                <a:gd name="GluePoint19X" fmla="*/ 168307 w 1195101"/>
                <a:gd name="GluePoint19Y" fmla="*/ 350139 h 1204626"/>
                <a:gd name="GluePoint20X" fmla="*/ 168307 w 1195101"/>
                <a:gd name="GluePoint20Y" fmla="*/ 841248 h 1204626"/>
                <a:gd name="GluePoint21X" fmla="*/ 161068 w 1195101"/>
                <a:gd name="GluePoint21Y" fmla="*/ 1034129 h 1204626"/>
                <a:gd name="GluePoint22X" fmla="*/ 152686 w 1195101"/>
                <a:gd name="GluePoint22Y" fmla="*/ 1075944 h 1204626"/>
                <a:gd name="GluePoint23X" fmla="*/ 10382 w 1195101"/>
                <a:gd name="GluePoint23Y" fmla="*/ 1129665 h 1204626"/>
                <a:gd name="GluePoint24X" fmla="*/ 0 w 1195101"/>
                <a:gd name="GluePoint24Y" fmla="*/ 1129665 h 1204626"/>
                <a:gd name="GluePoint25X" fmla="*/ 0 w 1195101"/>
                <a:gd name="GluePoint25Y" fmla="*/ 1204532 h 1204626"/>
                <a:gd name="GluePoint26X" fmla="*/ 278225 w 1195101"/>
                <a:gd name="GluePoint26Y" fmla="*/ 1197102 h 1204626"/>
                <a:gd name="GluePoint27X" fmla="*/ 540734 w 1195101"/>
                <a:gd name="GluePoint27Y" fmla="*/ 1204532 h 1204626"/>
                <a:gd name="GluePoint28X" fmla="*/ 540734 w 1195101"/>
                <a:gd name="GluePoint28Y" fmla="*/ 1129665 h 1204626"/>
                <a:gd name="GluePoint29X" fmla="*/ 525971 w 1195101"/>
                <a:gd name="GluePoint29Y" fmla="*/ 1129665 h 1204626"/>
                <a:gd name="GluePoint30X" fmla="*/ 388239 w 1195101"/>
                <a:gd name="GluePoint30Y" fmla="*/ 1075754 h 1204626"/>
                <a:gd name="GluePoint31X" fmla="*/ 379857 w 1195101"/>
                <a:gd name="GluePoint31Y" fmla="*/ 1034034 h 1204626"/>
                <a:gd name="GluePoint32X" fmla="*/ 372618 w 1195101"/>
                <a:gd name="GluePoint32Y" fmla="*/ 854297 h 1204626"/>
                <a:gd name="GluePoint33X" fmla="*/ 372618 w 1195101"/>
                <a:gd name="GluePoint33Y" fmla="*/ 653510 h 1204626"/>
                <a:gd name="GluePoint34X" fmla="*/ 479107 w 1195101"/>
                <a:gd name="GluePoint34Y" fmla="*/ 702469 h 1204626"/>
                <a:gd name="GluePoint35X" fmla="*/ 501110 w 1195101"/>
                <a:gd name="GluePoint35Y" fmla="*/ 728472 h 1204626"/>
                <a:gd name="GluePoint36X" fmla="*/ 797909 w 1195101"/>
                <a:gd name="GluePoint36Y" fmla="*/ 1096804 h 1204626"/>
                <a:gd name="GluePoint37X" fmla="*/ 885158 w 1195101"/>
                <a:gd name="GluePoint37Y" fmla="*/ 1204532 h 1204626"/>
                <a:gd name="GluePoint38X" fmla="*/ 1027366 w 1195101"/>
                <a:gd name="GluePoint38Y" fmla="*/ 1200436 h 1204626"/>
                <a:gd name="GluePoint39X" fmla="*/ 1195102 w 1195101"/>
                <a:gd name="GluePoint39Y" fmla="*/ 1204627 h 1204626"/>
                <a:gd name="GluePoint40X" fmla="*/ 1195102 w 1195101"/>
                <a:gd name="GluePoint40Y" fmla="*/ 1131094 h 1204626"/>
                <a:gd name="GluePoint41X" fmla="*/ 1186529 w 1195101"/>
                <a:gd name="GluePoint41Y" fmla="*/ 1129760 h 1204626"/>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 ang="0">
                  <a:pos x="GluePoint16X" y="GluePoint16Y"/>
                </a:cxn>
                <a:cxn ang="0">
                  <a:pos x="GluePoint17X" y="GluePoint17Y"/>
                </a:cxn>
                <a:cxn ang="0">
                  <a:pos x="GluePoint18X" y="GluePoint18Y"/>
                </a:cxn>
                <a:cxn ang="0">
                  <a:pos x="GluePoint19X" y="GluePoint19Y"/>
                </a:cxn>
                <a:cxn ang="0">
                  <a:pos x="GluePoint20X" y="GluePoint20Y"/>
                </a:cxn>
                <a:cxn ang="0">
                  <a:pos x="GluePoint21X" y="GluePoint21Y"/>
                </a:cxn>
                <a:cxn ang="0">
                  <a:pos x="GluePoint22X" y="GluePoint22Y"/>
                </a:cxn>
                <a:cxn ang="0">
                  <a:pos x="GluePoint23X" y="GluePoint23Y"/>
                </a:cxn>
                <a:cxn ang="0">
                  <a:pos x="GluePoint24X" y="GluePoint24Y"/>
                </a:cxn>
                <a:cxn ang="0">
                  <a:pos x="GluePoint25X" y="GluePoint25Y"/>
                </a:cxn>
                <a:cxn ang="0">
                  <a:pos x="GluePoint26X" y="GluePoint26Y"/>
                </a:cxn>
                <a:cxn ang="0">
                  <a:pos x="GluePoint27X" y="GluePoint27Y"/>
                </a:cxn>
                <a:cxn ang="0">
                  <a:pos x="GluePoint28X" y="GluePoint28Y"/>
                </a:cxn>
                <a:cxn ang="0">
                  <a:pos x="GluePoint29X" y="GluePoint29Y"/>
                </a:cxn>
                <a:cxn ang="0">
                  <a:pos x="GluePoint30X" y="GluePoint30Y"/>
                </a:cxn>
                <a:cxn ang="0">
                  <a:pos x="GluePoint31X" y="GluePoint31Y"/>
                </a:cxn>
                <a:cxn ang="0">
                  <a:pos x="GluePoint32X" y="GluePoint32Y"/>
                </a:cxn>
                <a:cxn ang="0">
                  <a:pos x="GluePoint33X" y="GluePoint33Y"/>
                </a:cxn>
                <a:cxn ang="0">
                  <a:pos x="GluePoint34X" y="GluePoint34Y"/>
                </a:cxn>
                <a:cxn ang="0">
                  <a:pos x="GluePoint35X" y="GluePoint35Y"/>
                </a:cxn>
                <a:cxn ang="0">
                  <a:pos x="GluePoint36X" y="GluePoint36Y"/>
                </a:cxn>
                <a:cxn ang="0">
                  <a:pos x="GluePoint37X" y="GluePoint37Y"/>
                </a:cxn>
                <a:cxn ang="0">
                  <a:pos x="GluePoint38X" y="GluePoint38Y"/>
                </a:cxn>
                <a:cxn ang="0">
                  <a:pos x="GluePoint39X" y="GluePoint39Y"/>
                </a:cxn>
                <a:cxn ang="0">
                  <a:pos x="GluePoint40X" y="GluePoint40Y"/>
                </a:cxn>
                <a:cxn ang="0">
                  <a:pos x="GluePoint41X" y="GluePoint41Y"/>
                </a:cxn>
              </a:cxnLst>
              <a:rect l="textAreaLeft" t="textAreaTop" r="textAreaRight" b="textAreaBottom"/>
              <a:pathLst>
                <a:path w="1195101" h="1204626">
                  <a:moveTo>
                    <a:pt x="372618" y="571786"/>
                  </a:moveTo>
                  <a:cubicBezTo>
                    <a:pt x="372618" y="571786"/>
                    <a:pt x="372618" y="136874"/>
                    <a:pt x="372523" y="134303"/>
                  </a:cubicBezTo>
                  <a:cubicBezTo>
                    <a:pt x="372237" y="116967"/>
                    <a:pt x="371761" y="93250"/>
                    <a:pt x="386239" y="86487"/>
                  </a:cubicBezTo>
                  <a:cubicBezTo>
                    <a:pt x="396240" y="82105"/>
                    <a:pt x="493014" y="85630"/>
                    <a:pt x="498348" y="85630"/>
                  </a:cubicBezTo>
                  <a:cubicBezTo>
                    <a:pt x="650938" y="85630"/>
                    <a:pt x="738473" y="174974"/>
                    <a:pt x="738473" y="330518"/>
                  </a:cubicBezTo>
                  <a:cubicBezTo>
                    <a:pt x="738473" y="443960"/>
                    <a:pt x="708374" y="509016"/>
                    <a:pt x="640747" y="541687"/>
                  </a:cubicBezTo>
                  <a:cubicBezTo>
                    <a:pt x="577691" y="571976"/>
                    <a:pt x="372618" y="571786"/>
                    <a:pt x="372618" y="571786"/>
                  </a:cubicBezTo>
                  <a:moveTo>
                    <a:pt x="1186529" y="1129760"/>
                  </a:moveTo>
                  <a:cubicBezTo>
                    <a:pt x="1100138" y="1116235"/>
                    <a:pt x="1074134" y="1106424"/>
                    <a:pt x="1017461" y="1040702"/>
                  </a:cubicBezTo>
                  <a:lnTo>
                    <a:pt x="661797" y="632460"/>
                  </a:lnTo>
                  <a:cubicBezTo>
                    <a:pt x="849059" y="608076"/>
                    <a:pt x="964597" y="484251"/>
                    <a:pt x="964597" y="305371"/>
                  </a:cubicBezTo>
                  <a:cubicBezTo>
                    <a:pt x="964597" y="188976"/>
                    <a:pt x="919544" y="105061"/>
                    <a:pt x="831056" y="55816"/>
                  </a:cubicBezTo>
                  <a:cubicBezTo>
                    <a:pt x="763619" y="18383"/>
                    <a:pt x="670084" y="190"/>
                    <a:pt x="544639" y="190"/>
                  </a:cubicBezTo>
                  <a:cubicBezTo>
                    <a:pt x="507206" y="1143"/>
                    <a:pt x="416909" y="4191"/>
                    <a:pt x="317468" y="4191"/>
                  </a:cubicBezTo>
                  <a:cubicBezTo>
                    <a:pt x="214313" y="4191"/>
                    <a:pt x="191" y="0"/>
                    <a:pt x="191" y="0"/>
                  </a:cubicBezTo>
                  <a:lnTo>
                    <a:pt x="191" y="74866"/>
                  </a:lnTo>
                  <a:lnTo>
                    <a:pt x="15050" y="74866"/>
                  </a:lnTo>
                  <a:cubicBezTo>
                    <a:pt x="71818" y="74486"/>
                    <a:pt x="135731" y="74771"/>
                    <a:pt x="152781" y="128683"/>
                  </a:cubicBezTo>
                  <a:cubicBezTo>
                    <a:pt x="168307" y="175355"/>
                    <a:pt x="168307" y="306896"/>
                    <a:pt x="168307" y="350139"/>
                  </a:cubicBezTo>
                  <a:lnTo>
                    <a:pt x="168307" y="841248"/>
                  </a:lnTo>
                  <a:cubicBezTo>
                    <a:pt x="168307" y="895445"/>
                    <a:pt x="168307" y="977837"/>
                    <a:pt x="161068" y="1034129"/>
                  </a:cubicBezTo>
                  <a:cubicBezTo>
                    <a:pt x="158972" y="1050798"/>
                    <a:pt x="156210" y="1065276"/>
                    <a:pt x="152686" y="1075944"/>
                  </a:cubicBezTo>
                  <a:cubicBezTo>
                    <a:pt x="135350" y="1129665"/>
                    <a:pt x="66104" y="1129665"/>
                    <a:pt x="10382" y="1129665"/>
                  </a:cubicBezTo>
                  <a:lnTo>
                    <a:pt x="0" y="1129665"/>
                  </a:lnTo>
                  <a:lnTo>
                    <a:pt x="0" y="1204532"/>
                  </a:lnTo>
                  <a:cubicBezTo>
                    <a:pt x="0" y="1204532"/>
                    <a:pt x="166783" y="1197102"/>
                    <a:pt x="278225" y="1197102"/>
                  </a:cubicBezTo>
                  <a:cubicBezTo>
                    <a:pt x="374047" y="1197102"/>
                    <a:pt x="540734" y="1204246"/>
                    <a:pt x="540734" y="1204532"/>
                  </a:cubicBezTo>
                  <a:lnTo>
                    <a:pt x="540734" y="1129665"/>
                  </a:lnTo>
                  <a:lnTo>
                    <a:pt x="525971" y="1129665"/>
                  </a:lnTo>
                  <a:cubicBezTo>
                    <a:pt x="470059" y="1129951"/>
                    <a:pt x="406813" y="1129760"/>
                    <a:pt x="388239" y="1075754"/>
                  </a:cubicBezTo>
                  <a:cubicBezTo>
                    <a:pt x="384620" y="1065086"/>
                    <a:pt x="381953" y="1050607"/>
                    <a:pt x="379857" y="1034034"/>
                  </a:cubicBezTo>
                  <a:cubicBezTo>
                    <a:pt x="372618" y="978122"/>
                    <a:pt x="372618" y="898017"/>
                    <a:pt x="372618" y="854297"/>
                  </a:cubicBezTo>
                  <a:lnTo>
                    <a:pt x="372618" y="653510"/>
                  </a:lnTo>
                  <a:cubicBezTo>
                    <a:pt x="439198" y="654082"/>
                    <a:pt x="444913" y="661035"/>
                    <a:pt x="479107" y="702469"/>
                  </a:cubicBezTo>
                  <a:cubicBezTo>
                    <a:pt x="485489" y="710089"/>
                    <a:pt x="492728" y="718756"/>
                    <a:pt x="501110" y="728472"/>
                  </a:cubicBezTo>
                  <a:lnTo>
                    <a:pt x="797909" y="1096804"/>
                  </a:lnTo>
                  <a:lnTo>
                    <a:pt x="885158" y="1204532"/>
                  </a:lnTo>
                  <a:cubicBezTo>
                    <a:pt x="885158" y="1204532"/>
                    <a:pt x="980885" y="1200436"/>
                    <a:pt x="1027366" y="1200436"/>
                  </a:cubicBezTo>
                  <a:cubicBezTo>
                    <a:pt x="1094994" y="1200436"/>
                    <a:pt x="1195102" y="1204627"/>
                    <a:pt x="1195102" y="1204627"/>
                  </a:cubicBezTo>
                  <a:lnTo>
                    <a:pt x="1195102" y="1131094"/>
                  </a:lnTo>
                  <a:lnTo>
                    <a:pt x="1186529" y="1129760"/>
                  </a:lnTo>
                  <a:close/>
                </a:path>
              </a:pathLst>
            </a:custGeom>
            <a:solidFill>
              <a:schemeClr val="bg1"/>
            </a:solidFill>
            <a:ln w="9525">
              <a:noFill/>
            </a:ln>
          </p:spPr>
          <p:style>
            <a:lnRef idx="0"/>
            <a:fillRef idx="0"/>
            <a:effectRef idx="0"/>
            <a:fontRef idx="minor"/>
          </p:style>
          <p:txBody>
            <a:bodyPr lIns="90000" tIns="45000" rIns="90000" bIns="45000" anchor="ctr">
              <a:noAutofit/>
            </a:bodyPr>
            <a:p>
              <a:endParaRPr lang="en-US" sz="1800" b="0" u="none" strike="noStrike">
                <a:solidFill>
                  <a:schemeClr val="dk1"/>
                </a:solidFill>
                <a:effectLst/>
                <a:uFillTx/>
                <a:latin typeface="Arial"/>
              </a:endParaRPr>
            </a:p>
          </p:txBody>
        </p:sp>
      </p:grpSp>
      <p:sp>
        <p:nvSpPr>
          <p:cNvPr id="201" name="Text Placeholder 14"/>
          <p:cNvSpPr/>
          <p:nvPr/>
        </p:nvSpPr>
        <p:spPr>
          <a:xfrm>
            <a:off x="386640" y="3434040"/>
            <a:ext cx="2464560" cy="953280"/>
          </a:xfrm>
          <a:prstGeom prst="rect">
            <a:avLst/>
          </a:prstGeom>
          <a:noFill/>
          <a:ln w="0">
            <a:noFill/>
          </a:ln>
        </p:spPr>
        <p:style>
          <a:lnRef idx="0"/>
          <a:fillRef idx="0"/>
          <a:effectRef idx="0"/>
          <a:fontRef idx="minor"/>
        </p:style>
        <p:txBody>
          <a:bodyPr lIns="90000" tIns="45000" rIns="90000" bIns="45000" anchor="t">
            <a:noAutofit/>
          </a:bodyPr>
          <a:p>
            <a:endParaRPr lang="en-US" sz="2000" b="1" u="none" strike="noStrike">
              <a:solidFill>
                <a:srgbClr val="E56B2A"/>
              </a:solidFill>
              <a:effectLst/>
              <a:uFillTx/>
              <a:latin typeface="Arial"/>
            </a:endParaRPr>
          </a:p>
        </p:txBody>
      </p:sp>
      <p:sp>
        <p:nvSpPr>
          <p:cNvPr id="202" name="Rectangle 1"/>
          <p:cNvSpPr/>
          <p:nvPr/>
        </p:nvSpPr>
        <p:spPr>
          <a:xfrm>
            <a:off x="0" y="0"/>
            <a:ext cx="12190680" cy="6856560"/>
          </a:xfrm>
          <a:prstGeom prst="rect">
            <a:avLst/>
          </a:prstGeom>
          <a:solidFill>
            <a:srgbClr val="F86901"/>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p>
            <a:endParaRPr lang="en-US" sz="1800" b="0" u="none" strike="noStrike">
              <a:solidFill>
                <a:schemeClr val="lt1"/>
              </a:solidFill>
              <a:effectLst/>
              <a:uFillTx/>
              <a:latin typeface="Arial"/>
            </a:endParaRPr>
          </a:p>
        </p:txBody>
      </p:sp>
      <p:sp>
        <p:nvSpPr>
          <p:cNvPr id="203" name="Freeform 2"/>
          <p:cNvSpPr/>
          <p:nvPr/>
        </p:nvSpPr>
        <p:spPr>
          <a:xfrm>
            <a:off x="-10677960" y="1598400"/>
            <a:ext cx="15401160" cy="18002160"/>
          </a:xfrm>
          <a:custGeom>
            <a:avLst/>
            <a:gdLst>
              <a:gd name="textAreaLeft" fmla="*/ 0 w 15401160"/>
              <a:gd name="textAreaRight" fmla="*/ 15402600 w 15401160"/>
              <a:gd name="textAreaTop" fmla="*/ 0 h 18002160"/>
              <a:gd name="textAreaBottom" fmla="*/ 18003600 h 18002160"/>
              <a:gd name="GluePoint1X" fmla="*/ 1701641 w 2043969"/>
              <a:gd name="GluePoint1Y" fmla="*/ 0 h 2389155"/>
              <a:gd name="GluePoint2X" fmla="*/ 0 w 2043969"/>
              <a:gd name="GluePoint2Y" fmla="*/ 1702213 h 2389155"/>
              <a:gd name="GluePoint3X" fmla="*/ 0 w 2043969"/>
              <a:gd name="GluePoint3Y" fmla="*/ 2389156 h 2389155"/>
              <a:gd name="GluePoint4X" fmla="*/ 2043970 w 2043969"/>
              <a:gd name="GluePoint4Y" fmla="*/ 340805 h 2389155"/>
              <a:gd name="GluePoint5X" fmla="*/ 1701641 w 2043969"/>
              <a:gd name="GluePoint5Y" fmla="*/ 340805 h 2389155"/>
            </a:gdLst>
            <a:ahLst/>
            <a:cxnLst>
              <a:cxn ang="0">
                <a:pos x="GluePoint1X" y="GluePoint1Y"/>
              </a:cxn>
              <a:cxn ang="0">
                <a:pos x="GluePoint2X" y="GluePoint2Y"/>
              </a:cxn>
              <a:cxn ang="0">
                <a:pos x="GluePoint3X" y="GluePoint3Y"/>
              </a:cxn>
              <a:cxn ang="0">
                <a:pos x="GluePoint4X" y="GluePoint4Y"/>
              </a:cxn>
              <a:cxn ang="0">
                <a:pos x="GluePoint5X" y="GluePoint5Y"/>
              </a:cxn>
            </a:cxnLst>
            <a:rect l="textAreaLeft" t="textAreaTop" r="textAreaRight" b="textAreaBottom"/>
            <a:pathLst>
              <a:path w="2043969" h="2389155">
                <a:moveTo>
                  <a:pt x="1701641" y="0"/>
                </a:moveTo>
                <a:lnTo>
                  <a:pt x="0" y="1702213"/>
                </a:lnTo>
                <a:lnTo>
                  <a:pt x="0" y="2389156"/>
                </a:lnTo>
                <a:lnTo>
                  <a:pt x="2043970" y="340805"/>
                </a:lnTo>
                <a:lnTo>
                  <a:pt x="1701641" y="340805"/>
                </a:lnTo>
                <a:close/>
              </a:path>
            </a:pathLst>
          </a:custGeom>
          <a:solidFill>
            <a:schemeClr val="bg1"/>
          </a:solidFill>
          <a:ln w="9525">
            <a:noFill/>
          </a:ln>
        </p:spPr>
        <p:style>
          <a:lnRef idx="0"/>
          <a:fillRef idx="0"/>
          <a:effectRef idx="0"/>
          <a:fontRef idx="minor"/>
        </p:style>
        <p:txBody>
          <a:bodyPr lIns="90000" tIns="45000" rIns="90000" bIns="45000" anchor="ctr">
            <a:noAutofit/>
          </a:bodyPr>
          <a:p>
            <a:endParaRPr lang="en-US" sz="1800" b="0" u="none" strike="noStrike">
              <a:solidFill>
                <a:schemeClr val="dk1"/>
              </a:solidFill>
              <a:effectLst/>
              <a:uFillTx/>
              <a:latin typeface="Arial"/>
            </a:endParaRPr>
          </a:p>
        </p:txBody>
      </p:sp>
      <p:sp>
        <p:nvSpPr>
          <p:cNvPr id="204" name="Rectangle 3"/>
          <p:cNvSpPr/>
          <p:nvPr/>
        </p:nvSpPr>
        <p:spPr>
          <a:xfrm>
            <a:off x="0" y="6218280"/>
            <a:ext cx="12190680" cy="638280"/>
          </a:xfrm>
          <a:prstGeom prst="rect">
            <a:avLst/>
          </a:prstGeom>
          <a:solidFill>
            <a:srgbClr val="F86901"/>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p>
            <a:endParaRPr lang="en-US" sz="1800" b="0" u="none" strike="noStrike">
              <a:solidFill>
                <a:schemeClr val="lt1"/>
              </a:solidFill>
              <a:effectLst/>
              <a:uFillTx/>
              <a:latin typeface="Arial"/>
            </a:endParaRPr>
          </a:p>
        </p:txBody>
      </p:sp>
      <p:sp>
        <p:nvSpPr>
          <p:cNvPr id="205" name="TextBox 4"/>
          <p:cNvSpPr/>
          <p:nvPr/>
        </p:nvSpPr>
        <p:spPr>
          <a:xfrm>
            <a:off x="11689200" y="6487920"/>
            <a:ext cx="476280" cy="238680"/>
          </a:xfrm>
          <a:prstGeom prst="rect">
            <a:avLst/>
          </a:prstGeom>
          <a:noFill/>
          <a:ln w="0">
            <a:noFill/>
          </a:ln>
        </p:spPr>
        <p:style>
          <a:lnRef idx="0"/>
          <a:fillRef idx="0"/>
          <a:effectRef idx="0"/>
          <a:fontRef idx="minor"/>
        </p:style>
        <p:txBody>
          <a:bodyPr lIns="90000" tIns="45000" rIns="90000" bIns="45000" anchor="t">
            <a:spAutoFit/>
          </a:bodyPr>
          <a:p>
            <a:pPr defTabSz="914400">
              <a:lnSpc>
                <a:spcPct val="80000"/>
              </a:lnSpc>
            </a:pPr>
            <a:r>
              <a:rPr lang="en-US" sz="1200" b="0" u="none" strike="noStrike">
                <a:solidFill>
                  <a:schemeClr val="lt1"/>
                </a:solidFill>
                <a:effectLst/>
                <a:uFillTx/>
                <a:latin typeface="Georgia"/>
              </a:rPr>
              <a:t> </a:t>
            </a:r>
            <a:fld id="{66E4AFC0-5D2C-4F83-A7FE-073DBEDFD367}" type="slidenum">
              <a:rPr lang="en-US" sz="1130" b="0" u="none" strike="noStrike">
                <a:solidFill>
                  <a:schemeClr val="lt1"/>
                </a:solidFill>
                <a:effectLst/>
                <a:uFillTx/>
                <a:latin typeface="Arial"/>
              </a:rPr>
              <a:t>&lt;number&gt;</a:t>
            </a:fld>
            <a:endParaRPr lang="en-US" sz="1130" b="0" u="none" strike="noStrike">
              <a:solidFill>
                <a:srgbClr val="000000"/>
              </a:solidFill>
              <a:effectLst/>
              <a:uFillTx/>
              <a:latin typeface="Arial"/>
            </a:endParaRPr>
          </a:p>
        </p:txBody>
      </p:sp>
      <p:pic>
        <p:nvPicPr>
          <p:cNvPr id="206" name="Graphic 5"/>
          <p:cNvPicPr/>
          <p:nvPr/>
        </p:nvPicPr>
        <p:blipFill>
          <a:blip r:embed="rId4">
            <a:extLst>
              <a:ext uri="{96DAC541-7B7A-43D3-8B79-37D633B846F1}">
                <asvg:svgBlip xmlns:asvg="http://schemas.microsoft.com/office/drawing/2016/SVG/main" r:embed="rId5"/>
              </a:ext>
            </a:extLst>
          </a:blip>
          <a:stretch/>
        </p:blipFill>
        <p:spPr>
          <a:xfrm>
            <a:off x="9069840" y="6459120"/>
            <a:ext cx="2699280" cy="238680"/>
          </a:xfrm>
          <a:prstGeom prst="rect">
            <a:avLst/>
          </a:prstGeom>
          <a:noFill/>
          <a:ln w="0">
            <a:noFill/>
          </a:ln>
        </p:spPr>
      </p:pic>
      <p:grpSp>
        <p:nvGrpSpPr>
          <p:cNvPr id="207" name="Graphic 22"/>
          <p:cNvGrpSpPr/>
          <p:nvPr/>
        </p:nvGrpSpPr>
        <p:grpSpPr>
          <a:xfrm>
            <a:off x="201960" y="6414120"/>
            <a:ext cx="797760" cy="300600"/>
            <a:chOff x="201960" y="6414120"/>
            <a:chExt cx="797760" cy="300600"/>
          </a:xfrm>
        </p:grpSpPr>
        <p:sp>
          <p:nvSpPr>
            <p:cNvPr id="208" name="Freeform 7"/>
            <p:cNvSpPr/>
            <p:nvPr/>
          </p:nvSpPr>
          <p:spPr>
            <a:xfrm>
              <a:off x="540720" y="6414120"/>
              <a:ext cx="135720" cy="300240"/>
            </a:xfrm>
            <a:custGeom>
              <a:avLst/>
              <a:gdLst>
                <a:gd name="textAreaLeft" fmla="*/ 0 w 135720"/>
                <a:gd name="textAreaRight" fmla="*/ 137160 w 135720"/>
                <a:gd name="textAreaTop" fmla="*/ 0 h 300240"/>
                <a:gd name="textAreaBottom" fmla="*/ 301680 h 300240"/>
                <a:gd name="GluePoint1X" fmla="*/ 393478 w 547877"/>
                <a:gd name="GluePoint1Y" fmla="*/ 129064 h 1204531"/>
                <a:gd name="GluePoint2X" fmla="*/ 537686 w 547877"/>
                <a:gd name="GluePoint2Y" fmla="*/ 74771 h 1204531"/>
                <a:gd name="GluePoint3X" fmla="*/ 547878 w 547877"/>
                <a:gd name="GluePoint3Y" fmla="*/ 74771 h 1204531"/>
                <a:gd name="GluePoint4X" fmla="*/ 547878 w 547877"/>
                <a:gd name="GluePoint4Y" fmla="*/ 0 h 1204531"/>
                <a:gd name="GluePoint5X" fmla="*/ 267938 w 547877"/>
                <a:gd name="GluePoint5Y" fmla="*/ 4667 h 1204531"/>
                <a:gd name="GluePoint6X" fmla="*/ 0 w 547877"/>
                <a:gd name="GluePoint6Y" fmla="*/ 0 h 1204531"/>
                <a:gd name="GluePoint7X" fmla="*/ 0 w 547877"/>
                <a:gd name="GluePoint7Y" fmla="*/ 74771 h 1204531"/>
                <a:gd name="GluePoint8X" fmla="*/ 10192 w 547877"/>
                <a:gd name="GluePoint8Y" fmla="*/ 74771 h 1204531"/>
                <a:gd name="GluePoint9X" fmla="*/ 154400 w 547877"/>
                <a:gd name="GluePoint9Y" fmla="*/ 128968 h 1204531"/>
                <a:gd name="GluePoint10X" fmla="*/ 171640 w 547877"/>
                <a:gd name="GluePoint10Y" fmla="*/ 363188 h 1204531"/>
                <a:gd name="GluePoint11X" fmla="*/ 171640 w 547877"/>
                <a:gd name="GluePoint11Y" fmla="*/ 841153 h 1204531"/>
                <a:gd name="GluePoint12X" fmla="*/ 154496 w 547877"/>
                <a:gd name="GluePoint12Y" fmla="*/ 1075373 h 1204531"/>
                <a:gd name="GluePoint13X" fmla="*/ 10192 w 547877"/>
                <a:gd name="GluePoint13Y" fmla="*/ 1129569 h 1204531"/>
                <a:gd name="GluePoint14X" fmla="*/ 0 w 547877"/>
                <a:gd name="GluePoint14Y" fmla="*/ 1129569 h 1204531"/>
                <a:gd name="GluePoint15X" fmla="*/ 0 w 547877"/>
                <a:gd name="GluePoint15Y" fmla="*/ 1204531 h 1204531"/>
                <a:gd name="GluePoint16X" fmla="*/ 268224 w 547877"/>
                <a:gd name="GluePoint16Y" fmla="*/ 1197102 h 1204531"/>
                <a:gd name="GluePoint17X" fmla="*/ 547878 w 547877"/>
                <a:gd name="GluePoint17Y" fmla="*/ 1204531 h 1204531"/>
                <a:gd name="GluePoint18X" fmla="*/ 547878 w 547877"/>
                <a:gd name="GluePoint18Y" fmla="*/ 1129569 h 1204531"/>
                <a:gd name="GluePoint19X" fmla="*/ 537686 w 547877"/>
                <a:gd name="GluePoint19Y" fmla="*/ 1129569 h 1204531"/>
                <a:gd name="GluePoint20X" fmla="*/ 393478 w 547877"/>
                <a:gd name="GluePoint20Y" fmla="*/ 1075468 h 1204531"/>
                <a:gd name="GluePoint21X" fmla="*/ 376333 w 547877"/>
                <a:gd name="GluePoint21Y" fmla="*/ 841153 h 1204531"/>
                <a:gd name="GluePoint22X" fmla="*/ 376333 w 547877"/>
                <a:gd name="GluePoint22Y" fmla="*/ 363188 h 1204531"/>
                <a:gd name="GluePoint23X" fmla="*/ 393478 w 547877"/>
                <a:gd name="GluePoint23Y" fmla="*/ 129064 h 1204531"/>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 ang="0">
                  <a:pos x="GluePoint16X" y="GluePoint16Y"/>
                </a:cxn>
                <a:cxn ang="0">
                  <a:pos x="GluePoint17X" y="GluePoint17Y"/>
                </a:cxn>
                <a:cxn ang="0">
                  <a:pos x="GluePoint18X" y="GluePoint18Y"/>
                </a:cxn>
                <a:cxn ang="0">
                  <a:pos x="GluePoint19X" y="GluePoint19Y"/>
                </a:cxn>
                <a:cxn ang="0">
                  <a:pos x="GluePoint20X" y="GluePoint20Y"/>
                </a:cxn>
                <a:cxn ang="0">
                  <a:pos x="GluePoint21X" y="GluePoint21Y"/>
                </a:cxn>
                <a:cxn ang="0">
                  <a:pos x="GluePoint22X" y="GluePoint22Y"/>
                </a:cxn>
                <a:cxn ang="0">
                  <a:pos x="GluePoint23X" y="GluePoint23Y"/>
                </a:cxn>
              </a:cxnLst>
              <a:rect l="textAreaLeft" t="textAreaTop" r="textAreaRight" b="textAreaBottom"/>
              <a:pathLst>
                <a:path w="547877" h="1204531">
                  <a:moveTo>
                    <a:pt x="393478" y="129064"/>
                  </a:moveTo>
                  <a:cubicBezTo>
                    <a:pt x="414242" y="74771"/>
                    <a:pt x="482727" y="74771"/>
                    <a:pt x="537686" y="74771"/>
                  </a:cubicBezTo>
                  <a:lnTo>
                    <a:pt x="547878" y="74771"/>
                  </a:lnTo>
                  <a:lnTo>
                    <a:pt x="547878" y="0"/>
                  </a:lnTo>
                  <a:cubicBezTo>
                    <a:pt x="547878" y="0"/>
                    <a:pt x="333565" y="4667"/>
                    <a:pt x="267938" y="4667"/>
                  </a:cubicBezTo>
                  <a:cubicBezTo>
                    <a:pt x="200406" y="4667"/>
                    <a:pt x="0" y="0"/>
                    <a:pt x="0" y="0"/>
                  </a:cubicBezTo>
                  <a:lnTo>
                    <a:pt x="0" y="74771"/>
                  </a:lnTo>
                  <a:lnTo>
                    <a:pt x="10192" y="74771"/>
                  </a:lnTo>
                  <a:cubicBezTo>
                    <a:pt x="65246" y="74771"/>
                    <a:pt x="133731" y="74771"/>
                    <a:pt x="154400" y="128968"/>
                  </a:cubicBezTo>
                  <a:cubicBezTo>
                    <a:pt x="171640" y="175450"/>
                    <a:pt x="171640" y="307086"/>
                    <a:pt x="171640" y="363188"/>
                  </a:cubicBezTo>
                  <a:lnTo>
                    <a:pt x="171640" y="841153"/>
                  </a:lnTo>
                  <a:cubicBezTo>
                    <a:pt x="171640" y="897350"/>
                    <a:pt x="171640" y="1028890"/>
                    <a:pt x="154496" y="1075373"/>
                  </a:cubicBezTo>
                  <a:cubicBezTo>
                    <a:pt x="133731" y="1129569"/>
                    <a:pt x="65246" y="1129569"/>
                    <a:pt x="10192" y="1129569"/>
                  </a:cubicBezTo>
                  <a:lnTo>
                    <a:pt x="0" y="1129569"/>
                  </a:lnTo>
                  <a:lnTo>
                    <a:pt x="0" y="1204531"/>
                  </a:lnTo>
                  <a:cubicBezTo>
                    <a:pt x="0" y="1204341"/>
                    <a:pt x="173260" y="1197102"/>
                    <a:pt x="268224" y="1197102"/>
                  </a:cubicBezTo>
                  <a:cubicBezTo>
                    <a:pt x="377476" y="1197102"/>
                    <a:pt x="547878" y="1204531"/>
                    <a:pt x="547878" y="1204531"/>
                  </a:cubicBezTo>
                  <a:lnTo>
                    <a:pt x="547878" y="1129569"/>
                  </a:lnTo>
                  <a:lnTo>
                    <a:pt x="537686" y="1129569"/>
                  </a:lnTo>
                  <a:cubicBezTo>
                    <a:pt x="482727" y="1129569"/>
                    <a:pt x="414242" y="1129569"/>
                    <a:pt x="393478" y="1075468"/>
                  </a:cubicBezTo>
                  <a:cubicBezTo>
                    <a:pt x="376333" y="1028890"/>
                    <a:pt x="376333" y="897350"/>
                    <a:pt x="376333" y="841153"/>
                  </a:cubicBezTo>
                  <a:lnTo>
                    <a:pt x="376333" y="363188"/>
                  </a:lnTo>
                  <a:cubicBezTo>
                    <a:pt x="376333" y="307086"/>
                    <a:pt x="376333" y="175450"/>
                    <a:pt x="393478" y="129064"/>
                  </a:cubicBezTo>
                </a:path>
              </a:pathLst>
            </a:custGeom>
            <a:solidFill>
              <a:schemeClr val="bg1"/>
            </a:solidFill>
            <a:ln w="9525">
              <a:noFill/>
            </a:ln>
          </p:spPr>
          <p:style>
            <a:lnRef idx="0"/>
            <a:fillRef idx="0"/>
            <a:effectRef idx="0"/>
            <a:fontRef idx="minor"/>
          </p:style>
          <p:txBody>
            <a:bodyPr lIns="68040" tIns="45000" rIns="68040" bIns="45000" anchor="ctr">
              <a:noAutofit/>
            </a:bodyPr>
            <a:p>
              <a:endParaRPr lang="en-US" sz="1800" b="0" u="none" strike="noStrike">
                <a:solidFill>
                  <a:schemeClr val="dk1"/>
                </a:solidFill>
                <a:effectLst/>
                <a:uFillTx/>
                <a:latin typeface="Arial"/>
              </a:endParaRPr>
            </a:p>
          </p:txBody>
        </p:sp>
        <p:sp>
          <p:nvSpPr>
            <p:cNvPr id="209" name="Freeform 16"/>
            <p:cNvSpPr/>
            <p:nvPr/>
          </p:nvSpPr>
          <p:spPr>
            <a:xfrm>
              <a:off x="718920" y="6414480"/>
              <a:ext cx="280800" cy="300240"/>
            </a:xfrm>
            <a:custGeom>
              <a:avLst/>
              <a:gdLst>
                <a:gd name="textAreaLeft" fmla="*/ 0 w 280800"/>
                <a:gd name="textAreaRight" fmla="*/ 282240 w 280800"/>
                <a:gd name="textAreaTop" fmla="*/ 0 h 300240"/>
                <a:gd name="textAreaBottom" fmla="*/ 301680 h 300240"/>
                <a:gd name="GluePoint1X" fmla="*/ 0 w 1126902"/>
                <a:gd name="GluePoint1Y" fmla="*/ 0 h 1204245"/>
                <a:gd name="GluePoint2X" fmla="*/ 0 w 1126902"/>
                <a:gd name="GluePoint2Y" fmla="*/ 312420 h 1204245"/>
                <a:gd name="GluePoint3X" fmla="*/ 74295 w 1126902"/>
                <a:gd name="GluePoint3Y" fmla="*/ 312420 h 1204245"/>
                <a:gd name="GluePoint4X" fmla="*/ 74581 w 1126902"/>
                <a:gd name="GluePoint4Y" fmla="*/ 302609 h 1204245"/>
                <a:gd name="GluePoint5X" fmla="*/ 334328 w 1126902"/>
                <a:gd name="GluePoint5Y" fmla="*/ 90773 h 1204245"/>
                <a:gd name="GluePoint6X" fmla="*/ 352330 w 1126902"/>
                <a:gd name="GluePoint6Y" fmla="*/ 90678 h 1204245"/>
                <a:gd name="GluePoint7X" fmla="*/ 453200 w 1126902"/>
                <a:gd name="GluePoint7Y" fmla="*/ 106204 h 1204245"/>
                <a:gd name="GluePoint8X" fmla="*/ 461201 w 1126902"/>
                <a:gd name="GluePoint8Y" fmla="*/ 128873 h 1204245"/>
                <a:gd name="GluePoint9X" fmla="*/ 461201 w 1126902"/>
                <a:gd name="GluePoint9Y" fmla="*/ 950119 h 1204245"/>
                <a:gd name="GluePoint10X" fmla="*/ 272510 w 1126902"/>
                <a:gd name="GluePoint10Y" fmla="*/ 1129475 h 1204245"/>
                <a:gd name="GluePoint11X" fmla="*/ 262700 w 1126902"/>
                <a:gd name="GluePoint11Y" fmla="*/ 1129856 h 1204245"/>
                <a:gd name="GluePoint12X" fmla="*/ 262700 w 1126902"/>
                <a:gd name="GluePoint12Y" fmla="*/ 1204246 h 1204245"/>
                <a:gd name="GluePoint13X" fmla="*/ 578548 w 1126902"/>
                <a:gd name="GluePoint13Y" fmla="*/ 1196911 h 1204245"/>
                <a:gd name="GluePoint14X" fmla="*/ 864203 w 1126902"/>
                <a:gd name="GluePoint14Y" fmla="*/ 1204246 h 1204245"/>
                <a:gd name="GluePoint15X" fmla="*/ 864203 w 1126902"/>
                <a:gd name="GluePoint15Y" fmla="*/ 1129856 h 1204245"/>
                <a:gd name="GluePoint16X" fmla="*/ 854393 w 1126902"/>
                <a:gd name="GluePoint16Y" fmla="*/ 1129475 h 1204245"/>
                <a:gd name="GluePoint17X" fmla="*/ 665702 w 1126902"/>
                <a:gd name="GluePoint17Y" fmla="*/ 950119 h 1204245"/>
                <a:gd name="GluePoint18X" fmla="*/ 665702 w 1126902"/>
                <a:gd name="GluePoint18Y" fmla="*/ 128873 h 1204245"/>
                <a:gd name="GluePoint19X" fmla="*/ 673608 w 1126902"/>
                <a:gd name="GluePoint19Y" fmla="*/ 108490 h 1204245"/>
                <a:gd name="GluePoint20X" fmla="*/ 791718 w 1126902"/>
                <a:gd name="GluePoint20Y" fmla="*/ 90488 h 1204245"/>
                <a:gd name="GluePoint21X" fmla="*/ 815912 w 1126902"/>
                <a:gd name="GluePoint21Y" fmla="*/ 90773 h 1204245"/>
                <a:gd name="GluePoint22X" fmla="*/ 1052513 w 1126902"/>
                <a:gd name="GluePoint22Y" fmla="*/ 302895 h 1204245"/>
                <a:gd name="GluePoint23X" fmla="*/ 1053084 w 1126902"/>
                <a:gd name="GluePoint23Y" fmla="*/ 312420 h 1204245"/>
                <a:gd name="GluePoint24X" fmla="*/ 1126903 w 1126902"/>
                <a:gd name="GluePoint24Y" fmla="*/ 312420 h 1204245"/>
                <a:gd name="GluePoint25X" fmla="*/ 1126903 w 1126902"/>
                <a:gd name="GluePoint25Y" fmla="*/ 0 h 1204245"/>
                <a:gd name="GluePoint26X" fmla="*/ 563404 w 1126902"/>
                <a:gd name="GluePoint26Y" fmla="*/ 2857 h 1204245"/>
                <a:gd name="GluePoint27X" fmla="*/ 0 w 1126902"/>
                <a:gd name="GluePoint27Y" fmla="*/ 0 h 1204245"/>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 ang="0">
                  <a:pos x="GluePoint16X" y="GluePoint16Y"/>
                </a:cxn>
                <a:cxn ang="0">
                  <a:pos x="GluePoint17X" y="GluePoint17Y"/>
                </a:cxn>
                <a:cxn ang="0">
                  <a:pos x="GluePoint18X" y="GluePoint18Y"/>
                </a:cxn>
                <a:cxn ang="0">
                  <a:pos x="GluePoint19X" y="GluePoint19Y"/>
                </a:cxn>
                <a:cxn ang="0">
                  <a:pos x="GluePoint20X" y="GluePoint20Y"/>
                </a:cxn>
                <a:cxn ang="0">
                  <a:pos x="GluePoint21X" y="GluePoint21Y"/>
                </a:cxn>
                <a:cxn ang="0">
                  <a:pos x="GluePoint22X" y="GluePoint22Y"/>
                </a:cxn>
                <a:cxn ang="0">
                  <a:pos x="GluePoint23X" y="GluePoint23Y"/>
                </a:cxn>
                <a:cxn ang="0">
                  <a:pos x="GluePoint24X" y="GluePoint24Y"/>
                </a:cxn>
                <a:cxn ang="0">
                  <a:pos x="GluePoint25X" y="GluePoint25Y"/>
                </a:cxn>
                <a:cxn ang="0">
                  <a:pos x="GluePoint26X" y="GluePoint26Y"/>
                </a:cxn>
                <a:cxn ang="0">
                  <a:pos x="GluePoint27X" y="GluePoint27Y"/>
                </a:cxn>
              </a:cxnLst>
              <a:rect l="textAreaLeft" t="textAreaTop" r="textAreaRight" b="textAreaBottom"/>
              <a:pathLst>
                <a:path w="1126902" h="1204245">
                  <a:moveTo>
                    <a:pt x="0" y="0"/>
                  </a:moveTo>
                  <a:lnTo>
                    <a:pt x="0" y="312420"/>
                  </a:lnTo>
                  <a:lnTo>
                    <a:pt x="74295" y="312420"/>
                  </a:lnTo>
                  <a:lnTo>
                    <a:pt x="74581" y="302609"/>
                  </a:lnTo>
                  <a:cubicBezTo>
                    <a:pt x="81344" y="99346"/>
                    <a:pt x="159163" y="90773"/>
                    <a:pt x="334328" y="90773"/>
                  </a:cubicBezTo>
                  <a:cubicBezTo>
                    <a:pt x="340328" y="90773"/>
                    <a:pt x="346424" y="90773"/>
                    <a:pt x="352330" y="90678"/>
                  </a:cubicBezTo>
                  <a:cubicBezTo>
                    <a:pt x="395859" y="90392"/>
                    <a:pt x="437007" y="90106"/>
                    <a:pt x="453200" y="106204"/>
                  </a:cubicBezTo>
                  <a:cubicBezTo>
                    <a:pt x="458629" y="111538"/>
                    <a:pt x="461201" y="118967"/>
                    <a:pt x="461201" y="128873"/>
                  </a:cubicBezTo>
                  <a:lnTo>
                    <a:pt x="461201" y="950119"/>
                  </a:lnTo>
                  <a:cubicBezTo>
                    <a:pt x="461201" y="1072039"/>
                    <a:pt x="444151" y="1122426"/>
                    <a:pt x="272510" y="1129475"/>
                  </a:cubicBezTo>
                  <a:lnTo>
                    <a:pt x="262700" y="1129856"/>
                  </a:lnTo>
                  <a:lnTo>
                    <a:pt x="262700" y="1204246"/>
                  </a:lnTo>
                  <a:cubicBezTo>
                    <a:pt x="262700" y="1204246"/>
                    <a:pt x="462725" y="1196911"/>
                    <a:pt x="578548" y="1196911"/>
                  </a:cubicBezTo>
                  <a:cubicBezTo>
                    <a:pt x="666941" y="1196911"/>
                    <a:pt x="864203" y="1204246"/>
                    <a:pt x="864203" y="1204246"/>
                  </a:cubicBezTo>
                  <a:lnTo>
                    <a:pt x="864203" y="1129856"/>
                  </a:lnTo>
                  <a:lnTo>
                    <a:pt x="854393" y="1129475"/>
                  </a:lnTo>
                  <a:cubicBezTo>
                    <a:pt x="682752" y="1122426"/>
                    <a:pt x="665702" y="1072039"/>
                    <a:pt x="665702" y="950119"/>
                  </a:cubicBezTo>
                  <a:lnTo>
                    <a:pt x="665702" y="128873"/>
                  </a:lnTo>
                  <a:cubicBezTo>
                    <a:pt x="665702" y="120396"/>
                    <a:pt x="668369" y="113729"/>
                    <a:pt x="673608" y="108490"/>
                  </a:cubicBezTo>
                  <a:cubicBezTo>
                    <a:pt x="693420" y="89059"/>
                    <a:pt x="747903" y="89821"/>
                    <a:pt x="791718" y="90488"/>
                  </a:cubicBezTo>
                  <a:cubicBezTo>
                    <a:pt x="800005" y="90583"/>
                    <a:pt x="808196" y="90773"/>
                    <a:pt x="815912" y="90773"/>
                  </a:cubicBezTo>
                  <a:cubicBezTo>
                    <a:pt x="987267" y="90773"/>
                    <a:pt x="1042511" y="140303"/>
                    <a:pt x="1052513" y="302895"/>
                  </a:cubicBezTo>
                  <a:lnTo>
                    <a:pt x="1053084" y="312420"/>
                  </a:lnTo>
                  <a:lnTo>
                    <a:pt x="1126903" y="312420"/>
                  </a:lnTo>
                  <a:lnTo>
                    <a:pt x="1126903" y="0"/>
                  </a:lnTo>
                  <a:cubicBezTo>
                    <a:pt x="1126903" y="0"/>
                    <a:pt x="694468" y="2857"/>
                    <a:pt x="563404" y="2857"/>
                  </a:cubicBezTo>
                  <a:cubicBezTo>
                    <a:pt x="432340" y="2857"/>
                    <a:pt x="0" y="0"/>
                    <a:pt x="0" y="0"/>
                  </a:cubicBezTo>
                </a:path>
              </a:pathLst>
            </a:custGeom>
            <a:solidFill>
              <a:schemeClr val="bg1"/>
            </a:solidFill>
            <a:ln w="9525">
              <a:noFill/>
            </a:ln>
          </p:spPr>
          <p:style>
            <a:lnRef idx="0"/>
            <a:fillRef idx="0"/>
            <a:effectRef idx="0"/>
            <a:fontRef idx="minor"/>
          </p:style>
          <p:txBody>
            <a:bodyPr lIns="90000" tIns="45000" rIns="90000" bIns="45000" anchor="ctr">
              <a:noAutofit/>
            </a:bodyPr>
            <a:p>
              <a:endParaRPr lang="en-US" sz="1800" b="0" u="none" strike="noStrike">
                <a:solidFill>
                  <a:schemeClr val="dk1"/>
                </a:solidFill>
                <a:effectLst/>
                <a:uFillTx/>
                <a:latin typeface="Arial"/>
              </a:endParaRPr>
            </a:p>
          </p:txBody>
        </p:sp>
        <p:sp>
          <p:nvSpPr>
            <p:cNvPr id="210" name="Freeform 19"/>
            <p:cNvSpPr/>
            <p:nvPr/>
          </p:nvSpPr>
          <p:spPr>
            <a:xfrm>
              <a:off x="201960" y="6414120"/>
              <a:ext cx="297720" cy="300240"/>
            </a:xfrm>
            <a:custGeom>
              <a:avLst/>
              <a:gdLst>
                <a:gd name="textAreaLeft" fmla="*/ 0 w 297720"/>
                <a:gd name="textAreaRight" fmla="*/ 299160 w 297720"/>
                <a:gd name="textAreaTop" fmla="*/ 0 h 300240"/>
                <a:gd name="textAreaBottom" fmla="*/ 301680 h 300240"/>
                <a:gd name="GluePoint1X" fmla="*/ 372618 w 1195101"/>
                <a:gd name="GluePoint1Y" fmla="*/ 571786 h 1204626"/>
                <a:gd name="GluePoint2X" fmla="*/ 372523 w 1195101"/>
                <a:gd name="GluePoint2Y" fmla="*/ 134303 h 1204626"/>
                <a:gd name="GluePoint3X" fmla="*/ 386239 w 1195101"/>
                <a:gd name="GluePoint3Y" fmla="*/ 86487 h 1204626"/>
                <a:gd name="GluePoint4X" fmla="*/ 498348 w 1195101"/>
                <a:gd name="GluePoint4Y" fmla="*/ 85630 h 1204626"/>
                <a:gd name="GluePoint5X" fmla="*/ 738473 w 1195101"/>
                <a:gd name="GluePoint5Y" fmla="*/ 330518 h 1204626"/>
                <a:gd name="GluePoint6X" fmla="*/ 640747 w 1195101"/>
                <a:gd name="GluePoint6Y" fmla="*/ 541687 h 1204626"/>
                <a:gd name="GluePoint7X" fmla="*/ 372618 w 1195101"/>
                <a:gd name="GluePoint7Y" fmla="*/ 571786 h 1204626"/>
                <a:gd name="GluePoint8X" fmla="*/ 1186529 w 1195101"/>
                <a:gd name="GluePoint8Y" fmla="*/ 1129760 h 1204626"/>
                <a:gd name="GluePoint9X" fmla="*/ 1017461 w 1195101"/>
                <a:gd name="GluePoint9Y" fmla="*/ 1040702 h 1204626"/>
                <a:gd name="GluePoint10X" fmla="*/ 661797 w 1195101"/>
                <a:gd name="GluePoint10Y" fmla="*/ 632460 h 1204626"/>
                <a:gd name="GluePoint11X" fmla="*/ 964597 w 1195101"/>
                <a:gd name="GluePoint11Y" fmla="*/ 305371 h 1204626"/>
                <a:gd name="GluePoint12X" fmla="*/ 831056 w 1195101"/>
                <a:gd name="GluePoint12Y" fmla="*/ 55816 h 1204626"/>
                <a:gd name="GluePoint13X" fmla="*/ 544639 w 1195101"/>
                <a:gd name="GluePoint13Y" fmla="*/ 190 h 1204626"/>
                <a:gd name="GluePoint14X" fmla="*/ 317468 w 1195101"/>
                <a:gd name="GluePoint14Y" fmla="*/ 4191 h 1204626"/>
                <a:gd name="GluePoint15X" fmla="*/ 191 w 1195101"/>
                <a:gd name="GluePoint15Y" fmla="*/ 0 h 1204626"/>
                <a:gd name="GluePoint16X" fmla="*/ 191 w 1195101"/>
                <a:gd name="GluePoint16Y" fmla="*/ 74866 h 1204626"/>
                <a:gd name="GluePoint17X" fmla="*/ 15050 w 1195101"/>
                <a:gd name="GluePoint17Y" fmla="*/ 74866 h 1204626"/>
                <a:gd name="GluePoint18X" fmla="*/ 152781 w 1195101"/>
                <a:gd name="GluePoint18Y" fmla="*/ 128683 h 1204626"/>
                <a:gd name="GluePoint19X" fmla="*/ 168307 w 1195101"/>
                <a:gd name="GluePoint19Y" fmla="*/ 350139 h 1204626"/>
                <a:gd name="GluePoint20X" fmla="*/ 168307 w 1195101"/>
                <a:gd name="GluePoint20Y" fmla="*/ 841248 h 1204626"/>
                <a:gd name="GluePoint21X" fmla="*/ 161068 w 1195101"/>
                <a:gd name="GluePoint21Y" fmla="*/ 1034129 h 1204626"/>
                <a:gd name="GluePoint22X" fmla="*/ 152686 w 1195101"/>
                <a:gd name="GluePoint22Y" fmla="*/ 1075944 h 1204626"/>
                <a:gd name="GluePoint23X" fmla="*/ 10382 w 1195101"/>
                <a:gd name="GluePoint23Y" fmla="*/ 1129665 h 1204626"/>
                <a:gd name="GluePoint24X" fmla="*/ 0 w 1195101"/>
                <a:gd name="GluePoint24Y" fmla="*/ 1129665 h 1204626"/>
                <a:gd name="GluePoint25X" fmla="*/ 0 w 1195101"/>
                <a:gd name="GluePoint25Y" fmla="*/ 1204532 h 1204626"/>
                <a:gd name="GluePoint26X" fmla="*/ 278225 w 1195101"/>
                <a:gd name="GluePoint26Y" fmla="*/ 1197102 h 1204626"/>
                <a:gd name="GluePoint27X" fmla="*/ 540734 w 1195101"/>
                <a:gd name="GluePoint27Y" fmla="*/ 1204532 h 1204626"/>
                <a:gd name="GluePoint28X" fmla="*/ 540734 w 1195101"/>
                <a:gd name="GluePoint28Y" fmla="*/ 1129665 h 1204626"/>
                <a:gd name="GluePoint29X" fmla="*/ 525971 w 1195101"/>
                <a:gd name="GluePoint29Y" fmla="*/ 1129665 h 1204626"/>
                <a:gd name="GluePoint30X" fmla="*/ 388239 w 1195101"/>
                <a:gd name="GluePoint30Y" fmla="*/ 1075754 h 1204626"/>
                <a:gd name="GluePoint31X" fmla="*/ 379857 w 1195101"/>
                <a:gd name="GluePoint31Y" fmla="*/ 1034034 h 1204626"/>
                <a:gd name="GluePoint32X" fmla="*/ 372618 w 1195101"/>
                <a:gd name="GluePoint32Y" fmla="*/ 854297 h 1204626"/>
                <a:gd name="GluePoint33X" fmla="*/ 372618 w 1195101"/>
                <a:gd name="GluePoint33Y" fmla="*/ 653510 h 1204626"/>
                <a:gd name="GluePoint34X" fmla="*/ 479107 w 1195101"/>
                <a:gd name="GluePoint34Y" fmla="*/ 702469 h 1204626"/>
                <a:gd name="GluePoint35X" fmla="*/ 501110 w 1195101"/>
                <a:gd name="GluePoint35Y" fmla="*/ 728472 h 1204626"/>
                <a:gd name="GluePoint36X" fmla="*/ 797909 w 1195101"/>
                <a:gd name="GluePoint36Y" fmla="*/ 1096804 h 1204626"/>
                <a:gd name="GluePoint37X" fmla="*/ 885158 w 1195101"/>
                <a:gd name="GluePoint37Y" fmla="*/ 1204532 h 1204626"/>
                <a:gd name="GluePoint38X" fmla="*/ 1027366 w 1195101"/>
                <a:gd name="GluePoint38Y" fmla="*/ 1200436 h 1204626"/>
                <a:gd name="GluePoint39X" fmla="*/ 1195102 w 1195101"/>
                <a:gd name="GluePoint39Y" fmla="*/ 1204627 h 1204626"/>
                <a:gd name="GluePoint40X" fmla="*/ 1195102 w 1195101"/>
                <a:gd name="GluePoint40Y" fmla="*/ 1131094 h 1204626"/>
                <a:gd name="GluePoint41X" fmla="*/ 1186529 w 1195101"/>
                <a:gd name="GluePoint41Y" fmla="*/ 1129760 h 1204626"/>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 ang="0">
                  <a:pos x="GluePoint16X" y="GluePoint16Y"/>
                </a:cxn>
                <a:cxn ang="0">
                  <a:pos x="GluePoint17X" y="GluePoint17Y"/>
                </a:cxn>
                <a:cxn ang="0">
                  <a:pos x="GluePoint18X" y="GluePoint18Y"/>
                </a:cxn>
                <a:cxn ang="0">
                  <a:pos x="GluePoint19X" y="GluePoint19Y"/>
                </a:cxn>
                <a:cxn ang="0">
                  <a:pos x="GluePoint20X" y="GluePoint20Y"/>
                </a:cxn>
                <a:cxn ang="0">
                  <a:pos x="GluePoint21X" y="GluePoint21Y"/>
                </a:cxn>
                <a:cxn ang="0">
                  <a:pos x="GluePoint22X" y="GluePoint22Y"/>
                </a:cxn>
                <a:cxn ang="0">
                  <a:pos x="GluePoint23X" y="GluePoint23Y"/>
                </a:cxn>
                <a:cxn ang="0">
                  <a:pos x="GluePoint24X" y="GluePoint24Y"/>
                </a:cxn>
                <a:cxn ang="0">
                  <a:pos x="GluePoint25X" y="GluePoint25Y"/>
                </a:cxn>
                <a:cxn ang="0">
                  <a:pos x="GluePoint26X" y="GluePoint26Y"/>
                </a:cxn>
                <a:cxn ang="0">
                  <a:pos x="GluePoint27X" y="GluePoint27Y"/>
                </a:cxn>
                <a:cxn ang="0">
                  <a:pos x="GluePoint28X" y="GluePoint28Y"/>
                </a:cxn>
                <a:cxn ang="0">
                  <a:pos x="GluePoint29X" y="GluePoint29Y"/>
                </a:cxn>
                <a:cxn ang="0">
                  <a:pos x="GluePoint30X" y="GluePoint30Y"/>
                </a:cxn>
                <a:cxn ang="0">
                  <a:pos x="GluePoint31X" y="GluePoint31Y"/>
                </a:cxn>
                <a:cxn ang="0">
                  <a:pos x="GluePoint32X" y="GluePoint32Y"/>
                </a:cxn>
                <a:cxn ang="0">
                  <a:pos x="GluePoint33X" y="GluePoint33Y"/>
                </a:cxn>
                <a:cxn ang="0">
                  <a:pos x="GluePoint34X" y="GluePoint34Y"/>
                </a:cxn>
                <a:cxn ang="0">
                  <a:pos x="GluePoint35X" y="GluePoint35Y"/>
                </a:cxn>
                <a:cxn ang="0">
                  <a:pos x="GluePoint36X" y="GluePoint36Y"/>
                </a:cxn>
                <a:cxn ang="0">
                  <a:pos x="GluePoint37X" y="GluePoint37Y"/>
                </a:cxn>
                <a:cxn ang="0">
                  <a:pos x="GluePoint38X" y="GluePoint38Y"/>
                </a:cxn>
                <a:cxn ang="0">
                  <a:pos x="GluePoint39X" y="GluePoint39Y"/>
                </a:cxn>
                <a:cxn ang="0">
                  <a:pos x="GluePoint40X" y="GluePoint40Y"/>
                </a:cxn>
                <a:cxn ang="0">
                  <a:pos x="GluePoint41X" y="GluePoint41Y"/>
                </a:cxn>
              </a:cxnLst>
              <a:rect l="textAreaLeft" t="textAreaTop" r="textAreaRight" b="textAreaBottom"/>
              <a:pathLst>
                <a:path w="1195101" h="1204626">
                  <a:moveTo>
                    <a:pt x="372618" y="571786"/>
                  </a:moveTo>
                  <a:cubicBezTo>
                    <a:pt x="372618" y="571786"/>
                    <a:pt x="372618" y="136874"/>
                    <a:pt x="372523" y="134303"/>
                  </a:cubicBezTo>
                  <a:cubicBezTo>
                    <a:pt x="372237" y="116967"/>
                    <a:pt x="371761" y="93250"/>
                    <a:pt x="386239" y="86487"/>
                  </a:cubicBezTo>
                  <a:cubicBezTo>
                    <a:pt x="396240" y="82105"/>
                    <a:pt x="493014" y="85630"/>
                    <a:pt x="498348" y="85630"/>
                  </a:cubicBezTo>
                  <a:cubicBezTo>
                    <a:pt x="650938" y="85630"/>
                    <a:pt x="738473" y="174974"/>
                    <a:pt x="738473" y="330518"/>
                  </a:cubicBezTo>
                  <a:cubicBezTo>
                    <a:pt x="738473" y="443960"/>
                    <a:pt x="708374" y="509016"/>
                    <a:pt x="640747" y="541687"/>
                  </a:cubicBezTo>
                  <a:cubicBezTo>
                    <a:pt x="577691" y="571976"/>
                    <a:pt x="372618" y="571786"/>
                    <a:pt x="372618" y="571786"/>
                  </a:cubicBezTo>
                  <a:moveTo>
                    <a:pt x="1186529" y="1129760"/>
                  </a:moveTo>
                  <a:cubicBezTo>
                    <a:pt x="1100138" y="1116235"/>
                    <a:pt x="1074134" y="1106424"/>
                    <a:pt x="1017461" y="1040702"/>
                  </a:cubicBezTo>
                  <a:lnTo>
                    <a:pt x="661797" y="632460"/>
                  </a:lnTo>
                  <a:cubicBezTo>
                    <a:pt x="849059" y="608076"/>
                    <a:pt x="964597" y="484251"/>
                    <a:pt x="964597" y="305371"/>
                  </a:cubicBezTo>
                  <a:cubicBezTo>
                    <a:pt x="964597" y="188976"/>
                    <a:pt x="919544" y="105061"/>
                    <a:pt x="831056" y="55816"/>
                  </a:cubicBezTo>
                  <a:cubicBezTo>
                    <a:pt x="763619" y="18383"/>
                    <a:pt x="670084" y="190"/>
                    <a:pt x="544639" y="190"/>
                  </a:cubicBezTo>
                  <a:cubicBezTo>
                    <a:pt x="507206" y="1143"/>
                    <a:pt x="416909" y="4191"/>
                    <a:pt x="317468" y="4191"/>
                  </a:cubicBezTo>
                  <a:cubicBezTo>
                    <a:pt x="214313" y="4191"/>
                    <a:pt x="191" y="0"/>
                    <a:pt x="191" y="0"/>
                  </a:cubicBezTo>
                  <a:lnTo>
                    <a:pt x="191" y="74866"/>
                  </a:lnTo>
                  <a:lnTo>
                    <a:pt x="15050" y="74866"/>
                  </a:lnTo>
                  <a:cubicBezTo>
                    <a:pt x="71818" y="74486"/>
                    <a:pt x="135731" y="74771"/>
                    <a:pt x="152781" y="128683"/>
                  </a:cubicBezTo>
                  <a:cubicBezTo>
                    <a:pt x="168307" y="175355"/>
                    <a:pt x="168307" y="306896"/>
                    <a:pt x="168307" y="350139"/>
                  </a:cubicBezTo>
                  <a:lnTo>
                    <a:pt x="168307" y="841248"/>
                  </a:lnTo>
                  <a:cubicBezTo>
                    <a:pt x="168307" y="895445"/>
                    <a:pt x="168307" y="977837"/>
                    <a:pt x="161068" y="1034129"/>
                  </a:cubicBezTo>
                  <a:cubicBezTo>
                    <a:pt x="158972" y="1050798"/>
                    <a:pt x="156210" y="1065276"/>
                    <a:pt x="152686" y="1075944"/>
                  </a:cubicBezTo>
                  <a:cubicBezTo>
                    <a:pt x="135350" y="1129665"/>
                    <a:pt x="66104" y="1129665"/>
                    <a:pt x="10382" y="1129665"/>
                  </a:cubicBezTo>
                  <a:lnTo>
                    <a:pt x="0" y="1129665"/>
                  </a:lnTo>
                  <a:lnTo>
                    <a:pt x="0" y="1204532"/>
                  </a:lnTo>
                  <a:cubicBezTo>
                    <a:pt x="0" y="1204532"/>
                    <a:pt x="166783" y="1197102"/>
                    <a:pt x="278225" y="1197102"/>
                  </a:cubicBezTo>
                  <a:cubicBezTo>
                    <a:pt x="374047" y="1197102"/>
                    <a:pt x="540734" y="1204246"/>
                    <a:pt x="540734" y="1204532"/>
                  </a:cubicBezTo>
                  <a:lnTo>
                    <a:pt x="540734" y="1129665"/>
                  </a:lnTo>
                  <a:lnTo>
                    <a:pt x="525971" y="1129665"/>
                  </a:lnTo>
                  <a:cubicBezTo>
                    <a:pt x="470059" y="1129951"/>
                    <a:pt x="406813" y="1129760"/>
                    <a:pt x="388239" y="1075754"/>
                  </a:cubicBezTo>
                  <a:cubicBezTo>
                    <a:pt x="384620" y="1065086"/>
                    <a:pt x="381953" y="1050607"/>
                    <a:pt x="379857" y="1034034"/>
                  </a:cubicBezTo>
                  <a:cubicBezTo>
                    <a:pt x="372618" y="978122"/>
                    <a:pt x="372618" y="898017"/>
                    <a:pt x="372618" y="854297"/>
                  </a:cubicBezTo>
                  <a:lnTo>
                    <a:pt x="372618" y="653510"/>
                  </a:lnTo>
                  <a:cubicBezTo>
                    <a:pt x="439198" y="654082"/>
                    <a:pt x="444913" y="661035"/>
                    <a:pt x="479107" y="702469"/>
                  </a:cubicBezTo>
                  <a:cubicBezTo>
                    <a:pt x="485489" y="710089"/>
                    <a:pt x="492728" y="718756"/>
                    <a:pt x="501110" y="728472"/>
                  </a:cubicBezTo>
                  <a:lnTo>
                    <a:pt x="797909" y="1096804"/>
                  </a:lnTo>
                  <a:lnTo>
                    <a:pt x="885158" y="1204532"/>
                  </a:lnTo>
                  <a:cubicBezTo>
                    <a:pt x="885158" y="1204532"/>
                    <a:pt x="980885" y="1200436"/>
                    <a:pt x="1027366" y="1200436"/>
                  </a:cubicBezTo>
                  <a:cubicBezTo>
                    <a:pt x="1094994" y="1200436"/>
                    <a:pt x="1195102" y="1204627"/>
                    <a:pt x="1195102" y="1204627"/>
                  </a:cubicBezTo>
                  <a:lnTo>
                    <a:pt x="1195102" y="1131094"/>
                  </a:lnTo>
                  <a:lnTo>
                    <a:pt x="1186529" y="1129760"/>
                  </a:lnTo>
                  <a:close/>
                </a:path>
              </a:pathLst>
            </a:custGeom>
            <a:solidFill>
              <a:schemeClr val="bg1"/>
            </a:solidFill>
            <a:ln w="9525">
              <a:noFill/>
            </a:ln>
          </p:spPr>
          <p:style>
            <a:lnRef idx="0"/>
            <a:fillRef idx="0"/>
            <a:effectRef idx="0"/>
            <a:fontRef idx="minor"/>
          </p:style>
          <p:txBody>
            <a:bodyPr lIns="90000" tIns="45000" rIns="90000" bIns="45000" anchor="ctr">
              <a:noAutofit/>
            </a:bodyPr>
            <a:p>
              <a:endParaRPr lang="en-US" sz="1800" b="0" u="none" strike="noStrike">
                <a:solidFill>
                  <a:schemeClr val="dk1"/>
                </a:solidFill>
                <a:effectLst/>
                <a:uFillTx/>
                <a:latin typeface="Arial"/>
              </a:endParaRPr>
            </a:p>
          </p:txBody>
        </p:sp>
      </p:grpSp>
      <p:sp>
        <p:nvSpPr>
          <p:cNvPr id="211" name="PlaceHolder 1"/>
          <p:cNvSpPr>
            <a:spLocks noGrp="1"/>
          </p:cNvSpPr>
          <p:nvPr>
            <p:ph type="title" hasCustomPrompt="1"/>
          </p:nvPr>
        </p:nvSpPr>
        <p:spPr>
          <a:xfrm>
            <a:off x="2395440" y="2361960"/>
            <a:ext cx="9503280" cy="1616040"/>
          </a:xfrm>
          <a:prstGeom prst="rect">
            <a:avLst/>
          </a:prstGeom>
          <a:noFill/>
          <a:ln w="0">
            <a:noFill/>
          </a:ln>
        </p:spPr>
        <p:txBody>
          <a:bodyPr lIns="90000" tIns="45000" rIns="90000" bIns="45000" anchor="t">
            <a:normAutofit/>
          </a:bodyPr>
          <a:lstStyle>
            <a:lvl1pPr indent="0" algn="l" defTabSz="914400">
              <a:lnSpc>
                <a:spcPct val="90000"/>
              </a:lnSpc>
              <a:buNone/>
              <a:tabLst>
                <a:tab pos="0" algn="l"/>
              </a:tabLst>
              <a:defRPr lang="en-US" sz="5400" b="1" u="none" strike="noStrike">
                <a:solidFill>
                  <a:schemeClr val="lt1"/>
                </a:solidFill>
                <a:effectLst/>
                <a:uFillTx/>
                <a:latin typeface="Arial"/>
              </a:defRPr>
            </a:lvl1pPr>
          </a:lstStyle>
          <a:p>
            <a:pPr indent="0" algn="l" defTabSz="914400">
              <a:lnSpc>
                <a:spcPct val="90000"/>
              </a:lnSpc>
              <a:buNone/>
              <a:tabLst>
                <a:tab pos="0" algn="l"/>
              </a:tabLst>
            </a:pPr>
            <a:r>
              <a:rPr lang="en-US" sz="5400" b="1" u="none" strike="noStrike">
                <a:solidFill>
                  <a:schemeClr val="lt1"/>
                </a:solidFill>
                <a:effectLst/>
                <a:uFillTx/>
                <a:latin typeface="Arial"/>
              </a:rPr>
              <a:t>Quote here quote here quote here.</a:t>
            </a:r>
            <a:endParaRPr lang="en-US" sz="5400" b="1" u="none" strike="noStrike">
              <a:solidFill>
                <a:schemeClr val="lt1"/>
              </a:solidFill>
              <a:effectLst/>
              <a:uFillTx/>
              <a:latin typeface="Arial"/>
            </a:endParaRPr>
          </a:p>
        </p:txBody>
      </p:sp>
    </p:spTree>
  </p:cSld>
</p:sldLayout>
</file>

<file path=ppt/slideLayouts/slideLayout1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1_Quote 3 Reference">
    <p:bg>
      <p:bgPr>
        <a:solidFill>
          <a:srgbClr val="FFFFFF"/>
        </a:solidFill>
      </p:bgPr>
    </p:bg>
    <p:spTree>
      <p:nvGrpSpPr>
        <p:cNvPr id="1" name=""/>
        <p:cNvGrpSpPr/>
        <p:nvPr/>
      </p:nvGrpSpPr>
      <p:grpSpPr>
        <a:xfrm>
          <a:off x="0" y="0"/>
          <a:ext cx="0" cy="0"/>
          <a:chOff x="0" y="0"/>
          <a:chExt cx="0" cy="0"/>
        </a:xfrm>
      </p:grpSpPr>
      <p:sp>
        <p:nvSpPr>
          <p:cNvPr id="212" name="Rectangle 5"/>
          <p:cNvSpPr/>
          <p:nvPr/>
        </p:nvSpPr>
        <p:spPr>
          <a:xfrm>
            <a:off x="0" y="0"/>
            <a:ext cx="12190680" cy="666000"/>
          </a:xfrm>
          <a:prstGeom prst="rect">
            <a:avLst/>
          </a:prstGeom>
          <a:solidFill>
            <a:srgbClr val="F86901"/>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p>
            <a:endParaRPr lang="en-US" sz="1800" b="0" u="none" strike="noStrike">
              <a:solidFill>
                <a:schemeClr val="lt1"/>
              </a:solidFill>
              <a:effectLst/>
              <a:uFillTx/>
              <a:latin typeface="Arial"/>
            </a:endParaRPr>
          </a:p>
        </p:txBody>
      </p:sp>
      <p:sp>
        <p:nvSpPr>
          <p:cNvPr id="213" name="TextBox 10"/>
          <p:cNvSpPr/>
          <p:nvPr/>
        </p:nvSpPr>
        <p:spPr>
          <a:xfrm>
            <a:off x="11689200" y="269640"/>
            <a:ext cx="476280" cy="238680"/>
          </a:xfrm>
          <a:prstGeom prst="rect">
            <a:avLst/>
          </a:prstGeom>
          <a:noFill/>
          <a:ln w="0">
            <a:noFill/>
          </a:ln>
        </p:spPr>
        <p:style>
          <a:lnRef idx="0"/>
          <a:fillRef idx="0"/>
          <a:effectRef idx="0"/>
          <a:fontRef idx="minor"/>
        </p:style>
        <p:txBody>
          <a:bodyPr lIns="90000" tIns="45000" rIns="90000" bIns="45000" anchor="t">
            <a:spAutoFit/>
          </a:bodyPr>
          <a:p>
            <a:pPr defTabSz="914400">
              <a:lnSpc>
                <a:spcPct val="80000"/>
              </a:lnSpc>
            </a:pPr>
            <a:r>
              <a:rPr lang="en-US" sz="1200" b="0" u="none" strike="noStrike">
                <a:solidFill>
                  <a:srgbClr val="E56B2A"/>
                </a:solidFill>
                <a:effectLst/>
                <a:uFillTx/>
                <a:latin typeface="Georgia"/>
              </a:rPr>
              <a:t> </a:t>
            </a:r>
            <a:fld id="{7950C3CB-B54F-4EC9-ADC7-5F483B1EF169}" type="slidenum">
              <a:rPr lang="en-US" sz="1130" b="0" u="none" strike="noStrike">
                <a:solidFill>
                  <a:schemeClr val="lt1"/>
                </a:solidFill>
                <a:effectLst/>
                <a:uFillTx/>
                <a:latin typeface="Arial"/>
              </a:rPr>
              <a:t>&lt;number&gt;</a:t>
            </a:fld>
            <a:endParaRPr lang="en-US" sz="1130" b="0" u="none" strike="noStrike">
              <a:solidFill>
                <a:srgbClr val="000000"/>
              </a:solidFill>
              <a:effectLst/>
              <a:uFillTx/>
              <a:latin typeface="Arial"/>
            </a:endParaRPr>
          </a:p>
        </p:txBody>
      </p:sp>
      <p:pic>
        <p:nvPicPr>
          <p:cNvPr id="214" name="Graphic 11"/>
          <p:cNvPicPr/>
          <p:nvPr/>
        </p:nvPicPr>
        <p:blipFill>
          <a:blip r:embed="rId2">
            <a:extLst>
              <a:ext uri="{96DAC541-7B7A-43D3-8B79-37D633B846F1}">
                <asvg:svgBlip xmlns:asvg="http://schemas.microsoft.com/office/drawing/2016/SVG/main" r:embed="rId3"/>
              </a:ext>
            </a:extLst>
          </a:blip>
          <a:stretch/>
        </p:blipFill>
        <p:spPr>
          <a:xfrm>
            <a:off x="9069840" y="240840"/>
            <a:ext cx="2699280" cy="238680"/>
          </a:xfrm>
          <a:prstGeom prst="rect">
            <a:avLst/>
          </a:prstGeom>
          <a:noFill/>
          <a:ln w="0">
            <a:noFill/>
          </a:ln>
        </p:spPr>
      </p:pic>
      <p:grpSp>
        <p:nvGrpSpPr>
          <p:cNvPr id="215" name="Graphic 22"/>
          <p:cNvGrpSpPr/>
          <p:nvPr/>
        </p:nvGrpSpPr>
        <p:grpSpPr>
          <a:xfrm>
            <a:off x="201960" y="195840"/>
            <a:ext cx="797760" cy="300600"/>
            <a:chOff x="201960" y="195840"/>
            <a:chExt cx="797760" cy="300600"/>
          </a:xfrm>
        </p:grpSpPr>
        <p:sp>
          <p:nvSpPr>
            <p:cNvPr id="216" name="Freeform 2"/>
            <p:cNvSpPr/>
            <p:nvPr/>
          </p:nvSpPr>
          <p:spPr>
            <a:xfrm>
              <a:off x="540720" y="195840"/>
              <a:ext cx="135720" cy="300240"/>
            </a:xfrm>
            <a:custGeom>
              <a:avLst/>
              <a:gdLst>
                <a:gd name="textAreaLeft" fmla="*/ 0 w 135720"/>
                <a:gd name="textAreaRight" fmla="*/ 137160 w 135720"/>
                <a:gd name="textAreaTop" fmla="*/ 0 h 300240"/>
                <a:gd name="textAreaBottom" fmla="*/ 301680 h 300240"/>
                <a:gd name="GluePoint1X" fmla="*/ 393478 w 547877"/>
                <a:gd name="GluePoint1Y" fmla="*/ 129064 h 1204531"/>
                <a:gd name="GluePoint2X" fmla="*/ 537686 w 547877"/>
                <a:gd name="GluePoint2Y" fmla="*/ 74771 h 1204531"/>
                <a:gd name="GluePoint3X" fmla="*/ 547878 w 547877"/>
                <a:gd name="GluePoint3Y" fmla="*/ 74771 h 1204531"/>
                <a:gd name="GluePoint4X" fmla="*/ 547878 w 547877"/>
                <a:gd name="GluePoint4Y" fmla="*/ 0 h 1204531"/>
                <a:gd name="GluePoint5X" fmla="*/ 267938 w 547877"/>
                <a:gd name="GluePoint5Y" fmla="*/ 4667 h 1204531"/>
                <a:gd name="GluePoint6X" fmla="*/ 0 w 547877"/>
                <a:gd name="GluePoint6Y" fmla="*/ 0 h 1204531"/>
                <a:gd name="GluePoint7X" fmla="*/ 0 w 547877"/>
                <a:gd name="GluePoint7Y" fmla="*/ 74771 h 1204531"/>
                <a:gd name="GluePoint8X" fmla="*/ 10192 w 547877"/>
                <a:gd name="GluePoint8Y" fmla="*/ 74771 h 1204531"/>
                <a:gd name="GluePoint9X" fmla="*/ 154400 w 547877"/>
                <a:gd name="GluePoint9Y" fmla="*/ 128968 h 1204531"/>
                <a:gd name="GluePoint10X" fmla="*/ 171640 w 547877"/>
                <a:gd name="GluePoint10Y" fmla="*/ 363188 h 1204531"/>
                <a:gd name="GluePoint11X" fmla="*/ 171640 w 547877"/>
                <a:gd name="GluePoint11Y" fmla="*/ 841153 h 1204531"/>
                <a:gd name="GluePoint12X" fmla="*/ 154496 w 547877"/>
                <a:gd name="GluePoint12Y" fmla="*/ 1075373 h 1204531"/>
                <a:gd name="GluePoint13X" fmla="*/ 10192 w 547877"/>
                <a:gd name="GluePoint13Y" fmla="*/ 1129569 h 1204531"/>
                <a:gd name="GluePoint14X" fmla="*/ 0 w 547877"/>
                <a:gd name="GluePoint14Y" fmla="*/ 1129569 h 1204531"/>
                <a:gd name="GluePoint15X" fmla="*/ 0 w 547877"/>
                <a:gd name="GluePoint15Y" fmla="*/ 1204531 h 1204531"/>
                <a:gd name="GluePoint16X" fmla="*/ 268224 w 547877"/>
                <a:gd name="GluePoint16Y" fmla="*/ 1197102 h 1204531"/>
                <a:gd name="GluePoint17X" fmla="*/ 547878 w 547877"/>
                <a:gd name="GluePoint17Y" fmla="*/ 1204531 h 1204531"/>
                <a:gd name="GluePoint18X" fmla="*/ 547878 w 547877"/>
                <a:gd name="GluePoint18Y" fmla="*/ 1129569 h 1204531"/>
                <a:gd name="GluePoint19X" fmla="*/ 537686 w 547877"/>
                <a:gd name="GluePoint19Y" fmla="*/ 1129569 h 1204531"/>
                <a:gd name="GluePoint20X" fmla="*/ 393478 w 547877"/>
                <a:gd name="GluePoint20Y" fmla="*/ 1075468 h 1204531"/>
                <a:gd name="GluePoint21X" fmla="*/ 376333 w 547877"/>
                <a:gd name="GluePoint21Y" fmla="*/ 841153 h 1204531"/>
                <a:gd name="GluePoint22X" fmla="*/ 376333 w 547877"/>
                <a:gd name="GluePoint22Y" fmla="*/ 363188 h 1204531"/>
                <a:gd name="GluePoint23X" fmla="*/ 393478 w 547877"/>
                <a:gd name="GluePoint23Y" fmla="*/ 129064 h 1204531"/>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 ang="0">
                  <a:pos x="GluePoint16X" y="GluePoint16Y"/>
                </a:cxn>
                <a:cxn ang="0">
                  <a:pos x="GluePoint17X" y="GluePoint17Y"/>
                </a:cxn>
                <a:cxn ang="0">
                  <a:pos x="GluePoint18X" y="GluePoint18Y"/>
                </a:cxn>
                <a:cxn ang="0">
                  <a:pos x="GluePoint19X" y="GluePoint19Y"/>
                </a:cxn>
                <a:cxn ang="0">
                  <a:pos x="GluePoint20X" y="GluePoint20Y"/>
                </a:cxn>
                <a:cxn ang="0">
                  <a:pos x="GluePoint21X" y="GluePoint21Y"/>
                </a:cxn>
                <a:cxn ang="0">
                  <a:pos x="GluePoint22X" y="GluePoint22Y"/>
                </a:cxn>
                <a:cxn ang="0">
                  <a:pos x="GluePoint23X" y="GluePoint23Y"/>
                </a:cxn>
              </a:cxnLst>
              <a:rect l="textAreaLeft" t="textAreaTop" r="textAreaRight" b="textAreaBottom"/>
              <a:pathLst>
                <a:path w="547877" h="1204531">
                  <a:moveTo>
                    <a:pt x="393478" y="129064"/>
                  </a:moveTo>
                  <a:cubicBezTo>
                    <a:pt x="414242" y="74771"/>
                    <a:pt x="482727" y="74771"/>
                    <a:pt x="537686" y="74771"/>
                  </a:cubicBezTo>
                  <a:lnTo>
                    <a:pt x="547878" y="74771"/>
                  </a:lnTo>
                  <a:lnTo>
                    <a:pt x="547878" y="0"/>
                  </a:lnTo>
                  <a:cubicBezTo>
                    <a:pt x="547878" y="0"/>
                    <a:pt x="333565" y="4667"/>
                    <a:pt x="267938" y="4667"/>
                  </a:cubicBezTo>
                  <a:cubicBezTo>
                    <a:pt x="200406" y="4667"/>
                    <a:pt x="0" y="0"/>
                    <a:pt x="0" y="0"/>
                  </a:cubicBezTo>
                  <a:lnTo>
                    <a:pt x="0" y="74771"/>
                  </a:lnTo>
                  <a:lnTo>
                    <a:pt x="10192" y="74771"/>
                  </a:lnTo>
                  <a:cubicBezTo>
                    <a:pt x="65246" y="74771"/>
                    <a:pt x="133731" y="74771"/>
                    <a:pt x="154400" y="128968"/>
                  </a:cubicBezTo>
                  <a:cubicBezTo>
                    <a:pt x="171640" y="175450"/>
                    <a:pt x="171640" y="307086"/>
                    <a:pt x="171640" y="363188"/>
                  </a:cubicBezTo>
                  <a:lnTo>
                    <a:pt x="171640" y="841153"/>
                  </a:lnTo>
                  <a:cubicBezTo>
                    <a:pt x="171640" y="897350"/>
                    <a:pt x="171640" y="1028890"/>
                    <a:pt x="154496" y="1075373"/>
                  </a:cubicBezTo>
                  <a:cubicBezTo>
                    <a:pt x="133731" y="1129569"/>
                    <a:pt x="65246" y="1129569"/>
                    <a:pt x="10192" y="1129569"/>
                  </a:cubicBezTo>
                  <a:lnTo>
                    <a:pt x="0" y="1129569"/>
                  </a:lnTo>
                  <a:lnTo>
                    <a:pt x="0" y="1204531"/>
                  </a:lnTo>
                  <a:cubicBezTo>
                    <a:pt x="0" y="1204341"/>
                    <a:pt x="173260" y="1197102"/>
                    <a:pt x="268224" y="1197102"/>
                  </a:cubicBezTo>
                  <a:cubicBezTo>
                    <a:pt x="377476" y="1197102"/>
                    <a:pt x="547878" y="1204531"/>
                    <a:pt x="547878" y="1204531"/>
                  </a:cubicBezTo>
                  <a:lnTo>
                    <a:pt x="547878" y="1129569"/>
                  </a:lnTo>
                  <a:lnTo>
                    <a:pt x="537686" y="1129569"/>
                  </a:lnTo>
                  <a:cubicBezTo>
                    <a:pt x="482727" y="1129569"/>
                    <a:pt x="414242" y="1129569"/>
                    <a:pt x="393478" y="1075468"/>
                  </a:cubicBezTo>
                  <a:cubicBezTo>
                    <a:pt x="376333" y="1028890"/>
                    <a:pt x="376333" y="897350"/>
                    <a:pt x="376333" y="841153"/>
                  </a:cubicBezTo>
                  <a:lnTo>
                    <a:pt x="376333" y="363188"/>
                  </a:lnTo>
                  <a:cubicBezTo>
                    <a:pt x="376333" y="307086"/>
                    <a:pt x="376333" y="175450"/>
                    <a:pt x="393478" y="129064"/>
                  </a:cubicBezTo>
                </a:path>
              </a:pathLst>
            </a:custGeom>
            <a:solidFill>
              <a:schemeClr val="bg1"/>
            </a:solidFill>
            <a:ln w="9525">
              <a:noFill/>
            </a:ln>
          </p:spPr>
          <p:style>
            <a:lnRef idx="0"/>
            <a:fillRef idx="0"/>
            <a:effectRef idx="0"/>
            <a:fontRef idx="minor"/>
          </p:style>
          <p:txBody>
            <a:bodyPr lIns="68040" tIns="45000" rIns="68040" bIns="45000" anchor="ctr">
              <a:noAutofit/>
            </a:bodyPr>
            <a:p>
              <a:endParaRPr lang="en-US" sz="1800" b="0" u="none" strike="noStrike">
                <a:solidFill>
                  <a:schemeClr val="dk1"/>
                </a:solidFill>
                <a:effectLst/>
                <a:uFillTx/>
                <a:latin typeface="Arial"/>
              </a:endParaRPr>
            </a:p>
          </p:txBody>
        </p:sp>
        <p:sp>
          <p:nvSpPr>
            <p:cNvPr id="217" name="Freeform 3"/>
            <p:cNvSpPr/>
            <p:nvPr/>
          </p:nvSpPr>
          <p:spPr>
            <a:xfrm>
              <a:off x="718920" y="196200"/>
              <a:ext cx="280800" cy="300240"/>
            </a:xfrm>
            <a:custGeom>
              <a:avLst/>
              <a:gdLst>
                <a:gd name="textAreaLeft" fmla="*/ 0 w 280800"/>
                <a:gd name="textAreaRight" fmla="*/ 282240 w 280800"/>
                <a:gd name="textAreaTop" fmla="*/ 0 h 300240"/>
                <a:gd name="textAreaBottom" fmla="*/ 301680 h 300240"/>
                <a:gd name="GluePoint1X" fmla="*/ 0 w 1126902"/>
                <a:gd name="GluePoint1Y" fmla="*/ 0 h 1204245"/>
                <a:gd name="GluePoint2X" fmla="*/ 0 w 1126902"/>
                <a:gd name="GluePoint2Y" fmla="*/ 312420 h 1204245"/>
                <a:gd name="GluePoint3X" fmla="*/ 74295 w 1126902"/>
                <a:gd name="GluePoint3Y" fmla="*/ 312420 h 1204245"/>
                <a:gd name="GluePoint4X" fmla="*/ 74581 w 1126902"/>
                <a:gd name="GluePoint4Y" fmla="*/ 302609 h 1204245"/>
                <a:gd name="GluePoint5X" fmla="*/ 334328 w 1126902"/>
                <a:gd name="GluePoint5Y" fmla="*/ 90773 h 1204245"/>
                <a:gd name="GluePoint6X" fmla="*/ 352330 w 1126902"/>
                <a:gd name="GluePoint6Y" fmla="*/ 90678 h 1204245"/>
                <a:gd name="GluePoint7X" fmla="*/ 453200 w 1126902"/>
                <a:gd name="GluePoint7Y" fmla="*/ 106204 h 1204245"/>
                <a:gd name="GluePoint8X" fmla="*/ 461201 w 1126902"/>
                <a:gd name="GluePoint8Y" fmla="*/ 128873 h 1204245"/>
                <a:gd name="GluePoint9X" fmla="*/ 461201 w 1126902"/>
                <a:gd name="GluePoint9Y" fmla="*/ 950119 h 1204245"/>
                <a:gd name="GluePoint10X" fmla="*/ 272510 w 1126902"/>
                <a:gd name="GluePoint10Y" fmla="*/ 1129475 h 1204245"/>
                <a:gd name="GluePoint11X" fmla="*/ 262700 w 1126902"/>
                <a:gd name="GluePoint11Y" fmla="*/ 1129856 h 1204245"/>
                <a:gd name="GluePoint12X" fmla="*/ 262700 w 1126902"/>
                <a:gd name="GluePoint12Y" fmla="*/ 1204246 h 1204245"/>
                <a:gd name="GluePoint13X" fmla="*/ 578548 w 1126902"/>
                <a:gd name="GluePoint13Y" fmla="*/ 1196911 h 1204245"/>
                <a:gd name="GluePoint14X" fmla="*/ 864203 w 1126902"/>
                <a:gd name="GluePoint14Y" fmla="*/ 1204246 h 1204245"/>
                <a:gd name="GluePoint15X" fmla="*/ 864203 w 1126902"/>
                <a:gd name="GluePoint15Y" fmla="*/ 1129856 h 1204245"/>
                <a:gd name="GluePoint16X" fmla="*/ 854393 w 1126902"/>
                <a:gd name="GluePoint16Y" fmla="*/ 1129475 h 1204245"/>
                <a:gd name="GluePoint17X" fmla="*/ 665702 w 1126902"/>
                <a:gd name="GluePoint17Y" fmla="*/ 950119 h 1204245"/>
                <a:gd name="GluePoint18X" fmla="*/ 665702 w 1126902"/>
                <a:gd name="GluePoint18Y" fmla="*/ 128873 h 1204245"/>
                <a:gd name="GluePoint19X" fmla="*/ 673608 w 1126902"/>
                <a:gd name="GluePoint19Y" fmla="*/ 108490 h 1204245"/>
                <a:gd name="GluePoint20X" fmla="*/ 791718 w 1126902"/>
                <a:gd name="GluePoint20Y" fmla="*/ 90488 h 1204245"/>
                <a:gd name="GluePoint21X" fmla="*/ 815912 w 1126902"/>
                <a:gd name="GluePoint21Y" fmla="*/ 90773 h 1204245"/>
                <a:gd name="GluePoint22X" fmla="*/ 1052513 w 1126902"/>
                <a:gd name="GluePoint22Y" fmla="*/ 302895 h 1204245"/>
                <a:gd name="GluePoint23X" fmla="*/ 1053084 w 1126902"/>
                <a:gd name="GluePoint23Y" fmla="*/ 312420 h 1204245"/>
                <a:gd name="GluePoint24X" fmla="*/ 1126903 w 1126902"/>
                <a:gd name="GluePoint24Y" fmla="*/ 312420 h 1204245"/>
                <a:gd name="GluePoint25X" fmla="*/ 1126903 w 1126902"/>
                <a:gd name="GluePoint25Y" fmla="*/ 0 h 1204245"/>
                <a:gd name="GluePoint26X" fmla="*/ 563404 w 1126902"/>
                <a:gd name="GluePoint26Y" fmla="*/ 2857 h 1204245"/>
                <a:gd name="GluePoint27X" fmla="*/ 0 w 1126902"/>
                <a:gd name="GluePoint27Y" fmla="*/ 0 h 1204245"/>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 ang="0">
                  <a:pos x="GluePoint16X" y="GluePoint16Y"/>
                </a:cxn>
                <a:cxn ang="0">
                  <a:pos x="GluePoint17X" y="GluePoint17Y"/>
                </a:cxn>
                <a:cxn ang="0">
                  <a:pos x="GluePoint18X" y="GluePoint18Y"/>
                </a:cxn>
                <a:cxn ang="0">
                  <a:pos x="GluePoint19X" y="GluePoint19Y"/>
                </a:cxn>
                <a:cxn ang="0">
                  <a:pos x="GluePoint20X" y="GluePoint20Y"/>
                </a:cxn>
                <a:cxn ang="0">
                  <a:pos x="GluePoint21X" y="GluePoint21Y"/>
                </a:cxn>
                <a:cxn ang="0">
                  <a:pos x="GluePoint22X" y="GluePoint22Y"/>
                </a:cxn>
                <a:cxn ang="0">
                  <a:pos x="GluePoint23X" y="GluePoint23Y"/>
                </a:cxn>
                <a:cxn ang="0">
                  <a:pos x="GluePoint24X" y="GluePoint24Y"/>
                </a:cxn>
                <a:cxn ang="0">
                  <a:pos x="GluePoint25X" y="GluePoint25Y"/>
                </a:cxn>
                <a:cxn ang="0">
                  <a:pos x="GluePoint26X" y="GluePoint26Y"/>
                </a:cxn>
                <a:cxn ang="0">
                  <a:pos x="GluePoint27X" y="GluePoint27Y"/>
                </a:cxn>
              </a:cxnLst>
              <a:rect l="textAreaLeft" t="textAreaTop" r="textAreaRight" b="textAreaBottom"/>
              <a:pathLst>
                <a:path w="1126902" h="1204245">
                  <a:moveTo>
                    <a:pt x="0" y="0"/>
                  </a:moveTo>
                  <a:lnTo>
                    <a:pt x="0" y="312420"/>
                  </a:lnTo>
                  <a:lnTo>
                    <a:pt x="74295" y="312420"/>
                  </a:lnTo>
                  <a:lnTo>
                    <a:pt x="74581" y="302609"/>
                  </a:lnTo>
                  <a:cubicBezTo>
                    <a:pt x="81344" y="99346"/>
                    <a:pt x="159163" y="90773"/>
                    <a:pt x="334328" y="90773"/>
                  </a:cubicBezTo>
                  <a:cubicBezTo>
                    <a:pt x="340328" y="90773"/>
                    <a:pt x="346424" y="90773"/>
                    <a:pt x="352330" y="90678"/>
                  </a:cubicBezTo>
                  <a:cubicBezTo>
                    <a:pt x="395859" y="90392"/>
                    <a:pt x="437007" y="90106"/>
                    <a:pt x="453200" y="106204"/>
                  </a:cubicBezTo>
                  <a:cubicBezTo>
                    <a:pt x="458629" y="111538"/>
                    <a:pt x="461201" y="118967"/>
                    <a:pt x="461201" y="128873"/>
                  </a:cubicBezTo>
                  <a:lnTo>
                    <a:pt x="461201" y="950119"/>
                  </a:lnTo>
                  <a:cubicBezTo>
                    <a:pt x="461201" y="1072039"/>
                    <a:pt x="444151" y="1122426"/>
                    <a:pt x="272510" y="1129475"/>
                  </a:cubicBezTo>
                  <a:lnTo>
                    <a:pt x="262700" y="1129856"/>
                  </a:lnTo>
                  <a:lnTo>
                    <a:pt x="262700" y="1204246"/>
                  </a:lnTo>
                  <a:cubicBezTo>
                    <a:pt x="262700" y="1204246"/>
                    <a:pt x="462725" y="1196911"/>
                    <a:pt x="578548" y="1196911"/>
                  </a:cubicBezTo>
                  <a:cubicBezTo>
                    <a:pt x="666941" y="1196911"/>
                    <a:pt x="864203" y="1204246"/>
                    <a:pt x="864203" y="1204246"/>
                  </a:cubicBezTo>
                  <a:lnTo>
                    <a:pt x="864203" y="1129856"/>
                  </a:lnTo>
                  <a:lnTo>
                    <a:pt x="854393" y="1129475"/>
                  </a:lnTo>
                  <a:cubicBezTo>
                    <a:pt x="682752" y="1122426"/>
                    <a:pt x="665702" y="1072039"/>
                    <a:pt x="665702" y="950119"/>
                  </a:cubicBezTo>
                  <a:lnTo>
                    <a:pt x="665702" y="128873"/>
                  </a:lnTo>
                  <a:cubicBezTo>
                    <a:pt x="665702" y="120396"/>
                    <a:pt x="668369" y="113729"/>
                    <a:pt x="673608" y="108490"/>
                  </a:cubicBezTo>
                  <a:cubicBezTo>
                    <a:pt x="693420" y="89059"/>
                    <a:pt x="747903" y="89821"/>
                    <a:pt x="791718" y="90488"/>
                  </a:cubicBezTo>
                  <a:cubicBezTo>
                    <a:pt x="800005" y="90583"/>
                    <a:pt x="808196" y="90773"/>
                    <a:pt x="815912" y="90773"/>
                  </a:cubicBezTo>
                  <a:cubicBezTo>
                    <a:pt x="987267" y="90773"/>
                    <a:pt x="1042511" y="140303"/>
                    <a:pt x="1052513" y="302895"/>
                  </a:cubicBezTo>
                  <a:lnTo>
                    <a:pt x="1053084" y="312420"/>
                  </a:lnTo>
                  <a:lnTo>
                    <a:pt x="1126903" y="312420"/>
                  </a:lnTo>
                  <a:lnTo>
                    <a:pt x="1126903" y="0"/>
                  </a:lnTo>
                  <a:cubicBezTo>
                    <a:pt x="1126903" y="0"/>
                    <a:pt x="694468" y="2857"/>
                    <a:pt x="563404" y="2857"/>
                  </a:cubicBezTo>
                  <a:cubicBezTo>
                    <a:pt x="432340" y="2857"/>
                    <a:pt x="0" y="0"/>
                    <a:pt x="0" y="0"/>
                  </a:cubicBezTo>
                </a:path>
              </a:pathLst>
            </a:custGeom>
            <a:solidFill>
              <a:schemeClr val="bg1"/>
            </a:solidFill>
            <a:ln w="9525">
              <a:noFill/>
            </a:ln>
          </p:spPr>
          <p:style>
            <a:lnRef idx="0"/>
            <a:fillRef idx="0"/>
            <a:effectRef idx="0"/>
            <a:fontRef idx="minor"/>
          </p:style>
          <p:txBody>
            <a:bodyPr lIns="90000" tIns="45000" rIns="90000" bIns="45000" anchor="ctr">
              <a:noAutofit/>
            </a:bodyPr>
            <a:p>
              <a:endParaRPr lang="en-US" sz="1800" b="0" u="none" strike="noStrike">
                <a:solidFill>
                  <a:schemeClr val="dk1"/>
                </a:solidFill>
                <a:effectLst/>
                <a:uFillTx/>
                <a:latin typeface="Arial"/>
              </a:endParaRPr>
            </a:p>
          </p:txBody>
        </p:sp>
        <p:sp>
          <p:nvSpPr>
            <p:cNvPr id="218" name="Freeform 4"/>
            <p:cNvSpPr/>
            <p:nvPr/>
          </p:nvSpPr>
          <p:spPr>
            <a:xfrm>
              <a:off x="201960" y="195840"/>
              <a:ext cx="297720" cy="300240"/>
            </a:xfrm>
            <a:custGeom>
              <a:avLst/>
              <a:gdLst>
                <a:gd name="textAreaLeft" fmla="*/ 0 w 297720"/>
                <a:gd name="textAreaRight" fmla="*/ 299160 w 297720"/>
                <a:gd name="textAreaTop" fmla="*/ 0 h 300240"/>
                <a:gd name="textAreaBottom" fmla="*/ 301680 h 300240"/>
                <a:gd name="GluePoint1X" fmla="*/ 372618 w 1195101"/>
                <a:gd name="GluePoint1Y" fmla="*/ 571786 h 1204626"/>
                <a:gd name="GluePoint2X" fmla="*/ 372523 w 1195101"/>
                <a:gd name="GluePoint2Y" fmla="*/ 134303 h 1204626"/>
                <a:gd name="GluePoint3X" fmla="*/ 386239 w 1195101"/>
                <a:gd name="GluePoint3Y" fmla="*/ 86487 h 1204626"/>
                <a:gd name="GluePoint4X" fmla="*/ 498348 w 1195101"/>
                <a:gd name="GluePoint4Y" fmla="*/ 85630 h 1204626"/>
                <a:gd name="GluePoint5X" fmla="*/ 738473 w 1195101"/>
                <a:gd name="GluePoint5Y" fmla="*/ 330518 h 1204626"/>
                <a:gd name="GluePoint6X" fmla="*/ 640747 w 1195101"/>
                <a:gd name="GluePoint6Y" fmla="*/ 541687 h 1204626"/>
                <a:gd name="GluePoint7X" fmla="*/ 372618 w 1195101"/>
                <a:gd name="GluePoint7Y" fmla="*/ 571786 h 1204626"/>
                <a:gd name="GluePoint8X" fmla="*/ 1186529 w 1195101"/>
                <a:gd name="GluePoint8Y" fmla="*/ 1129760 h 1204626"/>
                <a:gd name="GluePoint9X" fmla="*/ 1017461 w 1195101"/>
                <a:gd name="GluePoint9Y" fmla="*/ 1040702 h 1204626"/>
                <a:gd name="GluePoint10X" fmla="*/ 661797 w 1195101"/>
                <a:gd name="GluePoint10Y" fmla="*/ 632460 h 1204626"/>
                <a:gd name="GluePoint11X" fmla="*/ 964597 w 1195101"/>
                <a:gd name="GluePoint11Y" fmla="*/ 305371 h 1204626"/>
                <a:gd name="GluePoint12X" fmla="*/ 831056 w 1195101"/>
                <a:gd name="GluePoint12Y" fmla="*/ 55816 h 1204626"/>
                <a:gd name="GluePoint13X" fmla="*/ 544639 w 1195101"/>
                <a:gd name="GluePoint13Y" fmla="*/ 190 h 1204626"/>
                <a:gd name="GluePoint14X" fmla="*/ 317468 w 1195101"/>
                <a:gd name="GluePoint14Y" fmla="*/ 4191 h 1204626"/>
                <a:gd name="GluePoint15X" fmla="*/ 191 w 1195101"/>
                <a:gd name="GluePoint15Y" fmla="*/ 0 h 1204626"/>
                <a:gd name="GluePoint16X" fmla="*/ 191 w 1195101"/>
                <a:gd name="GluePoint16Y" fmla="*/ 74866 h 1204626"/>
                <a:gd name="GluePoint17X" fmla="*/ 15050 w 1195101"/>
                <a:gd name="GluePoint17Y" fmla="*/ 74866 h 1204626"/>
                <a:gd name="GluePoint18X" fmla="*/ 152781 w 1195101"/>
                <a:gd name="GluePoint18Y" fmla="*/ 128683 h 1204626"/>
                <a:gd name="GluePoint19X" fmla="*/ 168307 w 1195101"/>
                <a:gd name="GluePoint19Y" fmla="*/ 350139 h 1204626"/>
                <a:gd name="GluePoint20X" fmla="*/ 168307 w 1195101"/>
                <a:gd name="GluePoint20Y" fmla="*/ 841248 h 1204626"/>
                <a:gd name="GluePoint21X" fmla="*/ 161068 w 1195101"/>
                <a:gd name="GluePoint21Y" fmla="*/ 1034129 h 1204626"/>
                <a:gd name="GluePoint22X" fmla="*/ 152686 w 1195101"/>
                <a:gd name="GluePoint22Y" fmla="*/ 1075944 h 1204626"/>
                <a:gd name="GluePoint23X" fmla="*/ 10382 w 1195101"/>
                <a:gd name="GluePoint23Y" fmla="*/ 1129665 h 1204626"/>
                <a:gd name="GluePoint24X" fmla="*/ 0 w 1195101"/>
                <a:gd name="GluePoint24Y" fmla="*/ 1129665 h 1204626"/>
                <a:gd name="GluePoint25X" fmla="*/ 0 w 1195101"/>
                <a:gd name="GluePoint25Y" fmla="*/ 1204532 h 1204626"/>
                <a:gd name="GluePoint26X" fmla="*/ 278225 w 1195101"/>
                <a:gd name="GluePoint26Y" fmla="*/ 1197102 h 1204626"/>
                <a:gd name="GluePoint27X" fmla="*/ 540734 w 1195101"/>
                <a:gd name="GluePoint27Y" fmla="*/ 1204532 h 1204626"/>
                <a:gd name="GluePoint28X" fmla="*/ 540734 w 1195101"/>
                <a:gd name="GluePoint28Y" fmla="*/ 1129665 h 1204626"/>
                <a:gd name="GluePoint29X" fmla="*/ 525971 w 1195101"/>
                <a:gd name="GluePoint29Y" fmla="*/ 1129665 h 1204626"/>
                <a:gd name="GluePoint30X" fmla="*/ 388239 w 1195101"/>
                <a:gd name="GluePoint30Y" fmla="*/ 1075754 h 1204626"/>
                <a:gd name="GluePoint31X" fmla="*/ 379857 w 1195101"/>
                <a:gd name="GluePoint31Y" fmla="*/ 1034034 h 1204626"/>
                <a:gd name="GluePoint32X" fmla="*/ 372618 w 1195101"/>
                <a:gd name="GluePoint32Y" fmla="*/ 854297 h 1204626"/>
                <a:gd name="GluePoint33X" fmla="*/ 372618 w 1195101"/>
                <a:gd name="GluePoint33Y" fmla="*/ 653510 h 1204626"/>
                <a:gd name="GluePoint34X" fmla="*/ 479107 w 1195101"/>
                <a:gd name="GluePoint34Y" fmla="*/ 702469 h 1204626"/>
                <a:gd name="GluePoint35X" fmla="*/ 501110 w 1195101"/>
                <a:gd name="GluePoint35Y" fmla="*/ 728472 h 1204626"/>
                <a:gd name="GluePoint36X" fmla="*/ 797909 w 1195101"/>
                <a:gd name="GluePoint36Y" fmla="*/ 1096804 h 1204626"/>
                <a:gd name="GluePoint37X" fmla="*/ 885158 w 1195101"/>
                <a:gd name="GluePoint37Y" fmla="*/ 1204532 h 1204626"/>
                <a:gd name="GluePoint38X" fmla="*/ 1027366 w 1195101"/>
                <a:gd name="GluePoint38Y" fmla="*/ 1200436 h 1204626"/>
                <a:gd name="GluePoint39X" fmla="*/ 1195102 w 1195101"/>
                <a:gd name="GluePoint39Y" fmla="*/ 1204627 h 1204626"/>
                <a:gd name="GluePoint40X" fmla="*/ 1195102 w 1195101"/>
                <a:gd name="GluePoint40Y" fmla="*/ 1131094 h 1204626"/>
                <a:gd name="GluePoint41X" fmla="*/ 1186529 w 1195101"/>
                <a:gd name="GluePoint41Y" fmla="*/ 1129760 h 1204626"/>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 ang="0">
                  <a:pos x="GluePoint16X" y="GluePoint16Y"/>
                </a:cxn>
                <a:cxn ang="0">
                  <a:pos x="GluePoint17X" y="GluePoint17Y"/>
                </a:cxn>
                <a:cxn ang="0">
                  <a:pos x="GluePoint18X" y="GluePoint18Y"/>
                </a:cxn>
                <a:cxn ang="0">
                  <a:pos x="GluePoint19X" y="GluePoint19Y"/>
                </a:cxn>
                <a:cxn ang="0">
                  <a:pos x="GluePoint20X" y="GluePoint20Y"/>
                </a:cxn>
                <a:cxn ang="0">
                  <a:pos x="GluePoint21X" y="GluePoint21Y"/>
                </a:cxn>
                <a:cxn ang="0">
                  <a:pos x="GluePoint22X" y="GluePoint22Y"/>
                </a:cxn>
                <a:cxn ang="0">
                  <a:pos x="GluePoint23X" y="GluePoint23Y"/>
                </a:cxn>
                <a:cxn ang="0">
                  <a:pos x="GluePoint24X" y="GluePoint24Y"/>
                </a:cxn>
                <a:cxn ang="0">
                  <a:pos x="GluePoint25X" y="GluePoint25Y"/>
                </a:cxn>
                <a:cxn ang="0">
                  <a:pos x="GluePoint26X" y="GluePoint26Y"/>
                </a:cxn>
                <a:cxn ang="0">
                  <a:pos x="GluePoint27X" y="GluePoint27Y"/>
                </a:cxn>
                <a:cxn ang="0">
                  <a:pos x="GluePoint28X" y="GluePoint28Y"/>
                </a:cxn>
                <a:cxn ang="0">
                  <a:pos x="GluePoint29X" y="GluePoint29Y"/>
                </a:cxn>
                <a:cxn ang="0">
                  <a:pos x="GluePoint30X" y="GluePoint30Y"/>
                </a:cxn>
                <a:cxn ang="0">
                  <a:pos x="GluePoint31X" y="GluePoint31Y"/>
                </a:cxn>
                <a:cxn ang="0">
                  <a:pos x="GluePoint32X" y="GluePoint32Y"/>
                </a:cxn>
                <a:cxn ang="0">
                  <a:pos x="GluePoint33X" y="GluePoint33Y"/>
                </a:cxn>
                <a:cxn ang="0">
                  <a:pos x="GluePoint34X" y="GluePoint34Y"/>
                </a:cxn>
                <a:cxn ang="0">
                  <a:pos x="GluePoint35X" y="GluePoint35Y"/>
                </a:cxn>
                <a:cxn ang="0">
                  <a:pos x="GluePoint36X" y="GluePoint36Y"/>
                </a:cxn>
                <a:cxn ang="0">
                  <a:pos x="GluePoint37X" y="GluePoint37Y"/>
                </a:cxn>
                <a:cxn ang="0">
                  <a:pos x="GluePoint38X" y="GluePoint38Y"/>
                </a:cxn>
                <a:cxn ang="0">
                  <a:pos x="GluePoint39X" y="GluePoint39Y"/>
                </a:cxn>
                <a:cxn ang="0">
                  <a:pos x="GluePoint40X" y="GluePoint40Y"/>
                </a:cxn>
                <a:cxn ang="0">
                  <a:pos x="GluePoint41X" y="GluePoint41Y"/>
                </a:cxn>
              </a:cxnLst>
              <a:rect l="textAreaLeft" t="textAreaTop" r="textAreaRight" b="textAreaBottom"/>
              <a:pathLst>
                <a:path w="1195101" h="1204626">
                  <a:moveTo>
                    <a:pt x="372618" y="571786"/>
                  </a:moveTo>
                  <a:cubicBezTo>
                    <a:pt x="372618" y="571786"/>
                    <a:pt x="372618" y="136874"/>
                    <a:pt x="372523" y="134303"/>
                  </a:cubicBezTo>
                  <a:cubicBezTo>
                    <a:pt x="372237" y="116967"/>
                    <a:pt x="371761" y="93250"/>
                    <a:pt x="386239" y="86487"/>
                  </a:cubicBezTo>
                  <a:cubicBezTo>
                    <a:pt x="396240" y="82105"/>
                    <a:pt x="493014" y="85630"/>
                    <a:pt x="498348" y="85630"/>
                  </a:cubicBezTo>
                  <a:cubicBezTo>
                    <a:pt x="650938" y="85630"/>
                    <a:pt x="738473" y="174974"/>
                    <a:pt x="738473" y="330518"/>
                  </a:cubicBezTo>
                  <a:cubicBezTo>
                    <a:pt x="738473" y="443960"/>
                    <a:pt x="708374" y="509016"/>
                    <a:pt x="640747" y="541687"/>
                  </a:cubicBezTo>
                  <a:cubicBezTo>
                    <a:pt x="577691" y="571976"/>
                    <a:pt x="372618" y="571786"/>
                    <a:pt x="372618" y="571786"/>
                  </a:cubicBezTo>
                  <a:moveTo>
                    <a:pt x="1186529" y="1129760"/>
                  </a:moveTo>
                  <a:cubicBezTo>
                    <a:pt x="1100138" y="1116235"/>
                    <a:pt x="1074134" y="1106424"/>
                    <a:pt x="1017461" y="1040702"/>
                  </a:cubicBezTo>
                  <a:lnTo>
                    <a:pt x="661797" y="632460"/>
                  </a:lnTo>
                  <a:cubicBezTo>
                    <a:pt x="849059" y="608076"/>
                    <a:pt x="964597" y="484251"/>
                    <a:pt x="964597" y="305371"/>
                  </a:cubicBezTo>
                  <a:cubicBezTo>
                    <a:pt x="964597" y="188976"/>
                    <a:pt x="919544" y="105061"/>
                    <a:pt x="831056" y="55816"/>
                  </a:cubicBezTo>
                  <a:cubicBezTo>
                    <a:pt x="763619" y="18383"/>
                    <a:pt x="670084" y="190"/>
                    <a:pt x="544639" y="190"/>
                  </a:cubicBezTo>
                  <a:cubicBezTo>
                    <a:pt x="507206" y="1143"/>
                    <a:pt x="416909" y="4191"/>
                    <a:pt x="317468" y="4191"/>
                  </a:cubicBezTo>
                  <a:cubicBezTo>
                    <a:pt x="214313" y="4191"/>
                    <a:pt x="191" y="0"/>
                    <a:pt x="191" y="0"/>
                  </a:cubicBezTo>
                  <a:lnTo>
                    <a:pt x="191" y="74866"/>
                  </a:lnTo>
                  <a:lnTo>
                    <a:pt x="15050" y="74866"/>
                  </a:lnTo>
                  <a:cubicBezTo>
                    <a:pt x="71818" y="74486"/>
                    <a:pt x="135731" y="74771"/>
                    <a:pt x="152781" y="128683"/>
                  </a:cubicBezTo>
                  <a:cubicBezTo>
                    <a:pt x="168307" y="175355"/>
                    <a:pt x="168307" y="306896"/>
                    <a:pt x="168307" y="350139"/>
                  </a:cubicBezTo>
                  <a:lnTo>
                    <a:pt x="168307" y="841248"/>
                  </a:lnTo>
                  <a:cubicBezTo>
                    <a:pt x="168307" y="895445"/>
                    <a:pt x="168307" y="977837"/>
                    <a:pt x="161068" y="1034129"/>
                  </a:cubicBezTo>
                  <a:cubicBezTo>
                    <a:pt x="158972" y="1050798"/>
                    <a:pt x="156210" y="1065276"/>
                    <a:pt x="152686" y="1075944"/>
                  </a:cubicBezTo>
                  <a:cubicBezTo>
                    <a:pt x="135350" y="1129665"/>
                    <a:pt x="66104" y="1129665"/>
                    <a:pt x="10382" y="1129665"/>
                  </a:cubicBezTo>
                  <a:lnTo>
                    <a:pt x="0" y="1129665"/>
                  </a:lnTo>
                  <a:lnTo>
                    <a:pt x="0" y="1204532"/>
                  </a:lnTo>
                  <a:cubicBezTo>
                    <a:pt x="0" y="1204532"/>
                    <a:pt x="166783" y="1197102"/>
                    <a:pt x="278225" y="1197102"/>
                  </a:cubicBezTo>
                  <a:cubicBezTo>
                    <a:pt x="374047" y="1197102"/>
                    <a:pt x="540734" y="1204246"/>
                    <a:pt x="540734" y="1204532"/>
                  </a:cubicBezTo>
                  <a:lnTo>
                    <a:pt x="540734" y="1129665"/>
                  </a:lnTo>
                  <a:lnTo>
                    <a:pt x="525971" y="1129665"/>
                  </a:lnTo>
                  <a:cubicBezTo>
                    <a:pt x="470059" y="1129951"/>
                    <a:pt x="406813" y="1129760"/>
                    <a:pt x="388239" y="1075754"/>
                  </a:cubicBezTo>
                  <a:cubicBezTo>
                    <a:pt x="384620" y="1065086"/>
                    <a:pt x="381953" y="1050607"/>
                    <a:pt x="379857" y="1034034"/>
                  </a:cubicBezTo>
                  <a:cubicBezTo>
                    <a:pt x="372618" y="978122"/>
                    <a:pt x="372618" y="898017"/>
                    <a:pt x="372618" y="854297"/>
                  </a:cubicBezTo>
                  <a:lnTo>
                    <a:pt x="372618" y="653510"/>
                  </a:lnTo>
                  <a:cubicBezTo>
                    <a:pt x="439198" y="654082"/>
                    <a:pt x="444913" y="661035"/>
                    <a:pt x="479107" y="702469"/>
                  </a:cubicBezTo>
                  <a:cubicBezTo>
                    <a:pt x="485489" y="710089"/>
                    <a:pt x="492728" y="718756"/>
                    <a:pt x="501110" y="728472"/>
                  </a:cubicBezTo>
                  <a:lnTo>
                    <a:pt x="797909" y="1096804"/>
                  </a:lnTo>
                  <a:lnTo>
                    <a:pt x="885158" y="1204532"/>
                  </a:lnTo>
                  <a:cubicBezTo>
                    <a:pt x="885158" y="1204532"/>
                    <a:pt x="980885" y="1200436"/>
                    <a:pt x="1027366" y="1200436"/>
                  </a:cubicBezTo>
                  <a:cubicBezTo>
                    <a:pt x="1094994" y="1200436"/>
                    <a:pt x="1195102" y="1204627"/>
                    <a:pt x="1195102" y="1204627"/>
                  </a:cubicBezTo>
                  <a:lnTo>
                    <a:pt x="1195102" y="1131094"/>
                  </a:lnTo>
                  <a:lnTo>
                    <a:pt x="1186529" y="1129760"/>
                  </a:lnTo>
                  <a:close/>
                </a:path>
              </a:pathLst>
            </a:custGeom>
            <a:solidFill>
              <a:schemeClr val="bg1"/>
            </a:solidFill>
            <a:ln w="9525">
              <a:noFill/>
            </a:ln>
          </p:spPr>
          <p:style>
            <a:lnRef idx="0"/>
            <a:fillRef idx="0"/>
            <a:effectRef idx="0"/>
            <a:fontRef idx="minor"/>
          </p:style>
          <p:txBody>
            <a:bodyPr lIns="90000" tIns="45000" rIns="90000" bIns="45000" anchor="ctr">
              <a:noAutofit/>
            </a:bodyPr>
            <a:p>
              <a:endParaRPr lang="en-US" sz="1800" b="0" u="none" strike="noStrike">
                <a:solidFill>
                  <a:schemeClr val="dk1"/>
                </a:solidFill>
                <a:effectLst/>
                <a:uFillTx/>
                <a:latin typeface="Arial"/>
              </a:endParaRPr>
            </a:p>
          </p:txBody>
        </p:sp>
      </p:grpSp>
      <p:sp>
        <p:nvSpPr>
          <p:cNvPr id="219" name="Text Placeholder 14"/>
          <p:cNvSpPr/>
          <p:nvPr/>
        </p:nvSpPr>
        <p:spPr>
          <a:xfrm>
            <a:off x="386640" y="3434040"/>
            <a:ext cx="2464560" cy="953280"/>
          </a:xfrm>
          <a:prstGeom prst="rect">
            <a:avLst/>
          </a:prstGeom>
          <a:noFill/>
          <a:ln w="0">
            <a:noFill/>
          </a:ln>
        </p:spPr>
        <p:style>
          <a:lnRef idx="0"/>
          <a:fillRef idx="0"/>
          <a:effectRef idx="0"/>
          <a:fontRef idx="minor"/>
        </p:style>
        <p:txBody>
          <a:bodyPr lIns="90000" tIns="45000" rIns="90000" bIns="45000" anchor="t">
            <a:noAutofit/>
          </a:bodyPr>
          <a:p>
            <a:endParaRPr lang="en-US" sz="2000" b="1" u="none" strike="noStrike">
              <a:solidFill>
                <a:srgbClr val="E56B2A"/>
              </a:solidFill>
              <a:effectLst/>
              <a:uFillTx/>
              <a:latin typeface="Arial"/>
            </a:endParaRPr>
          </a:p>
        </p:txBody>
      </p:sp>
      <p:sp>
        <p:nvSpPr>
          <p:cNvPr id="220" name="Rectangle 1"/>
          <p:cNvSpPr/>
          <p:nvPr/>
        </p:nvSpPr>
        <p:spPr>
          <a:xfrm>
            <a:off x="0" y="0"/>
            <a:ext cx="12190680" cy="6856560"/>
          </a:xfrm>
          <a:prstGeom prst="rect">
            <a:avLst/>
          </a:prstGeom>
          <a:solidFill>
            <a:srgbClr val="F86901"/>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p>
            <a:endParaRPr lang="en-US" sz="1800" b="0" u="none" strike="noStrike">
              <a:solidFill>
                <a:schemeClr val="lt1"/>
              </a:solidFill>
              <a:effectLst/>
              <a:uFillTx/>
              <a:latin typeface="Arial"/>
            </a:endParaRPr>
          </a:p>
        </p:txBody>
      </p:sp>
      <p:sp>
        <p:nvSpPr>
          <p:cNvPr id="221" name="Freeform 22"/>
          <p:cNvSpPr/>
          <p:nvPr/>
        </p:nvSpPr>
        <p:spPr>
          <a:xfrm>
            <a:off x="-10677960" y="1598400"/>
            <a:ext cx="15401160" cy="18002160"/>
          </a:xfrm>
          <a:custGeom>
            <a:avLst/>
            <a:gdLst>
              <a:gd name="textAreaLeft" fmla="*/ 0 w 15401160"/>
              <a:gd name="textAreaRight" fmla="*/ 15402600 w 15401160"/>
              <a:gd name="textAreaTop" fmla="*/ 0 h 18002160"/>
              <a:gd name="textAreaBottom" fmla="*/ 18003600 h 18002160"/>
              <a:gd name="GluePoint1X" fmla="*/ 1701641 w 2043969"/>
              <a:gd name="GluePoint1Y" fmla="*/ 0 h 2389155"/>
              <a:gd name="GluePoint2X" fmla="*/ 0 w 2043969"/>
              <a:gd name="GluePoint2Y" fmla="*/ 1702213 h 2389155"/>
              <a:gd name="GluePoint3X" fmla="*/ 0 w 2043969"/>
              <a:gd name="GluePoint3Y" fmla="*/ 2389156 h 2389155"/>
              <a:gd name="GluePoint4X" fmla="*/ 2043970 w 2043969"/>
              <a:gd name="GluePoint4Y" fmla="*/ 340805 h 2389155"/>
              <a:gd name="GluePoint5X" fmla="*/ 1701641 w 2043969"/>
              <a:gd name="GluePoint5Y" fmla="*/ 340805 h 2389155"/>
            </a:gdLst>
            <a:ahLst/>
            <a:cxnLst>
              <a:cxn ang="0">
                <a:pos x="GluePoint1X" y="GluePoint1Y"/>
              </a:cxn>
              <a:cxn ang="0">
                <a:pos x="GluePoint2X" y="GluePoint2Y"/>
              </a:cxn>
              <a:cxn ang="0">
                <a:pos x="GluePoint3X" y="GluePoint3Y"/>
              </a:cxn>
              <a:cxn ang="0">
                <a:pos x="GluePoint4X" y="GluePoint4Y"/>
              </a:cxn>
              <a:cxn ang="0">
                <a:pos x="GluePoint5X" y="GluePoint5Y"/>
              </a:cxn>
            </a:cxnLst>
            <a:rect l="textAreaLeft" t="textAreaTop" r="textAreaRight" b="textAreaBottom"/>
            <a:pathLst>
              <a:path w="2043969" h="2389155">
                <a:moveTo>
                  <a:pt x="1701641" y="0"/>
                </a:moveTo>
                <a:lnTo>
                  <a:pt x="0" y="1702213"/>
                </a:lnTo>
                <a:lnTo>
                  <a:pt x="0" y="2389156"/>
                </a:lnTo>
                <a:lnTo>
                  <a:pt x="2043970" y="340805"/>
                </a:lnTo>
                <a:lnTo>
                  <a:pt x="1701641" y="340805"/>
                </a:lnTo>
                <a:close/>
              </a:path>
            </a:pathLst>
          </a:custGeom>
          <a:solidFill>
            <a:schemeClr val="bg1"/>
          </a:solidFill>
          <a:ln w="9525">
            <a:noFill/>
          </a:ln>
        </p:spPr>
        <p:style>
          <a:lnRef idx="0"/>
          <a:fillRef idx="0"/>
          <a:effectRef idx="0"/>
          <a:fontRef idx="minor"/>
        </p:style>
        <p:txBody>
          <a:bodyPr lIns="90000" tIns="45000" rIns="90000" bIns="45000" anchor="ctr">
            <a:noAutofit/>
          </a:bodyPr>
          <a:p>
            <a:endParaRPr lang="en-US" sz="1800" b="0" u="none" strike="noStrike">
              <a:solidFill>
                <a:schemeClr val="dk1"/>
              </a:solidFill>
              <a:effectLst/>
              <a:uFillTx/>
              <a:latin typeface="Arial"/>
            </a:endParaRPr>
          </a:p>
        </p:txBody>
      </p:sp>
      <p:sp>
        <p:nvSpPr>
          <p:cNvPr id="222" name="Rectangle 3"/>
          <p:cNvSpPr/>
          <p:nvPr/>
        </p:nvSpPr>
        <p:spPr>
          <a:xfrm>
            <a:off x="0" y="6212520"/>
            <a:ext cx="12190680" cy="644040"/>
          </a:xfrm>
          <a:prstGeom prst="rect">
            <a:avLst/>
          </a:prstGeom>
          <a:solidFill>
            <a:srgbClr val="F86901"/>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p>
            <a:endParaRPr lang="en-US" sz="1800" b="0" u="none" strike="noStrike">
              <a:solidFill>
                <a:schemeClr val="lt1"/>
              </a:solidFill>
              <a:effectLst/>
              <a:uFillTx/>
              <a:latin typeface="Arial"/>
            </a:endParaRPr>
          </a:p>
        </p:txBody>
      </p:sp>
      <p:sp>
        <p:nvSpPr>
          <p:cNvPr id="223" name="TextBox 4"/>
          <p:cNvSpPr/>
          <p:nvPr/>
        </p:nvSpPr>
        <p:spPr>
          <a:xfrm>
            <a:off x="11689200" y="6487920"/>
            <a:ext cx="476280" cy="238680"/>
          </a:xfrm>
          <a:prstGeom prst="rect">
            <a:avLst/>
          </a:prstGeom>
          <a:noFill/>
          <a:ln w="0">
            <a:noFill/>
          </a:ln>
        </p:spPr>
        <p:style>
          <a:lnRef idx="0"/>
          <a:fillRef idx="0"/>
          <a:effectRef idx="0"/>
          <a:fontRef idx="minor"/>
        </p:style>
        <p:txBody>
          <a:bodyPr lIns="90000" tIns="45000" rIns="90000" bIns="45000" anchor="t">
            <a:spAutoFit/>
          </a:bodyPr>
          <a:p>
            <a:pPr defTabSz="914400">
              <a:lnSpc>
                <a:spcPct val="80000"/>
              </a:lnSpc>
            </a:pPr>
            <a:r>
              <a:rPr lang="en-US" sz="1200" b="0" u="none" strike="noStrike">
                <a:solidFill>
                  <a:schemeClr val="lt1"/>
                </a:solidFill>
                <a:effectLst/>
                <a:uFillTx/>
                <a:latin typeface="Georgia"/>
              </a:rPr>
              <a:t> </a:t>
            </a:r>
            <a:fld id="{0D102E28-DCEE-41D0-AADC-77FBB8E012F8}" type="slidenum">
              <a:rPr lang="en-US" sz="1130" b="0" u="none" strike="noStrike">
                <a:solidFill>
                  <a:schemeClr val="lt1"/>
                </a:solidFill>
                <a:effectLst/>
                <a:uFillTx/>
                <a:latin typeface="Arial"/>
              </a:rPr>
              <a:t>&lt;number&gt;</a:t>
            </a:fld>
            <a:endParaRPr lang="en-US" sz="1130" b="0" u="none" strike="noStrike">
              <a:solidFill>
                <a:srgbClr val="000000"/>
              </a:solidFill>
              <a:effectLst/>
              <a:uFillTx/>
              <a:latin typeface="Arial"/>
            </a:endParaRPr>
          </a:p>
        </p:txBody>
      </p:sp>
      <p:pic>
        <p:nvPicPr>
          <p:cNvPr id="224" name="Graphic 5"/>
          <p:cNvPicPr/>
          <p:nvPr/>
        </p:nvPicPr>
        <p:blipFill>
          <a:blip r:embed="rId4">
            <a:extLst>
              <a:ext uri="{96DAC541-7B7A-43D3-8B79-37D633B846F1}">
                <asvg:svgBlip xmlns:asvg="http://schemas.microsoft.com/office/drawing/2016/SVG/main" r:embed="rId5"/>
              </a:ext>
            </a:extLst>
          </a:blip>
          <a:stretch/>
        </p:blipFill>
        <p:spPr>
          <a:xfrm>
            <a:off x="9069840" y="6459120"/>
            <a:ext cx="2699280" cy="238680"/>
          </a:xfrm>
          <a:prstGeom prst="rect">
            <a:avLst/>
          </a:prstGeom>
          <a:noFill/>
          <a:ln w="0">
            <a:noFill/>
          </a:ln>
        </p:spPr>
      </p:pic>
      <p:grpSp>
        <p:nvGrpSpPr>
          <p:cNvPr id="225" name="Graphic 22"/>
          <p:cNvGrpSpPr/>
          <p:nvPr/>
        </p:nvGrpSpPr>
        <p:grpSpPr>
          <a:xfrm>
            <a:off x="201960" y="6414120"/>
            <a:ext cx="797760" cy="300600"/>
            <a:chOff x="201960" y="6414120"/>
            <a:chExt cx="797760" cy="300600"/>
          </a:xfrm>
        </p:grpSpPr>
        <p:sp>
          <p:nvSpPr>
            <p:cNvPr id="226" name="Freeform 7"/>
            <p:cNvSpPr/>
            <p:nvPr/>
          </p:nvSpPr>
          <p:spPr>
            <a:xfrm>
              <a:off x="540720" y="6414120"/>
              <a:ext cx="135720" cy="300240"/>
            </a:xfrm>
            <a:custGeom>
              <a:avLst/>
              <a:gdLst>
                <a:gd name="textAreaLeft" fmla="*/ 0 w 135720"/>
                <a:gd name="textAreaRight" fmla="*/ 137160 w 135720"/>
                <a:gd name="textAreaTop" fmla="*/ 0 h 300240"/>
                <a:gd name="textAreaBottom" fmla="*/ 301680 h 300240"/>
                <a:gd name="GluePoint1X" fmla="*/ 393478 w 547877"/>
                <a:gd name="GluePoint1Y" fmla="*/ 129064 h 1204531"/>
                <a:gd name="GluePoint2X" fmla="*/ 537686 w 547877"/>
                <a:gd name="GluePoint2Y" fmla="*/ 74771 h 1204531"/>
                <a:gd name="GluePoint3X" fmla="*/ 547878 w 547877"/>
                <a:gd name="GluePoint3Y" fmla="*/ 74771 h 1204531"/>
                <a:gd name="GluePoint4X" fmla="*/ 547878 w 547877"/>
                <a:gd name="GluePoint4Y" fmla="*/ 0 h 1204531"/>
                <a:gd name="GluePoint5X" fmla="*/ 267938 w 547877"/>
                <a:gd name="GluePoint5Y" fmla="*/ 4667 h 1204531"/>
                <a:gd name="GluePoint6X" fmla="*/ 0 w 547877"/>
                <a:gd name="GluePoint6Y" fmla="*/ 0 h 1204531"/>
                <a:gd name="GluePoint7X" fmla="*/ 0 w 547877"/>
                <a:gd name="GluePoint7Y" fmla="*/ 74771 h 1204531"/>
                <a:gd name="GluePoint8X" fmla="*/ 10192 w 547877"/>
                <a:gd name="GluePoint8Y" fmla="*/ 74771 h 1204531"/>
                <a:gd name="GluePoint9X" fmla="*/ 154400 w 547877"/>
                <a:gd name="GluePoint9Y" fmla="*/ 128968 h 1204531"/>
                <a:gd name="GluePoint10X" fmla="*/ 171640 w 547877"/>
                <a:gd name="GluePoint10Y" fmla="*/ 363188 h 1204531"/>
                <a:gd name="GluePoint11X" fmla="*/ 171640 w 547877"/>
                <a:gd name="GluePoint11Y" fmla="*/ 841153 h 1204531"/>
                <a:gd name="GluePoint12X" fmla="*/ 154496 w 547877"/>
                <a:gd name="GluePoint12Y" fmla="*/ 1075373 h 1204531"/>
                <a:gd name="GluePoint13X" fmla="*/ 10192 w 547877"/>
                <a:gd name="GluePoint13Y" fmla="*/ 1129569 h 1204531"/>
                <a:gd name="GluePoint14X" fmla="*/ 0 w 547877"/>
                <a:gd name="GluePoint14Y" fmla="*/ 1129569 h 1204531"/>
                <a:gd name="GluePoint15X" fmla="*/ 0 w 547877"/>
                <a:gd name="GluePoint15Y" fmla="*/ 1204531 h 1204531"/>
                <a:gd name="GluePoint16X" fmla="*/ 268224 w 547877"/>
                <a:gd name="GluePoint16Y" fmla="*/ 1197102 h 1204531"/>
                <a:gd name="GluePoint17X" fmla="*/ 547878 w 547877"/>
                <a:gd name="GluePoint17Y" fmla="*/ 1204531 h 1204531"/>
                <a:gd name="GluePoint18X" fmla="*/ 547878 w 547877"/>
                <a:gd name="GluePoint18Y" fmla="*/ 1129569 h 1204531"/>
                <a:gd name="GluePoint19X" fmla="*/ 537686 w 547877"/>
                <a:gd name="GluePoint19Y" fmla="*/ 1129569 h 1204531"/>
                <a:gd name="GluePoint20X" fmla="*/ 393478 w 547877"/>
                <a:gd name="GluePoint20Y" fmla="*/ 1075468 h 1204531"/>
                <a:gd name="GluePoint21X" fmla="*/ 376333 w 547877"/>
                <a:gd name="GluePoint21Y" fmla="*/ 841153 h 1204531"/>
                <a:gd name="GluePoint22X" fmla="*/ 376333 w 547877"/>
                <a:gd name="GluePoint22Y" fmla="*/ 363188 h 1204531"/>
                <a:gd name="GluePoint23X" fmla="*/ 393478 w 547877"/>
                <a:gd name="GluePoint23Y" fmla="*/ 129064 h 1204531"/>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 ang="0">
                  <a:pos x="GluePoint16X" y="GluePoint16Y"/>
                </a:cxn>
                <a:cxn ang="0">
                  <a:pos x="GluePoint17X" y="GluePoint17Y"/>
                </a:cxn>
                <a:cxn ang="0">
                  <a:pos x="GluePoint18X" y="GluePoint18Y"/>
                </a:cxn>
                <a:cxn ang="0">
                  <a:pos x="GluePoint19X" y="GluePoint19Y"/>
                </a:cxn>
                <a:cxn ang="0">
                  <a:pos x="GluePoint20X" y="GluePoint20Y"/>
                </a:cxn>
                <a:cxn ang="0">
                  <a:pos x="GluePoint21X" y="GluePoint21Y"/>
                </a:cxn>
                <a:cxn ang="0">
                  <a:pos x="GluePoint22X" y="GluePoint22Y"/>
                </a:cxn>
                <a:cxn ang="0">
                  <a:pos x="GluePoint23X" y="GluePoint23Y"/>
                </a:cxn>
              </a:cxnLst>
              <a:rect l="textAreaLeft" t="textAreaTop" r="textAreaRight" b="textAreaBottom"/>
              <a:pathLst>
                <a:path w="547877" h="1204531">
                  <a:moveTo>
                    <a:pt x="393478" y="129064"/>
                  </a:moveTo>
                  <a:cubicBezTo>
                    <a:pt x="414242" y="74771"/>
                    <a:pt x="482727" y="74771"/>
                    <a:pt x="537686" y="74771"/>
                  </a:cubicBezTo>
                  <a:lnTo>
                    <a:pt x="547878" y="74771"/>
                  </a:lnTo>
                  <a:lnTo>
                    <a:pt x="547878" y="0"/>
                  </a:lnTo>
                  <a:cubicBezTo>
                    <a:pt x="547878" y="0"/>
                    <a:pt x="333565" y="4667"/>
                    <a:pt x="267938" y="4667"/>
                  </a:cubicBezTo>
                  <a:cubicBezTo>
                    <a:pt x="200406" y="4667"/>
                    <a:pt x="0" y="0"/>
                    <a:pt x="0" y="0"/>
                  </a:cubicBezTo>
                  <a:lnTo>
                    <a:pt x="0" y="74771"/>
                  </a:lnTo>
                  <a:lnTo>
                    <a:pt x="10192" y="74771"/>
                  </a:lnTo>
                  <a:cubicBezTo>
                    <a:pt x="65246" y="74771"/>
                    <a:pt x="133731" y="74771"/>
                    <a:pt x="154400" y="128968"/>
                  </a:cubicBezTo>
                  <a:cubicBezTo>
                    <a:pt x="171640" y="175450"/>
                    <a:pt x="171640" y="307086"/>
                    <a:pt x="171640" y="363188"/>
                  </a:cubicBezTo>
                  <a:lnTo>
                    <a:pt x="171640" y="841153"/>
                  </a:lnTo>
                  <a:cubicBezTo>
                    <a:pt x="171640" y="897350"/>
                    <a:pt x="171640" y="1028890"/>
                    <a:pt x="154496" y="1075373"/>
                  </a:cubicBezTo>
                  <a:cubicBezTo>
                    <a:pt x="133731" y="1129569"/>
                    <a:pt x="65246" y="1129569"/>
                    <a:pt x="10192" y="1129569"/>
                  </a:cubicBezTo>
                  <a:lnTo>
                    <a:pt x="0" y="1129569"/>
                  </a:lnTo>
                  <a:lnTo>
                    <a:pt x="0" y="1204531"/>
                  </a:lnTo>
                  <a:cubicBezTo>
                    <a:pt x="0" y="1204341"/>
                    <a:pt x="173260" y="1197102"/>
                    <a:pt x="268224" y="1197102"/>
                  </a:cubicBezTo>
                  <a:cubicBezTo>
                    <a:pt x="377476" y="1197102"/>
                    <a:pt x="547878" y="1204531"/>
                    <a:pt x="547878" y="1204531"/>
                  </a:cubicBezTo>
                  <a:lnTo>
                    <a:pt x="547878" y="1129569"/>
                  </a:lnTo>
                  <a:lnTo>
                    <a:pt x="537686" y="1129569"/>
                  </a:lnTo>
                  <a:cubicBezTo>
                    <a:pt x="482727" y="1129569"/>
                    <a:pt x="414242" y="1129569"/>
                    <a:pt x="393478" y="1075468"/>
                  </a:cubicBezTo>
                  <a:cubicBezTo>
                    <a:pt x="376333" y="1028890"/>
                    <a:pt x="376333" y="897350"/>
                    <a:pt x="376333" y="841153"/>
                  </a:cubicBezTo>
                  <a:lnTo>
                    <a:pt x="376333" y="363188"/>
                  </a:lnTo>
                  <a:cubicBezTo>
                    <a:pt x="376333" y="307086"/>
                    <a:pt x="376333" y="175450"/>
                    <a:pt x="393478" y="129064"/>
                  </a:cubicBezTo>
                </a:path>
              </a:pathLst>
            </a:custGeom>
            <a:solidFill>
              <a:schemeClr val="bg1"/>
            </a:solidFill>
            <a:ln w="9525">
              <a:noFill/>
            </a:ln>
          </p:spPr>
          <p:style>
            <a:lnRef idx="0"/>
            <a:fillRef idx="0"/>
            <a:effectRef idx="0"/>
            <a:fontRef idx="minor"/>
          </p:style>
          <p:txBody>
            <a:bodyPr lIns="68040" tIns="45000" rIns="68040" bIns="45000" anchor="ctr">
              <a:noAutofit/>
            </a:bodyPr>
            <a:p>
              <a:endParaRPr lang="en-US" sz="1800" b="0" u="none" strike="noStrike">
                <a:solidFill>
                  <a:schemeClr val="dk1"/>
                </a:solidFill>
                <a:effectLst/>
                <a:uFillTx/>
                <a:latin typeface="Arial"/>
              </a:endParaRPr>
            </a:p>
          </p:txBody>
        </p:sp>
        <p:sp>
          <p:nvSpPr>
            <p:cNvPr id="227" name="Freeform 16"/>
            <p:cNvSpPr/>
            <p:nvPr/>
          </p:nvSpPr>
          <p:spPr>
            <a:xfrm>
              <a:off x="718920" y="6414480"/>
              <a:ext cx="280800" cy="300240"/>
            </a:xfrm>
            <a:custGeom>
              <a:avLst/>
              <a:gdLst>
                <a:gd name="textAreaLeft" fmla="*/ 0 w 280800"/>
                <a:gd name="textAreaRight" fmla="*/ 282240 w 280800"/>
                <a:gd name="textAreaTop" fmla="*/ 0 h 300240"/>
                <a:gd name="textAreaBottom" fmla="*/ 301680 h 300240"/>
                <a:gd name="GluePoint1X" fmla="*/ 0 w 1126902"/>
                <a:gd name="GluePoint1Y" fmla="*/ 0 h 1204245"/>
                <a:gd name="GluePoint2X" fmla="*/ 0 w 1126902"/>
                <a:gd name="GluePoint2Y" fmla="*/ 312420 h 1204245"/>
                <a:gd name="GluePoint3X" fmla="*/ 74295 w 1126902"/>
                <a:gd name="GluePoint3Y" fmla="*/ 312420 h 1204245"/>
                <a:gd name="GluePoint4X" fmla="*/ 74581 w 1126902"/>
                <a:gd name="GluePoint4Y" fmla="*/ 302609 h 1204245"/>
                <a:gd name="GluePoint5X" fmla="*/ 334328 w 1126902"/>
                <a:gd name="GluePoint5Y" fmla="*/ 90773 h 1204245"/>
                <a:gd name="GluePoint6X" fmla="*/ 352330 w 1126902"/>
                <a:gd name="GluePoint6Y" fmla="*/ 90678 h 1204245"/>
                <a:gd name="GluePoint7X" fmla="*/ 453200 w 1126902"/>
                <a:gd name="GluePoint7Y" fmla="*/ 106204 h 1204245"/>
                <a:gd name="GluePoint8X" fmla="*/ 461201 w 1126902"/>
                <a:gd name="GluePoint8Y" fmla="*/ 128873 h 1204245"/>
                <a:gd name="GluePoint9X" fmla="*/ 461201 w 1126902"/>
                <a:gd name="GluePoint9Y" fmla="*/ 950119 h 1204245"/>
                <a:gd name="GluePoint10X" fmla="*/ 272510 w 1126902"/>
                <a:gd name="GluePoint10Y" fmla="*/ 1129475 h 1204245"/>
                <a:gd name="GluePoint11X" fmla="*/ 262700 w 1126902"/>
                <a:gd name="GluePoint11Y" fmla="*/ 1129856 h 1204245"/>
                <a:gd name="GluePoint12X" fmla="*/ 262700 w 1126902"/>
                <a:gd name="GluePoint12Y" fmla="*/ 1204246 h 1204245"/>
                <a:gd name="GluePoint13X" fmla="*/ 578548 w 1126902"/>
                <a:gd name="GluePoint13Y" fmla="*/ 1196911 h 1204245"/>
                <a:gd name="GluePoint14X" fmla="*/ 864203 w 1126902"/>
                <a:gd name="GluePoint14Y" fmla="*/ 1204246 h 1204245"/>
                <a:gd name="GluePoint15X" fmla="*/ 864203 w 1126902"/>
                <a:gd name="GluePoint15Y" fmla="*/ 1129856 h 1204245"/>
                <a:gd name="GluePoint16X" fmla="*/ 854393 w 1126902"/>
                <a:gd name="GluePoint16Y" fmla="*/ 1129475 h 1204245"/>
                <a:gd name="GluePoint17X" fmla="*/ 665702 w 1126902"/>
                <a:gd name="GluePoint17Y" fmla="*/ 950119 h 1204245"/>
                <a:gd name="GluePoint18X" fmla="*/ 665702 w 1126902"/>
                <a:gd name="GluePoint18Y" fmla="*/ 128873 h 1204245"/>
                <a:gd name="GluePoint19X" fmla="*/ 673608 w 1126902"/>
                <a:gd name="GluePoint19Y" fmla="*/ 108490 h 1204245"/>
                <a:gd name="GluePoint20X" fmla="*/ 791718 w 1126902"/>
                <a:gd name="GluePoint20Y" fmla="*/ 90488 h 1204245"/>
                <a:gd name="GluePoint21X" fmla="*/ 815912 w 1126902"/>
                <a:gd name="GluePoint21Y" fmla="*/ 90773 h 1204245"/>
                <a:gd name="GluePoint22X" fmla="*/ 1052513 w 1126902"/>
                <a:gd name="GluePoint22Y" fmla="*/ 302895 h 1204245"/>
                <a:gd name="GluePoint23X" fmla="*/ 1053084 w 1126902"/>
                <a:gd name="GluePoint23Y" fmla="*/ 312420 h 1204245"/>
                <a:gd name="GluePoint24X" fmla="*/ 1126903 w 1126902"/>
                <a:gd name="GluePoint24Y" fmla="*/ 312420 h 1204245"/>
                <a:gd name="GluePoint25X" fmla="*/ 1126903 w 1126902"/>
                <a:gd name="GluePoint25Y" fmla="*/ 0 h 1204245"/>
                <a:gd name="GluePoint26X" fmla="*/ 563404 w 1126902"/>
                <a:gd name="GluePoint26Y" fmla="*/ 2857 h 1204245"/>
                <a:gd name="GluePoint27X" fmla="*/ 0 w 1126902"/>
                <a:gd name="GluePoint27Y" fmla="*/ 0 h 1204245"/>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 ang="0">
                  <a:pos x="GluePoint16X" y="GluePoint16Y"/>
                </a:cxn>
                <a:cxn ang="0">
                  <a:pos x="GluePoint17X" y="GluePoint17Y"/>
                </a:cxn>
                <a:cxn ang="0">
                  <a:pos x="GluePoint18X" y="GluePoint18Y"/>
                </a:cxn>
                <a:cxn ang="0">
                  <a:pos x="GluePoint19X" y="GluePoint19Y"/>
                </a:cxn>
                <a:cxn ang="0">
                  <a:pos x="GluePoint20X" y="GluePoint20Y"/>
                </a:cxn>
                <a:cxn ang="0">
                  <a:pos x="GluePoint21X" y="GluePoint21Y"/>
                </a:cxn>
                <a:cxn ang="0">
                  <a:pos x="GluePoint22X" y="GluePoint22Y"/>
                </a:cxn>
                <a:cxn ang="0">
                  <a:pos x="GluePoint23X" y="GluePoint23Y"/>
                </a:cxn>
                <a:cxn ang="0">
                  <a:pos x="GluePoint24X" y="GluePoint24Y"/>
                </a:cxn>
                <a:cxn ang="0">
                  <a:pos x="GluePoint25X" y="GluePoint25Y"/>
                </a:cxn>
                <a:cxn ang="0">
                  <a:pos x="GluePoint26X" y="GluePoint26Y"/>
                </a:cxn>
                <a:cxn ang="0">
                  <a:pos x="GluePoint27X" y="GluePoint27Y"/>
                </a:cxn>
              </a:cxnLst>
              <a:rect l="textAreaLeft" t="textAreaTop" r="textAreaRight" b="textAreaBottom"/>
              <a:pathLst>
                <a:path w="1126902" h="1204245">
                  <a:moveTo>
                    <a:pt x="0" y="0"/>
                  </a:moveTo>
                  <a:lnTo>
                    <a:pt x="0" y="312420"/>
                  </a:lnTo>
                  <a:lnTo>
                    <a:pt x="74295" y="312420"/>
                  </a:lnTo>
                  <a:lnTo>
                    <a:pt x="74581" y="302609"/>
                  </a:lnTo>
                  <a:cubicBezTo>
                    <a:pt x="81344" y="99346"/>
                    <a:pt x="159163" y="90773"/>
                    <a:pt x="334328" y="90773"/>
                  </a:cubicBezTo>
                  <a:cubicBezTo>
                    <a:pt x="340328" y="90773"/>
                    <a:pt x="346424" y="90773"/>
                    <a:pt x="352330" y="90678"/>
                  </a:cubicBezTo>
                  <a:cubicBezTo>
                    <a:pt x="395859" y="90392"/>
                    <a:pt x="437007" y="90106"/>
                    <a:pt x="453200" y="106204"/>
                  </a:cubicBezTo>
                  <a:cubicBezTo>
                    <a:pt x="458629" y="111538"/>
                    <a:pt x="461201" y="118967"/>
                    <a:pt x="461201" y="128873"/>
                  </a:cubicBezTo>
                  <a:lnTo>
                    <a:pt x="461201" y="950119"/>
                  </a:lnTo>
                  <a:cubicBezTo>
                    <a:pt x="461201" y="1072039"/>
                    <a:pt x="444151" y="1122426"/>
                    <a:pt x="272510" y="1129475"/>
                  </a:cubicBezTo>
                  <a:lnTo>
                    <a:pt x="262700" y="1129856"/>
                  </a:lnTo>
                  <a:lnTo>
                    <a:pt x="262700" y="1204246"/>
                  </a:lnTo>
                  <a:cubicBezTo>
                    <a:pt x="262700" y="1204246"/>
                    <a:pt x="462725" y="1196911"/>
                    <a:pt x="578548" y="1196911"/>
                  </a:cubicBezTo>
                  <a:cubicBezTo>
                    <a:pt x="666941" y="1196911"/>
                    <a:pt x="864203" y="1204246"/>
                    <a:pt x="864203" y="1204246"/>
                  </a:cubicBezTo>
                  <a:lnTo>
                    <a:pt x="864203" y="1129856"/>
                  </a:lnTo>
                  <a:lnTo>
                    <a:pt x="854393" y="1129475"/>
                  </a:lnTo>
                  <a:cubicBezTo>
                    <a:pt x="682752" y="1122426"/>
                    <a:pt x="665702" y="1072039"/>
                    <a:pt x="665702" y="950119"/>
                  </a:cubicBezTo>
                  <a:lnTo>
                    <a:pt x="665702" y="128873"/>
                  </a:lnTo>
                  <a:cubicBezTo>
                    <a:pt x="665702" y="120396"/>
                    <a:pt x="668369" y="113729"/>
                    <a:pt x="673608" y="108490"/>
                  </a:cubicBezTo>
                  <a:cubicBezTo>
                    <a:pt x="693420" y="89059"/>
                    <a:pt x="747903" y="89821"/>
                    <a:pt x="791718" y="90488"/>
                  </a:cubicBezTo>
                  <a:cubicBezTo>
                    <a:pt x="800005" y="90583"/>
                    <a:pt x="808196" y="90773"/>
                    <a:pt x="815912" y="90773"/>
                  </a:cubicBezTo>
                  <a:cubicBezTo>
                    <a:pt x="987267" y="90773"/>
                    <a:pt x="1042511" y="140303"/>
                    <a:pt x="1052513" y="302895"/>
                  </a:cubicBezTo>
                  <a:lnTo>
                    <a:pt x="1053084" y="312420"/>
                  </a:lnTo>
                  <a:lnTo>
                    <a:pt x="1126903" y="312420"/>
                  </a:lnTo>
                  <a:lnTo>
                    <a:pt x="1126903" y="0"/>
                  </a:lnTo>
                  <a:cubicBezTo>
                    <a:pt x="1126903" y="0"/>
                    <a:pt x="694468" y="2857"/>
                    <a:pt x="563404" y="2857"/>
                  </a:cubicBezTo>
                  <a:cubicBezTo>
                    <a:pt x="432340" y="2857"/>
                    <a:pt x="0" y="0"/>
                    <a:pt x="0" y="0"/>
                  </a:cubicBezTo>
                </a:path>
              </a:pathLst>
            </a:custGeom>
            <a:solidFill>
              <a:schemeClr val="bg1"/>
            </a:solidFill>
            <a:ln w="9525">
              <a:noFill/>
            </a:ln>
          </p:spPr>
          <p:style>
            <a:lnRef idx="0"/>
            <a:fillRef idx="0"/>
            <a:effectRef idx="0"/>
            <a:fontRef idx="minor"/>
          </p:style>
          <p:txBody>
            <a:bodyPr lIns="90000" tIns="45000" rIns="90000" bIns="45000" anchor="ctr">
              <a:noAutofit/>
            </a:bodyPr>
            <a:p>
              <a:endParaRPr lang="en-US" sz="1800" b="0" u="none" strike="noStrike">
                <a:solidFill>
                  <a:schemeClr val="dk1"/>
                </a:solidFill>
                <a:effectLst/>
                <a:uFillTx/>
                <a:latin typeface="Arial"/>
              </a:endParaRPr>
            </a:p>
          </p:txBody>
        </p:sp>
        <p:sp>
          <p:nvSpPr>
            <p:cNvPr id="228" name="Freeform 19"/>
            <p:cNvSpPr/>
            <p:nvPr/>
          </p:nvSpPr>
          <p:spPr>
            <a:xfrm>
              <a:off x="201960" y="6414120"/>
              <a:ext cx="297720" cy="300240"/>
            </a:xfrm>
            <a:custGeom>
              <a:avLst/>
              <a:gdLst>
                <a:gd name="textAreaLeft" fmla="*/ 0 w 297720"/>
                <a:gd name="textAreaRight" fmla="*/ 299160 w 297720"/>
                <a:gd name="textAreaTop" fmla="*/ 0 h 300240"/>
                <a:gd name="textAreaBottom" fmla="*/ 301680 h 300240"/>
                <a:gd name="GluePoint1X" fmla="*/ 372618 w 1195101"/>
                <a:gd name="GluePoint1Y" fmla="*/ 571786 h 1204626"/>
                <a:gd name="GluePoint2X" fmla="*/ 372523 w 1195101"/>
                <a:gd name="GluePoint2Y" fmla="*/ 134303 h 1204626"/>
                <a:gd name="GluePoint3X" fmla="*/ 386239 w 1195101"/>
                <a:gd name="GluePoint3Y" fmla="*/ 86487 h 1204626"/>
                <a:gd name="GluePoint4X" fmla="*/ 498348 w 1195101"/>
                <a:gd name="GluePoint4Y" fmla="*/ 85630 h 1204626"/>
                <a:gd name="GluePoint5X" fmla="*/ 738473 w 1195101"/>
                <a:gd name="GluePoint5Y" fmla="*/ 330518 h 1204626"/>
                <a:gd name="GluePoint6X" fmla="*/ 640747 w 1195101"/>
                <a:gd name="GluePoint6Y" fmla="*/ 541687 h 1204626"/>
                <a:gd name="GluePoint7X" fmla="*/ 372618 w 1195101"/>
                <a:gd name="GluePoint7Y" fmla="*/ 571786 h 1204626"/>
                <a:gd name="GluePoint8X" fmla="*/ 1186529 w 1195101"/>
                <a:gd name="GluePoint8Y" fmla="*/ 1129760 h 1204626"/>
                <a:gd name="GluePoint9X" fmla="*/ 1017461 w 1195101"/>
                <a:gd name="GluePoint9Y" fmla="*/ 1040702 h 1204626"/>
                <a:gd name="GluePoint10X" fmla="*/ 661797 w 1195101"/>
                <a:gd name="GluePoint10Y" fmla="*/ 632460 h 1204626"/>
                <a:gd name="GluePoint11X" fmla="*/ 964597 w 1195101"/>
                <a:gd name="GluePoint11Y" fmla="*/ 305371 h 1204626"/>
                <a:gd name="GluePoint12X" fmla="*/ 831056 w 1195101"/>
                <a:gd name="GluePoint12Y" fmla="*/ 55816 h 1204626"/>
                <a:gd name="GluePoint13X" fmla="*/ 544639 w 1195101"/>
                <a:gd name="GluePoint13Y" fmla="*/ 190 h 1204626"/>
                <a:gd name="GluePoint14X" fmla="*/ 317468 w 1195101"/>
                <a:gd name="GluePoint14Y" fmla="*/ 4191 h 1204626"/>
                <a:gd name="GluePoint15X" fmla="*/ 191 w 1195101"/>
                <a:gd name="GluePoint15Y" fmla="*/ 0 h 1204626"/>
                <a:gd name="GluePoint16X" fmla="*/ 191 w 1195101"/>
                <a:gd name="GluePoint16Y" fmla="*/ 74866 h 1204626"/>
                <a:gd name="GluePoint17X" fmla="*/ 15050 w 1195101"/>
                <a:gd name="GluePoint17Y" fmla="*/ 74866 h 1204626"/>
                <a:gd name="GluePoint18X" fmla="*/ 152781 w 1195101"/>
                <a:gd name="GluePoint18Y" fmla="*/ 128683 h 1204626"/>
                <a:gd name="GluePoint19X" fmla="*/ 168307 w 1195101"/>
                <a:gd name="GluePoint19Y" fmla="*/ 350139 h 1204626"/>
                <a:gd name="GluePoint20X" fmla="*/ 168307 w 1195101"/>
                <a:gd name="GluePoint20Y" fmla="*/ 841248 h 1204626"/>
                <a:gd name="GluePoint21X" fmla="*/ 161068 w 1195101"/>
                <a:gd name="GluePoint21Y" fmla="*/ 1034129 h 1204626"/>
                <a:gd name="GluePoint22X" fmla="*/ 152686 w 1195101"/>
                <a:gd name="GluePoint22Y" fmla="*/ 1075944 h 1204626"/>
                <a:gd name="GluePoint23X" fmla="*/ 10382 w 1195101"/>
                <a:gd name="GluePoint23Y" fmla="*/ 1129665 h 1204626"/>
                <a:gd name="GluePoint24X" fmla="*/ 0 w 1195101"/>
                <a:gd name="GluePoint24Y" fmla="*/ 1129665 h 1204626"/>
                <a:gd name="GluePoint25X" fmla="*/ 0 w 1195101"/>
                <a:gd name="GluePoint25Y" fmla="*/ 1204532 h 1204626"/>
                <a:gd name="GluePoint26X" fmla="*/ 278225 w 1195101"/>
                <a:gd name="GluePoint26Y" fmla="*/ 1197102 h 1204626"/>
                <a:gd name="GluePoint27X" fmla="*/ 540734 w 1195101"/>
                <a:gd name="GluePoint27Y" fmla="*/ 1204532 h 1204626"/>
                <a:gd name="GluePoint28X" fmla="*/ 540734 w 1195101"/>
                <a:gd name="GluePoint28Y" fmla="*/ 1129665 h 1204626"/>
                <a:gd name="GluePoint29X" fmla="*/ 525971 w 1195101"/>
                <a:gd name="GluePoint29Y" fmla="*/ 1129665 h 1204626"/>
                <a:gd name="GluePoint30X" fmla="*/ 388239 w 1195101"/>
                <a:gd name="GluePoint30Y" fmla="*/ 1075754 h 1204626"/>
                <a:gd name="GluePoint31X" fmla="*/ 379857 w 1195101"/>
                <a:gd name="GluePoint31Y" fmla="*/ 1034034 h 1204626"/>
                <a:gd name="GluePoint32X" fmla="*/ 372618 w 1195101"/>
                <a:gd name="GluePoint32Y" fmla="*/ 854297 h 1204626"/>
                <a:gd name="GluePoint33X" fmla="*/ 372618 w 1195101"/>
                <a:gd name="GluePoint33Y" fmla="*/ 653510 h 1204626"/>
                <a:gd name="GluePoint34X" fmla="*/ 479107 w 1195101"/>
                <a:gd name="GluePoint34Y" fmla="*/ 702469 h 1204626"/>
                <a:gd name="GluePoint35X" fmla="*/ 501110 w 1195101"/>
                <a:gd name="GluePoint35Y" fmla="*/ 728472 h 1204626"/>
                <a:gd name="GluePoint36X" fmla="*/ 797909 w 1195101"/>
                <a:gd name="GluePoint36Y" fmla="*/ 1096804 h 1204626"/>
                <a:gd name="GluePoint37X" fmla="*/ 885158 w 1195101"/>
                <a:gd name="GluePoint37Y" fmla="*/ 1204532 h 1204626"/>
                <a:gd name="GluePoint38X" fmla="*/ 1027366 w 1195101"/>
                <a:gd name="GluePoint38Y" fmla="*/ 1200436 h 1204626"/>
                <a:gd name="GluePoint39X" fmla="*/ 1195102 w 1195101"/>
                <a:gd name="GluePoint39Y" fmla="*/ 1204627 h 1204626"/>
                <a:gd name="GluePoint40X" fmla="*/ 1195102 w 1195101"/>
                <a:gd name="GluePoint40Y" fmla="*/ 1131094 h 1204626"/>
                <a:gd name="GluePoint41X" fmla="*/ 1186529 w 1195101"/>
                <a:gd name="GluePoint41Y" fmla="*/ 1129760 h 1204626"/>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 ang="0">
                  <a:pos x="GluePoint16X" y="GluePoint16Y"/>
                </a:cxn>
                <a:cxn ang="0">
                  <a:pos x="GluePoint17X" y="GluePoint17Y"/>
                </a:cxn>
                <a:cxn ang="0">
                  <a:pos x="GluePoint18X" y="GluePoint18Y"/>
                </a:cxn>
                <a:cxn ang="0">
                  <a:pos x="GluePoint19X" y="GluePoint19Y"/>
                </a:cxn>
                <a:cxn ang="0">
                  <a:pos x="GluePoint20X" y="GluePoint20Y"/>
                </a:cxn>
                <a:cxn ang="0">
                  <a:pos x="GluePoint21X" y="GluePoint21Y"/>
                </a:cxn>
                <a:cxn ang="0">
                  <a:pos x="GluePoint22X" y="GluePoint22Y"/>
                </a:cxn>
                <a:cxn ang="0">
                  <a:pos x="GluePoint23X" y="GluePoint23Y"/>
                </a:cxn>
                <a:cxn ang="0">
                  <a:pos x="GluePoint24X" y="GluePoint24Y"/>
                </a:cxn>
                <a:cxn ang="0">
                  <a:pos x="GluePoint25X" y="GluePoint25Y"/>
                </a:cxn>
                <a:cxn ang="0">
                  <a:pos x="GluePoint26X" y="GluePoint26Y"/>
                </a:cxn>
                <a:cxn ang="0">
                  <a:pos x="GluePoint27X" y="GluePoint27Y"/>
                </a:cxn>
                <a:cxn ang="0">
                  <a:pos x="GluePoint28X" y="GluePoint28Y"/>
                </a:cxn>
                <a:cxn ang="0">
                  <a:pos x="GluePoint29X" y="GluePoint29Y"/>
                </a:cxn>
                <a:cxn ang="0">
                  <a:pos x="GluePoint30X" y="GluePoint30Y"/>
                </a:cxn>
                <a:cxn ang="0">
                  <a:pos x="GluePoint31X" y="GluePoint31Y"/>
                </a:cxn>
                <a:cxn ang="0">
                  <a:pos x="GluePoint32X" y="GluePoint32Y"/>
                </a:cxn>
                <a:cxn ang="0">
                  <a:pos x="GluePoint33X" y="GluePoint33Y"/>
                </a:cxn>
                <a:cxn ang="0">
                  <a:pos x="GluePoint34X" y="GluePoint34Y"/>
                </a:cxn>
                <a:cxn ang="0">
                  <a:pos x="GluePoint35X" y="GluePoint35Y"/>
                </a:cxn>
                <a:cxn ang="0">
                  <a:pos x="GluePoint36X" y="GluePoint36Y"/>
                </a:cxn>
                <a:cxn ang="0">
                  <a:pos x="GluePoint37X" y="GluePoint37Y"/>
                </a:cxn>
                <a:cxn ang="0">
                  <a:pos x="GluePoint38X" y="GluePoint38Y"/>
                </a:cxn>
                <a:cxn ang="0">
                  <a:pos x="GluePoint39X" y="GluePoint39Y"/>
                </a:cxn>
                <a:cxn ang="0">
                  <a:pos x="GluePoint40X" y="GluePoint40Y"/>
                </a:cxn>
                <a:cxn ang="0">
                  <a:pos x="GluePoint41X" y="GluePoint41Y"/>
                </a:cxn>
              </a:cxnLst>
              <a:rect l="textAreaLeft" t="textAreaTop" r="textAreaRight" b="textAreaBottom"/>
              <a:pathLst>
                <a:path w="1195101" h="1204626">
                  <a:moveTo>
                    <a:pt x="372618" y="571786"/>
                  </a:moveTo>
                  <a:cubicBezTo>
                    <a:pt x="372618" y="571786"/>
                    <a:pt x="372618" y="136874"/>
                    <a:pt x="372523" y="134303"/>
                  </a:cubicBezTo>
                  <a:cubicBezTo>
                    <a:pt x="372237" y="116967"/>
                    <a:pt x="371761" y="93250"/>
                    <a:pt x="386239" y="86487"/>
                  </a:cubicBezTo>
                  <a:cubicBezTo>
                    <a:pt x="396240" y="82105"/>
                    <a:pt x="493014" y="85630"/>
                    <a:pt x="498348" y="85630"/>
                  </a:cubicBezTo>
                  <a:cubicBezTo>
                    <a:pt x="650938" y="85630"/>
                    <a:pt x="738473" y="174974"/>
                    <a:pt x="738473" y="330518"/>
                  </a:cubicBezTo>
                  <a:cubicBezTo>
                    <a:pt x="738473" y="443960"/>
                    <a:pt x="708374" y="509016"/>
                    <a:pt x="640747" y="541687"/>
                  </a:cubicBezTo>
                  <a:cubicBezTo>
                    <a:pt x="577691" y="571976"/>
                    <a:pt x="372618" y="571786"/>
                    <a:pt x="372618" y="571786"/>
                  </a:cubicBezTo>
                  <a:moveTo>
                    <a:pt x="1186529" y="1129760"/>
                  </a:moveTo>
                  <a:cubicBezTo>
                    <a:pt x="1100138" y="1116235"/>
                    <a:pt x="1074134" y="1106424"/>
                    <a:pt x="1017461" y="1040702"/>
                  </a:cubicBezTo>
                  <a:lnTo>
                    <a:pt x="661797" y="632460"/>
                  </a:lnTo>
                  <a:cubicBezTo>
                    <a:pt x="849059" y="608076"/>
                    <a:pt x="964597" y="484251"/>
                    <a:pt x="964597" y="305371"/>
                  </a:cubicBezTo>
                  <a:cubicBezTo>
                    <a:pt x="964597" y="188976"/>
                    <a:pt x="919544" y="105061"/>
                    <a:pt x="831056" y="55816"/>
                  </a:cubicBezTo>
                  <a:cubicBezTo>
                    <a:pt x="763619" y="18383"/>
                    <a:pt x="670084" y="190"/>
                    <a:pt x="544639" y="190"/>
                  </a:cubicBezTo>
                  <a:cubicBezTo>
                    <a:pt x="507206" y="1143"/>
                    <a:pt x="416909" y="4191"/>
                    <a:pt x="317468" y="4191"/>
                  </a:cubicBezTo>
                  <a:cubicBezTo>
                    <a:pt x="214313" y="4191"/>
                    <a:pt x="191" y="0"/>
                    <a:pt x="191" y="0"/>
                  </a:cubicBezTo>
                  <a:lnTo>
                    <a:pt x="191" y="74866"/>
                  </a:lnTo>
                  <a:lnTo>
                    <a:pt x="15050" y="74866"/>
                  </a:lnTo>
                  <a:cubicBezTo>
                    <a:pt x="71818" y="74486"/>
                    <a:pt x="135731" y="74771"/>
                    <a:pt x="152781" y="128683"/>
                  </a:cubicBezTo>
                  <a:cubicBezTo>
                    <a:pt x="168307" y="175355"/>
                    <a:pt x="168307" y="306896"/>
                    <a:pt x="168307" y="350139"/>
                  </a:cubicBezTo>
                  <a:lnTo>
                    <a:pt x="168307" y="841248"/>
                  </a:lnTo>
                  <a:cubicBezTo>
                    <a:pt x="168307" y="895445"/>
                    <a:pt x="168307" y="977837"/>
                    <a:pt x="161068" y="1034129"/>
                  </a:cubicBezTo>
                  <a:cubicBezTo>
                    <a:pt x="158972" y="1050798"/>
                    <a:pt x="156210" y="1065276"/>
                    <a:pt x="152686" y="1075944"/>
                  </a:cubicBezTo>
                  <a:cubicBezTo>
                    <a:pt x="135350" y="1129665"/>
                    <a:pt x="66104" y="1129665"/>
                    <a:pt x="10382" y="1129665"/>
                  </a:cubicBezTo>
                  <a:lnTo>
                    <a:pt x="0" y="1129665"/>
                  </a:lnTo>
                  <a:lnTo>
                    <a:pt x="0" y="1204532"/>
                  </a:lnTo>
                  <a:cubicBezTo>
                    <a:pt x="0" y="1204532"/>
                    <a:pt x="166783" y="1197102"/>
                    <a:pt x="278225" y="1197102"/>
                  </a:cubicBezTo>
                  <a:cubicBezTo>
                    <a:pt x="374047" y="1197102"/>
                    <a:pt x="540734" y="1204246"/>
                    <a:pt x="540734" y="1204532"/>
                  </a:cubicBezTo>
                  <a:lnTo>
                    <a:pt x="540734" y="1129665"/>
                  </a:lnTo>
                  <a:lnTo>
                    <a:pt x="525971" y="1129665"/>
                  </a:lnTo>
                  <a:cubicBezTo>
                    <a:pt x="470059" y="1129951"/>
                    <a:pt x="406813" y="1129760"/>
                    <a:pt x="388239" y="1075754"/>
                  </a:cubicBezTo>
                  <a:cubicBezTo>
                    <a:pt x="384620" y="1065086"/>
                    <a:pt x="381953" y="1050607"/>
                    <a:pt x="379857" y="1034034"/>
                  </a:cubicBezTo>
                  <a:cubicBezTo>
                    <a:pt x="372618" y="978122"/>
                    <a:pt x="372618" y="898017"/>
                    <a:pt x="372618" y="854297"/>
                  </a:cubicBezTo>
                  <a:lnTo>
                    <a:pt x="372618" y="653510"/>
                  </a:lnTo>
                  <a:cubicBezTo>
                    <a:pt x="439198" y="654082"/>
                    <a:pt x="444913" y="661035"/>
                    <a:pt x="479107" y="702469"/>
                  </a:cubicBezTo>
                  <a:cubicBezTo>
                    <a:pt x="485489" y="710089"/>
                    <a:pt x="492728" y="718756"/>
                    <a:pt x="501110" y="728472"/>
                  </a:cubicBezTo>
                  <a:lnTo>
                    <a:pt x="797909" y="1096804"/>
                  </a:lnTo>
                  <a:lnTo>
                    <a:pt x="885158" y="1204532"/>
                  </a:lnTo>
                  <a:cubicBezTo>
                    <a:pt x="885158" y="1204532"/>
                    <a:pt x="980885" y="1200436"/>
                    <a:pt x="1027366" y="1200436"/>
                  </a:cubicBezTo>
                  <a:cubicBezTo>
                    <a:pt x="1094994" y="1200436"/>
                    <a:pt x="1195102" y="1204627"/>
                    <a:pt x="1195102" y="1204627"/>
                  </a:cubicBezTo>
                  <a:lnTo>
                    <a:pt x="1195102" y="1131094"/>
                  </a:lnTo>
                  <a:lnTo>
                    <a:pt x="1186529" y="1129760"/>
                  </a:lnTo>
                  <a:close/>
                </a:path>
              </a:pathLst>
            </a:custGeom>
            <a:solidFill>
              <a:schemeClr val="bg1"/>
            </a:solidFill>
            <a:ln w="9525">
              <a:noFill/>
            </a:ln>
          </p:spPr>
          <p:style>
            <a:lnRef idx="0"/>
            <a:fillRef idx="0"/>
            <a:effectRef idx="0"/>
            <a:fontRef idx="minor"/>
          </p:style>
          <p:txBody>
            <a:bodyPr lIns="90000" tIns="45000" rIns="90000" bIns="45000" anchor="ctr">
              <a:noAutofit/>
            </a:bodyPr>
            <a:p>
              <a:endParaRPr lang="en-US" sz="1800" b="0" u="none" strike="noStrike">
                <a:solidFill>
                  <a:schemeClr val="dk1"/>
                </a:solidFill>
                <a:effectLst/>
                <a:uFillTx/>
                <a:latin typeface="Arial"/>
              </a:endParaRPr>
            </a:p>
          </p:txBody>
        </p:sp>
      </p:grpSp>
      <p:sp>
        <p:nvSpPr>
          <p:cNvPr id="229" name="PlaceHolder 1"/>
          <p:cNvSpPr>
            <a:spLocks noGrp="1"/>
          </p:cNvSpPr>
          <p:nvPr>
            <p:ph type="title" hasCustomPrompt="1"/>
          </p:nvPr>
        </p:nvSpPr>
        <p:spPr>
          <a:xfrm>
            <a:off x="2395440" y="2361960"/>
            <a:ext cx="9503280" cy="1616040"/>
          </a:xfrm>
          <a:prstGeom prst="rect">
            <a:avLst/>
          </a:prstGeom>
          <a:noFill/>
          <a:ln w="0">
            <a:noFill/>
          </a:ln>
        </p:spPr>
        <p:txBody>
          <a:bodyPr lIns="90000" tIns="45000" rIns="90000" bIns="45000" anchor="t">
            <a:normAutofit/>
          </a:bodyPr>
          <a:lstStyle>
            <a:lvl1pPr indent="0" algn="l" defTabSz="914400">
              <a:lnSpc>
                <a:spcPct val="90000"/>
              </a:lnSpc>
              <a:buNone/>
              <a:tabLst>
                <a:tab pos="0" algn="l"/>
              </a:tabLst>
              <a:defRPr lang="en-US" sz="5400" b="1" u="none" strike="noStrike">
                <a:solidFill>
                  <a:schemeClr val="lt1"/>
                </a:solidFill>
                <a:effectLst/>
                <a:uFillTx/>
                <a:latin typeface="Arial"/>
              </a:defRPr>
            </a:lvl1pPr>
          </a:lstStyle>
          <a:p>
            <a:pPr indent="0" algn="l" defTabSz="914400">
              <a:lnSpc>
                <a:spcPct val="90000"/>
              </a:lnSpc>
              <a:buNone/>
              <a:tabLst>
                <a:tab pos="0" algn="l"/>
              </a:tabLst>
            </a:pPr>
            <a:r>
              <a:rPr lang="en-US" sz="5400" b="1" u="none" strike="noStrike">
                <a:solidFill>
                  <a:schemeClr val="lt1"/>
                </a:solidFill>
                <a:effectLst/>
                <a:uFillTx/>
                <a:latin typeface="Arial"/>
              </a:rPr>
              <a:t>Quote here quote here quote here.</a:t>
            </a:r>
            <a:endParaRPr lang="en-US" sz="5400" b="1" u="none" strike="noStrike">
              <a:solidFill>
                <a:schemeClr val="lt1"/>
              </a:solidFill>
              <a:effectLst/>
              <a:uFillTx/>
              <a:latin typeface="Arial"/>
            </a:endParaRPr>
          </a:p>
        </p:txBody>
      </p:sp>
      <p:sp>
        <p:nvSpPr>
          <p:cNvPr id="230" name="Freeform 24"/>
          <p:cNvSpPr/>
          <p:nvPr/>
        </p:nvSpPr>
        <p:spPr>
          <a:xfrm>
            <a:off x="2395440" y="1598400"/>
            <a:ext cx="635760" cy="570960"/>
          </a:xfrm>
          <a:custGeom>
            <a:avLst/>
            <a:gdLst>
              <a:gd name="textAreaLeft" fmla="*/ 0 w 635760"/>
              <a:gd name="textAreaRight" fmla="*/ 637200 w 635760"/>
              <a:gd name="textAreaTop" fmla="*/ 0 h 570960"/>
              <a:gd name="textAreaBottom" fmla="*/ 572400 h 570960"/>
              <a:gd name="GluePoint1X" fmla="*/ 0 w 424529"/>
              <a:gd name="GluePoint1Y" fmla="*/ 381476 h 381476"/>
              <a:gd name="GluePoint2X" fmla="*/ 186404 w 424529"/>
              <a:gd name="GluePoint2Y" fmla="*/ 381476 h 381476"/>
              <a:gd name="GluePoint3X" fmla="*/ 186404 w 424529"/>
              <a:gd name="GluePoint3Y" fmla="*/ 196406 h 381476"/>
              <a:gd name="GluePoint4X" fmla="*/ 95250 w 424529"/>
              <a:gd name="GluePoint4Y" fmla="*/ 196406 h 381476"/>
              <a:gd name="GluePoint5X" fmla="*/ 189166 w 424529"/>
              <a:gd name="GluePoint5Y" fmla="*/ 66866 h 381476"/>
              <a:gd name="GluePoint6X" fmla="*/ 189166 w 424529"/>
              <a:gd name="GluePoint6Y" fmla="*/ 0 h 381476"/>
              <a:gd name="GluePoint7X" fmla="*/ 0 w 424529"/>
              <a:gd name="GluePoint7Y" fmla="*/ 213551 h 381476"/>
              <a:gd name="GluePoint8X" fmla="*/ 0 w 424529"/>
              <a:gd name="GluePoint8Y" fmla="*/ 381476 h 381476"/>
              <a:gd name="GluePoint9X" fmla="*/ 235363 w 424529"/>
              <a:gd name="GluePoint9Y" fmla="*/ 381476 h 381476"/>
              <a:gd name="GluePoint10X" fmla="*/ 421767 w 424529"/>
              <a:gd name="GluePoint10Y" fmla="*/ 381476 h 381476"/>
              <a:gd name="GluePoint11X" fmla="*/ 421767 w 424529"/>
              <a:gd name="GluePoint11Y" fmla="*/ 196406 h 381476"/>
              <a:gd name="GluePoint12X" fmla="*/ 330613 w 424529"/>
              <a:gd name="GluePoint12Y" fmla="*/ 196406 h 381476"/>
              <a:gd name="GluePoint13X" fmla="*/ 424529 w 424529"/>
              <a:gd name="GluePoint13Y" fmla="*/ 66866 h 381476"/>
              <a:gd name="GluePoint14X" fmla="*/ 424529 w 424529"/>
              <a:gd name="GluePoint14Y" fmla="*/ 0 h 381476"/>
              <a:gd name="GluePoint15X" fmla="*/ 235363 w 424529"/>
              <a:gd name="GluePoint15Y" fmla="*/ 213551 h 381476"/>
              <a:gd name="GluePoint16X" fmla="*/ 235363 w 424529"/>
              <a:gd name="GluePoint16Y" fmla="*/ 381476 h 381476"/>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 ang="0">
                <a:pos x="GluePoint16X" y="GluePoint16Y"/>
              </a:cxn>
            </a:cxnLst>
            <a:rect l="textAreaLeft" t="textAreaTop" r="textAreaRight" b="textAreaBottom"/>
            <a:pathLst>
              <a:path w="424529" h="381476">
                <a:moveTo>
                  <a:pt x="0" y="381476"/>
                </a:moveTo>
                <a:lnTo>
                  <a:pt x="186404" y="381476"/>
                </a:lnTo>
                <a:lnTo>
                  <a:pt x="186404" y="196406"/>
                </a:lnTo>
                <a:lnTo>
                  <a:pt x="95250" y="196406"/>
                </a:lnTo>
                <a:cubicBezTo>
                  <a:pt x="95250" y="126683"/>
                  <a:pt x="146304" y="81153"/>
                  <a:pt x="189166" y="66866"/>
                </a:cubicBezTo>
                <a:lnTo>
                  <a:pt x="189166" y="0"/>
                </a:lnTo>
                <a:cubicBezTo>
                  <a:pt x="96679" y="15621"/>
                  <a:pt x="0" y="84011"/>
                  <a:pt x="0" y="213551"/>
                </a:cubicBezTo>
                <a:lnTo>
                  <a:pt x="0" y="381476"/>
                </a:lnTo>
                <a:close/>
                <a:moveTo>
                  <a:pt x="235363" y="381476"/>
                </a:moveTo>
                <a:lnTo>
                  <a:pt x="421767" y="381476"/>
                </a:lnTo>
                <a:lnTo>
                  <a:pt x="421767" y="196406"/>
                </a:lnTo>
                <a:lnTo>
                  <a:pt x="330613" y="196406"/>
                </a:lnTo>
                <a:cubicBezTo>
                  <a:pt x="330613" y="126683"/>
                  <a:pt x="381667" y="81153"/>
                  <a:pt x="424529" y="66866"/>
                </a:cubicBezTo>
                <a:lnTo>
                  <a:pt x="424529" y="0"/>
                </a:lnTo>
                <a:cubicBezTo>
                  <a:pt x="332041" y="15621"/>
                  <a:pt x="235363" y="84011"/>
                  <a:pt x="235363" y="213551"/>
                </a:cubicBezTo>
                <a:lnTo>
                  <a:pt x="235363" y="381476"/>
                </a:lnTo>
                <a:close/>
              </a:path>
            </a:pathLst>
          </a:custGeom>
          <a:noFill/>
          <a:ln w="15875">
            <a:solidFill>
              <a:srgbClr val="FFFFFF"/>
            </a:solidFill>
            <a:miter/>
          </a:ln>
        </p:spPr>
        <p:style>
          <a:lnRef idx="0"/>
          <a:fillRef idx="0"/>
          <a:effectRef idx="0"/>
          <a:fontRef idx="minor"/>
        </p:style>
        <p:txBody>
          <a:bodyPr lIns="90000" tIns="45000" rIns="90000" bIns="45000" anchor="ctr">
            <a:noAutofit/>
          </a:bodyPr>
          <a:p>
            <a:endParaRPr lang="en-US" sz="1800" b="0" u="none" strike="noStrike">
              <a:solidFill>
                <a:schemeClr val="dk1"/>
              </a:solidFill>
              <a:effectLst/>
              <a:uFillTx/>
              <a:latin typeface="Arial"/>
            </a:endParaRPr>
          </a:p>
        </p:txBody>
      </p:sp>
      <p:sp>
        <p:nvSpPr>
          <p:cNvPr id="231" name="Freeform 26"/>
          <p:cNvSpPr/>
          <p:nvPr/>
        </p:nvSpPr>
        <p:spPr>
          <a:xfrm rot="10800000">
            <a:off x="11264400" y="3136320"/>
            <a:ext cx="635760" cy="570960"/>
          </a:xfrm>
          <a:custGeom>
            <a:avLst/>
            <a:gdLst>
              <a:gd name="textAreaLeft" fmla="*/ 0 w 635760"/>
              <a:gd name="textAreaRight" fmla="*/ 637200 w 635760"/>
              <a:gd name="textAreaTop" fmla="*/ 0 h 570960"/>
              <a:gd name="textAreaBottom" fmla="*/ 572400 h 570960"/>
              <a:gd name="GluePoint1X" fmla="*/ 0 w 424529"/>
              <a:gd name="GluePoint1Y" fmla="*/ 381476 h 381476"/>
              <a:gd name="GluePoint2X" fmla="*/ 186404 w 424529"/>
              <a:gd name="GluePoint2Y" fmla="*/ 381476 h 381476"/>
              <a:gd name="GluePoint3X" fmla="*/ 186404 w 424529"/>
              <a:gd name="GluePoint3Y" fmla="*/ 196406 h 381476"/>
              <a:gd name="GluePoint4X" fmla="*/ 95250 w 424529"/>
              <a:gd name="GluePoint4Y" fmla="*/ 196406 h 381476"/>
              <a:gd name="GluePoint5X" fmla="*/ 189166 w 424529"/>
              <a:gd name="GluePoint5Y" fmla="*/ 66866 h 381476"/>
              <a:gd name="GluePoint6X" fmla="*/ 189166 w 424529"/>
              <a:gd name="GluePoint6Y" fmla="*/ 0 h 381476"/>
              <a:gd name="GluePoint7X" fmla="*/ 0 w 424529"/>
              <a:gd name="GluePoint7Y" fmla="*/ 213551 h 381476"/>
              <a:gd name="GluePoint8X" fmla="*/ 0 w 424529"/>
              <a:gd name="GluePoint8Y" fmla="*/ 381476 h 381476"/>
              <a:gd name="GluePoint9X" fmla="*/ 235363 w 424529"/>
              <a:gd name="GluePoint9Y" fmla="*/ 381476 h 381476"/>
              <a:gd name="GluePoint10X" fmla="*/ 421767 w 424529"/>
              <a:gd name="GluePoint10Y" fmla="*/ 381476 h 381476"/>
              <a:gd name="GluePoint11X" fmla="*/ 421767 w 424529"/>
              <a:gd name="GluePoint11Y" fmla="*/ 196406 h 381476"/>
              <a:gd name="GluePoint12X" fmla="*/ 330613 w 424529"/>
              <a:gd name="GluePoint12Y" fmla="*/ 196406 h 381476"/>
              <a:gd name="GluePoint13X" fmla="*/ 424529 w 424529"/>
              <a:gd name="GluePoint13Y" fmla="*/ 66866 h 381476"/>
              <a:gd name="GluePoint14X" fmla="*/ 424529 w 424529"/>
              <a:gd name="GluePoint14Y" fmla="*/ 0 h 381476"/>
              <a:gd name="GluePoint15X" fmla="*/ 235363 w 424529"/>
              <a:gd name="GluePoint15Y" fmla="*/ 213551 h 381476"/>
              <a:gd name="GluePoint16X" fmla="*/ 235363 w 424529"/>
              <a:gd name="GluePoint16Y" fmla="*/ 381476 h 381476"/>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 ang="0">
                <a:pos x="GluePoint16X" y="GluePoint16Y"/>
              </a:cxn>
            </a:cxnLst>
            <a:rect l="textAreaLeft" t="textAreaTop" r="textAreaRight" b="textAreaBottom"/>
            <a:pathLst>
              <a:path w="424529" h="381476">
                <a:moveTo>
                  <a:pt x="0" y="381476"/>
                </a:moveTo>
                <a:lnTo>
                  <a:pt x="186404" y="381476"/>
                </a:lnTo>
                <a:lnTo>
                  <a:pt x="186404" y="196406"/>
                </a:lnTo>
                <a:lnTo>
                  <a:pt x="95250" y="196406"/>
                </a:lnTo>
                <a:cubicBezTo>
                  <a:pt x="95250" y="126683"/>
                  <a:pt x="146304" y="81153"/>
                  <a:pt x="189166" y="66866"/>
                </a:cubicBezTo>
                <a:lnTo>
                  <a:pt x="189166" y="0"/>
                </a:lnTo>
                <a:cubicBezTo>
                  <a:pt x="96679" y="15621"/>
                  <a:pt x="0" y="84011"/>
                  <a:pt x="0" y="213551"/>
                </a:cubicBezTo>
                <a:lnTo>
                  <a:pt x="0" y="381476"/>
                </a:lnTo>
                <a:close/>
                <a:moveTo>
                  <a:pt x="235363" y="381476"/>
                </a:moveTo>
                <a:lnTo>
                  <a:pt x="421767" y="381476"/>
                </a:lnTo>
                <a:lnTo>
                  <a:pt x="421767" y="196406"/>
                </a:lnTo>
                <a:lnTo>
                  <a:pt x="330613" y="196406"/>
                </a:lnTo>
                <a:cubicBezTo>
                  <a:pt x="330613" y="126683"/>
                  <a:pt x="381667" y="81153"/>
                  <a:pt x="424529" y="66866"/>
                </a:cubicBezTo>
                <a:lnTo>
                  <a:pt x="424529" y="0"/>
                </a:lnTo>
                <a:cubicBezTo>
                  <a:pt x="332041" y="15621"/>
                  <a:pt x="235363" y="84011"/>
                  <a:pt x="235363" y="213551"/>
                </a:cubicBezTo>
                <a:lnTo>
                  <a:pt x="235363" y="381476"/>
                </a:lnTo>
                <a:close/>
              </a:path>
            </a:pathLst>
          </a:custGeom>
          <a:noFill/>
          <a:ln w="15875">
            <a:solidFill>
              <a:srgbClr val="FFFFFF"/>
            </a:solidFill>
            <a:miter/>
          </a:ln>
        </p:spPr>
        <p:style>
          <a:lnRef idx="0"/>
          <a:fillRef idx="0"/>
          <a:effectRef idx="0"/>
          <a:fontRef idx="minor"/>
        </p:style>
        <p:txBody>
          <a:bodyPr lIns="90000" tIns="45000" rIns="90000" bIns="45000" anchor="ctr">
            <a:noAutofit/>
          </a:bodyPr>
          <a:p>
            <a:endParaRPr lang="en-US" sz="1800" b="0" u="none" strike="noStrike">
              <a:solidFill>
                <a:schemeClr val="dk1"/>
              </a:solidFill>
              <a:effectLst/>
              <a:uFillTx/>
              <a:latin typeface="Arial"/>
            </a:endParaRPr>
          </a:p>
        </p:txBody>
      </p:sp>
      <p:sp>
        <p:nvSpPr>
          <p:cNvPr id="232" name="PlaceHolder 2"/>
          <p:cNvSpPr>
            <a:spLocks noGrp="1"/>
          </p:cNvSpPr>
          <p:nvPr>
            <p:ph type="body" hasCustomPrompt="1"/>
          </p:nvPr>
        </p:nvSpPr>
        <p:spPr>
          <a:xfrm>
            <a:off x="4787640" y="4082040"/>
            <a:ext cx="7111080" cy="729360"/>
          </a:xfrm>
          <a:prstGeom prst="rect">
            <a:avLst/>
          </a:prstGeom>
          <a:noFill/>
          <a:ln w="0">
            <a:noFill/>
          </a:ln>
        </p:spPr>
        <p:txBody>
          <a:bodyPr lIns="90000" tIns="45000" rIns="90000" bIns="45000" anchor="t">
            <a:noAutofit/>
          </a:bodyPr>
          <a:lstStyle>
            <a:lvl1pPr indent="0" algn="l" defTabSz="914400">
              <a:lnSpc>
                <a:spcPct val="100000"/>
              </a:lnSpc>
              <a:buNone/>
              <a:tabLst>
                <a:tab pos="0" algn="l"/>
              </a:tabLst>
              <a:defRPr lang="en-US" sz="2000" b="0" u="none" strike="noStrike">
                <a:solidFill>
                  <a:schemeClr val="lt1"/>
                </a:solidFill>
                <a:effectLst/>
                <a:uFillTx/>
                <a:latin typeface="Arial"/>
              </a:defRPr>
            </a:lvl1pPr>
            <a:lvl2pPr indent="0" algn="l" defTabSz="914400">
              <a:lnSpc>
                <a:spcPct val="100000"/>
              </a:lnSpc>
              <a:buNone/>
              <a:tabLst>
                <a:tab pos="0" algn="l"/>
              </a:tabLst>
              <a:defRPr lang="en-US" sz="2000" b="0" u="none" strike="noStrike">
                <a:solidFill>
                  <a:schemeClr val="lt1"/>
                </a:solidFill>
                <a:effectLst/>
                <a:uFillTx/>
                <a:latin typeface="Arial"/>
              </a:defRPr>
            </a:lvl2pPr>
          </a:lstStyle>
          <a:p>
            <a:pPr indent="0" algn="l" defTabSz="914400">
              <a:lnSpc>
                <a:spcPct val="100000"/>
              </a:lnSpc>
              <a:buNone/>
              <a:tabLst>
                <a:tab pos="0" algn="l"/>
              </a:tabLst>
            </a:pPr>
            <a:r>
              <a:rPr lang="en-US" sz="2000" b="0" u="none" strike="noStrike">
                <a:solidFill>
                  <a:schemeClr val="lt1"/>
                </a:solidFill>
                <a:effectLst/>
                <a:uFillTx/>
                <a:latin typeface="Arial"/>
              </a:rPr>
              <a:t>- Attribution</a:t>
            </a:r>
            <a:endParaRPr lang="en-US" sz="2000" b="0" u="none" strike="noStrike">
              <a:solidFill>
                <a:schemeClr val="lt1"/>
              </a:solidFill>
              <a:effectLst/>
              <a:uFillTx/>
              <a:latin typeface="Arial"/>
            </a:endParaRPr>
          </a:p>
          <a:p>
            <a:pPr indent="0" algn="l" defTabSz="914400">
              <a:lnSpc>
                <a:spcPct val="100000"/>
              </a:lnSpc>
              <a:buNone/>
              <a:tabLst>
                <a:tab pos="0" algn="l"/>
              </a:tabLst>
            </a:pPr>
            <a:r>
              <a:rPr lang="en-US" sz="2000" b="0" u="none" strike="noStrike">
                <a:solidFill>
                  <a:schemeClr val="lt1"/>
                </a:solidFill>
                <a:effectLst/>
                <a:uFillTx/>
                <a:latin typeface="Arial"/>
              </a:rPr>
              <a:t>  Second line here</a:t>
            </a:r>
            <a:endParaRPr lang="en-US" sz="2000" b="0" u="none" strike="noStrike">
              <a:solidFill>
                <a:schemeClr val="lt1"/>
              </a:solidFill>
              <a:effectLst/>
              <a:uFillTx/>
              <a:latin typeface="Arial"/>
            </a:endParaRPr>
          </a:p>
        </p:txBody>
      </p:sp>
    </p:spTree>
  </p:cSld>
</p:sldLayout>
</file>

<file path=ppt/slideLayouts/slideLayout1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Double Text Boxes Bottom Reference">
    <p:bg>
      <p:bgPr>
        <a:solidFill>
          <a:srgbClr val="FFFFFF"/>
        </a:solidFill>
      </p:bgPr>
    </p:bg>
    <p:spTree>
      <p:nvGrpSpPr>
        <p:cNvPr id="1" name=""/>
        <p:cNvGrpSpPr/>
        <p:nvPr/>
      </p:nvGrpSpPr>
      <p:grpSpPr>
        <a:xfrm>
          <a:off x="0" y="0"/>
          <a:ext cx="0" cy="0"/>
          <a:chOff x="0" y="0"/>
          <a:chExt cx="0" cy="0"/>
        </a:xfrm>
      </p:grpSpPr>
      <p:sp>
        <p:nvSpPr>
          <p:cNvPr id="233" name="Rectangle 5"/>
          <p:cNvSpPr/>
          <p:nvPr/>
        </p:nvSpPr>
        <p:spPr>
          <a:xfrm>
            <a:off x="0" y="0"/>
            <a:ext cx="12190680" cy="666000"/>
          </a:xfrm>
          <a:prstGeom prst="rect">
            <a:avLst/>
          </a:prstGeom>
          <a:solidFill>
            <a:srgbClr val="F86901"/>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p>
            <a:endParaRPr lang="en-US" sz="1800" b="0" u="none" strike="noStrike">
              <a:solidFill>
                <a:schemeClr val="lt1"/>
              </a:solidFill>
              <a:effectLst/>
              <a:uFillTx/>
              <a:latin typeface="Arial"/>
            </a:endParaRPr>
          </a:p>
        </p:txBody>
      </p:sp>
      <p:sp>
        <p:nvSpPr>
          <p:cNvPr id="234" name="TextBox 10"/>
          <p:cNvSpPr/>
          <p:nvPr/>
        </p:nvSpPr>
        <p:spPr>
          <a:xfrm>
            <a:off x="11689200" y="269640"/>
            <a:ext cx="476280" cy="238680"/>
          </a:xfrm>
          <a:prstGeom prst="rect">
            <a:avLst/>
          </a:prstGeom>
          <a:noFill/>
          <a:ln w="0">
            <a:noFill/>
          </a:ln>
        </p:spPr>
        <p:style>
          <a:lnRef idx="0"/>
          <a:fillRef idx="0"/>
          <a:effectRef idx="0"/>
          <a:fontRef idx="minor"/>
        </p:style>
        <p:txBody>
          <a:bodyPr lIns="90000" tIns="45000" rIns="90000" bIns="45000" anchor="t">
            <a:spAutoFit/>
          </a:bodyPr>
          <a:p>
            <a:pPr defTabSz="914400">
              <a:lnSpc>
                <a:spcPct val="80000"/>
              </a:lnSpc>
            </a:pPr>
            <a:r>
              <a:rPr lang="en-US" sz="1200" b="0" u="none" strike="noStrike">
                <a:solidFill>
                  <a:srgbClr val="E56B2A"/>
                </a:solidFill>
                <a:effectLst/>
                <a:uFillTx/>
                <a:latin typeface="Georgia"/>
              </a:rPr>
              <a:t> </a:t>
            </a:r>
            <a:fld id="{92616DC0-D953-4781-B6FC-F6467B436DF0}" type="slidenum">
              <a:rPr lang="en-US" sz="1130" b="0" u="none" strike="noStrike">
                <a:solidFill>
                  <a:schemeClr val="lt1"/>
                </a:solidFill>
                <a:effectLst/>
                <a:uFillTx/>
                <a:latin typeface="Arial"/>
              </a:rPr>
              <a:t>&lt;number&gt;</a:t>
            </a:fld>
            <a:endParaRPr lang="en-US" sz="1130" b="0" u="none" strike="noStrike">
              <a:solidFill>
                <a:srgbClr val="000000"/>
              </a:solidFill>
              <a:effectLst/>
              <a:uFillTx/>
              <a:latin typeface="Arial"/>
            </a:endParaRPr>
          </a:p>
        </p:txBody>
      </p:sp>
      <p:pic>
        <p:nvPicPr>
          <p:cNvPr id="235" name="Graphic 11"/>
          <p:cNvPicPr/>
          <p:nvPr/>
        </p:nvPicPr>
        <p:blipFill>
          <a:blip r:embed="rId2">
            <a:extLst>
              <a:ext uri="{96DAC541-7B7A-43D3-8B79-37D633B846F1}">
                <asvg:svgBlip xmlns:asvg="http://schemas.microsoft.com/office/drawing/2016/SVG/main" r:embed="rId3"/>
              </a:ext>
            </a:extLst>
          </a:blip>
          <a:stretch/>
        </p:blipFill>
        <p:spPr>
          <a:xfrm>
            <a:off x="9069840" y="240840"/>
            <a:ext cx="2699280" cy="238680"/>
          </a:xfrm>
          <a:prstGeom prst="rect">
            <a:avLst/>
          </a:prstGeom>
          <a:noFill/>
          <a:ln w="0">
            <a:noFill/>
          </a:ln>
        </p:spPr>
      </p:pic>
      <p:grpSp>
        <p:nvGrpSpPr>
          <p:cNvPr id="236" name="Graphic 22"/>
          <p:cNvGrpSpPr/>
          <p:nvPr/>
        </p:nvGrpSpPr>
        <p:grpSpPr>
          <a:xfrm>
            <a:off x="201960" y="195840"/>
            <a:ext cx="797760" cy="300600"/>
            <a:chOff x="201960" y="195840"/>
            <a:chExt cx="797760" cy="300600"/>
          </a:xfrm>
        </p:grpSpPr>
        <p:sp>
          <p:nvSpPr>
            <p:cNvPr id="237" name="Freeform 2"/>
            <p:cNvSpPr/>
            <p:nvPr/>
          </p:nvSpPr>
          <p:spPr>
            <a:xfrm>
              <a:off x="540720" y="195840"/>
              <a:ext cx="135720" cy="300240"/>
            </a:xfrm>
            <a:custGeom>
              <a:avLst/>
              <a:gdLst>
                <a:gd name="textAreaLeft" fmla="*/ 0 w 135720"/>
                <a:gd name="textAreaRight" fmla="*/ 137160 w 135720"/>
                <a:gd name="textAreaTop" fmla="*/ 0 h 300240"/>
                <a:gd name="textAreaBottom" fmla="*/ 301680 h 300240"/>
                <a:gd name="GluePoint1X" fmla="*/ 393478 w 547877"/>
                <a:gd name="GluePoint1Y" fmla="*/ 129064 h 1204531"/>
                <a:gd name="GluePoint2X" fmla="*/ 537686 w 547877"/>
                <a:gd name="GluePoint2Y" fmla="*/ 74771 h 1204531"/>
                <a:gd name="GluePoint3X" fmla="*/ 547878 w 547877"/>
                <a:gd name="GluePoint3Y" fmla="*/ 74771 h 1204531"/>
                <a:gd name="GluePoint4X" fmla="*/ 547878 w 547877"/>
                <a:gd name="GluePoint4Y" fmla="*/ 0 h 1204531"/>
                <a:gd name="GluePoint5X" fmla="*/ 267938 w 547877"/>
                <a:gd name="GluePoint5Y" fmla="*/ 4667 h 1204531"/>
                <a:gd name="GluePoint6X" fmla="*/ 0 w 547877"/>
                <a:gd name="GluePoint6Y" fmla="*/ 0 h 1204531"/>
                <a:gd name="GluePoint7X" fmla="*/ 0 w 547877"/>
                <a:gd name="GluePoint7Y" fmla="*/ 74771 h 1204531"/>
                <a:gd name="GluePoint8X" fmla="*/ 10192 w 547877"/>
                <a:gd name="GluePoint8Y" fmla="*/ 74771 h 1204531"/>
                <a:gd name="GluePoint9X" fmla="*/ 154400 w 547877"/>
                <a:gd name="GluePoint9Y" fmla="*/ 128968 h 1204531"/>
                <a:gd name="GluePoint10X" fmla="*/ 171640 w 547877"/>
                <a:gd name="GluePoint10Y" fmla="*/ 363188 h 1204531"/>
                <a:gd name="GluePoint11X" fmla="*/ 171640 w 547877"/>
                <a:gd name="GluePoint11Y" fmla="*/ 841153 h 1204531"/>
                <a:gd name="GluePoint12X" fmla="*/ 154496 w 547877"/>
                <a:gd name="GluePoint12Y" fmla="*/ 1075373 h 1204531"/>
                <a:gd name="GluePoint13X" fmla="*/ 10192 w 547877"/>
                <a:gd name="GluePoint13Y" fmla="*/ 1129569 h 1204531"/>
                <a:gd name="GluePoint14X" fmla="*/ 0 w 547877"/>
                <a:gd name="GluePoint14Y" fmla="*/ 1129569 h 1204531"/>
                <a:gd name="GluePoint15X" fmla="*/ 0 w 547877"/>
                <a:gd name="GluePoint15Y" fmla="*/ 1204531 h 1204531"/>
                <a:gd name="GluePoint16X" fmla="*/ 268224 w 547877"/>
                <a:gd name="GluePoint16Y" fmla="*/ 1197102 h 1204531"/>
                <a:gd name="GluePoint17X" fmla="*/ 547878 w 547877"/>
                <a:gd name="GluePoint17Y" fmla="*/ 1204531 h 1204531"/>
                <a:gd name="GluePoint18X" fmla="*/ 547878 w 547877"/>
                <a:gd name="GluePoint18Y" fmla="*/ 1129569 h 1204531"/>
                <a:gd name="GluePoint19X" fmla="*/ 537686 w 547877"/>
                <a:gd name="GluePoint19Y" fmla="*/ 1129569 h 1204531"/>
                <a:gd name="GluePoint20X" fmla="*/ 393478 w 547877"/>
                <a:gd name="GluePoint20Y" fmla="*/ 1075468 h 1204531"/>
                <a:gd name="GluePoint21X" fmla="*/ 376333 w 547877"/>
                <a:gd name="GluePoint21Y" fmla="*/ 841153 h 1204531"/>
                <a:gd name="GluePoint22X" fmla="*/ 376333 w 547877"/>
                <a:gd name="GluePoint22Y" fmla="*/ 363188 h 1204531"/>
                <a:gd name="GluePoint23X" fmla="*/ 393478 w 547877"/>
                <a:gd name="GluePoint23Y" fmla="*/ 129064 h 1204531"/>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 ang="0">
                  <a:pos x="GluePoint16X" y="GluePoint16Y"/>
                </a:cxn>
                <a:cxn ang="0">
                  <a:pos x="GluePoint17X" y="GluePoint17Y"/>
                </a:cxn>
                <a:cxn ang="0">
                  <a:pos x="GluePoint18X" y="GluePoint18Y"/>
                </a:cxn>
                <a:cxn ang="0">
                  <a:pos x="GluePoint19X" y="GluePoint19Y"/>
                </a:cxn>
                <a:cxn ang="0">
                  <a:pos x="GluePoint20X" y="GluePoint20Y"/>
                </a:cxn>
                <a:cxn ang="0">
                  <a:pos x="GluePoint21X" y="GluePoint21Y"/>
                </a:cxn>
                <a:cxn ang="0">
                  <a:pos x="GluePoint22X" y="GluePoint22Y"/>
                </a:cxn>
                <a:cxn ang="0">
                  <a:pos x="GluePoint23X" y="GluePoint23Y"/>
                </a:cxn>
              </a:cxnLst>
              <a:rect l="textAreaLeft" t="textAreaTop" r="textAreaRight" b="textAreaBottom"/>
              <a:pathLst>
                <a:path w="547877" h="1204531">
                  <a:moveTo>
                    <a:pt x="393478" y="129064"/>
                  </a:moveTo>
                  <a:cubicBezTo>
                    <a:pt x="414242" y="74771"/>
                    <a:pt x="482727" y="74771"/>
                    <a:pt x="537686" y="74771"/>
                  </a:cubicBezTo>
                  <a:lnTo>
                    <a:pt x="547878" y="74771"/>
                  </a:lnTo>
                  <a:lnTo>
                    <a:pt x="547878" y="0"/>
                  </a:lnTo>
                  <a:cubicBezTo>
                    <a:pt x="547878" y="0"/>
                    <a:pt x="333565" y="4667"/>
                    <a:pt x="267938" y="4667"/>
                  </a:cubicBezTo>
                  <a:cubicBezTo>
                    <a:pt x="200406" y="4667"/>
                    <a:pt x="0" y="0"/>
                    <a:pt x="0" y="0"/>
                  </a:cubicBezTo>
                  <a:lnTo>
                    <a:pt x="0" y="74771"/>
                  </a:lnTo>
                  <a:lnTo>
                    <a:pt x="10192" y="74771"/>
                  </a:lnTo>
                  <a:cubicBezTo>
                    <a:pt x="65246" y="74771"/>
                    <a:pt x="133731" y="74771"/>
                    <a:pt x="154400" y="128968"/>
                  </a:cubicBezTo>
                  <a:cubicBezTo>
                    <a:pt x="171640" y="175450"/>
                    <a:pt x="171640" y="307086"/>
                    <a:pt x="171640" y="363188"/>
                  </a:cubicBezTo>
                  <a:lnTo>
                    <a:pt x="171640" y="841153"/>
                  </a:lnTo>
                  <a:cubicBezTo>
                    <a:pt x="171640" y="897350"/>
                    <a:pt x="171640" y="1028890"/>
                    <a:pt x="154496" y="1075373"/>
                  </a:cubicBezTo>
                  <a:cubicBezTo>
                    <a:pt x="133731" y="1129569"/>
                    <a:pt x="65246" y="1129569"/>
                    <a:pt x="10192" y="1129569"/>
                  </a:cubicBezTo>
                  <a:lnTo>
                    <a:pt x="0" y="1129569"/>
                  </a:lnTo>
                  <a:lnTo>
                    <a:pt x="0" y="1204531"/>
                  </a:lnTo>
                  <a:cubicBezTo>
                    <a:pt x="0" y="1204341"/>
                    <a:pt x="173260" y="1197102"/>
                    <a:pt x="268224" y="1197102"/>
                  </a:cubicBezTo>
                  <a:cubicBezTo>
                    <a:pt x="377476" y="1197102"/>
                    <a:pt x="547878" y="1204531"/>
                    <a:pt x="547878" y="1204531"/>
                  </a:cubicBezTo>
                  <a:lnTo>
                    <a:pt x="547878" y="1129569"/>
                  </a:lnTo>
                  <a:lnTo>
                    <a:pt x="537686" y="1129569"/>
                  </a:lnTo>
                  <a:cubicBezTo>
                    <a:pt x="482727" y="1129569"/>
                    <a:pt x="414242" y="1129569"/>
                    <a:pt x="393478" y="1075468"/>
                  </a:cubicBezTo>
                  <a:cubicBezTo>
                    <a:pt x="376333" y="1028890"/>
                    <a:pt x="376333" y="897350"/>
                    <a:pt x="376333" y="841153"/>
                  </a:cubicBezTo>
                  <a:lnTo>
                    <a:pt x="376333" y="363188"/>
                  </a:lnTo>
                  <a:cubicBezTo>
                    <a:pt x="376333" y="307086"/>
                    <a:pt x="376333" y="175450"/>
                    <a:pt x="393478" y="129064"/>
                  </a:cubicBezTo>
                </a:path>
              </a:pathLst>
            </a:custGeom>
            <a:solidFill>
              <a:schemeClr val="bg1"/>
            </a:solidFill>
            <a:ln w="9525">
              <a:noFill/>
            </a:ln>
          </p:spPr>
          <p:style>
            <a:lnRef idx="0"/>
            <a:fillRef idx="0"/>
            <a:effectRef idx="0"/>
            <a:fontRef idx="minor"/>
          </p:style>
          <p:txBody>
            <a:bodyPr lIns="68040" tIns="45000" rIns="68040" bIns="45000" anchor="ctr">
              <a:noAutofit/>
            </a:bodyPr>
            <a:p>
              <a:endParaRPr lang="en-US" sz="1800" b="0" u="none" strike="noStrike">
                <a:solidFill>
                  <a:schemeClr val="dk1"/>
                </a:solidFill>
                <a:effectLst/>
                <a:uFillTx/>
                <a:latin typeface="Arial"/>
              </a:endParaRPr>
            </a:p>
          </p:txBody>
        </p:sp>
        <p:sp>
          <p:nvSpPr>
            <p:cNvPr id="238" name="Freeform 3"/>
            <p:cNvSpPr/>
            <p:nvPr/>
          </p:nvSpPr>
          <p:spPr>
            <a:xfrm>
              <a:off x="718920" y="196200"/>
              <a:ext cx="280800" cy="300240"/>
            </a:xfrm>
            <a:custGeom>
              <a:avLst/>
              <a:gdLst>
                <a:gd name="textAreaLeft" fmla="*/ 0 w 280800"/>
                <a:gd name="textAreaRight" fmla="*/ 282240 w 280800"/>
                <a:gd name="textAreaTop" fmla="*/ 0 h 300240"/>
                <a:gd name="textAreaBottom" fmla="*/ 301680 h 300240"/>
                <a:gd name="GluePoint1X" fmla="*/ 0 w 1126902"/>
                <a:gd name="GluePoint1Y" fmla="*/ 0 h 1204245"/>
                <a:gd name="GluePoint2X" fmla="*/ 0 w 1126902"/>
                <a:gd name="GluePoint2Y" fmla="*/ 312420 h 1204245"/>
                <a:gd name="GluePoint3X" fmla="*/ 74295 w 1126902"/>
                <a:gd name="GluePoint3Y" fmla="*/ 312420 h 1204245"/>
                <a:gd name="GluePoint4X" fmla="*/ 74581 w 1126902"/>
                <a:gd name="GluePoint4Y" fmla="*/ 302609 h 1204245"/>
                <a:gd name="GluePoint5X" fmla="*/ 334328 w 1126902"/>
                <a:gd name="GluePoint5Y" fmla="*/ 90773 h 1204245"/>
                <a:gd name="GluePoint6X" fmla="*/ 352330 w 1126902"/>
                <a:gd name="GluePoint6Y" fmla="*/ 90678 h 1204245"/>
                <a:gd name="GluePoint7X" fmla="*/ 453200 w 1126902"/>
                <a:gd name="GluePoint7Y" fmla="*/ 106204 h 1204245"/>
                <a:gd name="GluePoint8X" fmla="*/ 461201 w 1126902"/>
                <a:gd name="GluePoint8Y" fmla="*/ 128873 h 1204245"/>
                <a:gd name="GluePoint9X" fmla="*/ 461201 w 1126902"/>
                <a:gd name="GluePoint9Y" fmla="*/ 950119 h 1204245"/>
                <a:gd name="GluePoint10X" fmla="*/ 272510 w 1126902"/>
                <a:gd name="GluePoint10Y" fmla="*/ 1129475 h 1204245"/>
                <a:gd name="GluePoint11X" fmla="*/ 262700 w 1126902"/>
                <a:gd name="GluePoint11Y" fmla="*/ 1129856 h 1204245"/>
                <a:gd name="GluePoint12X" fmla="*/ 262700 w 1126902"/>
                <a:gd name="GluePoint12Y" fmla="*/ 1204246 h 1204245"/>
                <a:gd name="GluePoint13X" fmla="*/ 578548 w 1126902"/>
                <a:gd name="GluePoint13Y" fmla="*/ 1196911 h 1204245"/>
                <a:gd name="GluePoint14X" fmla="*/ 864203 w 1126902"/>
                <a:gd name="GluePoint14Y" fmla="*/ 1204246 h 1204245"/>
                <a:gd name="GluePoint15X" fmla="*/ 864203 w 1126902"/>
                <a:gd name="GluePoint15Y" fmla="*/ 1129856 h 1204245"/>
                <a:gd name="GluePoint16X" fmla="*/ 854393 w 1126902"/>
                <a:gd name="GluePoint16Y" fmla="*/ 1129475 h 1204245"/>
                <a:gd name="GluePoint17X" fmla="*/ 665702 w 1126902"/>
                <a:gd name="GluePoint17Y" fmla="*/ 950119 h 1204245"/>
                <a:gd name="GluePoint18X" fmla="*/ 665702 w 1126902"/>
                <a:gd name="GluePoint18Y" fmla="*/ 128873 h 1204245"/>
                <a:gd name="GluePoint19X" fmla="*/ 673608 w 1126902"/>
                <a:gd name="GluePoint19Y" fmla="*/ 108490 h 1204245"/>
                <a:gd name="GluePoint20X" fmla="*/ 791718 w 1126902"/>
                <a:gd name="GluePoint20Y" fmla="*/ 90488 h 1204245"/>
                <a:gd name="GluePoint21X" fmla="*/ 815912 w 1126902"/>
                <a:gd name="GluePoint21Y" fmla="*/ 90773 h 1204245"/>
                <a:gd name="GluePoint22X" fmla="*/ 1052513 w 1126902"/>
                <a:gd name="GluePoint22Y" fmla="*/ 302895 h 1204245"/>
                <a:gd name="GluePoint23X" fmla="*/ 1053084 w 1126902"/>
                <a:gd name="GluePoint23Y" fmla="*/ 312420 h 1204245"/>
                <a:gd name="GluePoint24X" fmla="*/ 1126903 w 1126902"/>
                <a:gd name="GluePoint24Y" fmla="*/ 312420 h 1204245"/>
                <a:gd name="GluePoint25X" fmla="*/ 1126903 w 1126902"/>
                <a:gd name="GluePoint25Y" fmla="*/ 0 h 1204245"/>
                <a:gd name="GluePoint26X" fmla="*/ 563404 w 1126902"/>
                <a:gd name="GluePoint26Y" fmla="*/ 2857 h 1204245"/>
                <a:gd name="GluePoint27X" fmla="*/ 0 w 1126902"/>
                <a:gd name="GluePoint27Y" fmla="*/ 0 h 1204245"/>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 ang="0">
                  <a:pos x="GluePoint16X" y="GluePoint16Y"/>
                </a:cxn>
                <a:cxn ang="0">
                  <a:pos x="GluePoint17X" y="GluePoint17Y"/>
                </a:cxn>
                <a:cxn ang="0">
                  <a:pos x="GluePoint18X" y="GluePoint18Y"/>
                </a:cxn>
                <a:cxn ang="0">
                  <a:pos x="GluePoint19X" y="GluePoint19Y"/>
                </a:cxn>
                <a:cxn ang="0">
                  <a:pos x="GluePoint20X" y="GluePoint20Y"/>
                </a:cxn>
                <a:cxn ang="0">
                  <a:pos x="GluePoint21X" y="GluePoint21Y"/>
                </a:cxn>
                <a:cxn ang="0">
                  <a:pos x="GluePoint22X" y="GluePoint22Y"/>
                </a:cxn>
                <a:cxn ang="0">
                  <a:pos x="GluePoint23X" y="GluePoint23Y"/>
                </a:cxn>
                <a:cxn ang="0">
                  <a:pos x="GluePoint24X" y="GluePoint24Y"/>
                </a:cxn>
                <a:cxn ang="0">
                  <a:pos x="GluePoint25X" y="GluePoint25Y"/>
                </a:cxn>
                <a:cxn ang="0">
                  <a:pos x="GluePoint26X" y="GluePoint26Y"/>
                </a:cxn>
                <a:cxn ang="0">
                  <a:pos x="GluePoint27X" y="GluePoint27Y"/>
                </a:cxn>
              </a:cxnLst>
              <a:rect l="textAreaLeft" t="textAreaTop" r="textAreaRight" b="textAreaBottom"/>
              <a:pathLst>
                <a:path w="1126902" h="1204245">
                  <a:moveTo>
                    <a:pt x="0" y="0"/>
                  </a:moveTo>
                  <a:lnTo>
                    <a:pt x="0" y="312420"/>
                  </a:lnTo>
                  <a:lnTo>
                    <a:pt x="74295" y="312420"/>
                  </a:lnTo>
                  <a:lnTo>
                    <a:pt x="74581" y="302609"/>
                  </a:lnTo>
                  <a:cubicBezTo>
                    <a:pt x="81344" y="99346"/>
                    <a:pt x="159163" y="90773"/>
                    <a:pt x="334328" y="90773"/>
                  </a:cubicBezTo>
                  <a:cubicBezTo>
                    <a:pt x="340328" y="90773"/>
                    <a:pt x="346424" y="90773"/>
                    <a:pt x="352330" y="90678"/>
                  </a:cubicBezTo>
                  <a:cubicBezTo>
                    <a:pt x="395859" y="90392"/>
                    <a:pt x="437007" y="90106"/>
                    <a:pt x="453200" y="106204"/>
                  </a:cubicBezTo>
                  <a:cubicBezTo>
                    <a:pt x="458629" y="111538"/>
                    <a:pt x="461201" y="118967"/>
                    <a:pt x="461201" y="128873"/>
                  </a:cubicBezTo>
                  <a:lnTo>
                    <a:pt x="461201" y="950119"/>
                  </a:lnTo>
                  <a:cubicBezTo>
                    <a:pt x="461201" y="1072039"/>
                    <a:pt x="444151" y="1122426"/>
                    <a:pt x="272510" y="1129475"/>
                  </a:cubicBezTo>
                  <a:lnTo>
                    <a:pt x="262700" y="1129856"/>
                  </a:lnTo>
                  <a:lnTo>
                    <a:pt x="262700" y="1204246"/>
                  </a:lnTo>
                  <a:cubicBezTo>
                    <a:pt x="262700" y="1204246"/>
                    <a:pt x="462725" y="1196911"/>
                    <a:pt x="578548" y="1196911"/>
                  </a:cubicBezTo>
                  <a:cubicBezTo>
                    <a:pt x="666941" y="1196911"/>
                    <a:pt x="864203" y="1204246"/>
                    <a:pt x="864203" y="1204246"/>
                  </a:cubicBezTo>
                  <a:lnTo>
                    <a:pt x="864203" y="1129856"/>
                  </a:lnTo>
                  <a:lnTo>
                    <a:pt x="854393" y="1129475"/>
                  </a:lnTo>
                  <a:cubicBezTo>
                    <a:pt x="682752" y="1122426"/>
                    <a:pt x="665702" y="1072039"/>
                    <a:pt x="665702" y="950119"/>
                  </a:cubicBezTo>
                  <a:lnTo>
                    <a:pt x="665702" y="128873"/>
                  </a:lnTo>
                  <a:cubicBezTo>
                    <a:pt x="665702" y="120396"/>
                    <a:pt x="668369" y="113729"/>
                    <a:pt x="673608" y="108490"/>
                  </a:cubicBezTo>
                  <a:cubicBezTo>
                    <a:pt x="693420" y="89059"/>
                    <a:pt x="747903" y="89821"/>
                    <a:pt x="791718" y="90488"/>
                  </a:cubicBezTo>
                  <a:cubicBezTo>
                    <a:pt x="800005" y="90583"/>
                    <a:pt x="808196" y="90773"/>
                    <a:pt x="815912" y="90773"/>
                  </a:cubicBezTo>
                  <a:cubicBezTo>
                    <a:pt x="987267" y="90773"/>
                    <a:pt x="1042511" y="140303"/>
                    <a:pt x="1052513" y="302895"/>
                  </a:cubicBezTo>
                  <a:lnTo>
                    <a:pt x="1053084" y="312420"/>
                  </a:lnTo>
                  <a:lnTo>
                    <a:pt x="1126903" y="312420"/>
                  </a:lnTo>
                  <a:lnTo>
                    <a:pt x="1126903" y="0"/>
                  </a:lnTo>
                  <a:cubicBezTo>
                    <a:pt x="1126903" y="0"/>
                    <a:pt x="694468" y="2857"/>
                    <a:pt x="563404" y="2857"/>
                  </a:cubicBezTo>
                  <a:cubicBezTo>
                    <a:pt x="432340" y="2857"/>
                    <a:pt x="0" y="0"/>
                    <a:pt x="0" y="0"/>
                  </a:cubicBezTo>
                </a:path>
              </a:pathLst>
            </a:custGeom>
            <a:solidFill>
              <a:schemeClr val="bg1"/>
            </a:solidFill>
            <a:ln w="9525">
              <a:noFill/>
            </a:ln>
          </p:spPr>
          <p:style>
            <a:lnRef idx="0"/>
            <a:fillRef idx="0"/>
            <a:effectRef idx="0"/>
            <a:fontRef idx="minor"/>
          </p:style>
          <p:txBody>
            <a:bodyPr lIns="90000" tIns="45000" rIns="90000" bIns="45000" anchor="ctr">
              <a:noAutofit/>
            </a:bodyPr>
            <a:p>
              <a:endParaRPr lang="en-US" sz="1800" b="0" u="none" strike="noStrike">
                <a:solidFill>
                  <a:schemeClr val="dk1"/>
                </a:solidFill>
                <a:effectLst/>
                <a:uFillTx/>
                <a:latin typeface="Arial"/>
              </a:endParaRPr>
            </a:p>
          </p:txBody>
        </p:sp>
        <p:sp>
          <p:nvSpPr>
            <p:cNvPr id="239" name="Freeform 4"/>
            <p:cNvSpPr/>
            <p:nvPr/>
          </p:nvSpPr>
          <p:spPr>
            <a:xfrm>
              <a:off x="201960" y="195840"/>
              <a:ext cx="297720" cy="300240"/>
            </a:xfrm>
            <a:custGeom>
              <a:avLst/>
              <a:gdLst>
                <a:gd name="textAreaLeft" fmla="*/ 0 w 297720"/>
                <a:gd name="textAreaRight" fmla="*/ 299160 w 297720"/>
                <a:gd name="textAreaTop" fmla="*/ 0 h 300240"/>
                <a:gd name="textAreaBottom" fmla="*/ 301680 h 300240"/>
                <a:gd name="GluePoint1X" fmla="*/ 372618 w 1195101"/>
                <a:gd name="GluePoint1Y" fmla="*/ 571786 h 1204626"/>
                <a:gd name="GluePoint2X" fmla="*/ 372523 w 1195101"/>
                <a:gd name="GluePoint2Y" fmla="*/ 134303 h 1204626"/>
                <a:gd name="GluePoint3X" fmla="*/ 386239 w 1195101"/>
                <a:gd name="GluePoint3Y" fmla="*/ 86487 h 1204626"/>
                <a:gd name="GluePoint4X" fmla="*/ 498348 w 1195101"/>
                <a:gd name="GluePoint4Y" fmla="*/ 85630 h 1204626"/>
                <a:gd name="GluePoint5X" fmla="*/ 738473 w 1195101"/>
                <a:gd name="GluePoint5Y" fmla="*/ 330518 h 1204626"/>
                <a:gd name="GluePoint6X" fmla="*/ 640747 w 1195101"/>
                <a:gd name="GluePoint6Y" fmla="*/ 541687 h 1204626"/>
                <a:gd name="GluePoint7X" fmla="*/ 372618 w 1195101"/>
                <a:gd name="GluePoint7Y" fmla="*/ 571786 h 1204626"/>
                <a:gd name="GluePoint8X" fmla="*/ 1186529 w 1195101"/>
                <a:gd name="GluePoint8Y" fmla="*/ 1129760 h 1204626"/>
                <a:gd name="GluePoint9X" fmla="*/ 1017461 w 1195101"/>
                <a:gd name="GluePoint9Y" fmla="*/ 1040702 h 1204626"/>
                <a:gd name="GluePoint10X" fmla="*/ 661797 w 1195101"/>
                <a:gd name="GluePoint10Y" fmla="*/ 632460 h 1204626"/>
                <a:gd name="GluePoint11X" fmla="*/ 964597 w 1195101"/>
                <a:gd name="GluePoint11Y" fmla="*/ 305371 h 1204626"/>
                <a:gd name="GluePoint12X" fmla="*/ 831056 w 1195101"/>
                <a:gd name="GluePoint12Y" fmla="*/ 55816 h 1204626"/>
                <a:gd name="GluePoint13X" fmla="*/ 544639 w 1195101"/>
                <a:gd name="GluePoint13Y" fmla="*/ 190 h 1204626"/>
                <a:gd name="GluePoint14X" fmla="*/ 317468 w 1195101"/>
                <a:gd name="GluePoint14Y" fmla="*/ 4191 h 1204626"/>
                <a:gd name="GluePoint15X" fmla="*/ 191 w 1195101"/>
                <a:gd name="GluePoint15Y" fmla="*/ 0 h 1204626"/>
                <a:gd name="GluePoint16X" fmla="*/ 191 w 1195101"/>
                <a:gd name="GluePoint16Y" fmla="*/ 74866 h 1204626"/>
                <a:gd name="GluePoint17X" fmla="*/ 15050 w 1195101"/>
                <a:gd name="GluePoint17Y" fmla="*/ 74866 h 1204626"/>
                <a:gd name="GluePoint18X" fmla="*/ 152781 w 1195101"/>
                <a:gd name="GluePoint18Y" fmla="*/ 128683 h 1204626"/>
                <a:gd name="GluePoint19X" fmla="*/ 168307 w 1195101"/>
                <a:gd name="GluePoint19Y" fmla="*/ 350139 h 1204626"/>
                <a:gd name="GluePoint20X" fmla="*/ 168307 w 1195101"/>
                <a:gd name="GluePoint20Y" fmla="*/ 841248 h 1204626"/>
                <a:gd name="GluePoint21X" fmla="*/ 161068 w 1195101"/>
                <a:gd name="GluePoint21Y" fmla="*/ 1034129 h 1204626"/>
                <a:gd name="GluePoint22X" fmla="*/ 152686 w 1195101"/>
                <a:gd name="GluePoint22Y" fmla="*/ 1075944 h 1204626"/>
                <a:gd name="GluePoint23X" fmla="*/ 10382 w 1195101"/>
                <a:gd name="GluePoint23Y" fmla="*/ 1129665 h 1204626"/>
                <a:gd name="GluePoint24X" fmla="*/ 0 w 1195101"/>
                <a:gd name="GluePoint24Y" fmla="*/ 1129665 h 1204626"/>
                <a:gd name="GluePoint25X" fmla="*/ 0 w 1195101"/>
                <a:gd name="GluePoint25Y" fmla="*/ 1204532 h 1204626"/>
                <a:gd name="GluePoint26X" fmla="*/ 278225 w 1195101"/>
                <a:gd name="GluePoint26Y" fmla="*/ 1197102 h 1204626"/>
                <a:gd name="GluePoint27X" fmla="*/ 540734 w 1195101"/>
                <a:gd name="GluePoint27Y" fmla="*/ 1204532 h 1204626"/>
                <a:gd name="GluePoint28X" fmla="*/ 540734 w 1195101"/>
                <a:gd name="GluePoint28Y" fmla="*/ 1129665 h 1204626"/>
                <a:gd name="GluePoint29X" fmla="*/ 525971 w 1195101"/>
                <a:gd name="GluePoint29Y" fmla="*/ 1129665 h 1204626"/>
                <a:gd name="GluePoint30X" fmla="*/ 388239 w 1195101"/>
                <a:gd name="GluePoint30Y" fmla="*/ 1075754 h 1204626"/>
                <a:gd name="GluePoint31X" fmla="*/ 379857 w 1195101"/>
                <a:gd name="GluePoint31Y" fmla="*/ 1034034 h 1204626"/>
                <a:gd name="GluePoint32X" fmla="*/ 372618 w 1195101"/>
                <a:gd name="GluePoint32Y" fmla="*/ 854297 h 1204626"/>
                <a:gd name="GluePoint33X" fmla="*/ 372618 w 1195101"/>
                <a:gd name="GluePoint33Y" fmla="*/ 653510 h 1204626"/>
                <a:gd name="GluePoint34X" fmla="*/ 479107 w 1195101"/>
                <a:gd name="GluePoint34Y" fmla="*/ 702469 h 1204626"/>
                <a:gd name="GluePoint35X" fmla="*/ 501110 w 1195101"/>
                <a:gd name="GluePoint35Y" fmla="*/ 728472 h 1204626"/>
                <a:gd name="GluePoint36X" fmla="*/ 797909 w 1195101"/>
                <a:gd name="GluePoint36Y" fmla="*/ 1096804 h 1204626"/>
                <a:gd name="GluePoint37X" fmla="*/ 885158 w 1195101"/>
                <a:gd name="GluePoint37Y" fmla="*/ 1204532 h 1204626"/>
                <a:gd name="GluePoint38X" fmla="*/ 1027366 w 1195101"/>
                <a:gd name="GluePoint38Y" fmla="*/ 1200436 h 1204626"/>
                <a:gd name="GluePoint39X" fmla="*/ 1195102 w 1195101"/>
                <a:gd name="GluePoint39Y" fmla="*/ 1204627 h 1204626"/>
                <a:gd name="GluePoint40X" fmla="*/ 1195102 w 1195101"/>
                <a:gd name="GluePoint40Y" fmla="*/ 1131094 h 1204626"/>
                <a:gd name="GluePoint41X" fmla="*/ 1186529 w 1195101"/>
                <a:gd name="GluePoint41Y" fmla="*/ 1129760 h 1204626"/>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 ang="0">
                  <a:pos x="GluePoint16X" y="GluePoint16Y"/>
                </a:cxn>
                <a:cxn ang="0">
                  <a:pos x="GluePoint17X" y="GluePoint17Y"/>
                </a:cxn>
                <a:cxn ang="0">
                  <a:pos x="GluePoint18X" y="GluePoint18Y"/>
                </a:cxn>
                <a:cxn ang="0">
                  <a:pos x="GluePoint19X" y="GluePoint19Y"/>
                </a:cxn>
                <a:cxn ang="0">
                  <a:pos x="GluePoint20X" y="GluePoint20Y"/>
                </a:cxn>
                <a:cxn ang="0">
                  <a:pos x="GluePoint21X" y="GluePoint21Y"/>
                </a:cxn>
                <a:cxn ang="0">
                  <a:pos x="GluePoint22X" y="GluePoint22Y"/>
                </a:cxn>
                <a:cxn ang="0">
                  <a:pos x="GluePoint23X" y="GluePoint23Y"/>
                </a:cxn>
                <a:cxn ang="0">
                  <a:pos x="GluePoint24X" y="GluePoint24Y"/>
                </a:cxn>
                <a:cxn ang="0">
                  <a:pos x="GluePoint25X" y="GluePoint25Y"/>
                </a:cxn>
                <a:cxn ang="0">
                  <a:pos x="GluePoint26X" y="GluePoint26Y"/>
                </a:cxn>
                <a:cxn ang="0">
                  <a:pos x="GluePoint27X" y="GluePoint27Y"/>
                </a:cxn>
                <a:cxn ang="0">
                  <a:pos x="GluePoint28X" y="GluePoint28Y"/>
                </a:cxn>
                <a:cxn ang="0">
                  <a:pos x="GluePoint29X" y="GluePoint29Y"/>
                </a:cxn>
                <a:cxn ang="0">
                  <a:pos x="GluePoint30X" y="GluePoint30Y"/>
                </a:cxn>
                <a:cxn ang="0">
                  <a:pos x="GluePoint31X" y="GluePoint31Y"/>
                </a:cxn>
                <a:cxn ang="0">
                  <a:pos x="GluePoint32X" y="GluePoint32Y"/>
                </a:cxn>
                <a:cxn ang="0">
                  <a:pos x="GluePoint33X" y="GluePoint33Y"/>
                </a:cxn>
                <a:cxn ang="0">
                  <a:pos x="GluePoint34X" y="GluePoint34Y"/>
                </a:cxn>
                <a:cxn ang="0">
                  <a:pos x="GluePoint35X" y="GluePoint35Y"/>
                </a:cxn>
                <a:cxn ang="0">
                  <a:pos x="GluePoint36X" y="GluePoint36Y"/>
                </a:cxn>
                <a:cxn ang="0">
                  <a:pos x="GluePoint37X" y="GluePoint37Y"/>
                </a:cxn>
                <a:cxn ang="0">
                  <a:pos x="GluePoint38X" y="GluePoint38Y"/>
                </a:cxn>
                <a:cxn ang="0">
                  <a:pos x="GluePoint39X" y="GluePoint39Y"/>
                </a:cxn>
                <a:cxn ang="0">
                  <a:pos x="GluePoint40X" y="GluePoint40Y"/>
                </a:cxn>
                <a:cxn ang="0">
                  <a:pos x="GluePoint41X" y="GluePoint41Y"/>
                </a:cxn>
              </a:cxnLst>
              <a:rect l="textAreaLeft" t="textAreaTop" r="textAreaRight" b="textAreaBottom"/>
              <a:pathLst>
                <a:path w="1195101" h="1204626">
                  <a:moveTo>
                    <a:pt x="372618" y="571786"/>
                  </a:moveTo>
                  <a:cubicBezTo>
                    <a:pt x="372618" y="571786"/>
                    <a:pt x="372618" y="136874"/>
                    <a:pt x="372523" y="134303"/>
                  </a:cubicBezTo>
                  <a:cubicBezTo>
                    <a:pt x="372237" y="116967"/>
                    <a:pt x="371761" y="93250"/>
                    <a:pt x="386239" y="86487"/>
                  </a:cubicBezTo>
                  <a:cubicBezTo>
                    <a:pt x="396240" y="82105"/>
                    <a:pt x="493014" y="85630"/>
                    <a:pt x="498348" y="85630"/>
                  </a:cubicBezTo>
                  <a:cubicBezTo>
                    <a:pt x="650938" y="85630"/>
                    <a:pt x="738473" y="174974"/>
                    <a:pt x="738473" y="330518"/>
                  </a:cubicBezTo>
                  <a:cubicBezTo>
                    <a:pt x="738473" y="443960"/>
                    <a:pt x="708374" y="509016"/>
                    <a:pt x="640747" y="541687"/>
                  </a:cubicBezTo>
                  <a:cubicBezTo>
                    <a:pt x="577691" y="571976"/>
                    <a:pt x="372618" y="571786"/>
                    <a:pt x="372618" y="571786"/>
                  </a:cubicBezTo>
                  <a:moveTo>
                    <a:pt x="1186529" y="1129760"/>
                  </a:moveTo>
                  <a:cubicBezTo>
                    <a:pt x="1100138" y="1116235"/>
                    <a:pt x="1074134" y="1106424"/>
                    <a:pt x="1017461" y="1040702"/>
                  </a:cubicBezTo>
                  <a:lnTo>
                    <a:pt x="661797" y="632460"/>
                  </a:lnTo>
                  <a:cubicBezTo>
                    <a:pt x="849059" y="608076"/>
                    <a:pt x="964597" y="484251"/>
                    <a:pt x="964597" y="305371"/>
                  </a:cubicBezTo>
                  <a:cubicBezTo>
                    <a:pt x="964597" y="188976"/>
                    <a:pt x="919544" y="105061"/>
                    <a:pt x="831056" y="55816"/>
                  </a:cubicBezTo>
                  <a:cubicBezTo>
                    <a:pt x="763619" y="18383"/>
                    <a:pt x="670084" y="190"/>
                    <a:pt x="544639" y="190"/>
                  </a:cubicBezTo>
                  <a:cubicBezTo>
                    <a:pt x="507206" y="1143"/>
                    <a:pt x="416909" y="4191"/>
                    <a:pt x="317468" y="4191"/>
                  </a:cubicBezTo>
                  <a:cubicBezTo>
                    <a:pt x="214313" y="4191"/>
                    <a:pt x="191" y="0"/>
                    <a:pt x="191" y="0"/>
                  </a:cubicBezTo>
                  <a:lnTo>
                    <a:pt x="191" y="74866"/>
                  </a:lnTo>
                  <a:lnTo>
                    <a:pt x="15050" y="74866"/>
                  </a:lnTo>
                  <a:cubicBezTo>
                    <a:pt x="71818" y="74486"/>
                    <a:pt x="135731" y="74771"/>
                    <a:pt x="152781" y="128683"/>
                  </a:cubicBezTo>
                  <a:cubicBezTo>
                    <a:pt x="168307" y="175355"/>
                    <a:pt x="168307" y="306896"/>
                    <a:pt x="168307" y="350139"/>
                  </a:cubicBezTo>
                  <a:lnTo>
                    <a:pt x="168307" y="841248"/>
                  </a:lnTo>
                  <a:cubicBezTo>
                    <a:pt x="168307" y="895445"/>
                    <a:pt x="168307" y="977837"/>
                    <a:pt x="161068" y="1034129"/>
                  </a:cubicBezTo>
                  <a:cubicBezTo>
                    <a:pt x="158972" y="1050798"/>
                    <a:pt x="156210" y="1065276"/>
                    <a:pt x="152686" y="1075944"/>
                  </a:cubicBezTo>
                  <a:cubicBezTo>
                    <a:pt x="135350" y="1129665"/>
                    <a:pt x="66104" y="1129665"/>
                    <a:pt x="10382" y="1129665"/>
                  </a:cubicBezTo>
                  <a:lnTo>
                    <a:pt x="0" y="1129665"/>
                  </a:lnTo>
                  <a:lnTo>
                    <a:pt x="0" y="1204532"/>
                  </a:lnTo>
                  <a:cubicBezTo>
                    <a:pt x="0" y="1204532"/>
                    <a:pt x="166783" y="1197102"/>
                    <a:pt x="278225" y="1197102"/>
                  </a:cubicBezTo>
                  <a:cubicBezTo>
                    <a:pt x="374047" y="1197102"/>
                    <a:pt x="540734" y="1204246"/>
                    <a:pt x="540734" y="1204532"/>
                  </a:cubicBezTo>
                  <a:lnTo>
                    <a:pt x="540734" y="1129665"/>
                  </a:lnTo>
                  <a:lnTo>
                    <a:pt x="525971" y="1129665"/>
                  </a:lnTo>
                  <a:cubicBezTo>
                    <a:pt x="470059" y="1129951"/>
                    <a:pt x="406813" y="1129760"/>
                    <a:pt x="388239" y="1075754"/>
                  </a:cubicBezTo>
                  <a:cubicBezTo>
                    <a:pt x="384620" y="1065086"/>
                    <a:pt x="381953" y="1050607"/>
                    <a:pt x="379857" y="1034034"/>
                  </a:cubicBezTo>
                  <a:cubicBezTo>
                    <a:pt x="372618" y="978122"/>
                    <a:pt x="372618" y="898017"/>
                    <a:pt x="372618" y="854297"/>
                  </a:cubicBezTo>
                  <a:lnTo>
                    <a:pt x="372618" y="653510"/>
                  </a:lnTo>
                  <a:cubicBezTo>
                    <a:pt x="439198" y="654082"/>
                    <a:pt x="444913" y="661035"/>
                    <a:pt x="479107" y="702469"/>
                  </a:cubicBezTo>
                  <a:cubicBezTo>
                    <a:pt x="485489" y="710089"/>
                    <a:pt x="492728" y="718756"/>
                    <a:pt x="501110" y="728472"/>
                  </a:cubicBezTo>
                  <a:lnTo>
                    <a:pt x="797909" y="1096804"/>
                  </a:lnTo>
                  <a:lnTo>
                    <a:pt x="885158" y="1204532"/>
                  </a:lnTo>
                  <a:cubicBezTo>
                    <a:pt x="885158" y="1204532"/>
                    <a:pt x="980885" y="1200436"/>
                    <a:pt x="1027366" y="1200436"/>
                  </a:cubicBezTo>
                  <a:cubicBezTo>
                    <a:pt x="1094994" y="1200436"/>
                    <a:pt x="1195102" y="1204627"/>
                    <a:pt x="1195102" y="1204627"/>
                  </a:cubicBezTo>
                  <a:lnTo>
                    <a:pt x="1195102" y="1131094"/>
                  </a:lnTo>
                  <a:lnTo>
                    <a:pt x="1186529" y="1129760"/>
                  </a:lnTo>
                  <a:close/>
                </a:path>
              </a:pathLst>
            </a:custGeom>
            <a:solidFill>
              <a:schemeClr val="bg1"/>
            </a:solidFill>
            <a:ln w="9525">
              <a:noFill/>
            </a:ln>
          </p:spPr>
          <p:style>
            <a:lnRef idx="0"/>
            <a:fillRef idx="0"/>
            <a:effectRef idx="0"/>
            <a:fontRef idx="minor"/>
          </p:style>
          <p:txBody>
            <a:bodyPr lIns="90000" tIns="45000" rIns="90000" bIns="45000" anchor="ctr">
              <a:noAutofit/>
            </a:bodyPr>
            <a:p>
              <a:endParaRPr lang="en-US" sz="1800" b="0" u="none" strike="noStrike">
                <a:solidFill>
                  <a:schemeClr val="dk1"/>
                </a:solidFill>
                <a:effectLst/>
                <a:uFillTx/>
                <a:latin typeface="Arial"/>
              </a:endParaRPr>
            </a:p>
          </p:txBody>
        </p:sp>
      </p:grpSp>
      <p:sp>
        <p:nvSpPr>
          <p:cNvPr id="240" name="Text Placeholder 14"/>
          <p:cNvSpPr/>
          <p:nvPr/>
        </p:nvSpPr>
        <p:spPr>
          <a:xfrm>
            <a:off x="386640" y="3434040"/>
            <a:ext cx="2464560" cy="953280"/>
          </a:xfrm>
          <a:prstGeom prst="rect">
            <a:avLst/>
          </a:prstGeom>
          <a:noFill/>
          <a:ln w="0">
            <a:noFill/>
          </a:ln>
        </p:spPr>
        <p:style>
          <a:lnRef idx="0"/>
          <a:fillRef idx="0"/>
          <a:effectRef idx="0"/>
          <a:fontRef idx="minor"/>
        </p:style>
        <p:txBody>
          <a:bodyPr lIns="90000" tIns="45000" rIns="90000" bIns="45000" anchor="t">
            <a:noAutofit/>
          </a:bodyPr>
          <a:p>
            <a:endParaRPr lang="en-US" sz="2000" b="1" u="none" strike="noStrike">
              <a:solidFill>
                <a:srgbClr val="E56B2A"/>
              </a:solidFill>
              <a:effectLst/>
              <a:uFillTx/>
              <a:latin typeface="Arial"/>
            </a:endParaRPr>
          </a:p>
        </p:txBody>
      </p:sp>
      <p:sp>
        <p:nvSpPr>
          <p:cNvPr id="241" name="Rectangle 1"/>
          <p:cNvSpPr/>
          <p:nvPr/>
        </p:nvSpPr>
        <p:spPr>
          <a:xfrm>
            <a:off x="0" y="0"/>
            <a:ext cx="12190680" cy="685656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p>
            <a:endParaRPr lang="en-US" sz="1800" b="0" u="none" strike="noStrike">
              <a:solidFill>
                <a:schemeClr val="lt1"/>
              </a:solidFill>
              <a:effectLst/>
              <a:uFillTx/>
              <a:latin typeface="Arial"/>
            </a:endParaRPr>
          </a:p>
        </p:txBody>
      </p:sp>
      <p:sp>
        <p:nvSpPr>
          <p:cNvPr id="242" name="Rectangle 3"/>
          <p:cNvSpPr/>
          <p:nvPr/>
        </p:nvSpPr>
        <p:spPr>
          <a:xfrm>
            <a:off x="-12960" y="6218280"/>
            <a:ext cx="12203640" cy="638280"/>
          </a:xfrm>
          <a:prstGeom prst="rect">
            <a:avLst/>
          </a:prstGeom>
          <a:solidFill>
            <a:srgbClr val="F86901"/>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p>
            <a:endParaRPr lang="en-US" sz="1800" b="0" u="none" strike="noStrike">
              <a:solidFill>
                <a:schemeClr val="lt1"/>
              </a:solidFill>
              <a:effectLst/>
              <a:uFillTx/>
              <a:latin typeface="Arial"/>
            </a:endParaRPr>
          </a:p>
        </p:txBody>
      </p:sp>
      <p:sp>
        <p:nvSpPr>
          <p:cNvPr id="243" name="TextBox 4"/>
          <p:cNvSpPr/>
          <p:nvPr/>
        </p:nvSpPr>
        <p:spPr>
          <a:xfrm>
            <a:off x="11689200" y="6487920"/>
            <a:ext cx="476280" cy="238680"/>
          </a:xfrm>
          <a:prstGeom prst="rect">
            <a:avLst/>
          </a:prstGeom>
          <a:noFill/>
          <a:ln w="0">
            <a:noFill/>
          </a:ln>
        </p:spPr>
        <p:style>
          <a:lnRef idx="0"/>
          <a:fillRef idx="0"/>
          <a:effectRef idx="0"/>
          <a:fontRef idx="minor"/>
        </p:style>
        <p:txBody>
          <a:bodyPr lIns="90000" tIns="45000" rIns="90000" bIns="45000" anchor="t">
            <a:spAutoFit/>
          </a:bodyPr>
          <a:p>
            <a:pPr defTabSz="914400">
              <a:lnSpc>
                <a:spcPct val="80000"/>
              </a:lnSpc>
            </a:pPr>
            <a:r>
              <a:rPr lang="en-US" sz="1200" b="0" u="none" strike="noStrike">
                <a:solidFill>
                  <a:schemeClr val="lt1"/>
                </a:solidFill>
                <a:effectLst/>
                <a:uFillTx/>
                <a:latin typeface="Georgia"/>
              </a:rPr>
              <a:t> </a:t>
            </a:r>
            <a:fld id="{47082D1B-1E1F-4CAB-AD5E-82FDB3EDA4FB}" type="slidenum">
              <a:rPr lang="en-US" sz="1130" b="0" u="none" strike="noStrike">
                <a:solidFill>
                  <a:schemeClr val="lt1"/>
                </a:solidFill>
                <a:effectLst/>
                <a:uFillTx/>
                <a:latin typeface="Arial"/>
              </a:rPr>
              <a:t>&lt;number&gt;</a:t>
            </a:fld>
            <a:endParaRPr lang="en-US" sz="1130" b="0" u="none" strike="noStrike">
              <a:solidFill>
                <a:srgbClr val="000000"/>
              </a:solidFill>
              <a:effectLst/>
              <a:uFillTx/>
              <a:latin typeface="Arial"/>
            </a:endParaRPr>
          </a:p>
        </p:txBody>
      </p:sp>
      <p:pic>
        <p:nvPicPr>
          <p:cNvPr id="244" name="Graphic 5"/>
          <p:cNvPicPr/>
          <p:nvPr/>
        </p:nvPicPr>
        <p:blipFill>
          <a:blip r:embed="rId4">
            <a:extLst>
              <a:ext uri="{96DAC541-7B7A-43D3-8B79-37D633B846F1}">
                <asvg:svgBlip xmlns:asvg="http://schemas.microsoft.com/office/drawing/2016/SVG/main" r:embed="rId5"/>
              </a:ext>
            </a:extLst>
          </a:blip>
          <a:stretch/>
        </p:blipFill>
        <p:spPr>
          <a:xfrm>
            <a:off x="9069840" y="6459120"/>
            <a:ext cx="2699280" cy="238680"/>
          </a:xfrm>
          <a:prstGeom prst="rect">
            <a:avLst/>
          </a:prstGeom>
          <a:noFill/>
          <a:ln w="0">
            <a:noFill/>
          </a:ln>
        </p:spPr>
      </p:pic>
      <p:grpSp>
        <p:nvGrpSpPr>
          <p:cNvPr id="245" name="Graphic 22"/>
          <p:cNvGrpSpPr/>
          <p:nvPr/>
        </p:nvGrpSpPr>
        <p:grpSpPr>
          <a:xfrm>
            <a:off x="201960" y="6414120"/>
            <a:ext cx="797760" cy="300600"/>
            <a:chOff x="201960" y="6414120"/>
            <a:chExt cx="797760" cy="300600"/>
          </a:xfrm>
        </p:grpSpPr>
        <p:sp>
          <p:nvSpPr>
            <p:cNvPr id="246" name="Freeform 7"/>
            <p:cNvSpPr/>
            <p:nvPr/>
          </p:nvSpPr>
          <p:spPr>
            <a:xfrm>
              <a:off x="540720" y="6414120"/>
              <a:ext cx="135720" cy="300240"/>
            </a:xfrm>
            <a:custGeom>
              <a:avLst/>
              <a:gdLst>
                <a:gd name="textAreaLeft" fmla="*/ 0 w 135720"/>
                <a:gd name="textAreaRight" fmla="*/ 137160 w 135720"/>
                <a:gd name="textAreaTop" fmla="*/ 0 h 300240"/>
                <a:gd name="textAreaBottom" fmla="*/ 301680 h 300240"/>
                <a:gd name="GluePoint1X" fmla="*/ 393478 w 547877"/>
                <a:gd name="GluePoint1Y" fmla="*/ 129064 h 1204531"/>
                <a:gd name="GluePoint2X" fmla="*/ 537686 w 547877"/>
                <a:gd name="GluePoint2Y" fmla="*/ 74771 h 1204531"/>
                <a:gd name="GluePoint3X" fmla="*/ 547878 w 547877"/>
                <a:gd name="GluePoint3Y" fmla="*/ 74771 h 1204531"/>
                <a:gd name="GluePoint4X" fmla="*/ 547878 w 547877"/>
                <a:gd name="GluePoint4Y" fmla="*/ 0 h 1204531"/>
                <a:gd name="GluePoint5X" fmla="*/ 267938 w 547877"/>
                <a:gd name="GluePoint5Y" fmla="*/ 4667 h 1204531"/>
                <a:gd name="GluePoint6X" fmla="*/ 0 w 547877"/>
                <a:gd name="GluePoint6Y" fmla="*/ 0 h 1204531"/>
                <a:gd name="GluePoint7X" fmla="*/ 0 w 547877"/>
                <a:gd name="GluePoint7Y" fmla="*/ 74771 h 1204531"/>
                <a:gd name="GluePoint8X" fmla="*/ 10192 w 547877"/>
                <a:gd name="GluePoint8Y" fmla="*/ 74771 h 1204531"/>
                <a:gd name="GluePoint9X" fmla="*/ 154400 w 547877"/>
                <a:gd name="GluePoint9Y" fmla="*/ 128968 h 1204531"/>
                <a:gd name="GluePoint10X" fmla="*/ 171640 w 547877"/>
                <a:gd name="GluePoint10Y" fmla="*/ 363188 h 1204531"/>
                <a:gd name="GluePoint11X" fmla="*/ 171640 w 547877"/>
                <a:gd name="GluePoint11Y" fmla="*/ 841153 h 1204531"/>
                <a:gd name="GluePoint12X" fmla="*/ 154496 w 547877"/>
                <a:gd name="GluePoint12Y" fmla="*/ 1075373 h 1204531"/>
                <a:gd name="GluePoint13X" fmla="*/ 10192 w 547877"/>
                <a:gd name="GluePoint13Y" fmla="*/ 1129569 h 1204531"/>
                <a:gd name="GluePoint14X" fmla="*/ 0 w 547877"/>
                <a:gd name="GluePoint14Y" fmla="*/ 1129569 h 1204531"/>
                <a:gd name="GluePoint15X" fmla="*/ 0 w 547877"/>
                <a:gd name="GluePoint15Y" fmla="*/ 1204531 h 1204531"/>
                <a:gd name="GluePoint16X" fmla="*/ 268224 w 547877"/>
                <a:gd name="GluePoint16Y" fmla="*/ 1197102 h 1204531"/>
                <a:gd name="GluePoint17X" fmla="*/ 547878 w 547877"/>
                <a:gd name="GluePoint17Y" fmla="*/ 1204531 h 1204531"/>
                <a:gd name="GluePoint18X" fmla="*/ 547878 w 547877"/>
                <a:gd name="GluePoint18Y" fmla="*/ 1129569 h 1204531"/>
                <a:gd name="GluePoint19X" fmla="*/ 537686 w 547877"/>
                <a:gd name="GluePoint19Y" fmla="*/ 1129569 h 1204531"/>
                <a:gd name="GluePoint20X" fmla="*/ 393478 w 547877"/>
                <a:gd name="GluePoint20Y" fmla="*/ 1075468 h 1204531"/>
                <a:gd name="GluePoint21X" fmla="*/ 376333 w 547877"/>
                <a:gd name="GluePoint21Y" fmla="*/ 841153 h 1204531"/>
                <a:gd name="GluePoint22X" fmla="*/ 376333 w 547877"/>
                <a:gd name="GluePoint22Y" fmla="*/ 363188 h 1204531"/>
                <a:gd name="GluePoint23X" fmla="*/ 393478 w 547877"/>
                <a:gd name="GluePoint23Y" fmla="*/ 129064 h 1204531"/>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 ang="0">
                  <a:pos x="GluePoint16X" y="GluePoint16Y"/>
                </a:cxn>
                <a:cxn ang="0">
                  <a:pos x="GluePoint17X" y="GluePoint17Y"/>
                </a:cxn>
                <a:cxn ang="0">
                  <a:pos x="GluePoint18X" y="GluePoint18Y"/>
                </a:cxn>
                <a:cxn ang="0">
                  <a:pos x="GluePoint19X" y="GluePoint19Y"/>
                </a:cxn>
                <a:cxn ang="0">
                  <a:pos x="GluePoint20X" y="GluePoint20Y"/>
                </a:cxn>
                <a:cxn ang="0">
                  <a:pos x="GluePoint21X" y="GluePoint21Y"/>
                </a:cxn>
                <a:cxn ang="0">
                  <a:pos x="GluePoint22X" y="GluePoint22Y"/>
                </a:cxn>
                <a:cxn ang="0">
                  <a:pos x="GluePoint23X" y="GluePoint23Y"/>
                </a:cxn>
              </a:cxnLst>
              <a:rect l="textAreaLeft" t="textAreaTop" r="textAreaRight" b="textAreaBottom"/>
              <a:pathLst>
                <a:path w="547877" h="1204531">
                  <a:moveTo>
                    <a:pt x="393478" y="129064"/>
                  </a:moveTo>
                  <a:cubicBezTo>
                    <a:pt x="414242" y="74771"/>
                    <a:pt x="482727" y="74771"/>
                    <a:pt x="537686" y="74771"/>
                  </a:cubicBezTo>
                  <a:lnTo>
                    <a:pt x="547878" y="74771"/>
                  </a:lnTo>
                  <a:lnTo>
                    <a:pt x="547878" y="0"/>
                  </a:lnTo>
                  <a:cubicBezTo>
                    <a:pt x="547878" y="0"/>
                    <a:pt x="333565" y="4667"/>
                    <a:pt x="267938" y="4667"/>
                  </a:cubicBezTo>
                  <a:cubicBezTo>
                    <a:pt x="200406" y="4667"/>
                    <a:pt x="0" y="0"/>
                    <a:pt x="0" y="0"/>
                  </a:cubicBezTo>
                  <a:lnTo>
                    <a:pt x="0" y="74771"/>
                  </a:lnTo>
                  <a:lnTo>
                    <a:pt x="10192" y="74771"/>
                  </a:lnTo>
                  <a:cubicBezTo>
                    <a:pt x="65246" y="74771"/>
                    <a:pt x="133731" y="74771"/>
                    <a:pt x="154400" y="128968"/>
                  </a:cubicBezTo>
                  <a:cubicBezTo>
                    <a:pt x="171640" y="175450"/>
                    <a:pt x="171640" y="307086"/>
                    <a:pt x="171640" y="363188"/>
                  </a:cubicBezTo>
                  <a:lnTo>
                    <a:pt x="171640" y="841153"/>
                  </a:lnTo>
                  <a:cubicBezTo>
                    <a:pt x="171640" y="897350"/>
                    <a:pt x="171640" y="1028890"/>
                    <a:pt x="154496" y="1075373"/>
                  </a:cubicBezTo>
                  <a:cubicBezTo>
                    <a:pt x="133731" y="1129569"/>
                    <a:pt x="65246" y="1129569"/>
                    <a:pt x="10192" y="1129569"/>
                  </a:cubicBezTo>
                  <a:lnTo>
                    <a:pt x="0" y="1129569"/>
                  </a:lnTo>
                  <a:lnTo>
                    <a:pt x="0" y="1204531"/>
                  </a:lnTo>
                  <a:cubicBezTo>
                    <a:pt x="0" y="1204341"/>
                    <a:pt x="173260" y="1197102"/>
                    <a:pt x="268224" y="1197102"/>
                  </a:cubicBezTo>
                  <a:cubicBezTo>
                    <a:pt x="377476" y="1197102"/>
                    <a:pt x="547878" y="1204531"/>
                    <a:pt x="547878" y="1204531"/>
                  </a:cubicBezTo>
                  <a:lnTo>
                    <a:pt x="547878" y="1129569"/>
                  </a:lnTo>
                  <a:lnTo>
                    <a:pt x="537686" y="1129569"/>
                  </a:lnTo>
                  <a:cubicBezTo>
                    <a:pt x="482727" y="1129569"/>
                    <a:pt x="414242" y="1129569"/>
                    <a:pt x="393478" y="1075468"/>
                  </a:cubicBezTo>
                  <a:cubicBezTo>
                    <a:pt x="376333" y="1028890"/>
                    <a:pt x="376333" y="897350"/>
                    <a:pt x="376333" y="841153"/>
                  </a:cubicBezTo>
                  <a:lnTo>
                    <a:pt x="376333" y="363188"/>
                  </a:lnTo>
                  <a:cubicBezTo>
                    <a:pt x="376333" y="307086"/>
                    <a:pt x="376333" y="175450"/>
                    <a:pt x="393478" y="129064"/>
                  </a:cubicBezTo>
                </a:path>
              </a:pathLst>
            </a:custGeom>
            <a:solidFill>
              <a:schemeClr val="bg1"/>
            </a:solidFill>
            <a:ln w="9525">
              <a:noFill/>
            </a:ln>
          </p:spPr>
          <p:style>
            <a:lnRef idx="0"/>
            <a:fillRef idx="0"/>
            <a:effectRef idx="0"/>
            <a:fontRef idx="minor"/>
          </p:style>
          <p:txBody>
            <a:bodyPr lIns="68040" tIns="45000" rIns="68040" bIns="45000" anchor="ctr">
              <a:noAutofit/>
            </a:bodyPr>
            <a:p>
              <a:endParaRPr lang="en-US" sz="1800" b="0" u="none" strike="noStrike">
                <a:solidFill>
                  <a:schemeClr val="dk1"/>
                </a:solidFill>
                <a:effectLst/>
                <a:uFillTx/>
                <a:latin typeface="Arial"/>
              </a:endParaRPr>
            </a:p>
          </p:txBody>
        </p:sp>
        <p:sp>
          <p:nvSpPr>
            <p:cNvPr id="247" name="Freeform 8"/>
            <p:cNvSpPr/>
            <p:nvPr/>
          </p:nvSpPr>
          <p:spPr>
            <a:xfrm>
              <a:off x="718920" y="6414480"/>
              <a:ext cx="280800" cy="300240"/>
            </a:xfrm>
            <a:custGeom>
              <a:avLst/>
              <a:gdLst>
                <a:gd name="textAreaLeft" fmla="*/ 0 w 280800"/>
                <a:gd name="textAreaRight" fmla="*/ 282240 w 280800"/>
                <a:gd name="textAreaTop" fmla="*/ 0 h 300240"/>
                <a:gd name="textAreaBottom" fmla="*/ 301680 h 300240"/>
                <a:gd name="GluePoint1X" fmla="*/ 0 w 1126902"/>
                <a:gd name="GluePoint1Y" fmla="*/ 0 h 1204245"/>
                <a:gd name="GluePoint2X" fmla="*/ 0 w 1126902"/>
                <a:gd name="GluePoint2Y" fmla="*/ 312420 h 1204245"/>
                <a:gd name="GluePoint3X" fmla="*/ 74295 w 1126902"/>
                <a:gd name="GluePoint3Y" fmla="*/ 312420 h 1204245"/>
                <a:gd name="GluePoint4X" fmla="*/ 74581 w 1126902"/>
                <a:gd name="GluePoint4Y" fmla="*/ 302609 h 1204245"/>
                <a:gd name="GluePoint5X" fmla="*/ 334328 w 1126902"/>
                <a:gd name="GluePoint5Y" fmla="*/ 90773 h 1204245"/>
                <a:gd name="GluePoint6X" fmla="*/ 352330 w 1126902"/>
                <a:gd name="GluePoint6Y" fmla="*/ 90678 h 1204245"/>
                <a:gd name="GluePoint7X" fmla="*/ 453200 w 1126902"/>
                <a:gd name="GluePoint7Y" fmla="*/ 106204 h 1204245"/>
                <a:gd name="GluePoint8X" fmla="*/ 461201 w 1126902"/>
                <a:gd name="GluePoint8Y" fmla="*/ 128873 h 1204245"/>
                <a:gd name="GluePoint9X" fmla="*/ 461201 w 1126902"/>
                <a:gd name="GluePoint9Y" fmla="*/ 950119 h 1204245"/>
                <a:gd name="GluePoint10X" fmla="*/ 272510 w 1126902"/>
                <a:gd name="GluePoint10Y" fmla="*/ 1129475 h 1204245"/>
                <a:gd name="GluePoint11X" fmla="*/ 262700 w 1126902"/>
                <a:gd name="GluePoint11Y" fmla="*/ 1129856 h 1204245"/>
                <a:gd name="GluePoint12X" fmla="*/ 262700 w 1126902"/>
                <a:gd name="GluePoint12Y" fmla="*/ 1204246 h 1204245"/>
                <a:gd name="GluePoint13X" fmla="*/ 578548 w 1126902"/>
                <a:gd name="GluePoint13Y" fmla="*/ 1196911 h 1204245"/>
                <a:gd name="GluePoint14X" fmla="*/ 864203 w 1126902"/>
                <a:gd name="GluePoint14Y" fmla="*/ 1204246 h 1204245"/>
                <a:gd name="GluePoint15X" fmla="*/ 864203 w 1126902"/>
                <a:gd name="GluePoint15Y" fmla="*/ 1129856 h 1204245"/>
                <a:gd name="GluePoint16X" fmla="*/ 854393 w 1126902"/>
                <a:gd name="GluePoint16Y" fmla="*/ 1129475 h 1204245"/>
                <a:gd name="GluePoint17X" fmla="*/ 665702 w 1126902"/>
                <a:gd name="GluePoint17Y" fmla="*/ 950119 h 1204245"/>
                <a:gd name="GluePoint18X" fmla="*/ 665702 w 1126902"/>
                <a:gd name="GluePoint18Y" fmla="*/ 128873 h 1204245"/>
                <a:gd name="GluePoint19X" fmla="*/ 673608 w 1126902"/>
                <a:gd name="GluePoint19Y" fmla="*/ 108490 h 1204245"/>
                <a:gd name="GluePoint20X" fmla="*/ 791718 w 1126902"/>
                <a:gd name="GluePoint20Y" fmla="*/ 90488 h 1204245"/>
                <a:gd name="GluePoint21X" fmla="*/ 815912 w 1126902"/>
                <a:gd name="GluePoint21Y" fmla="*/ 90773 h 1204245"/>
                <a:gd name="GluePoint22X" fmla="*/ 1052513 w 1126902"/>
                <a:gd name="GluePoint22Y" fmla="*/ 302895 h 1204245"/>
                <a:gd name="GluePoint23X" fmla="*/ 1053084 w 1126902"/>
                <a:gd name="GluePoint23Y" fmla="*/ 312420 h 1204245"/>
                <a:gd name="GluePoint24X" fmla="*/ 1126903 w 1126902"/>
                <a:gd name="GluePoint24Y" fmla="*/ 312420 h 1204245"/>
                <a:gd name="GluePoint25X" fmla="*/ 1126903 w 1126902"/>
                <a:gd name="GluePoint25Y" fmla="*/ 0 h 1204245"/>
                <a:gd name="GluePoint26X" fmla="*/ 563404 w 1126902"/>
                <a:gd name="GluePoint26Y" fmla="*/ 2857 h 1204245"/>
                <a:gd name="GluePoint27X" fmla="*/ 0 w 1126902"/>
                <a:gd name="GluePoint27Y" fmla="*/ 0 h 1204245"/>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 ang="0">
                  <a:pos x="GluePoint16X" y="GluePoint16Y"/>
                </a:cxn>
                <a:cxn ang="0">
                  <a:pos x="GluePoint17X" y="GluePoint17Y"/>
                </a:cxn>
                <a:cxn ang="0">
                  <a:pos x="GluePoint18X" y="GluePoint18Y"/>
                </a:cxn>
                <a:cxn ang="0">
                  <a:pos x="GluePoint19X" y="GluePoint19Y"/>
                </a:cxn>
                <a:cxn ang="0">
                  <a:pos x="GluePoint20X" y="GluePoint20Y"/>
                </a:cxn>
                <a:cxn ang="0">
                  <a:pos x="GluePoint21X" y="GluePoint21Y"/>
                </a:cxn>
                <a:cxn ang="0">
                  <a:pos x="GluePoint22X" y="GluePoint22Y"/>
                </a:cxn>
                <a:cxn ang="0">
                  <a:pos x="GluePoint23X" y="GluePoint23Y"/>
                </a:cxn>
                <a:cxn ang="0">
                  <a:pos x="GluePoint24X" y="GluePoint24Y"/>
                </a:cxn>
                <a:cxn ang="0">
                  <a:pos x="GluePoint25X" y="GluePoint25Y"/>
                </a:cxn>
                <a:cxn ang="0">
                  <a:pos x="GluePoint26X" y="GluePoint26Y"/>
                </a:cxn>
                <a:cxn ang="0">
                  <a:pos x="GluePoint27X" y="GluePoint27Y"/>
                </a:cxn>
              </a:cxnLst>
              <a:rect l="textAreaLeft" t="textAreaTop" r="textAreaRight" b="textAreaBottom"/>
              <a:pathLst>
                <a:path w="1126902" h="1204245">
                  <a:moveTo>
                    <a:pt x="0" y="0"/>
                  </a:moveTo>
                  <a:lnTo>
                    <a:pt x="0" y="312420"/>
                  </a:lnTo>
                  <a:lnTo>
                    <a:pt x="74295" y="312420"/>
                  </a:lnTo>
                  <a:lnTo>
                    <a:pt x="74581" y="302609"/>
                  </a:lnTo>
                  <a:cubicBezTo>
                    <a:pt x="81344" y="99346"/>
                    <a:pt x="159163" y="90773"/>
                    <a:pt x="334328" y="90773"/>
                  </a:cubicBezTo>
                  <a:cubicBezTo>
                    <a:pt x="340328" y="90773"/>
                    <a:pt x="346424" y="90773"/>
                    <a:pt x="352330" y="90678"/>
                  </a:cubicBezTo>
                  <a:cubicBezTo>
                    <a:pt x="395859" y="90392"/>
                    <a:pt x="437007" y="90106"/>
                    <a:pt x="453200" y="106204"/>
                  </a:cubicBezTo>
                  <a:cubicBezTo>
                    <a:pt x="458629" y="111538"/>
                    <a:pt x="461201" y="118967"/>
                    <a:pt x="461201" y="128873"/>
                  </a:cubicBezTo>
                  <a:lnTo>
                    <a:pt x="461201" y="950119"/>
                  </a:lnTo>
                  <a:cubicBezTo>
                    <a:pt x="461201" y="1072039"/>
                    <a:pt x="444151" y="1122426"/>
                    <a:pt x="272510" y="1129475"/>
                  </a:cubicBezTo>
                  <a:lnTo>
                    <a:pt x="262700" y="1129856"/>
                  </a:lnTo>
                  <a:lnTo>
                    <a:pt x="262700" y="1204246"/>
                  </a:lnTo>
                  <a:cubicBezTo>
                    <a:pt x="262700" y="1204246"/>
                    <a:pt x="462725" y="1196911"/>
                    <a:pt x="578548" y="1196911"/>
                  </a:cubicBezTo>
                  <a:cubicBezTo>
                    <a:pt x="666941" y="1196911"/>
                    <a:pt x="864203" y="1204246"/>
                    <a:pt x="864203" y="1204246"/>
                  </a:cubicBezTo>
                  <a:lnTo>
                    <a:pt x="864203" y="1129856"/>
                  </a:lnTo>
                  <a:lnTo>
                    <a:pt x="854393" y="1129475"/>
                  </a:lnTo>
                  <a:cubicBezTo>
                    <a:pt x="682752" y="1122426"/>
                    <a:pt x="665702" y="1072039"/>
                    <a:pt x="665702" y="950119"/>
                  </a:cubicBezTo>
                  <a:lnTo>
                    <a:pt x="665702" y="128873"/>
                  </a:lnTo>
                  <a:cubicBezTo>
                    <a:pt x="665702" y="120396"/>
                    <a:pt x="668369" y="113729"/>
                    <a:pt x="673608" y="108490"/>
                  </a:cubicBezTo>
                  <a:cubicBezTo>
                    <a:pt x="693420" y="89059"/>
                    <a:pt x="747903" y="89821"/>
                    <a:pt x="791718" y="90488"/>
                  </a:cubicBezTo>
                  <a:cubicBezTo>
                    <a:pt x="800005" y="90583"/>
                    <a:pt x="808196" y="90773"/>
                    <a:pt x="815912" y="90773"/>
                  </a:cubicBezTo>
                  <a:cubicBezTo>
                    <a:pt x="987267" y="90773"/>
                    <a:pt x="1042511" y="140303"/>
                    <a:pt x="1052513" y="302895"/>
                  </a:cubicBezTo>
                  <a:lnTo>
                    <a:pt x="1053084" y="312420"/>
                  </a:lnTo>
                  <a:lnTo>
                    <a:pt x="1126903" y="312420"/>
                  </a:lnTo>
                  <a:lnTo>
                    <a:pt x="1126903" y="0"/>
                  </a:lnTo>
                  <a:cubicBezTo>
                    <a:pt x="1126903" y="0"/>
                    <a:pt x="694468" y="2857"/>
                    <a:pt x="563404" y="2857"/>
                  </a:cubicBezTo>
                  <a:cubicBezTo>
                    <a:pt x="432340" y="2857"/>
                    <a:pt x="0" y="0"/>
                    <a:pt x="0" y="0"/>
                  </a:cubicBezTo>
                </a:path>
              </a:pathLst>
            </a:custGeom>
            <a:solidFill>
              <a:schemeClr val="bg1"/>
            </a:solidFill>
            <a:ln w="9525">
              <a:noFill/>
            </a:ln>
          </p:spPr>
          <p:style>
            <a:lnRef idx="0"/>
            <a:fillRef idx="0"/>
            <a:effectRef idx="0"/>
            <a:fontRef idx="minor"/>
          </p:style>
          <p:txBody>
            <a:bodyPr lIns="90000" tIns="45000" rIns="90000" bIns="45000" anchor="ctr">
              <a:noAutofit/>
            </a:bodyPr>
            <a:p>
              <a:endParaRPr lang="en-US" sz="1800" b="0" u="none" strike="noStrike">
                <a:solidFill>
                  <a:schemeClr val="dk1"/>
                </a:solidFill>
                <a:effectLst/>
                <a:uFillTx/>
                <a:latin typeface="Arial"/>
              </a:endParaRPr>
            </a:p>
          </p:txBody>
        </p:sp>
        <p:sp>
          <p:nvSpPr>
            <p:cNvPr id="248" name="Freeform 11"/>
            <p:cNvSpPr/>
            <p:nvPr/>
          </p:nvSpPr>
          <p:spPr>
            <a:xfrm>
              <a:off x="201960" y="6414120"/>
              <a:ext cx="297720" cy="300240"/>
            </a:xfrm>
            <a:custGeom>
              <a:avLst/>
              <a:gdLst>
                <a:gd name="textAreaLeft" fmla="*/ 0 w 297720"/>
                <a:gd name="textAreaRight" fmla="*/ 299160 w 297720"/>
                <a:gd name="textAreaTop" fmla="*/ 0 h 300240"/>
                <a:gd name="textAreaBottom" fmla="*/ 301680 h 300240"/>
                <a:gd name="GluePoint1X" fmla="*/ 372618 w 1195101"/>
                <a:gd name="GluePoint1Y" fmla="*/ 571786 h 1204626"/>
                <a:gd name="GluePoint2X" fmla="*/ 372523 w 1195101"/>
                <a:gd name="GluePoint2Y" fmla="*/ 134303 h 1204626"/>
                <a:gd name="GluePoint3X" fmla="*/ 386239 w 1195101"/>
                <a:gd name="GluePoint3Y" fmla="*/ 86487 h 1204626"/>
                <a:gd name="GluePoint4X" fmla="*/ 498348 w 1195101"/>
                <a:gd name="GluePoint4Y" fmla="*/ 85630 h 1204626"/>
                <a:gd name="GluePoint5X" fmla="*/ 738473 w 1195101"/>
                <a:gd name="GluePoint5Y" fmla="*/ 330518 h 1204626"/>
                <a:gd name="GluePoint6X" fmla="*/ 640747 w 1195101"/>
                <a:gd name="GluePoint6Y" fmla="*/ 541687 h 1204626"/>
                <a:gd name="GluePoint7X" fmla="*/ 372618 w 1195101"/>
                <a:gd name="GluePoint7Y" fmla="*/ 571786 h 1204626"/>
                <a:gd name="GluePoint8X" fmla="*/ 1186529 w 1195101"/>
                <a:gd name="GluePoint8Y" fmla="*/ 1129760 h 1204626"/>
                <a:gd name="GluePoint9X" fmla="*/ 1017461 w 1195101"/>
                <a:gd name="GluePoint9Y" fmla="*/ 1040702 h 1204626"/>
                <a:gd name="GluePoint10X" fmla="*/ 661797 w 1195101"/>
                <a:gd name="GluePoint10Y" fmla="*/ 632460 h 1204626"/>
                <a:gd name="GluePoint11X" fmla="*/ 964597 w 1195101"/>
                <a:gd name="GluePoint11Y" fmla="*/ 305371 h 1204626"/>
                <a:gd name="GluePoint12X" fmla="*/ 831056 w 1195101"/>
                <a:gd name="GluePoint12Y" fmla="*/ 55816 h 1204626"/>
                <a:gd name="GluePoint13X" fmla="*/ 544639 w 1195101"/>
                <a:gd name="GluePoint13Y" fmla="*/ 190 h 1204626"/>
                <a:gd name="GluePoint14X" fmla="*/ 317468 w 1195101"/>
                <a:gd name="GluePoint14Y" fmla="*/ 4191 h 1204626"/>
                <a:gd name="GluePoint15X" fmla="*/ 191 w 1195101"/>
                <a:gd name="GluePoint15Y" fmla="*/ 0 h 1204626"/>
                <a:gd name="GluePoint16X" fmla="*/ 191 w 1195101"/>
                <a:gd name="GluePoint16Y" fmla="*/ 74866 h 1204626"/>
                <a:gd name="GluePoint17X" fmla="*/ 15050 w 1195101"/>
                <a:gd name="GluePoint17Y" fmla="*/ 74866 h 1204626"/>
                <a:gd name="GluePoint18X" fmla="*/ 152781 w 1195101"/>
                <a:gd name="GluePoint18Y" fmla="*/ 128683 h 1204626"/>
                <a:gd name="GluePoint19X" fmla="*/ 168307 w 1195101"/>
                <a:gd name="GluePoint19Y" fmla="*/ 350139 h 1204626"/>
                <a:gd name="GluePoint20X" fmla="*/ 168307 w 1195101"/>
                <a:gd name="GluePoint20Y" fmla="*/ 841248 h 1204626"/>
                <a:gd name="GluePoint21X" fmla="*/ 161068 w 1195101"/>
                <a:gd name="GluePoint21Y" fmla="*/ 1034129 h 1204626"/>
                <a:gd name="GluePoint22X" fmla="*/ 152686 w 1195101"/>
                <a:gd name="GluePoint22Y" fmla="*/ 1075944 h 1204626"/>
                <a:gd name="GluePoint23X" fmla="*/ 10382 w 1195101"/>
                <a:gd name="GluePoint23Y" fmla="*/ 1129665 h 1204626"/>
                <a:gd name="GluePoint24X" fmla="*/ 0 w 1195101"/>
                <a:gd name="GluePoint24Y" fmla="*/ 1129665 h 1204626"/>
                <a:gd name="GluePoint25X" fmla="*/ 0 w 1195101"/>
                <a:gd name="GluePoint25Y" fmla="*/ 1204532 h 1204626"/>
                <a:gd name="GluePoint26X" fmla="*/ 278225 w 1195101"/>
                <a:gd name="GluePoint26Y" fmla="*/ 1197102 h 1204626"/>
                <a:gd name="GluePoint27X" fmla="*/ 540734 w 1195101"/>
                <a:gd name="GluePoint27Y" fmla="*/ 1204532 h 1204626"/>
                <a:gd name="GluePoint28X" fmla="*/ 540734 w 1195101"/>
                <a:gd name="GluePoint28Y" fmla="*/ 1129665 h 1204626"/>
                <a:gd name="GluePoint29X" fmla="*/ 525971 w 1195101"/>
                <a:gd name="GluePoint29Y" fmla="*/ 1129665 h 1204626"/>
                <a:gd name="GluePoint30X" fmla="*/ 388239 w 1195101"/>
                <a:gd name="GluePoint30Y" fmla="*/ 1075754 h 1204626"/>
                <a:gd name="GluePoint31X" fmla="*/ 379857 w 1195101"/>
                <a:gd name="GluePoint31Y" fmla="*/ 1034034 h 1204626"/>
                <a:gd name="GluePoint32X" fmla="*/ 372618 w 1195101"/>
                <a:gd name="GluePoint32Y" fmla="*/ 854297 h 1204626"/>
                <a:gd name="GluePoint33X" fmla="*/ 372618 w 1195101"/>
                <a:gd name="GluePoint33Y" fmla="*/ 653510 h 1204626"/>
                <a:gd name="GluePoint34X" fmla="*/ 479107 w 1195101"/>
                <a:gd name="GluePoint34Y" fmla="*/ 702469 h 1204626"/>
                <a:gd name="GluePoint35X" fmla="*/ 501110 w 1195101"/>
                <a:gd name="GluePoint35Y" fmla="*/ 728472 h 1204626"/>
                <a:gd name="GluePoint36X" fmla="*/ 797909 w 1195101"/>
                <a:gd name="GluePoint36Y" fmla="*/ 1096804 h 1204626"/>
                <a:gd name="GluePoint37X" fmla="*/ 885158 w 1195101"/>
                <a:gd name="GluePoint37Y" fmla="*/ 1204532 h 1204626"/>
                <a:gd name="GluePoint38X" fmla="*/ 1027366 w 1195101"/>
                <a:gd name="GluePoint38Y" fmla="*/ 1200436 h 1204626"/>
                <a:gd name="GluePoint39X" fmla="*/ 1195102 w 1195101"/>
                <a:gd name="GluePoint39Y" fmla="*/ 1204627 h 1204626"/>
                <a:gd name="GluePoint40X" fmla="*/ 1195102 w 1195101"/>
                <a:gd name="GluePoint40Y" fmla="*/ 1131094 h 1204626"/>
                <a:gd name="GluePoint41X" fmla="*/ 1186529 w 1195101"/>
                <a:gd name="GluePoint41Y" fmla="*/ 1129760 h 1204626"/>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 ang="0">
                  <a:pos x="GluePoint16X" y="GluePoint16Y"/>
                </a:cxn>
                <a:cxn ang="0">
                  <a:pos x="GluePoint17X" y="GluePoint17Y"/>
                </a:cxn>
                <a:cxn ang="0">
                  <a:pos x="GluePoint18X" y="GluePoint18Y"/>
                </a:cxn>
                <a:cxn ang="0">
                  <a:pos x="GluePoint19X" y="GluePoint19Y"/>
                </a:cxn>
                <a:cxn ang="0">
                  <a:pos x="GluePoint20X" y="GluePoint20Y"/>
                </a:cxn>
                <a:cxn ang="0">
                  <a:pos x="GluePoint21X" y="GluePoint21Y"/>
                </a:cxn>
                <a:cxn ang="0">
                  <a:pos x="GluePoint22X" y="GluePoint22Y"/>
                </a:cxn>
                <a:cxn ang="0">
                  <a:pos x="GluePoint23X" y="GluePoint23Y"/>
                </a:cxn>
                <a:cxn ang="0">
                  <a:pos x="GluePoint24X" y="GluePoint24Y"/>
                </a:cxn>
                <a:cxn ang="0">
                  <a:pos x="GluePoint25X" y="GluePoint25Y"/>
                </a:cxn>
                <a:cxn ang="0">
                  <a:pos x="GluePoint26X" y="GluePoint26Y"/>
                </a:cxn>
                <a:cxn ang="0">
                  <a:pos x="GluePoint27X" y="GluePoint27Y"/>
                </a:cxn>
                <a:cxn ang="0">
                  <a:pos x="GluePoint28X" y="GluePoint28Y"/>
                </a:cxn>
                <a:cxn ang="0">
                  <a:pos x="GluePoint29X" y="GluePoint29Y"/>
                </a:cxn>
                <a:cxn ang="0">
                  <a:pos x="GluePoint30X" y="GluePoint30Y"/>
                </a:cxn>
                <a:cxn ang="0">
                  <a:pos x="GluePoint31X" y="GluePoint31Y"/>
                </a:cxn>
                <a:cxn ang="0">
                  <a:pos x="GluePoint32X" y="GluePoint32Y"/>
                </a:cxn>
                <a:cxn ang="0">
                  <a:pos x="GluePoint33X" y="GluePoint33Y"/>
                </a:cxn>
                <a:cxn ang="0">
                  <a:pos x="GluePoint34X" y="GluePoint34Y"/>
                </a:cxn>
                <a:cxn ang="0">
                  <a:pos x="GluePoint35X" y="GluePoint35Y"/>
                </a:cxn>
                <a:cxn ang="0">
                  <a:pos x="GluePoint36X" y="GluePoint36Y"/>
                </a:cxn>
                <a:cxn ang="0">
                  <a:pos x="GluePoint37X" y="GluePoint37Y"/>
                </a:cxn>
                <a:cxn ang="0">
                  <a:pos x="GluePoint38X" y="GluePoint38Y"/>
                </a:cxn>
                <a:cxn ang="0">
                  <a:pos x="GluePoint39X" y="GluePoint39Y"/>
                </a:cxn>
                <a:cxn ang="0">
                  <a:pos x="GluePoint40X" y="GluePoint40Y"/>
                </a:cxn>
                <a:cxn ang="0">
                  <a:pos x="GluePoint41X" y="GluePoint41Y"/>
                </a:cxn>
              </a:cxnLst>
              <a:rect l="textAreaLeft" t="textAreaTop" r="textAreaRight" b="textAreaBottom"/>
              <a:pathLst>
                <a:path w="1195101" h="1204626">
                  <a:moveTo>
                    <a:pt x="372618" y="571786"/>
                  </a:moveTo>
                  <a:cubicBezTo>
                    <a:pt x="372618" y="571786"/>
                    <a:pt x="372618" y="136874"/>
                    <a:pt x="372523" y="134303"/>
                  </a:cubicBezTo>
                  <a:cubicBezTo>
                    <a:pt x="372237" y="116967"/>
                    <a:pt x="371761" y="93250"/>
                    <a:pt x="386239" y="86487"/>
                  </a:cubicBezTo>
                  <a:cubicBezTo>
                    <a:pt x="396240" y="82105"/>
                    <a:pt x="493014" y="85630"/>
                    <a:pt x="498348" y="85630"/>
                  </a:cubicBezTo>
                  <a:cubicBezTo>
                    <a:pt x="650938" y="85630"/>
                    <a:pt x="738473" y="174974"/>
                    <a:pt x="738473" y="330518"/>
                  </a:cubicBezTo>
                  <a:cubicBezTo>
                    <a:pt x="738473" y="443960"/>
                    <a:pt x="708374" y="509016"/>
                    <a:pt x="640747" y="541687"/>
                  </a:cubicBezTo>
                  <a:cubicBezTo>
                    <a:pt x="577691" y="571976"/>
                    <a:pt x="372618" y="571786"/>
                    <a:pt x="372618" y="571786"/>
                  </a:cubicBezTo>
                  <a:moveTo>
                    <a:pt x="1186529" y="1129760"/>
                  </a:moveTo>
                  <a:cubicBezTo>
                    <a:pt x="1100138" y="1116235"/>
                    <a:pt x="1074134" y="1106424"/>
                    <a:pt x="1017461" y="1040702"/>
                  </a:cubicBezTo>
                  <a:lnTo>
                    <a:pt x="661797" y="632460"/>
                  </a:lnTo>
                  <a:cubicBezTo>
                    <a:pt x="849059" y="608076"/>
                    <a:pt x="964597" y="484251"/>
                    <a:pt x="964597" y="305371"/>
                  </a:cubicBezTo>
                  <a:cubicBezTo>
                    <a:pt x="964597" y="188976"/>
                    <a:pt x="919544" y="105061"/>
                    <a:pt x="831056" y="55816"/>
                  </a:cubicBezTo>
                  <a:cubicBezTo>
                    <a:pt x="763619" y="18383"/>
                    <a:pt x="670084" y="190"/>
                    <a:pt x="544639" y="190"/>
                  </a:cubicBezTo>
                  <a:cubicBezTo>
                    <a:pt x="507206" y="1143"/>
                    <a:pt x="416909" y="4191"/>
                    <a:pt x="317468" y="4191"/>
                  </a:cubicBezTo>
                  <a:cubicBezTo>
                    <a:pt x="214313" y="4191"/>
                    <a:pt x="191" y="0"/>
                    <a:pt x="191" y="0"/>
                  </a:cubicBezTo>
                  <a:lnTo>
                    <a:pt x="191" y="74866"/>
                  </a:lnTo>
                  <a:lnTo>
                    <a:pt x="15050" y="74866"/>
                  </a:lnTo>
                  <a:cubicBezTo>
                    <a:pt x="71818" y="74486"/>
                    <a:pt x="135731" y="74771"/>
                    <a:pt x="152781" y="128683"/>
                  </a:cubicBezTo>
                  <a:cubicBezTo>
                    <a:pt x="168307" y="175355"/>
                    <a:pt x="168307" y="306896"/>
                    <a:pt x="168307" y="350139"/>
                  </a:cubicBezTo>
                  <a:lnTo>
                    <a:pt x="168307" y="841248"/>
                  </a:lnTo>
                  <a:cubicBezTo>
                    <a:pt x="168307" y="895445"/>
                    <a:pt x="168307" y="977837"/>
                    <a:pt x="161068" y="1034129"/>
                  </a:cubicBezTo>
                  <a:cubicBezTo>
                    <a:pt x="158972" y="1050798"/>
                    <a:pt x="156210" y="1065276"/>
                    <a:pt x="152686" y="1075944"/>
                  </a:cubicBezTo>
                  <a:cubicBezTo>
                    <a:pt x="135350" y="1129665"/>
                    <a:pt x="66104" y="1129665"/>
                    <a:pt x="10382" y="1129665"/>
                  </a:cubicBezTo>
                  <a:lnTo>
                    <a:pt x="0" y="1129665"/>
                  </a:lnTo>
                  <a:lnTo>
                    <a:pt x="0" y="1204532"/>
                  </a:lnTo>
                  <a:cubicBezTo>
                    <a:pt x="0" y="1204532"/>
                    <a:pt x="166783" y="1197102"/>
                    <a:pt x="278225" y="1197102"/>
                  </a:cubicBezTo>
                  <a:cubicBezTo>
                    <a:pt x="374047" y="1197102"/>
                    <a:pt x="540734" y="1204246"/>
                    <a:pt x="540734" y="1204532"/>
                  </a:cubicBezTo>
                  <a:lnTo>
                    <a:pt x="540734" y="1129665"/>
                  </a:lnTo>
                  <a:lnTo>
                    <a:pt x="525971" y="1129665"/>
                  </a:lnTo>
                  <a:cubicBezTo>
                    <a:pt x="470059" y="1129951"/>
                    <a:pt x="406813" y="1129760"/>
                    <a:pt x="388239" y="1075754"/>
                  </a:cubicBezTo>
                  <a:cubicBezTo>
                    <a:pt x="384620" y="1065086"/>
                    <a:pt x="381953" y="1050607"/>
                    <a:pt x="379857" y="1034034"/>
                  </a:cubicBezTo>
                  <a:cubicBezTo>
                    <a:pt x="372618" y="978122"/>
                    <a:pt x="372618" y="898017"/>
                    <a:pt x="372618" y="854297"/>
                  </a:cubicBezTo>
                  <a:lnTo>
                    <a:pt x="372618" y="653510"/>
                  </a:lnTo>
                  <a:cubicBezTo>
                    <a:pt x="439198" y="654082"/>
                    <a:pt x="444913" y="661035"/>
                    <a:pt x="479107" y="702469"/>
                  </a:cubicBezTo>
                  <a:cubicBezTo>
                    <a:pt x="485489" y="710089"/>
                    <a:pt x="492728" y="718756"/>
                    <a:pt x="501110" y="728472"/>
                  </a:cubicBezTo>
                  <a:lnTo>
                    <a:pt x="797909" y="1096804"/>
                  </a:lnTo>
                  <a:lnTo>
                    <a:pt x="885158" y="1204532"/>
                  </a:lnTo>
                  <a:cubicBezTo>
                    <a:pt x="885158" y="1204532"/>
                    <a:pt x="980885" y="1200436"/>
                    <a:pt x="1027366" y="1200436"/>
                  </a:cubicBezTo>
                  <a:cubicBezTo>
                    <a:pt x="1094994" y="1200436"/>
                    <a:pt x="1195102" y="1204627"/>
                    <a:pt x="1195102" y="1204627"/>
                  </a:cubicBezTo>
                  <a:lnTo>
                    <a:pt x="1195102" y="1131094"/>
                  </a:lnTo>
                  <a:lnTo>
                    <a:pt x="1186529" y="1129760"/>
                  </a:lnTo>
                  <a:close/>
                </a:path>
              </a:pathLst>
            </a:custGeom>
            <a:solidFill>
              <a:schemeClr val="bg1"/>
            </a:solidFill>
            <a:ln w="9525">
              <a:noFill/>
            </a:ln>
          </p:spPr>
          <p:style>
            <a:lnRef idx="0"/>
            <a:fillRef idx="0"/>
            <a:effectRef idx="0"/>
            <a:fontRef idx="minor"/>
          </p:style>
          <p:txBody>
            <a:bodyPr lIns="90000" tIns="45000" rIns="90000" bIns="45000" anchor="ctr">
              <a:noAutofit/>
            </a:bodyPr>
            <a:p>
              <a:endParaRPr lang="en-US" sz="1800" b="0" u="none" strike="noStrike">
                <a:solidFill>
                  <a:schemeClr val="dk1"/>
                </a:solidFill>
                <a:effectLst/>
                <a:uFillTx/>
                <a:latin typeface="Arial"/>
              </a:endParaRPr>
            </a:p>
          </p:txBody>
        </p:sp>
      </p:grpSp>
      <p:sp>
        <p:nvSpPr>
          <p:cNvPr id="249" name="PlaceHolder 1"/>
          <p:cNvSpPr>
            <a:spLocks noGrp="1"/>
          </p:cNvSpPr>
          <p:nvPr>
            <p:ph type="title" hasCustomPrompt="1"/>
          </p:nvPr>
        </p:nvSpPr>
        <p:spPr>
          <a:xfrm>
            <a:off x="155880" y="510120"/>
            <a:ext cx="5806800" cy="1217520"/>
          </a:xfrm>
          <a:prstGeom prst="rect">
            <a:avLst/>
          </a:prstGeom>
          <a:noFill/>
          <a:ln w="0">
            <a:noFill/>
          </a:ln>
        </p:spPr>
        <p:txBody>
          <a:bodyPr lIns="0" tIns="0" rIns="0" bIns="0" anchor="t">
            <a:normAutofit/>
          </a:bodyPr>
          <a:lstStyle>
            <a:lvl1pPr indent="0" algn="l" defTabSz="914400">
              <a:lnSpc>
                <a:spcPct val="90000"/>
              </a:lnSpc>
              <a:buNone/>
              <a:tabLst>
                <a:tab pos="0" algn="l"/>
              </a:tabLst>
              <a:defRPr lang="en-US" sz="4400" b="1" u="none" strike="noStrike">
                <a:solidFill>
                  <a:schemeClr val="dk1"/>
                </a:solidFill>
                <a:effectLst/>
                <a:uFillTx/>
                <a:latin typeface="Arial"/>
              </a:defRPr>
            </a:lvl1pPr>
          </a:lstStyle>
          <a:p>
            <a:pPr indent="0" algn="l" defTabSz="914400">
              <a:lnSpc>
                <a:spcPct val="90000"/>
              </a:lnSpc>
              <a:buNone/>
              <a:tabLst>
                <a:tab pos="0" algn="l"/>
              </a:tabLst>
            </a:pPr>
            <a:r>
              <a:rPr lang="en-US" sz="4400" b="1" u="none" strike="noStrike">
                <a:solidFill>
                  <a:schemeClr val="dk1"/>
                </a:solidFill>
                <a:effectLst/>
                <a:uFillTx/>
                <a:latin typeface="Arial"/>
              </a:rPr>
              <a:t>Click to </a:t>
            </a:r>
            <a:br>
              <a:rPr sz="4400"/>
            </a:br>
            <a:r>
              <a:rPr lang="en-US" sz="4400" b="1" u="none" strike="noStrike">
                <a:solidFill>
                  <a:schemeClr val="dk1"/>
                </a:solidFill>
                <a:effectLst/>
                <a:uFillTx/>
                <a:latin typeface="Arial"/>
              </a:rPr>
              <a:t>add header</a:t>
            </a:r>
            <a:endParaRPr lang="en-US" sz="4400" b="1" u="none" strike="noStrike">
              <a:solidFill>
                <a:schemeClr val="dk1"/>
              </a:solidFill>
              <a:effectLst/>
              <a:uFillTx/>
              <a:latin typeface="Arial"/>
            </a:endParaRPr>
          </a:p>
        </p:txBody>
      </p:sp>
      <p:sp>
        <p:nvSpPr>
          <p:cNvPr id="250" name="PlaceHolder 2"/>
          <p:cNvSpPr>
            <a:spLocks noGrp="1"/>
          </p:cNvSpPr>
          <p:nvPr>
            <p:ph type="body"/>
          </p:nvPr>
        </p:nvSpPr>
        <p:spPr>
          <a:xfrm>
            <a:off x="68400" y="2299320"/>
            <a:ext cx="5894280" cy="2041200"/>
          </a:xfrm>
          <a:prstGeom prst="rect">
            <a:avLst/>
          </a:prstGeom>
          <a:noFill/>
          <a:ln w="0">
            <a:noFill/>
          </a:ln>
        </p:spPr>
        <p:txBody>
          <a:bodyPr lIns="90000" tIns="45000" rIns="90000" bIns="45000" anchor="t">
            <a:noAutofit/>
          </a:bodyPr>
          <a:lstStyle>
            <a:lvl1pPr algn="l" defTabSz="914400">
              <a:lnSpc>
                <a:spcPct val="90000"/>
              </a:lnSpc>
              <a:spcBef>
                <a:spcPts val="1001"/>
              </a:spcBef>
              <a:buClr>
                <a:srgbClr val="F86901"/>
              </a:buClr>
              <a:buFont typeface="Wingdings" charset="2"/>
              <a:buChar char=""/>
              <a:defRPr lang="en-US" sz="2200" b="0" u="none" strike="noStrike">
                <a:solidFill>
                  <a:schemeClr val="dk1"/>
                </a:solidFill>
                <a:effectLst/>
                <a:uFillTx/>
                <a:latin typeface="Arial"/>
              </a:defRPr>
            </a:lvl1pPr>
            <a:lvl2pPr lvl="1" algn="l" defTabSz="914400">
              <a:lnSpc>
                <a:spcPct val="90000"/>
              </a:lnSpc>
              <a:spcBef>
                <a:spcPts val="499"/>
              </a:spcBef>
              <a:buClr>
                <a:srgbClr val="F86901"/>
              </a:buClr>
              <a:buFont typeface="Wingdings" charset="2"/>
              <a:buChar char=""/>
              <a:defRPr lang="en-US" sz="2000" b="0" u="none" strike="noStrike">
                <a:solidFill>
                  <a:schemeClr val="dk1"/>
                </a:solidFill>
                <a:effectLst/>
                <a:uFillTx/>
                <a:latin typeface="Arial"/>
              </a:defRPr>
            </a:lvl2pPr>
            <a:lvl3pPr lvl="2" algn="l" defTabSz="914400">
              <a:lnSpc>
                <a:spcPct val="90000"/>
              </a:lnSpc>
              <a:spcBef>
                <a:spcPts val="499"/>
              </a:spcBef>
              <a:buClr>
                <a:srgbClr val="F86901"/>
              </a:buClr>
              <a:buFont typeface="Wingdings" charset="2"/>
              <a:buChar char=""/>
              <a:defRPr lang="en-US" sz="1800" b="0" u="none" strike="noStrike">
                <a:solidFill>
                  <a:schemeClr val="dk1"/>
                </a:solidFill>
                <a:effectLst/>
                <a:uFillTx/>
                <a:latin typeface="Arial"/>
              </a:defRPr>
            </a:lvl3pPr>
            <a:lvl4pPr lvl="3" algn="l" defTabSz="914400">
              <a:lnSpc>
                <a:spcPct val="90000"/>
              </a:lnSpc>
              <a:spcBef>
                <a:spcPts val="499"/>
              </a:spcBef>
              <a:buClr>
                <a:srgbClr val="F86901"/>
              </a:buClr>
              <a:buFont typeface="Wingdings" charset="2"/>
              <a:buChar char=""/>
              <a:defRPr lang="en-US" sz="1600" b="0" u="none" strike="noStrike">
                <a:solidFill>
                  <a:schemeClr val="dk1"/>
                </a:solidFill>
                <a:effectLst/>
                <a:uFillTx/>
                <a:latin typeface="Arial"/>
              </a:defRPr>
            </a:lvl4pPr>
            <a:lvl5pPr lvl="4" algn="l" defTabSz="914400">
              <a:lnSpc>
                <a:spcPct val="90000"/>
              </a:lnSpc>
              <a:spcBef>
                <a:spcPts val="499"/>
              </a:spcBef>
              <a:buClr>
                <a:srgbClr val="F86901"/>
              </a:buClr>
              <a:buFont typeface="Wingdings" charset="2"/>
              <a:buChar char=""/>
              <a:defRPr lang="en-US" sz="1400" b="0" u="none" strike="noStrike">
                <a:solidFill>
                  <a:schemeClr val="dk1"/>
                </a:solidFill>
                <a:effectLst/>
                <a:uFillTx/>
                <a:latin typeface="Arial"/>
              </a:defRPr>
            </a:lvl5pPr>
          </a:lstStyle>
          <a:p>
            <a:pPr marL="228600" indent="-228600" algn="l" defTabSz="914400">
              <a:lnSpc>
                <a:spcPct val="90000"/>
              </a:lnSpc>
              <a:spcBef>
                <a:spcPts val="1001"/>
              </a:spcBef>
              <a:buClr>
                <a:srgbClr val="F86901"/>
              </a:buClr>
              <a:buFont typeface="Wingdings" charset="2"/>
              <a:buChar char=""/>
            </a:pPr>
            <a:r>
              <a:rPr lang="en-US" sz="2200" b="0" u="none" strike="noStrike">
                <a:solidFill>
                  <a:schemeClr val="dk1"/>
                </a:solidFill>
                <a:effectLst/>
                <a:uFillTx/>
                <a:latin typeface="Arial"/>
              </a:rPr>
              <a:t>Click to edit Master text styles</a:t>
            </a:r>
            <a:endParaRPr lang="en-US" sz="2200" b="1" u="none" strike="noStrike">
              <a:solidFill>
                <a:schemeClr val="dk1"/>
              </a:solidFill>
              <a:effectLst/>
              <a:uFillTx/>
              <a:latin typeface="Arial"/>
            </a:endParaRPr>
          </a:p>
          <a:p>
            <a:pPr marL="685800" lvl="1" indent="-228600" algn="l" defTabSz="914400">
              <a:lnSpc>
                <a:spcPct val="90000"/>
              </a:lnSpc>
              <a:spcBef>
                <a:spcPts val="499"/>
              </a:spcBef>
              <a:buClr>
                <a:srgbClr val="F86901"/>
              </a:buClr>
              <a:buFont typeface="Wingdings" charset="2"/>
              <a:buChar char=""/>
            </a:pPr>
            <a:r>
              <a:rPr lang="en-US" sz="2000" b="0" u="none" strike="noStrike">
                <a:solidFill>
                  <a:schemeClr val="dk1"/>
                </a:solidFill>
                <a:effectLst/>
                <a:uFillTx/>
                <a:latin typeface="Arial"/>
              </a:rPr>
              <a:t>Second level</a:t>
            </a:r>
            <a:endParaRPr lang="en-US" sz="2000" b="0" u="none" strike="noStrike">
              <a:solidFill>
                <a:schemeClr val="dk1"/>
              </a:solidFill>
              <a:effectLst/>
              <a:uFillTx/>
              <a:latin typeface="Arial"/>
            </a:endParaRPr>
          </a:p>
          <a:p>
            <a:pPr marL="1143000" lvl="2" indent="-228600" algn="l" defTabSz="914400">
              <a:lnSpc>
                <a:spcPct val="90000"/>
              </a:lnSpc>
              <a:spcBef>
                <a:spcPts val="499"/>
              </a:spcBef>
              <a:buClr>
                <a:srgbClr val="F86901"/>
              </a:buClr>
              <a:buFont typeface="Wingdings" charset="2"/>
              <a:buChar char=""/>
            </a:pPr>
            <a:r>
              <a:rPr lang="en-US" sz="1800" b="0" u="none" strike="noStrike">
                <a:solidFill>
                  <a:schemeClr val="dk1"/>
                </a:solidFill>
                <a:effectLst/>
                <a:uFillTx/>
                <a:latin typeface="Arial"/>
              </a:rPr>
              <a:t>Third level</a:t>
            </a:r>
            <a:endParaRPr lang="en-US" sz="1800" b="0" u="none" strike="noStrike">
              <a:solidFill>
                <a:schemeClr val="dk1"/>
              </a:solidFill>
              <a:effectLst/>
              <a:uFillTx/>
              <a:latin typeface="Arial"/>
            </a:endParaRPr>
          </a:p>
          <a:p>
            <a:pPr marL="1600200" lvl="3" indent="-228600" algn="l" defTabSz="914400">
              <a:lnSpc>
                <a:spcPct val="90000"/>
              </a:lnSpc>
              <a:spcBef>
                <a:spcPts val="499"/>
              </a:spcBef>
              <a:buClr>
                <a:srgbClr val="F86901"/>
              </a:buClr>
              <a:buFont typeface="Wingdings" charset="2"/>
              <a:buChar char=""/>
            </a:pPr>
            <a:r>
              <a:rPr lang="en-US" sz="1600" b="0" u="none" strike="noStrike">
                <a:solidFill>
                  <a:schemeClr val="dk1"/>
                </a:solidFill>
                <a:effectLst/>
                <a:uFillTx/>
                <a:latin typeface="Arial"/>
              </a:rPr>
              <a:t>Fourth level</a:t>
            </a:r>
            <a:endParaRPr lang="en-US" sz="1600" b="0" u="none" strike="noStrike">
              <a:solidFill>
                <a:schemeClr val="dk1"/>
              </a:solidFill>
              <a:effectLst/>
              <a:uFillTx/>
              <a:latin typeface="Arial"/>
            </a:endParaRPr>
          </a:p>
          <a:p>
            <a:pPr marL="2057400" lvl="4" indent="-228600" algn="l" defTabSz="914400">
              <a:lnSpc>
                <a:spcPct val="90000"/>
              </a:lnSpc>
              <a:spcBef>
                <a:spcPts val="499"/>
              </a:spcBef>
              <a:buClr>
                <a:srgbClr val="F86901"/>
              </a:buClr>
              <a:buFont typeface="Wingdings" charset="2"/>
              <a:buChar char=""/>
            </a:pPr>
            <a:r>
              <a:rPr lang="en-US" sz="1400" b="0" u="none" strike="noStrike">
                <a:solidFill>
                  <a:schemeClr val="dk1"/>
                </a:solidFill>
                <a:effectLst/>
                <a:uFillTx/>
                <a:latin typeface="Arial"/>
              </a:rPr>
              <a:t>Fifth level</a:t>
            </a:r>
            <a:endParaRPr lang="en-US" sz="1400" b="0" u="none" strike="noStrike">
              <a:solidFill>
                <a:schemeClr val="dk1"/>
              </a:solidFill>
              <a:effectLst/>
              <a:uFillTx/>
              <a:latin typeface="Arial"/>
            </a:endParaRPr>
          </a:p>
        </p:txBody>
      </p:sp>
      <p:sp>
        <p:nvSpPr>
          <p:cNvPr id="251" name="PlaceHolder 3"/>
          <p:cNvSpPr>
            <a:spLocks noGrp="1"/>
          </p:cNvSpPr>
          <p:nvPr>
            <p:ph type="body"/>
          </p:nvPr>
        </p:nvSpPr>
        <p:spPr>
          <a:xfrm>
            <a:off x="6260040" y="2299320"/>
            <a:ext cx="5771520" cy="2041200"/>
          </a:xfrm>
          <a:prstGeom prst="rect">
            <a:avLst/>
          </a:prstGeom>
          <a:noFill/>
          <a:ln w="0">
            <a:noFill/>
          </a:ln>
        </p:spPr>
        <p:txBody>
          <a:bodyPr lIns="90000" tIns="45000" rIns="90000" bIns="45000" anchor="t">
            <a:noAutofit/>
          </a:bodyPr>
          <a:lstStyle>
            <a:lvl1pPr algn="l" defTabSz="914400">
              <a:lnSpc>
                <a:spcPct val="90000"/>
              </a:lnSpc>
              <a:spcBef>
                <a:spcPts val="1001"/>
              </a:spcBef>
              <a:buClr>
                <a:srgbClr val="F86901"/>
              </a:buClr>
              <a:buFont typeface="Wingdings" charset="2"/>
              <a:buChar char=""/>
              <a:defRPr lang="en-US" sz="2200" b="0" u="none" strike="noStrike">
                <a:solidFill>
                  <a:schemeClr val="dk1"/>
                </a:solidFill>
                <a:effectLst/>
                <a:uFillTx/>
                <a:latin typeface="Arial"/>
              </a:defRPr>
            </a:lvl1pPr>
            <a:lvl2pPr lvl="1" algn="l" defTabSz="914400">
              <a:lnSpc>
                <a:spcPct val="90000"/>
              </a:lnSpc>
              <a:spcBef>
                <a:spcPts val="499"/>
              </a:spcBef>
              <a:buClr>
                <a:srgbClr val="F86901"/>
              </a:buClr>
              <a:buFont typeface="Wingdings" charset="2"/>
              <a:buChar char=""/>
              <a:defRPr lang="en-US" sz="2000" b="0" u="none" strike="noStrike">
                <a:solidFill>
                  <a:schemeClr val="dk1"/>
                </a:solidFill>
                <a:effectLst/>
                <a:uFillTx/>
                <a:latin typeface="Arial"/>
              </a:defRPr>
            </a:lvl2pPr>
            <a:lvl3pPr lvl="2" algn="l" defTabSz="914400">
              <a:lnSpc>
                <a:spcPct val="90000"/>
              </a:lnSpc>
              <a:spcBef>
                <a:spcPts val="499"/>
              </a:spcBef>
              <a:buClr>
                <a:srgbClr val="F86901"/>
              </a:buClr>
              <a:buFont typeface="Wingdings" charset="2"/>
              <a:buChar char=""/>
              <a:defRPr lang="en-US" sz="1800" b="0" u="none" strike="noStrike">
                <a:solidFill>
                  <a:schemeClr val="dk1"/>
                </a:solidFill>
                <a:effectLst/>
                <a:uFillTx/>
                <a:latin typeface="Arial"/>
              </a:defRPr>
            </a:lvl3pPr>
            <a:lvl4pPr lvl="3" algn="l" defTabSz="914400">
              <a:lnSpc>
                <a:spcPct val="90000"/>
              </a:lnSpc>
              <a:spcBef>
                <a:spcPts val="499"/>
              </a:spcBef>
              <a:buClr>
                <a:srgbClr val="F86901"/>
              </a:buClr>
              <a:buFont typeface="Wingdings" charset="2"/>
              <a:buChar char=""/>
              <a:defRPr lang="en-US" sz="1600" b="0" u="none" strike="noStrike">
                <a:solidFill>
                  <a:schemeClr val="dk1"/>
                </a:solidFill>
                <a:effectLst/>
                <a:uFillTx/>
                <a:latin typeface="Arial"/>
              </a:defRPr>
            </a:lvl4pPr>
            <a:lvl5pPr lvl="4" algn="l" defTabSz="914400">
              <a:lnSpc>
                <a:spcPct val="90000"/>
              </a:lnSpc>
              <a:spcBef>
                <a:spcPts val="499"/>
              </a:spcBef>
              <a:buClr>
                <a:srgbClr val="F86901"/>
              </a:buClr>
              <a:buFont typeface="Wingdings" charset="2"/>
              <a:buChar char=""/>
              <a:defRPr lang="en-US" sz="1400" b="0" u="none" strike="noStrike">
                <a:solidFill>
                  <a:schemeClr val="dk1"/>
                </a:solidFill>
                <a:effectLst/>
                <a:uFillTx/>
                <a:latin typeface="Arial"/>
              </a:defRPr>
            </a:lvl5pPr>
          </a:lstStyle>
          <a:p>
            <a:pPr marL="228600" indent="-228600" algn="l" defTabSz="914400">
              <a:lnSpc>
                <a:spcPct val="90000"/>
              </a:lnSpc>
              <a:spcBef>
                <a:spcPts val="1001"/>
              </a:spcBef>
              <a:buClr>
                <a:srgbClr val="F86901"/>
              </a:buClr>
              <a:buFont typeface="Wingdings" charset="2"/>
              <a:buChar char=""/>
            </a:pPr>
            <a:r>
              <a:rPr lang="en-US" sz="2200" b="0" u="none" strike="noStrike">
                <a:solidFill>
                  <a:schemeClr val="dk1"/>
                </a:solidFill>
                <a:effectLst/>
                <a:uFillTx/>
                <a:latin typeface="Arial"/>
              </a:rPr>
              <a:t>Click to edit Master text styles</a:t>
            </a:r>
            <a:endParaRPr lang="en-US" sz="2200" b="1" u="none" strike="noStrike">
              <a:solidFill>
                <a:schemeClr val="dk1"/>
              </a:solidFill>
              <a:effectLst/>
              <a:uFillTx/>
              <a:latin typeface="Arial"/>
            </a:endParaRPr>
          </a:p>
          <a:p>
            <a:pPr marL="685800" lvl="1" indent="-228600" algn="l" defTabSz="914400">
              <a:lnSpc>
                <a:spcPct val="90000"/>
              </a:lnSpc>
              <a:spcBef>
                <a:spcPts val="499"/>
              </a:spcBef>
              <a:buClr>
                <a:srgbClr val="F86901"/>
              </a:buClr>
              <a:buFont typeface="Wingdings" charset="2"/>
              <a:buChar char=""/>
            </a:pPr>
            <a:r>
              <a:rPr lang="en-US" sz="2000" b="0" u="none" strike="noStrike">
                <a:solidFill>
                  <a:schemeClr val="dk1"/>
                </a:solidFill>
                <a:effectLst/>
                <a:uFillTx/>
                <a:latin typeface="Arial"/>
              </a:rPr>
              <a:t>Second level</a:t>
            </a:r>
            <a:endParaRPr lang="en-US" sz="2000" b="0" u="none" strike="noStrike">
              <a:solidFill>
                <a:schemeClr val="dk1"/>
              </a:solidFill>
              <a:effectLst/>
              <a:uFillTx/>
              <a:latin typeface="Arial"/>
            </a:endParaRPr>
          </a:p>
          <a:p>
            <a:pPr marL="1143000" lvl="2" indent="-228600" algn="l" defTabSz="914400">
              <a:lnSpc>
                <a:spcPct val="90000"/>
              </a:lnSpc>
              <a:spcBef>
                <a:spcPts val="499"/>
              </a:spcBef>
              <a:buClr>
                <a:srgbClr val="F86901"/>
              </a:buClr>
              <a:buFont typeface="Wingdings" charset="2"/>
              <a:buChar char=""/>
            </a:pPr>
            <a:r>
              <a:rPr lang="en-US" sz="1800" b="0" u="none" strike="noStrike">
                <a:solidFill>
                  <a:schemeClr val="dk1"/>
                </a:solidFill>
                <a:effectLst/>
                <a:uFillTx/>
                <a:latin typeface="Arial"/>
              </a:rPr>
              <a:t>Third level</a:t>
            </a:r>
            <a:endParaRPr lang="en-US" sz="1800" b="0" u="none" strike="noStrike">
              <a:solidFill>
                <a:schemeClr val="dk1"/>
              </a:solidFill>
              <a:effectLst/>
              <a:uFillTx/>
              <a:latin typeface="Arial"/>
            </a:endParaRPr>
          </a:p>
          <a:p>
            <a:pPr marL="1600200" lvl="3" indent="-228600" algn="l" defTabSz="914400">
              <a:lnSpc>
                <a:spcPct val="90000"/>
              </a:lnSpc>
              <a:spcBef>
                <a:spcPts val="499"/>
              </a:spcBef>
              <a:buClr>
                <a:srgbClr val="F86901"/>
              </a:buClr>
              <a:buFont typeface="Wingdings" charset="2"/>
              <a:buChar char=""/>
            </a:pPr>
            <a:r>
              <a:rPr lang="en-US" sz="1600" b="0" u="none" strike="noStrike">
                <a:solidFill>
                  <a:schemeClr val="dk1"/>
                </a:solidFill>
                <a:effectLst/>
                <a:uFillTx/>
                <a:latin typeface="Arial"/>
              </a:rPr>
              <a:t>Fourth level</a:t>
            </a:r>
            <a:endParaRPr lang="en-US" sz="1600" b="0" u="none" strike="noStrike">
              <a:solidFill>
                <a:schemeClr val="dk1"/>
              </a:solidFill>
              <a:effectLst/>
              <a:uFillTx/>
              <a:latin typeface="Arial"/>
            </a:endParaRPr>
          </a:p>
          <a:p>
            <a:pPr marL="2057400" lvl="4" indent="-228600" algn="l" defTabSz="914400">
              <a:lnSpc>
                <a:spcPct val="90000"/>
              </a:lnSpc>
              <a:spcBef>
                <a:spcPts val="499"/>
              </a:spcBef>
              <a:buClr>
                <a:srgbClr val="F86901"/>
              </a:buClr>
              <a:buFont typeface="Wingdings" charset="2"/>
              <a:buChar char=""/>
            </a:pPr>
            <a:r>
              <a:rPr lang="en-US" sz="1400" b="0" u="none" strike="noStrike">
                <a:solidFill>
                  <a:schemeClr val="dk1"/>
                </a:solidFill>
                <a:effectLst/>
                <a:uFillTx/>
                <a:latin typeface="Arial"/>
              </a:rPr>
              <a:t>Fifth level</a:t>
            </a:r>
            <a:endParaRPr lang="en-US" sz="1400" b="0" u="none" strike="noStrike">
              <a:solidFill>
                <a:schemeClr val="dk1"/>
              </a:solidFill>
              <a:effectLst/>
              <a:uFillTx/>
              <a:latin typeface="Arial"/>
            </a:endParaRPr>
          </a:p>
        </p:txBody>
      </p:sp>
      <p:sp>
        <p:nvSpPr>
          <p:cNvPr id="252" name="PlaceHolder 4"/>
          <p:cNvSpPr>
            <a:spLocks noGrp="1"/>
          </p:cNvSpPr>
          <p:nvPr>
            <p:ph type="body" hasCustomPrompt="1"/>
          </p:nvPr>
        </p:nvSpPr>
        <p:spPr>
          <a:xfrm>
            <a:off x="68400" y="1786320"/>
            <a:ext cx="5894280" cy="498600"/>
          </a:xfrm>
          <a:prstGeom prst="rect">
            <a:avLst/>
          </a:prstGeom>
          <a:noFill/>
          <a:ln w="0">
            <a:noFill/>
          </a:ln>
        </p:spPr>
        <p:txBody>
          <a:bodyPr lIns="90000" tIns="45000" rIns="90000" bIns="45000" anchor="t">
            <a:noAutofit/>
          </a:bodyPr>
          <a:lstStyle>
            <a:lvl1pPr indent="0" algn="l" defTabSz="914400">
              <a:lnSpc>
                <a:spcPct val="90000"/>
              </a:lnSpc>
              <a:spcBef>
                <a:spcPts val="1001"/>
              </a:spcBef>
              <a:buNone/>
              <a:tabLst>
                <a:tab pos="0" algn="l"/>
              </a:tabLst>
              <a:defRPr lang="en-US" sz="2400" b="1" u="none" strike="noStrike">
                <a:solidFill>
                  <a:srgbClr val="F86901"/>
                </a:solidFill>
                <a:effectLst/>
                <a:uFillTx/>
                <a:latin typeface="Arial"/>
              </a:defRPr>
            </a:lvl1pPr>
          </a:lstStyle>
          <a:p>
            <a:pPr indent="0" algn="l" defTabSz="914400">
              <a:lnSpc>
                <a:spcPct val="90000"/>
              </a:lnSpc>
              <a:spcBef>
                <a:spcPts val="1001"/>
              </a:spcBef>
              <a:buNone/>
              <a:tabLst>
                <a:tab pos="0" algn="l"/>
              </a:tabLst>
            </a:pPr>
            <a:r>
              <a:rPr lang="en-US" sz="2400" b="1" u="none" strike="noStrike">
                <a:solidFill>
                  <a:srgbClr val="F86901"/>
                </a:solidFill>
                <a:effectLst/>
                <a:uFillTx/>
                <a:latin typeface="Arial"/>
              </a:rPr>
              <a:t>Click to add subhead</a:t>
            </a:r>
            <a:endParaRPr lang="en-US" sz="2400" b="1" u="none" strike="noStrike">
              <a:solidFill>
                <a:schemeClr val="dk1"/>
              </a:solidFill>
              <a:effectLst/>
              <a:uFillTx/>
              <a:latin typeface="Arial"/>
            </a:endParaRPr>
          </a:p>
        </p:txBody>
      </p:sp>
      <p:sp>
        <p:nvSpPr>
          <p:cNvPr id="253" name="PlaceHolder 5"/>
          <p:cNvSpPr>
            <a:spLocks noGrp="1"/>
          </p:cNvSpPr>
          <p:nvPr>
            <p:ph type="body" hasCustomPrompt="1"/>
          </p:nvPr>
        </p:nvSpPr>
        <p:spPr>
          <a:xfrm>
            <a:off x="6260040" y="1778040"/>
            <a:ext cx="5771520" cy="498600"/>
          </a:xfrm>
          <a:prstGeom prst="rect">
            <a:avLst/>
          </a:prstGeom>
          <a:noFill/>
          <a:ln w="0">
            <a:noFill/>
          </a:ln>
        </p:spPr>
        <p:txBody>
          <a:bodyPr lIns="90000" tIns="45000" rIns="90000" bIns="45000" anchor="t">
            <a:noAutofit/>
          </a:bodyPr>
          <a:lstStyle>
            <a:lvl1pPr indent="0" algn="l" defTabSz="914400">
              <a:lnSpc>
                <a:spcPct val="90000"/>
              </a:lnSpc>
              <a:spcBef>
                <a:spcPts val="1001"/>
              </a:spcBef>
              <a:buNone/>
              <a:tabLst>
                <a:tab pos="0" algn="l"/>
              </a:tabLst>
              <a:defRPr lang="en-US" sz="2400" b="1" u="none" strike="noStrike">
                <a:solidFill>
                  <a:srgbClr val="F86901"/>
                </a:solidFill>
                <a:effectLst/>
                <a:uFillTx/>
                <a:latin typeface="Arial"/>
              </a:defRPr>
            </a:lvl1pPr>
          </a:lstStyle>
          <a:p>
            <a:pPr indent="0" algn="l" defTabSz="914400">
              <a:lnSpc>
                <a:spcPct val="90000"/>
              </a:lnSpc>
              <a:spcBef>
                <a:spcPts val="1001"/>
              </a:spcBef>
              <a:buNone/>
              <a:tabLst>
                <a:tab pos="0" algn="l"/>
              </a:tabLst>
            </a:pPr>
            <a:r>
              <a:rPr lang="en-US" sz="2400" b="1" u="none" strike="noStrike">
                <a:solidFill>
                  <a:srgbClr val="F86901"/>
                </a:solidFill>
                <a:effectLst/>
                <a:uFillTx/>
                <a:latin typeface="Arial"/>
              </a:rPr>
              <a:t>Click to add subhead</a:t>
            </a:r>
            <a:endParaRPr lang="en-US" sz="2400" b="1" u="none" strike="noStrike">
              <a:solidFill>
                <a:schemeClr val="dk1"/>
              </a:solidFill>
              <a:effectLst/>
              <a:uFillTx/>
              <a:latin typeface="Arial"/>
            </a:endParaRPr>
          </a:p>
        </p:txBody>
      </p:sp>
      <p:sp>
        <p:nvSpPr>
          <p:cNvPr id="254" name="PlaceHolder 6"/>
          <p:cNvSpPr>
            <a:spLocks noGrp="1"/>
          </p:cNvSpPr>
          <p:nvPr>
            <p:ph type="body" hasCustomPrompt="1"/>
          </p:nvPr>
        </p:nvSpPr>
        <p:spPr>
          <a:xfrm>
            <a:off x="6228000" y="446760"/>
            <a:ext cx="5803560" cy="1216800"/>
          </a:xfrm>
          <a:prstGeom prst="rect">
            <a:avLst/>
          </a:prstGeom>
          <a:noFill/>
          <a:ln w="0">
            <a:noFill/>
          </a:ln>
        </p:spPr>
        <p:txBody>
          <a:bodyPr lIns="90000" tIns="45000" rIns="90000" bIns="45000" anchor="t">
            <a:noAutofit/>
          </a:bodyPr>
          <a:lstStyle>
            <a:lvl1pPr indent="0" algn="l" defTabSz="914400">
              <a:lnSpc>
                <a:spcPct val="90000"/>
              </a:lnSpc>
              <a:buNone/>
              <a:tabLst>
                <a:tab pos="0" algn="l"/>
              </a:tabLst>
              <a:defRPr lang="en-US" sz="4400" b="1" u="none" strike="noStrike">
                <a:solidFill>
                  <a:schemeClr val="dk1"/>
                </a:solidFill>
                <a:effectLst/>
                <a:uFillTx/>
                <a:latin typeface="Arial"/>
              </a:defRPr>
            </a:lvl1pPr>
          </a:lstStyle>
          <a:p>
            <a:pPr indent="0" algn="l" defTabSz="914400">
              <a:lnSpc>
                <a:spcPct val="90000"/>
              </a:lnSpc>
              <a:buNone/>
              <a:tabLst>
                <a:tab pos="0" algn="l"/>
              </a:tabLst>
            </a:pPr>
            <a:r>
              <a:rPr lang="en-US" sz="4400" b="1" u="none" strike="noStrike">
                <a:solidFill>
                  <a:schemeClr val="dk1"/>
                </a:solidFill>
                <a:effectLst/>
                <a:uFillTx/>
                <a:latin typeface="Arial"/>
              </a:rPr>
              <a:t>Click to </a:t>
            </a:r>
            <a:br>
              <a:rPr sz="4400"/>
            </a:br>
            <a:r>
              <a:rPr lang="en-US" sz="4400" b="1" u="none" strike="noStrike">
                <a:solidFill>
                  <a:schemeClr val="dk1"/>
                </a:solidFill>
                <a:effectLst/>
                <a:uFillTx/>
                <a:latin typeface="Arial"/>
              </a:rPr>
              <a:t>add header</a:t>
            </a:r>
            <a:endParaRPr lang="en-US" sz="4400" b="1" u="none" strike="noStrike">
              <a:solidFill>
                <a:schemeClr val="dk1"/>
              </a:solidFill>
              <a:effectLst/>
              <a:uFillTx/>
              <a:latin typeface="Arial"/>
            </a:endParaRPr>
          </a:p>
        </p:txBody>
      </p:sp>
    </p:spTree>
  </p:cSld>
</p:sldLayout>
</file>

<file path=ppt/slideLayouts/slideLayout1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Layout 2 Header Bottom">
    <p:bg>
      <p:bgPr>
        <a:solidFill>
          <a:srgbClr val="FFFFFF"/>
        </a:solidFill>
      </p:bgPr>
    </p:bg>
    <p:spTree>
      <p:nvGrpSpPr>
        <p:cNvPr id="1" name=""/>
        <p:cNvGrpSpPr/>
        <p:nvPr/>
      </p:nvGrpSpPr>
      <p:grpSpPr>
        <a:xfrm>
          <a:off x="0" y="0"/>
          <a:ext cx="0" cy="0"/>
          <a:chOff x="0" y="0"/>
          <a:chExt cx="0" cy="0"/>
        </a:xfrm>
      </p:grpSpPr>
      <p:sp>
        <p:nvSpPr>
          <p:cNvPr id="255" name="Rectangle 5"/>
          <p:cNvSpPr/>
          <p:nvPr/>
        </p:nvSpPr>
        <p:spPr>
          <a:xfrm>
            <a:off x="0" y="0"/>
            <a:ext cx="12190680" cy="666000"/>
          </a:xfrm>
          <a:prstGeom prst="rect">
            <a:avLst/>
          </a:prstGeom>
          <a:solidFill>
            <a:srgbClr val="F86901"/>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p>
            <a:endParaRPr lang="en-US" sz="1800" b="0" u="none" strike="noStrike">
              <a:solidFill>
                <a:schemeClr val="lt1"/>
              </a:solidFill>
              <a:effectLst/>
              <a:uFillTx/>
              <a:latin typeface="Arial"/>
            </a:endParaRPr>
          </a:p>
        </p:txBody>
      </p:sp>
      <p:sp>
        <p:nvSpPr>
          <p:cNvPr id="256" name="TextBox 10"/>
          <p:cNvSpPr/>
          <p:nvPr/>
        </p:nvSpPr>
        <p:spPr>
          <a:xfrm>
            <a:off x="11689200" y="269640"/>
            <a:ext cx="476280" cy="238680"/>
          </a:xfrm>
          <a:prstGeom prst="rect">
            <a:avLst/>
          </a:prstGeom>
          <a:noFill/>
          <a:ln w="0">
            <a:noFill/>
          </a:ln>
        </p:spPr>
        <p:style>
          <a:lnRef idx="0"/>
          <a:fillRef idx="0"/>
          <a:effectRef idx="0"/>
          <a:fontRef idx="minor"/>
        </p:style>
        <p:txBody>
          <a:bodyPr lIns="90000" tIns="45000" rIns="90000" bIns="45000" anchor="t">
            <a:spAutoFit/>
          </a:bodyPr>
          <a:p>
            <a:pPr defTabSz="914400">
              <a:lnSpc>
                <a:spcPct val="80000"/>
              </a:lnSpc>
            </a:pPr>
            <a:r>
              <a:rPr lang="en-US" sz="1200" b="0" u="none" strike="noStrike">
                <a:solidFill>
                  <a:srgbClr val="E56B2A"/>
                </a:solidFill>
                <a:effectLst/>
                <a:uFillTx/>
                <a:latin typeface="Georgia"/>
              </a:rPr>
              <a:t> </a:t>
            </a:r>
            <a:fld id="{25DA0C38-49A9-4A2B-BE88-CE3E172AB57F}" type="slidenum">
              <a:rPr lang="en-US" sz="1130" b="0" u="none" strike="noStrike">
                <a:solidFill>
                  <a:schemeClr val="lt1"/>
                </a:solidFill>
                <a:effectLst/>
                <a:uFillTx/>
                <a:latin typeface="Arial"/>
              </a:rPr>
              <a:t>&lt;number&gt;</a:t>
            </a:fld>
            <a:endParaRPr lang="en-US" sz="1130" b="0" u="none" strike="noStrike">
              <a:solidFill>
                <a:srgbClr val="000000"/>
              </a:solidFill>
              <a:effectLst/>
              <a:uFillTx/>
              <a:latin typeface="Arial"/>
            </a:endParaRPr>
          </a:p>
        </p:txBody>
      </p:sp>
      <p:pic>
        <p:nvPicPr>
          <p:cNvPr id="257" name="Graphic 11"/>
          <p:cNvPicPr/>
          <p:nvPr/>
        </p:nvPicPr>
        <p:blipFill>
          <a:blip r:embed="rId2">
            <a:extLst>
              <a:ext uri="{96DAC541-7B7A-43D3-8B79-37D633B846F1}">
                <asvg:svgBlip xmlns:asvg="http://schemas.microsoft.com/office/drawing/2016/SVG/main" r:embed="rId3"/>
              </a:ext>
            </a:extLst>
          </a:blip>
          <a:stretch/>
        </p:blipFill>
        <p:spPr>
          <a:xfrm>
            <a:off x="9069840" y="240840"/>
            <a:ext cx="2699280" cy="238680"/>
          </a:xfrm>
          <a:prstGeom prst="rect">
            <a:avLst/>
          </a:prstGeom>
          <a:noFill/>
          <a:ln w="0">
            <a:noFill/>
          </a:ln>
        </p:spPr>
      </p:pic>
      <p:grpSp>
        <p:nvGrpSpPr>
          <p:cNvPr id="258" name="Graphic 22"/>
          <p:cNvGrpSpPr/>
          <p:nvPr/>
        </p:nvGrpSpPr>
        <p:grpSpPr>
          <a:xfrm>
            <a:off x="201960" y="195840"/>
            <a:ext cx="797760" cy="300600"/>
            <a:chOff x="201960" y="195840"/>
            <a:chExt cx="797760" cy="300600"/>
          </a:xfrm>
        </p:grpSpPr>
        <p:sp>
          <p:nvSpPr>
            <p:cNvPr id="259" name="Freeform 2"/>
            <p:cNvSpPr/>
            <p:nvPr/>
          </p:nvSpPr>
          <p:spPr>
            <a:xfrm>
              <a:off x="540720" y="195840"/>
              <a:ext cx="135720" cy="300240"/>
            </a:xfrm>
            <a:custGeom>
              <a:avLst/>
              <a:gdLst>
                <a:gd name="textAreaLeft" fmla="*/ 0 w 135720"/>
                <a:gd name="textAreaRight" fmla="*/ 137160 w 135720"/>
                <a:gd name="textAreaTop" fmla="*/ 0 h 300240"/>
                <a:gd name="textAreaBottom" fmla="*/ 301680 h 300240"/>
                <a:gd name="GluePoint1X" fmla="*/ 393478 w 547877"/>
                <a:gd name="GluePoint1Y" fmla="*/ 129064 h 1204531"/>
                <a:gd name="GluePoint2X" fmla="*/ 537686 w 547877"/>
                <a:gd name="GluePoint2Y" fmla="*/ 74771 h 1204531"/>
                <a:gd name="GluePoint3X" fmla="*/ 547878 w 547877"/>
                <a:gd name="GluePoint3Y" fmla="*/ 74771 h 1204531"/>
                <a:gd name="GluePoint4X" fmla="*/ 547878 w 547877"/>
                <a:gd name="GluePoint4Y" fmla="*/ 0 h 1204531"/>
                <a:gd name="GluePoint5X" fmla="*/ 267938 w 547877"/>
                <a:gd name="GluePoint5Y" fmla="*/ 4667 h 1204531"/>
                <a:gd name="GluePoint6X" fmla="*/ 0 w 547877"/>
                <a:gd name="GluePoint6Y" fmla="*/ 0 h 1204531"/>
                <a:gd name="GluePoint7X" fmla="*/ 0 w 547877"/>
                <a:gd name="GluePoint7Y" fmla="*/ 74771 h 1204531"/>
                <a:gd name="GluePoint8X" fmla="*/ 10192 w 547877"/>
                <a:gd name="GluePoint8Y" fmla="*/ 74771 h 1204531"/>
                <a:gd name="GluePoint9X" fmla="*/ 154400 w 547877"/>
                <a:gd name="GluePoint9Y" fmla="*/ 128968 h 1204531"/>
                <a:gd name="GluePoint10X" fmla="*/ 171640 w 547877"/>
                <a:gd name="GluePoint10Y" fmla="*/ 363188 h 1204531"/>
                <a:gd name="GluePoint11X" fmla="*/ 171640 w 547877"/>
                <a:gd name="GluePoint11Y" fmla="*/ 841153 h 1204531"/>
                <a:gd name="GluePoint12X" fmla="*/ 154496 w 547877"/>
                <a:gd name="GluePoint12Y" fmla="*/ 1075373 h 1204531"/>
                <a:gd name="GluePoint13X" fmla="*/ 10192 w 547877"/>
                <a:gd name="GluePoint13Y" fmla="*/ 1129569 h 1204531"/>
                <a:gd name="GluePoint14X" fmla="*/ 0 w 547877"/>
                <a:gd name="GluePoint14Y" fmla="*/ 1129569 h 1204531"/>
                <a:gd name="GluePoint15X" fmla="*/ 0 w 547877"/>
                <a:gd name="GluePoint15Y" fmla="*/ 1204531 h 1204531"/>
                <a:gd name="GluePoint16X" fmla="*/ 268224 w 547877"/>
                <a:gd name="GluePoint16Y" fmla="*/ 1197102 h 1204531"/>
                <a:gd name="GluePoint17X" fmla="*/ 547878 w 547877"/>
                <a:gd name="GluePoint17Y" fmla="*/ 1204531 h 1204531"/>
                <a:gd name="GluePoint18X" fmla="*/ 547878 w 547877"/>
                <a:gd name="GluePoint18Y" fmla="*/ 1129569 h 1204531"/>
                <a:gd name="GluePoint19X" fmla="*/ 537686 w 547877"/>
                <a:gd name="GluePoint19Y" fmla="*/ 1129569 h 1204531"/>
                <a:gd name="GluePoint20X" fmla="*/ 393478 w 547877"/>
                <a:gd name="GluePoint20Y" fmla="*/ 1075468 h 1204531"/>
                <a:gd name="GluePoint21X" fmla="*/ 376333 w 547877"/>
                <a:gd name="GluePoint21Y" fmla="*/ 841153 h 1204531"/>
                <a:gd name="GluePoint22X" fmla="*/ 376333 w 547877"/>
                <a:gd name="GluePoint22Y" fmla="*/ 363188 h 1204531"/>
                <a:gd name="GluePoint23X" fmla="*/ 393478 w 547877"/>
                <a:gd name="GluePoint23Y" fmla="*/ 129064 h 1204531"/>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 ang="0">
                  <a:pos x="GluePoint16X" y="GluePoint16Y"/>
                </a:cxn>
                <a:cxn ang="0">
                  <a:pos x="GluePoint17X" y="GluePoint17Y"/>
                </a:cxn>
                <a:cxn ang="0">
                  <a:pos x="GluePoint18X" y="GluePoint18Y"/>
                </a:cxn>
                <a:cxn ang="0">
                  <a:pos x="GluePoint19X" y="GluePoint19Y"/>
                </a:cxn>
                <a:cxn ang="0">
                  <a:pos x="GluePoint20X" y="GluePoint20Y"/>
                </a:cxn>
                <a:cxn ang="0">
                  <a:pos x="GluePoint21X" y="GluePoint21Y"/>
                </a:cxn>
                <a:cxn ang="0">
                  <a:pos x="GluePoint22X" y="GluePoint22Y"/>
                </a:cxn>
                <a:cxn ang="0">
                  <a:pos x="GluePoint23X" y="GluePoint23Y"/>
                </a:cxn>
              </a:cxnLst>
              <a:rect l="textAreaLeft" t="textAreaTop" r="textAreaRight" b="textAreaBottom"/>
              <a:pathLst>
                <a:path w="547877" h="1204531">
                  <a:moveTo>
                    <a:pt x="393478" y="129064"/>
                  </a:moveTo>
                  <a:cubicBezTo>
                    <a:pt x="414242" y="74771"/>
                    <a:pt x="482727" y="74771"/>
                    <a:pt x="537686" y="74771"/>
                  </a:cubicBezTo>
                  <a:lnTo>
                    <a:pt x="547878" y="74771"/>
                  </a:lnTo>
                  <a:lnTo>
                    <a:pt x="547878" y="0"/>
                  </a:lnTo>
                  <a:cubicBezTo>
                    <a:pt x="547878" y="0"/>
                    <a:pt x="333565" y="4667"/>
                    <a:pt x="267938" y="4667"/>
                  </a:cubicBezTo>
                  <a:cubicBezTo>
                    <a:pt x="200406" y="4667"/>
                    <a:pt x="0" y="0"/>
                    <a:pt x="0" y="0"/>
                  </a:cubicBezTo>
                  <a:lnTo>
                    <a:pt x="0" y="74771"/>
                  </a:lnTo>
                  <a:lnTo>
                    <a:pt x="10192" y="74771"/>
                  </a:lnTo>
                  <a:cubicBezTo>
                    <a:pt x="65246" y="74771"/>
                    <a:pt x="133731" y="74771"/>
                    <a:pt x="154400" y="128968"/>
                  </a:cubicBezTo>
                  <a:cubicBezTo>
                    <a:pt x="171640" y="175450"/>
                    <a:pt x="171640" y="307086"/>
                    <a:pt x="171640" y="363188"/>
                  </a:cubicBezTo>
                  <a:lnTo>
                    <a:pt x="171640" y="841153"/>
                  </a:lnTo>
                  <a:cubicBezTo>
                    <a:pt x="171640" y="897350"/>
                    <a:pt x="171640" y="1028890"/>
                    <a:pt x="154496" y="1075373"/>
                  </a:cubicBezTo>
                  <a:cubicBezTo>
                    <a:pt x="133731" y="1129569"/>
                    <a:pt x="65246" y="1129569"/>
                    <a:pt x="10192" y="1129569"/>
                  </a:cubicBezTo>
                  <a:lnTo>
                    <a:pt x="0" y="1129569"/>
                  </a:lnTo>
                  <a:lnTo>
                    <a:pt x="0" y="1204531"/>
                  </a:lnTo>
                  <a:cubicBezTo>
                    <a:pt x="0" y="1204341"/>
                    <a:pt x="173260" y="1197102"/>
                    <a:pt x="268224" y="1197102"/>
                  </a:cubicBezTo>
                  <a:cubicBezTo>
                    <a:pt x="377476" y="1197102"/>
                    <a:pt x="547878" y="1204531"/>
                    <a:pt x="547878" y="1204531"/>
                  </a:cubicBezTo>
                  <a:lnTo>
                    <a:pt x="547878" y="1129569"/>
                  </a:lnTo>
                  <a:lnTo>
                    <a:pt x="537686" y="1129569"/>
                  </a:lnTo>
                  <a:cubicBezTo>
                    <a:pt x="482727" y="1129569"/>
                    <a:pt x="414242" y="1129569"/>
                    <a:pt x="393478" y="1075468"/>
                  </a:cubicBezTo>
                  <a:cubicBezTo>
                    <a:pt x="376333" y="1028890"/>
                    <a:pt x="376333" y="897350"/>
                    <a:pt x="376333" y="841153"/>
                  </a:cubicBezTo>
                  <a:lnTo>
                    <a:pt x="376333" y="363188"/>
                  </a:lnTo>
                  <a:cubicBezTo>
                    <a:pt x="376333" y="307086"/>
                    <a:pt x="376333" y="175450"/>
                    <a:pt x="393478" y="129064"/>
                  </a:cubicBezTo>
                </a:path>
              </a:pathLst>
            </a:custGeom>
            <a:solidFill>
              <a:schemeClr val="bg1"/>
            </a:solidFill>
            <a:ln w="9525">
              <a:noFill/>
            </a:ln>
          </p:spPr>
          <p:style>
            <a:lnRef idx="0"/>
            <a:fillRef idx="0"/>
            <a:effectRef idx="0"/>
            <a:fontRef idx="minor"/>
          </p:style>
          <p:txBody>
            <a:bodyPr lIns="68040" tIns="45000" rIns="68040" bIns="45000" anchor="ctr">
              <a:noAutofit/>
            </a:bodyPr>
            <a:p>
              <a:endParaRPr lang="en-US" sz="1800" b="0" u="none" strike="noStrike">
                <a:solidFill>
                  <a:schemeClr val="dk1"/>
                </a:solidFill>
                <a:effectLst/>
                <a:uFillTx/>
                <a:latin typeface="Arial"/>
              </a:endParaRPr>
            </a:p>
          </p:txBody>
        </p:sp>
        <p:sp>
          <p:nvSpPr>
            <p:cNvPr id="260" name="Freeform 3"/>
            <p:cNvSpPr/>
            <p:nvPr/>
          </p:nvSpPr>
          <p:spPr>
            <a:xfrm>
              <a:off x="718920" y="196200"/>
              <a:ext cx="280800" cy="300240"/>
            </a:xfrm>
            <a:custGeom>
              <a:avLst/>
              <a:gdLst>
                <a:gd name="textAreaLeft" fmla="*/ 0 w 280800"/>
                <a:gd name="textAreaRight" fmla="*/ 282240 w 280800"/>
                <a:gd name="textAreaTop" fmla="*/ 0 h 300240"/>
                <a:gd name="textAreaBottom" fmla="*/ 301680 h 300240"/>
                <a:gd name="GluePoint1X" fmla="*/ 0 w 1126902"/>
                <a:gd name="GluePoint1Y" fmla="*/ 0 h 1204245"/>
                <a:gd name="GluePoint2X" fmla="*/ 0 w 1126902"/>
                <a:gd name="GluePoint2Y" fmla="*/ 312420 h 1204245"/>
                <a:gd name="GluePoint3X" fmla="*/ 74295 w 1126902"/>
                <a:gd name="GluePoint3Y" fmla="*/ 312420 h 1204245"/>
                <a:gd name="GluePoint4X" fmla="*/ 74581 w 1126902"/>
                <a:gd name="GluePoint4Y" fmla="*/ 302609 h 1204245"/>
                <a:gd name="GluePoint5X" fmla="*/ 334328 w 1126902"/>
                <a:gd name="GluePoint5Y" fmla="*/ 90773 h 1204245"/>
                <a:gd name="GluePoint6X" fmla="*/ 352330 w 1126902"/>
                <a:gd name="GluePoint6Y" fmla="*/ 90678 h 1204245"/>
                <a:gd name="GluePoint7X" fmla="*/ 453200 w 1126902"/>
                <a:gd name="GluePoint7Y" fmla="*/ 106204 h 1204245"/>
                <a:gd name="GluePoint8X" fmla="*/ 461201 w 1126902"/>
                <a:gd name="GluePoint8Y" fmla="*/ 128873 h 1204245"/>
                <a:gd name="GluePoint9X" fmla="*/ 461201 w 1126902"/>
                <a:gd name="GluePoint9Y" fmla="*/ 950119 h 1204245"/>
                <a:gd name="GluePoint10X" fmla="*/ 272510 w 1126902"/>
                <a:gd name="GluePoint10Y" fmla="*/ 1129475 h 1204245"/>
                <a:gd name="GluePoint11X" fmla="*/ 262700 w 1126902"/>
                <a:gd name="GluePoint11Y" fmla="*/ 1129856 h 1204245"/>
                <a:gd name="GluePoint12X" fmla="*/ 262700 w 1126902"/>
                <a:gd name="GluePoint12Y" fmla="*/ 1204246 h 1204245"/>
                <a:gd name="GluePoint13X" fmla="*/ 578548 w 1126902"/>
                <a:gd name="GluePoint13Y" fmla="*/ 1196911 h 1204245"/>
                <a:gd name="GluePoint14X" fmla="*/ 864203 w 1126902"/>
                <a:gd name="GluePoint14Y" fmla="*/ 1204246 h 1204245"/>
                <a:gd name="GluePoint15X" fmla="*/ 864203 w 1126902"/>
                <a:gd name="GluePoint15Y" fmla="*/ 1129856 h 1204245"/>
                <a:gd name="GluePoint16X" fmla="*/ 854393 w 1126902"/>
                <a:gd name="GluePoint16Y" fmla="*/ 1129475 h 1204245"/>
                <a:gd name="GluePoint17X" fmla="*/ 665702 w 1126902"/>
                <a:gd name="GluePoint17Y" fmla="*/ 950119 h 1204245"/>
                <a:gd name="GluePoint18X" fmla="*/ 665702 w 1126902"/>
                <a:gd name="GluePoint18Y" fmla="*/ 128873 h 1204245"/>
                <a:gd name="GluePoint19X" fmla="*/ 673608 w 1126902"/>
                <a:gd name="GluePoint19Y" fmla="*/ 108490 h 1204245"/>
                <a:gd name="GluePoint20X" fmla="*/ 791718 w 1126902"/>
                <a:gd name="GluePoint20Y" fmla="*/ 90488 h 1204245"/>
                <a:gd name="GluePoint21X" fmla="*/ 815912 w 1126902"/>
                <a:gd name="GluePoint21Y" fmla="*/ 90773 h 1204245"/>
                <a:gd name="GluePoint22X" fmla="*/ 1052513 w 1126902"/>
                <a:gd name="GluePoint22Y" fmla="*/ 302895 h 1204245"/>
                <a:gd name="GluePoint23X" fmla="*/ 1053084 w 1126902"/>
                <a:gd name="GluePoint23Y" fmla="*/ 312420 h 1204245"/>
                <a:gd name="GluePoint24X" fmla="*/ 1126903 w 1126902"/>
                <a:gd name="GluePoint24Y" fmla="*/ 312420 h 1204245"/>
                <a:gd name="GluePoint25X" fmla="*/ 1126903 w 1126902"/>
                <a:gd name="GluePoint25Y" fmla="*/ 0 h 1204245"/>
                <a:gd name="GluePoint26X" fmla="*/ 563404 w 1126902"/>
                <a:gd name="GluePoint26Y" fmla="*/ 2857 h 1204245"/>
                <a:gd name="GluePoint27X" fmla="*/ 0 w 1126902"/>
                <a:gd name="GluePoint27Y" fmla="*/ 0 h 1204245"/>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 ang="0">
                  <a:pos x="GluePoint16X" y="GluePoint16Y"/>
                </a:cxn>
                <a:cxn ang="0">
                  <a:pos x="GluePoint17X" y="GluePoint17Y"/>
                </a:cxn>
                <a:cxn ang="0">
                  <a:pos x="GluePoint18X" y="GluePoint18Y"/>
                </a:cxn>
                <a:cxn ang="0">
                  <a:pos x="GluePoint19X" y="GluePoint19Y"/>
                </a:cxn>
                <a:cxn ang="0">
                  <a:pos x="GluePoint20X" y="GluePoint20Y"/>
                </a:cxn>
                <a:cxn ang="0">
                  <a:pos x="GluePoint21X" y="GluePoint21Y"/>
                </a:cxn>
                <a:cxn ang="0">
                  <a:pos x="GluePoint22X" y="GluePoint22Y"/>
                </a:cxn>
                <a:cxn ang="0">
                  <a:pos x="GluePoint23X" y="GluePoint23Y"/>
                </a:cxn>
                <a:cxn ang="0">
                  <a:pos x="GluePoint24X" y="GluePoint24Y"/>
                </a:cxn>
                <a:cxn ang="0">
                  <a:pos x="GluePoint25X" y="GluePoint25Y"/>
                </a:cxn>
                <a:cxn ang="0">
                  <a:pos x="GluePoint26X" y="GluePoint26Y"/>
                </a:cxn>
                <a:cxn ang="0">
                  <a:pos x="GluePoint27X" y="GluePoint27Y"/>
                </a:cxn>
              </a:cxnLst>
              <a:rect l="textAreaLeft" t="textAreaTop" r="textAreaRight" b="textAreaBottom"/>
              <a:pathLst>
                <a:path w="1126902" h="1204245">
                  <a:moveTo>
                    <a:pt x="0" y="0"/>
                  </a:moveTo>
                  <a:lnTo>
                    <a:pt x="0" y="312420"/>
                  </a:lnTo>
                  <a:lnTo>
                    <a:pt x="74295" y="312420"/>
                  </a:lnTo>
                  <a:lnTo>
                    <a:pt x="74581" y="302609"/>
                  </a:lnTo>
                  <a:cubicBezTo>
                    <a:pt x="81344" y="99346"/>
                    <a:pt x="159163" y="90773"/>
                    <a:pt x="334328" y="90773"/>
                  </a:cubicBezTo>
                  <a:cubicBezTo>
                    <a:pt x="340328" y="90773"/>
                    <a:pt x="346424" y="90773"/>
                    <a:pt x="352330" y="90678"/>
                  </a:cubicBezTo>
                  <a:cubicBezTo>
                    <a:pt x="395859" y="90392"/>
                    <a:pt x="437007" y="90106"/>
                    <a:pt x="453200" y="106204"/>
                  </a:cubicBezTo>
                  <a:cubicBezTo>
                    <a:pt x="458629" y="111538"/>
                    <a:pt x="461201" y="118967"/>
                    <a:pt x="461201" y="128873"/>
                  </a:cubicBezTo>
                  <a:lnTo>
                    <a:pt x="461201" y="950119"/>
                  </a:lnTo>
                  <a:cubicBezTo>
                    <a:pt x="461201" y="1072039"/>
                    <a:pt x="444151" y="1122426"/>
                    <a:pt x="272510" y="1129475"/>
                  </a:cubicBezTo>
                  <a:lnTo>
                    <a:pt x="262700" y="1129856"/>
                  </a:lnTo>
                  <a:lnTo>
                    <a:pt x="262700" y="1204246"/>
                  </a:lnTo>
                  <a:cubicBezTo>
                    <a:pt x="262700" y="1204246"/>
                    <a:pt x="462725" y="1196911"/>
                    <a:pt x="578548" y="1196911"/>
                  </a:cubicBezTo>
                  <a:cubicBezTo>
                    <a:pt x="666941" y="1196911"/>
                    <a:pt x="864203" y="1204246"/>
                    <a:pt x="864203" y="1204246"/>
                  </a:cubicBezTo>
                  <a:lnTo>
                    <a:pt x="864203" y="1129856"/>
                  </a:lnTo>
                  <a:lnTo>
                    <a:pt x="854393" y="1129475"/>
                  </a:lnTo>
                  <a:cubicBezTo>
                    <a:pt x="682752" y="1122426"/>
                    <a:pt x="665702" y="1072039"/>
                    <a:pt x="665702" y="950119"/>
                  </a:cubicBezTo>
                  <a:lnTo>
                    <a:pt x="665702" y="128873"/>
                  </a:lnTo>
                  <a:cubicBezTo>
                    <a:pt x="665702" y="120396"/>
                    <a:pt x="668369" y="113729"/>
                    <a:pt x="673608" y="108490"/>
                  </a:cubicBezTo>
                  <a:cubicBezTo>
                    <a:pt x="693420" y="89059"/>
                    <a:pt x="747903" y="89821"/>
                    <a:pt x="791718" y="90488"/>
                  </a:cubicBezTo>
                  <a:cubicBezTo>
                    <a:pt x="800005" y="90583"/>
                    <a:pt x="808196" y="90773"/>
                    <a:pt x="815912" y="90773"/>
                  </a:cubicBezTo>
                  <a:cubicBezTo>
                    <a:pt x="987267" y="90773"/>
                    <a:pt x="1042511" y="140303"/>
                    <a:pt x="1052513" y="302895"/>
                  </a:cubicBezTo>
                  <a:lnTo>
                    <a:pt x="1053084" y="312420"/>
                  </a:lnTo>
                  <a:lnTo>
                    <a:pt x="1126903" y="312420"/>
                  </a:lnTo>
                  <a:lnTo>
                    <a:pt x="1126903" y="0"/>
                  </a:lnTo>
                  <a:cubicBezTo>
                    <a:pt x="1126903" y="0"/>
                    <a:pt x="694468" y="2857"/>
                    <a:pt x="563404" y="2857"/>
                  </a:cubicBezTo>
                  <a:cubicBezTo>
                    <a:pt x="432340" y="2857"/>
                    <a:pt x="0" y="0"/>
                    <a:pt x="0" y="0"/>
                  </a:cubicBezTo>
                </a:path>
              </a:pathLst>
            </a:custGeom>
            <a:solidFill>
              <a:schemeClr val="bg1"/>
            </a:solidFill>
            <a:ln w="9525">
              <a:noFill/>
            </a:ln>
          </p:spPr>
          <p:style>
            <a:lnRef idx="0"/>
            <a:fillRef idx="0"/>
            <a:effectRef idx="0"/>
            <a:fontRef idx="minor"/>
          </p:style>
          <p:txBody>
            <a:bodyPr lIns="90000" tIns="45000" rIns="90000" bIns="45000" anchor="ctr">
              <a:noAutofit/>
            </a:bodyPr>
            <a:p>
              <a:endParaRPr lang="en-US" sz="1800" b="0" u="none" strike="noStrike">
                <a:solidFill>
                  <a:schemeClr val="dk1"/>
                </a:solidFill>
                <a:effectLst/>
                <a:uFillTx/>
                <a:latin typeface="Arial"/>
              </a:endParaRPr>
            </a:p>
          </p:txBody>
        </p:sp>
        <p:sp>
          <p:nvSpPr>
            <p:cNvPr id="261" name="Freeform 4"/>
            <p:cNvSpPr/>
            <p:nvPr/>
          </p:nvSpPr>
          <p:spPr>
            <a:xfrm>
              <a:off x="201960" y="195840"/>
              <a:ext cx="297720" cy="300240"/>
            </a:xfrm>
            <a:custGeom>
              <a:avLst/>
              <a:gdLst>
                <a:gd name="textAreaLeft" fmla="*/ 0 w 297720"/>
                <a:gd name="textAreaRight" fmla="*/ 299160 w 297720"/>
                <a:gd name="textAreaTop" fmla="*/ 0 h 300240"/>
                <a:gd name="textAreaBottom" fmla="*/ 301680 h 300240"/>
                <a:gd name="GluePoint1X" fmla="*/ 372618 w 1195101"/>
                <a:gd name="GluePoint1Y" fmla="*/ 571786 h 1204626"/>
                <a:gd name="GluePoint2X" fmla="*/ 372523 w 1195101"/>
                <a:gd name="GluePoint2Y" fmla="*/ 134303 h 1204626"/>
                <a:gd name="GluePoint3X" fmla="*/ 386239 w 1195101"/>
                <a:gd name="GluePoint3Y" fmla="*/ 86487 h 1204626"/>
                <a:gd name="GluePoint4X" fmla="*/ 498348 w 1195101"/>
                <a:gd name="GluePoint4Y" fmla="*/ 85630 h 1204626"/>
                <a:gd name="GluePoint5X" fmla="*/ 738473 w 1195101"/>
                <a:gd name="GluePoint5Y" fmla="*/ 330518 h 1204626"/>
                <a:gd name="GluePoint6X" fmla="*/ 640747 w 1195101"/>
                <a:gd name="GluePoint6Y" fmla="*/ 541687 h 1204626"/>
                <a:gd name="GluePoint7X" fmla="*/ 372618 w 1195101"/>
                <a:gd name="GluePoint7Y" fmla="*/ 571786 h 1204626"/>
                <a:gd name="GluePoint8X" fmla="*/ 1186529 w 1195101"/>
                <a:gd name="GluePoint8Y" fmla="*/ 1129760 h 1204626"/>
                <a:gd name="GluePoint9X" fmla="*/ 1017461 w 1195101"/>
                <a:gd name="GluePoint9Y" fmla="*/ 1040702 h 1204626"/>
                <a:gd name="GluePoint10X" fmla="*/ 661797 w 1195101"/>
                <a:gd name="GluePoint10Y" fmla="*/ 632460 h 1204626"/>
                <a:gd name="GluePoint11X" fmla="*/ 964597 w 1195101"/>
                <a:gd name="GluePoint11Y" fmla="*/ 305371 h 1204626"/>
                <a:gd name="GluePoint12X" fmla="*/ 831056 w 1195101"/>
                <a:gd name="GluePoint12Y" fmla="*/ 55816 h 1204626"/>
                <a:gd name="GluePoint13X" fmla="*/ 544639 w 1195101"/>
                <a:gd name="GluePoint13Y" fmla="*/ 190 h 1204626"/>
                <a:gd name="GluePoint14X" fmla="*/ 317468 w 1195101"/>
                <a:gd name="GluePoint14Y" fmla="*/ 4191 h 1204626"/>
                <a:gd name="GluePoint15X" fmla="*/ 191 w 1195101"/>
                <a:gd name="GluePoint15Y" fmla="*/ 0 h 1204626"/>
                <a:gd name="GluePoint16X" fmla="*/ 191 w 1195101"/>
                <a:gd name="GluePoint16Y" fmla="*/ 74866 h 1204626"/>
                <a:gd name="GluePoint17X" fmla="*/ 15050 w 1195101"/>
                <a:gd name="GluePoint17Y" fmla="*/ 74866 h 1204626"/>
                <a:gd name="GluePoint18X" fmla="*/ 152781 w 1195101"/>
                <a:gd name="GluePoint18Y" fmla="*/ 128683 h 1204626"/>
                <a:gd name="GluePoint19X" fmla="*/ 168307 w 1195101"/>
                <a:gd name="GluePoint19Y" fmla="*/ 350139 h 1204626"/>
                <a:gd name="GluePoint20X" fmla="*/ 168307 w 1195101"/>
                <a:gd name="GluePoint20Y" fmla="*/ 841248 h 1204626"/>
                <a:gd name="GluePoint21X" fmla="*/ 161068 w 1195101"/>
                <a:gd name="GluePoint21Y" fmla="*/ 1034129 h 1204626"/>
                <a:gd name="GluePoint22X" fmla="*/ 152686 w 1195101"/>
                <a:gd name="GluePoint22Y" fmla="*/ 1075944 h 1204626"/>
                <a:gd name="GluePoint23X" fmla="*/ 10382 w 1195101"/>
                <a:gd name="GluePoint23Y" fmla="*/ 1129665 h 1204626"/>
                <a:gd name="GluePoint24X" fmla="*/ 0 w 1195101"/>
                <a:gd name="GluePoint24Y" fmla="*/ 1129665 h 1204626"/>
                <a:gd name="GluePoint25X" fmla="*/ 0 w 1195101"/>
                <a:gd name="GluePoint25Y" fmla="*/ 1204532 h 1204626"/>
                <a:gd name="GluePoint26X" fmla="*/ 278225 w 1195101"/>
                <a:gd name="GluePoint26Y" fmla="*/ 1197102 h 1204626"/>
                <a:gd name="GluePoint27X" fmla="*/ 540734 w 1195101"/>
                <a:gd name="GluePoint27Y" fmla="*/ 1204532 h 1204626"/>
                <a:gd name="GluePoint28X" fmla="*/ 540734 w 1195101"/>
                <a:gd name="GluePoint28Y" fmla="*/ 1129665 h 1204626"/>
                <a:gd name="GluePoint29X" fmla="*/ 525971 w 1195101"/>
                <a:gd name="GluePoint29Y" fmla="*/ 1129665 h 1204626"/>
                <a:gd name="GluePoint30X" fmla="*/ 388239 w 1195101"/>
                <a:gd name="GluePoint30Y" fmla="*/ 1075754 h 1204626"/>
                <a:gd name="GluePoint31X" fmla="*/ 379857 w 1195101"/>
                <a:gd name="GluePoint31Y" fmla="*/ 1034034 h 1204626"/>
                <a:gd name="GluePoint32X" fmla="*/ 372618 w 1195101"/>
                <a:gd name="GluePoint32Y" fmla="*/ 854297 h 1204626"/>
                <a:gd name="GluePoint33X" fmla="*/ 372618 w 1195101"/>
                <a:gd name="GluePoint33Y" fmla="*/ 653510 h 1204626"/>
                <a:gd name="GluePoint34X" fmla="*/ 479107 w 1195101"/>
                <a:gd name="GluePoint34Y" fmla="*/ 702469 h 1204626"/>
                <a:gd name="GluePoint35X" fmla="*/ 501110 w 1195101"/>
                <a:gd name="GluePoint35Y" fmla="*/ 728472 h 1204626"/>
                <a:gd name="GluePoint36X" fmla="*/ 797909 w 1195101"/>
                <a:gd name="GluePoint36Y" fmla="*/ 1096804 h 1204626"/>
                <a:gd name="GluePoint37X" fmla="*/ 885158 w 1195101"/>
                <a:gd name="GluePoint37Y" fmla="*/ 1204532 h 1204626"/>
                <a:gd name="GluePoint38X" fmla="*/ 1027366 w 1195101"/>
                <a:gd name="GluePoint38Y" fmla="*/ 1200436 h 1204626"/>
                <a:gd name="GluePoint39X" fmla="*/ 1195102 w 1195101"/>
                <a:gd name="GluePoint39Y" fmla="*/ 1204627 h 1204626"/>
                <a:gd name="GluePoint40X" fmla="*/ 1195102 w 1195101"/>
                <a:gd name="GluePoint40Y" fmla="*/ 1131094 h 1204626"/>
                <a:gd name="GluePoint41X" fmla="*/ 1186529 w 1195101"/>
                <a:gd name="GluePoint41Y" fmla="*/ 1129760 h 1204626"/>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 ang="0">
                  <a:pos x="GluePoint16X" y="GluePoint16Y"/>
                </a:cxn>
                <a:cxn ang="0">
                  <a:pos x="GluePoint17X" y="GluePoint17Y"/>
                </a:cxn>
                <a:cxn ang="0">
                  <a:pos x="GluePoint18X" y="GluePoint18Y"/>
                </a:cxn>
                <a:cxn ang="0">
                  <a:pos x="GluePoint19X" y="GluePoint19Y"/>
                </a:cxn>
                <a:cxn ang="0">
                  <a:pos x="GluePoint20X" y="GluePoint20Y"/>
                </a:cxn>
                <a:cxn ang="0">
                  <a:pos x="GluePoint21X" y="GluePoint21Y"/>
                </a:cxn>
                <a:cxn ang="0">
                  <a:pos x="GluePoint22X" y="GluePoint22Y"/>
                </a:cxn>
                <a:cxn ang="0">
                  <a:pos x="GluePoint23X" y="GluePoint23Y"/>
                </a:cxn>
                <a:cxn ang="0">
                  <a:pos x="GluePoint24X" y="GluePoint24Y"/>
                </a:cxn>
                <a:cxn ang="0">
                  <a:pos x="GluePoint25X" y="GluePoint25Y"/>
                </a:cxn>
                <a:cxn ang="0">
                  <a:pos x="GluePoint26X" y="GluePoint26Y"/>
                </a:cxn>
                <a:cxn ang="0">
                  <a:pos x="GluePoint27X" y="GluePoint27Y"/>
                </a:cxn>
                <a:cxn ang="0">
                  <a:pos x="GluePoint28X" y="GluePoint28Y"/>
                </a:cxn>
                <a:cxn ang="0">
                  <a:pos x="GluePoint29X" y="GluePoint29Y"/>
                </a:cxn>
                <a:cxn ang="0">
                  <a:pos x="GluePoint30X" y="GluePoint30Y"/>
                </a:cxn>
                <a:cxn ang="0">
                  <a:pos x="GluePoint31X" y="GluePoint31Y"/>
                </a:cxn>
                <a:cxn ang="0">
                  <a:pos x="GluePoint32X" y="GluePoint32Y"/>
                </a:cxn>
                <a:cxn ang="0">
                  <a:pos x="GluePoint33X" y="GluePoint33Y"/>
                </a:cxn>
                <a:cxn ang="0">
                  <a:pos x="GluePoint34X" y="GluePoint34Y"/>
                </a:cxn>
                <a:cxn ang="0">
                  <a:pos x="GluePoint35X" y="GluePoint35Y"/>
                </a:cxn>
                <a:cxn ang="0">
                  <a:pos x="GluePoint36X" y="GluePoint36Y"/>
                </a:cxn>
                <a:cxn ang="0">
                  <a:pos x="GluePoint37X" y="GluePoint37Y"/>
                </a:cxn>
                <a:cxn ang="0">
                  <a:pos x="GluePoint38X" y="GluePoint38Y"/>
                </a:cxn>
                <a:cxn ang="0">
                  <a:pos x="GluePoint39X" y="GluePoint39Y"/>
                </a:cxn>
                <a:cxn ang="0">
                  <a:pos x="GluePoint40X" y="GluePoint40Y"/>
                </a:cxn>
                <a:cxn ang="0">
                  <a:pos x="GluePoint41X" y="GluePoint41Y"/>
                </a:cxn>
              </a:cxnLst>
              <a:rect l="textAreaLeft" t="textAreaTop" r="textAreaRight" b="textAreaBottom"/>
              <a:pathLst>
                <a:path w="1195101" h="1204626">
                  <a:moveTo>
                    <a:pt x="372618" y="571786"/>
                  </a:moveTo>
                  <a:cubicBezTo>
                    <a:pt x="372618" y="571786"/>
                    <a:pt x="372618" y="136874"/>
                    <a:pt x="372523" y="134303"/>
                  </a:cubicBezTo>
                  <a:cubicBezTo>
                    <a:pt x="372237" y="116967"/>
                    <a:pt x="371761" y="93250"/>
                    <a:pt x="386239" y="86487"/>
                  </a:cubicBezTo>
                  <a:cubicBezTo>
                    <a:pt x="396240" y="82105"/>
                    <a:pt x="493014" y="85630"/>
                    <a:pt x="498348" y="85630"/>
                  </a:cubicBezTo>
                  <a:cubicBezTo>
                    <a:pt x="650938" y="85630"/>
                    <a:pt x="738473" y="174974"/>
                    <a:pt x="738473" y="330518"/>
                  </a:cubicBezTo>
                  <a:cubicBezTo>
                    <a:pt x="738473" y="443960"/>
                    <a:pt x="708374" y="509016"/>
                    <a:pt x="640747" y="541687"/>
                  </a:cubicBezTo>
                  <a:cubicBezTo>
                    <a:pt x="577691" y="571976"/>
                    <a:pt x="372618" y="571786"/>
                    <a:pt x="372618" y="571786"/>
                  </a:cubicBezTo>
                  <a:moveTo>
                    <a:pt x="1186529" y="1129760"/>
                  </a:moveTo>
                  <a:cubicBezTo>
                    <a:pt x="1100138" y="1116235"/>
                    <a:pt x="1074134" y="1106424"/>
                    <a:pt x="1017461" y="1040702"/>
                  </a:cubicBezTo>
                  <a:lnTo>
                    <a:pt x="661797" y="632460"/>
                  </a:lnTo>
                  <a:cubicBezTo>
                    <a:pt x="849059" y="608076"/>
                    <a:pt x="964597" y="484251"/>
                    <a:pt x="964597" y="305371"/>
                  </a:cubicBezTo>
                  <a:cubicBezTo>
                    <a:pt x="964597" y="188976"/>
                    <a:pt x="919544" y="105061"/>
                    <a:pt x="831056" y="55816"/>
                  </a:cubicBezTo>
                  <a:cubicBezTo>
                    <a:pt x="763619" y="18383"/>
                    <a:pt x="670084" y="190"/>
                    <a:pt x="544639" y="190"/>
                  </a:cubicBezTo>
                  <a:cubicBezTo>
                    <a:pt x="507206" y="1143"/>
                    <a:pt x="416909" y="4191"/>
                    <a:pt x="317468" y="4191"/>
                  </a:cubicBezTo>
                  <a:cubicBezTo>
                    <a:pt x="214313" y="4191"/>
                    <a:pt x="191" y="0"/>
                    <a:pt x="191" y="0"/>
                  </a:cubicBezTo>
                  <a:lnTo>
                    <a:pt x="191" y="74866"/>
                  </a:lnTo>
                  <a:lnTo>
                    <a:pt x="15050" y="74866"/>
                  </a:lnTo>
                  <a:cubicBezTo>
                    <a:pt x="71818" y="74486"/>
                    <a:pt x="135731" y="74771"/>
                    <a:pt x="152781" y="128683"/>
                  </a:cubicBezTo>
                  <a:cubicBezTo>
                    <a:pt x="168307" y="175355"/>
                    <a:pt x="168307" y="306896"/>
                    <a:pt x="168307" y="350139"/>
                  </a:cubicBezTo>
                  <a:lnTo>
                    <a:pt x="168307" y="841248"/>
                  </a:lnTo>
                  <a:cubicBezTo>
                    <a:pt x="168307" y="895445"/>
                    <a:pt x="168307" y="977837"/>
                    <a:pt x="161068" y="1034129"/>
                  </a:cubicBezTo>
                  <a:cubicBezTo>
                    <a:pt x="158972" y="1050798"/>
                    <a:pt x="156210" y="1065276"/>
                    <a:pt x="152686" y="1075944"/>
                  </a:cubicBezTo>
                  <a:cubicBezTo>
                    <a:pt x="135350" y="1129665"/>
                    <a:pt x="66104" y="1129665"/>
                    <a:pt x="10382" y="1129665"/>
                  </a:cubicBezTo>
                  <a:lnTo>
                    <a:pt x="0" y="1129665"/>
                  </a:lnTo>
                  <a:lnTo>
                    <a:pt x="0" y="1204532"/>
                  </a:lnTo>
                  <a:cubicBezTo>
                    <a:pt x="0" y="1204532"/>
                    <a:pt x="166783" y="1197102"/>
                    <a:pt x="278225" y="1197102"/>
                  </a:cubicBezTo>
                  <a:cubicBezTo>
                    <a:pt x="374047" y="1197102"/>
                    <a:pt x="540734" y="1204246"/>
                    <a:pt x="540734" y="1204532"/>
                  </a:cubicBezTo>
                  <a:lnTo>
                    <a:pt x="540734" y="1129665"/>
                  </a:lnTo>
                  <a:lnTo>
                    <a:pt x="525971" y="1129665"/>
                  </a:lnTo>
                  <a:cubicBezTo>
                    <a:pt x="470059" y="1129951"/>
                    <a:pt x="406813" y="1129760"/>
                    <a:pt x="388239" y="1075754"/>
                  </a:cubicBezTo>
                  <a:cubicBezTo>
                    <a:pt x="384620" y="1065086"/>
                    <a:pt x="381953" y="1050607"/>
                    <a:pt x="379857" y="1034034"/>
                  </a:cubicBezTo>
                  <a:cubicBezTo>
                    <a:pt x="372618" y="978122"/>
                    <a:pt x="372618" y="898017"/>
                    <a:pt x="372618" y="854297"/>
                  </a:cubicBezTo>
                  <a:lnTo>
                    <a:pt x="372618" y="653510"/>
                  </a:lnTo>
                  <a:cubicBezTo>
                    <a:pt x="439198" y="654082"/>
                    <a:pt x="444913" y="661035"/>
                    <a:pt x="479107" y="702469"/>
                  </a:cubicBezTo>
                  <a:cubicBezTo>
                    <a:pt x="485489" y="710089"/>
                    <a:pt x="492728" y="718756"/>
                    <a:pt x="501110" y="728472"/>
                  </a:cubicBezTo>
                  <a:lnTo>
                    <a:pt x="797909" y="1096804"/>
                  </a:lnTo>
                  <a:lnTo>
                    <a:pt x="885158" y="1204532"/>
                  </a:lnTo>
                  <a:cubicBezTo>
                    <a:pt x="885158" y="1204532"/>
                    <a:pt x="980885" y="1200436"/>
                    <a:pt x="1027366" y="1200436"/>
                  </a:cubicBezTo>
                  <a:cubicBezTo>
                    <a:pt x="1094994" y="1200436"/>
                    <a:pt x="1195102" y="1204627"/>
                    <a:pt x="1195102" y="1204627"/>
                  </a:cubicBezTo>
                  <a:lnTo>
                    <a:pt x="1195102" y="1131094"/>
                  </a:lnTo>
                  <a:lnTo>
                    <a:pt x="1186529" y="1129760"/>
                  </a:lnTo>
                  <a:close/>
                </a:path>
              </a:pathLst>
            </a:custGeom>
            <a:solidFill>
              <a:schemeClr val="bg1"/>
            </a:solidFill>
            <a:ln w="9525">
              <a:noFill/>
            </a:ln>
          </p:spPr>
          <p:style>
            <a:lnRef idx="0"/>
            <a:fillRef idx="0"/>
            <a:effectRef idx="0"/>
            <a:fontRef idx="minor"/>
          </p:style>
          <p:txBody>
            <a:bodyPr lIns="90000" tIns="45000" rIns="90000" bIns="45000" anchor="ctr">
              <a:noAutofit/>
            </a:bodyPr>
            <a:p>
              <a:endParaRPr lang="en-US" sz="1800" b="0" u="none" strike="noStrike">
                <a:solidFill>
                  <a:schemeClr val="dk1"/>
                </a:solidFill>
                <a:effectLst/>
                <a:uFillTx/>
                <a:latin typeface="Arial"/>
              </a:endParaRPr>
            </a:p>
          </p:txBody>
        </p:sp>
      </p:grpSp>
      <p:sp>
        <p:nvSpPr>
          <p:cNvPr id="262" name="Text Placeholder 14"/>
          <p:cNvSpPr/>
          <p:nvPr/>
        </p:nvSpPr>
        <p:spPr>
          <a:xfrm>
            <a:off x="386640" y="3434040"/>
            <a:ext cx="2464560" cy="953280"/>
          </a:xfrm>
          <a:prstGeom prst="rect">
            <a:avLst/>
          </a:prstGeom>
          <a:noFill/>
          <a:ln w="0">
            <a:noFill/>
          </a:ln>
        </p:spPr>
        <p:style>
          <a:lnRef idx="0"/>
          <a:fillRef idx="0"/>
          <a:effectRef idx="0"/>
          <a:fontRef idx="minor"/>
        </p:style>
        <p:txBody>
          <a:bodyPr lIns="90000" tIns="45000" rIns="90000" bIns="45000" anchor="t">
            <a:noAutofit/>
          </a:bodyPr>
          <a:p>
            <a:endParaRPr lang="en-US" sz="2000" b="1" u="none" strike="noStrike">
              <a:solidFill>
                <a:srgbClr val="E56B2A"/>
              </a:solidFill>
              <a:effectLst/>
              <a:uFillTx/>
              <a:latin typeface="Arial"/>
            </a:endParaRPr>
          </a:p>
        </p:txBody>
      </p:sp>
      <p:sp>
        <p:nvSpPr>
          <p:cNvPr id="263" name="Rectangle 5"/>
          <p:cNvSpPr/>
          <p:nvPr/>
        </p:nvSpPr>
        <p:spPr>
          <a:xfrm>
            <a:off x="0" y="0"/>
            <a:ext cx="12190680" cy="685656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p>
            <a:endParaRPr lang="en-US" sz="1800" b="0" u="none" strike="noStrike">
              <a:solidFill>
                <a:schemeClr val="lt1"/>
              </a:solidFill>
              <a:effectLst/>
              <a:uFillTx/>
              <a:latin typeface="Arial"/>
            </a:endParaRPr>
          </a:p>
        </p:txBody>
      </p:sp>
      <p:sp>
        <p:nvSpPr>
          <p:cNvPr id="264" name="Rectangle 10"/>
          <p:cNvSpPr/>
          <p:nvPr/>
        </p:nvSpPr>
        <p:spPr>
          <a:xfrm>
            <a:off x="0" y="6218280"/>
            <a:ext cx="12190680" cy="638280"/>
          </a:xfrm>
          <a:prstGeom prst="rect">
            <a:avLst/>
          </a:prstGeom>
          <a:solidFill>
            <a:srgbClr val="F86901"/>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p>
            <a:endParaRPr lang="en-US" sz="1800" b="0" u="none" strike="noStrike">
              <a:solidFill>
                <a:schemeClr val="lt1"/>
              </a:solidFill>
              <a:effectLst/>
              <a:uFillTx/>
              <a:latin typeface="Arial"/>
            </a:endParaRPr>
          </a:p>
        </p:txBody>
      </p:sp>
      <p:sp>
        <p:nvSpPr>
          <p:cNvPr id="265" name="TextBox 11"/>
          <p:cNvSpPr/>
          <p:nvPr/>
        </p:nvSpPr>
        <p:spPr>
          <a:xfrm>
            <a:off x="11689200" y="6487920"/>
            <a:ext cx="476280" cy="238680"/>
          </a:xfrm>
          <a:prstGeom prst="rect">
            <a:avLst/>
          </a:prstGeom>
          <a:noFill/>
          <a:ln w="0">
            <a:noFill/>
          </a:ln>
        </p:spPr>
        <p:style>
          <a:lnRef idx="0"/>
          <a:fillRef idx="0"/>
          <a:effectRef idx="0"/>
          <a:fontRef idx="minor"/>
        </p:style>
        <p:txBody>
          <a:bodyPr lIns="90000" tIns="45000" rIns="90000" bIns="45000" anchor="t">
            <a:spAutoFit/>
          </a:bodyPr>
          <a:p>
            <a:pPr defTabSz="914400">
              <a:lnSpc>
                <a:spcPct val="80000"/>
              </a:lnSpc>
            </a:pPr>
            <a:r>
              <a:rPr lang="en-US" sz="1200" b="0" u="none" strike="noStrike">
                <a:solidFill>
                  <a:schemeClr val="lt1"/>
                </a:solidFill>
                <a:effectLst/>
                <a:uFillTx/>
                <a:latin typeface="Georgia"/>
              </a:rPr>
              <a:t> </a:t>
            </a:r>
            <a:fld id="{663CB075-93DC-48EC-87D2-0D12D06D45B8}" type="slidenum">
              <a:rPr lang="en-US" sz="1130" b="0" u="none" strike="noStrike">
                <a:solidFill>
                  <a:schemeClr val="lt1"/>
                </a:solidFill>
                <a:effectLst/>
                <a:uFillTx/>
                <a:latin typeface="Arial"/>
              </a:rPr>
              <a:t>&lt;number&gt;</a:t>
            </a:fld>
            <a:endParaRPr lang="en-US" sz="1130" b="0" u="none" strike="noStrike">
              <a:solidFill>
                <a:srgbClr val="000000"/>
              </a:solidFill>
              <a:effectLst/>
              <a:uFillTx/>
              <a:latin typeface="Arial"/>
            </a:endParaRPr>
          </a:p>
        </p:txBody>
      </p:sp>
      <p:pic>
        <p:nvPicPr>
          <p:cNvPr id="266" name="Graphic 12"/>
          <p:cNvPicPr/>
          <p:nvPr/>
        </p:nvPicPr>
        <p:blipFill>
          <a:blip r:embed="rId4">
            <a:extLst>
              <a:ext uri="{96DAC541-7B7A-43D3-8B79-37D633B846F1}">
                <asvg:svgBlip xmlns:asvg="http://schemas.microsoft.com/office/drawing/2016/SVG/main" r:embed="rId5"/>
              </a:ext>
            </a:extLst>
          </a:blip>
          <a:stretch/>
        </p:blipFill>
        <p:spPr>
          <a:xfrm>
            <a:off x="9069840" y="6459120"/>
            <a:ext cx="2699280" cy="238680"/>
          </a:xfrm>
          <a:prstGeom prst="rect">
            <a:avLst/>
          </a:prstGeom>
          <a:noFill/>
          <a:ln w="0">
            <a:noFill/>
          </a:ln>
        </p:spPr>
      </p:pic>
      <p:grpSp>
        <p:nvGrpSpPr>
          <p:cNvPr id="267" name="Graphic 22"/>
          <p:cNvGrpSpPr/>
          <p:nvPr/>
        </p:nvGrpSpPr>
        <p:grpSpPr>
          <a:xfrm>
            <a:off x="201960" y="6414120"/>
            <a:ext cx="797760" cy="300600"/>
            <a:chOff x="201960" y="6414120"/>
            <a:chExt cx="797760" cy="300600"/>
          </a:xfrm>
        </p:grpSpPr>
        <p:sp>
          <p:nvSpPr>
            <p:cNvPr id="268" name="Freeform 14"/>
            <p:cNvSpPr/>
            <p:nvPr/>
          </p:nvSpPr>
          <p:spPr>
            <a:xfrm>
              <a:off x="540720" y="6414120"/>
              <a:ext cx="135720" cy="300240"/>
            </a:xfrm>
            <a:custGeom>
              <a:avLst/>
              <a:gdLst>
                <a:gd name="textAreaLeft" fmla="*/ 0 w 135720"/>
                <a:gd name="textAreaRight" fmla="*/ 137160 w 135720"/>
                <a:gd name="textAreaTop" fmla="*/ 0 h 300240"/>
                <a:gd name="textAreaBottom" fmla="*/ 301680 h 300240"/>
                <a:gd name="GluePoint1X" fmla="*/ 393478 w 547877"/>
                <a:gd name="GluePoint1Y" fmla="*/ 129064 h 1204531"/>
                <a:gd name="GluePoint2X" fmla="*/ 537686 w 547877"/>
                <a:gd name="GluePoint2Y" fmla="*/ 74771 h 1204531"/>
                <a:gd name="GluePoint3X" fmla="*/ 547878 w 547877"/>
                <a:gd name="GluePoint3Y" fmla="*/ 74771 h 1204531"/>
                <a:gd name="GluePoint4X" fmla="*/ 547878 w 547877"/>
                <a:gd name="GluePoint4Y" fmla="*/ 0 h 1204531"/>
                <a:gd name="GluePoint5X" fmla="*/ 267938 w 547877"/>
                <a:gd name="GluePoint5Y" fmla="*/ 4667 h 1204531"/>
                <a:gd name="GluePoint6X" fmla="*/ 0 w 547877"/>
                <a:gd name="GluePoint6Y" fmla="*/ 0 h 1204531"/>
                <a:gd name="GluePoint7X" fmla="*/ 0 w 547877"/>
                <a:gd name="GluePoint7Y" fmla="*/ 74771 h 1204531"/>
                <a:gd name="GluePoint8X" fmla="*/ 10192 w 547877"/>
                <a:gd name="GluePoint8Y" fmla="*/ 74771 h 1204531"/>
                <a:gd name="GluePoint9X" fmla="*/ 154400 w 547877"/>
                <a:gd name="GluePoint9Y" fmla="*/ 128968 h 1204531"/>
                <a:gd name="GluePoint10X" fmla="*/ 171640 w 547877"/>
                <a:gd name="GluePoint10Y" fmla="*/ 363188 h 1204531"/>
                <a:gd name="GluePoint11X" fmla="*/ 171640 w 547877"/>
                <a:gd name="GluePoint11Y" fmla="*/ 841153 h 1204531"/>
                <a:gd name="GluePoint12X" fmla="*/ 154496 w 547877"/>
                <a:gd name="GluePoint12Y" fmla="*/ 1075373 h 1204531"/>
                <a:gd name="GluePoint13X" fmla="*/ 10192 w 547877"/>
                <a:gd name="GluePoint13Y" fmla="*/ 1129569 h 1204531"/>
                <a:gd name="GluePoint14X" fmla="*/ 0 w 547877"/>
                <a:gd name="GluePoint14Y" fmla="*/ 1129569 h 1204531"/>
                <a:gd name="GluePoint15X" fmla="*/ 0 w 547877"/>
                <a:gd name="GluePoint15Y" fmla="*/ 1204531 h 1204531"/>
                <a:gd name="GluePoint16X" fmla="*/ 268224 w 547877"/>
                <a:gd name="GluePoint16Y" fmla="*/ 1197102 h 1204531"/>
                <a:gd name="GluePoint17X" fmla="*/ 547878 w 547877"/>
                <a:gd name="GluePoint17Y" fmla="*/ 1204531 h 1204531"/>
                <a:gd name="GluePoint18X" fmla="*/ 547878 w 547877"/>
                <a:gd name="GluePoint18Y" fmla="*/ 1129569 h 1204531"/>
                <a:gd name="GluePoint19X" fmla="*/ 537686 w 547877"/>
                <a:gd name="GluePoint19Y" fmla="*/ 1129569 h 1204531"/>
                <a:gd name="GluePoint20X" fmla="*/ 393478 w 547877"/>
                <a:gd name="GluePoint20Y" fmla="*/ 1075468 h 1204531"/>
                <a:gd name="GluePoint21X" fmla="*/ 376333 w 547877"/>
                <a:gd name="GluePoint21Y" fmla="*/ 841153 h 1204531"/>
                <a:gd name="GluePoint22X" fmla="*/ 376333 w 547877"/>
                <a:gd name="GluePoint22Y" fmla="*/ 363188 h 1204531"/>
                <a:gd name="GluePoint23X" fmla="*/ 393478 w 547877"/>
                <a:gd name="GluePoint23Y" fmla="*/ 129064 h 1204531"/>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 ang="0">
                  <a:pos x="GluePoint16X" y="GluePoint16Y"/>
                </a:cxn>
                <a:cxn ang="0">
                  <a:pos x="GluePoint17X" y="GluePoint17Y"/>
                </a:cxn>
                <a:cxn ang="0">
                  <a:pos x="GluePoint18X" y="GluePoint18Y"/>
                </a:cxn>
                <a:cxn ang="0">
                  <a:pos x="GluePoint19X" y="GluePoint19Y"/>
                </a:cxn>
                <a:cxn ang="0">
                  <a:pos x="GluePoint20X" y="GluePoint20Y"/>
                </a:cxn>
                <a:cxn ang="0">
                  <a:pos x="GluePoint21X" y="GluePoint21Y"/>
                </a:cxn>
                <a:cxn ang="0">
                  <a:pos x="GluePoint22X" y="GluePoint22Y"/>
                </a:cxn>
                <a:cxn ang="0">
                  <a:pos x="GluePoint23X" y="GluePoint23Y"/>
                </a:cxn>
              </a:cxnLst>
              <a:rect l="textAreaLeft" t="textAreaTop" r="textAreaRight" b="textAreaBottom"/>
              <a:pathLst>
                <a:path w="547877" h="1204531">
                  <a:moveTo>
                    <a:pt x="393478" y="129064"/>
                  </a:moveTo>
                  <a:cubicBezTo>
                    <a:pt x="414242" y="74771"/>
                    <a:pt x="482727" y="74771"/>
                    <a:pt x="537686" y="74771"/>
                  </a:cubicBezTo>
                  <a:lnTo>
                    <a:pt x="547878" y="74771"/>
                  </a:lnTo>
                  <a:lnTo>
                    <a:pt x="547878" y="0"/>
                  </a:lnTo>
                  <a:cubicBezTo>
                    <a:pt x="547878" y="0"/>
                    <a:pt x="333565" y="4667"/>
                    <a:pt x="267938" y="4667"/>
                  </a:cubicBezTo>
                  <a:cubicBezTo>
                    <a:pt x="200406" y="4667"/>
                    <a:pt x="0" y="0"/>
                    <a:pt x="0" y="0"/>
                  </a:cubicBezTo>
                  <a:lnTo>
                    <a:pt x="0" y="74771"/>
                  </a:lnTo>
                  <a:lnTo>
                    <a:pt x="10192" y="74771"/>
                  </a:lnTo>
                  <a:cubicBezTo>
                    <a:pt x="65246" y="74771"/>
                    <a:pt x="133731" y="74771"/>
                    <a:pt x="154400" y="128968"/>
                  </a:cubicBezTo>
                  <a:cubicBezTo>
                    <a:pt x="171640" y="175450"/>
                    <a:pt x="171640" y="307086"/>
                    <a:pt x="171640" y="363188"/>
                  </a:cubicBezTo>
                  <a:lnTo>
                    <a:pt x="171640" y="841153"/>
                  </a:lnTo>
                  <a:cubicBezTo>
                    <a:pt x="171640" y="897350"/>
                    <a:pt x="171640" y="1028890"/>
                    <a:pt x="154496" y="1075373"/>
                  </a:cubicBezTo>
                  <a:cubicBezTo>
                    <a:pt x="133731" y="1129569"/>
                    <a:pt x="65246" y="1129569"/>
                    <a:pt x="10192" y="1129569"/>
                  </a:cubicBezTo>
                  <a:lnTo>
                    <a:pt x="0" y="1129569"/>
                  </a:lnTo>
                  <a:lnTo>
                    <a:pt x="0" y="1204531"/>
                  </a:lnTo>
                  <a:cubicBezTo>
                    <a:pt x="0" y="1204341"/>
                    <a:pt x="173260" y="1197102"/>
                    <a:pt x="268224" y="1197102"/>
                  </a:cubicBezTo>
                  <a:cubicBezTo>
                    <a:pt x="377476" y="1197102"/>
                    <a:pt x="547878" y="1204531"/>
                    <a:pt x="547878" y="1204531"/>
                  </a:cubicBezTo>
                  <a:lnTo>
                    <a:pt x="547878" y="1129569"/>
                  </a:lnTo>
                  <a:lnTo>
                    <a:pt x="537686" y="1129569"/>
                  </a:lnTo>
                  <a:cubicBezTo>
                    <a:pt x="482727" y="1129569"/>
                    <a:pt x="414242" y="1129569"/>
                    <a:pt x="393478" y="1075468"/>
                  </a:cubicBezTo>
                  <a:cubicBezTo>
                    <a:pt x="376333" y="1028890"/>
                    <a:pt x="376333" y="897350"/>
                    <a:pt x="376333" y="841153"/>
                  </a:cubicBezTo>
                  <a:lnTo>
                    <a:pt x="376333" y="363188"/>
                  </a:lnTo>
                  <a:cubicBezTo>
                    <a:pt x="376333" y="307086"/>
                    <a:pt x="376333" y="175450"/>
                    <a:pt x="393478" y="129064"/>
                  </a:cubicBezTo>
                </a:path>
              </a:pathLst>
            </a:custGeom>
            <a:solidFill>
              <a:schemeClr val="bg1"/>
            </a:solidFill>
            <a:ln w="9525">
              <a:noFill/>
            </a:ln>
          </p:spPr>
          <p:style>
            <a:lnRef idx="0"/>
            <a:fillRef idx="0"/>
            <a:effectRef idx="0"/>
            <a:fontRef idx="minor"/>
          </p:style>
          <p:txBody>
            <a:bodyPr lIns="68040" tIns="45000" rIns="68040" bIns="45000" anchor="ctr">
              <a:noAutofit/>
            </a:bodyPr>
            <a:p>
              <a:endParaRPr lang="en-US" sz="1800" b="0" u="none" strike="noStrike">
                <a:solidFill>
                  <a:schemeClr val="dk1"/>
                </a:solidFill>
                <a:effectLst/>
                <a:uFillTx/>
                <a:latin typeface="Arial"/>
              </a:endParaRPr>
            </a:p>
          </p:txBody>
        </p:sp>
        <p:sp>
          <p:nvSpPr>
            <p:cNvPr id="269" name="Freeform 15"/>
            <p:cNvSpPr/>
            <p:nvPr/>
          </p:nvSpPr>
          <p:spPr>
            <a:xfrm>
              <a:off x="718920" y="6414480"/>
              <a:ext cx="280800" cy="300240"/>
            </a:xfrm>
            <a:custGeom>
              <a:avLst/>
              <a:gdLst>
                <a:gd name="textAreaLeft" fmla="*/ 0 w 280800"/>
                <a:gd name="textAreaRight" fmla="*/ 282240 w 280800"/>
                <a:gd name="textAreaTop" fmla="*/ 0 h 300240"/>
                <a:gd name="textAreaBottom" fmla="*/ 301680 h 300240"/>
                <a:gd name="GluePoint1X" fmla="*/ 0 w 1126902"/>
                <a:gd name="GluePoint1Y" fmla="*/ 0 h 1204245"/>
                <a:gd name="GluePoint2X" fmla="*/ 0 w 1126902"/>
                <a:gd name="GluePoint2Y" fmla="*/ 312420 h 1204245"/>
                <a:gd name="GluePoint3X" fmla="*/ 74295 w 1126902"/>
                <a:gd name="GluePoint3Y" fmla="*/ 312420 h 1204245"/>
                <a:gd name="GluePoint4X" fmla="*/ 74581 w 1126902"/>
                <a:gd name="GluePoint4Y" fmla="*/ 302609 h 1204245"/>
                <a:gd name="GluePoint5X" fmla="*/ 334328 w 1126902"/>
                <a:gd name="GluePoint5Y" fmla="*/ 90773 h 1204245"/>
                <a:gd name="GluePoint6X" fmla="*/ 352330 w 1126902"/>
                <a:gd name="GluePoint6Y" fmla="*/ 90678 h 1204245"/>
                <a:gd name="GluePoint7X" fmla="*/ 453200 w 1126902"/>
                <a:gd name="GluePoint7Y" fmla="*/ 106204 h 1204245"/>
                <a:gd name="GluePoint8X" fmla="*/ 461201 w 1126902"/>
                <a:gd name="GluePoint8Y" fmla="*/ 128873 h 1204245"/>
                <a:gd name="GluePoint9X" fmla="*/ 461201 w 1126902"/>
                <a:gd name="GluePoint9Y" fmla="*/ 950119 h 1204245"/>
                <a:gd name="GluePoint10X" fmla="*/ 272510 w 1126902"/>
                <a:gd name="GluePoint10Y" fmla="*/ 1129475 h 1204245"/>
                <a:gd name="GluePoint11X" fmla="*/ 262700 w 1126902"/>
                <a:gd name="GluePoint11Y" fmla="*/ 1129856 h 1204245"/>
                <a:gd name="GluePoint12X" fmla="*/ 262700 w 1126902"/>
                <a:gd name="GluePoint12Y" fmla="*/ 1204246 h 1204245"/>
                <a:gd name="GluePoint13X" fmla="*/ 578548 w 1126902"/>
                <a:gd name="GluePoint13Y" fmla="*/ 1196911 h 1204245"/>
                <a:gd name="GluePoint14X" fmla="*/ 864203 w 1126902"/>
                <a:gd name="GluePoint14Y" fmla="*/ 1204246 h 1204245"/>
                <a:gd name="GluePoint15X" fmla="*/ 864203 w 1126902"/>
                <a:gd name="GluePoint15Y" fmla="*/ 1129856 h 1204245"/>
                <a:gd name="GluePoint16X" fmla="*/ 854393 w 1126902"/>
                <a:gd name="GluePoint16Y" fmla="*/ 1129475 h 1204245"/>
                <a:gd name="GluePoint17X" fmla="*/ 665702 w 1126902"/>
                <a:gd name="GluePoint17Y" fmla="*/ 950119 h 1204245"/>
                <a:gd name="GluePoint18X" fmla="*/ 665702 w 1126902"/>
                <a:gd name="GluePoint18Y" fmla="*/ 128873 h 1204245"/>
                <a:gd name="GluePoint19X" fmla="*/ 673608 w 1126902"/>
                <a:gd name="GluePoint19Y" fmla="*/ 108490 h 1204245"/>
                <a:gd name="GluePoint20X" fmla="*/ 791718 w 1126902"/>
                <a:gd name="GluePoint20Y" fmla="*/ 90488 h 1204245"/>
                <a:gd name="GluePoint21X" fmla="*/ 815912 w 1126902"/>
                <a:gd name="GluePoint21Y" fmla="*/ 90773 h 1204245"/>
                <a:gd name="GluePoint22X" fmla="*/ 1052513 w 1126902"/>
                <a:gd name="GluePoint22Y" fmla="*/ 302895 h 1204245"/>
                <a:gd name="GluePoint23X" fmla="*/ 1053084 w 1126902"/>
                <a:gd name="GluePoint23Y" fmla="*/ 312420 h 1204245"/>
                <a:gd name="GluePoint24X" fmla="*/ 1126903 w 1126902"/>
                <a:gd name="GluePoint24Y" fmla="*/ 312420 h 1204245"/>
                <a:gd name="GluePoint25X" fmla="*/ 1126903 w 1126902"/>
                <a:gd name="GluePoint25Y" fmla="*/ 0 h 1204245"/>
                <a:gd name="GluePoint26X" fmla="*/ 563404 w 1126902"/>
                <a:gd name="GluePoint26Y" fmla="*/ 2857 h 1204245"/>
                <a:gd name="GluePoint27X" fmla="*/ 0 w 1126902"/>
                <a:gd name="GluePoint27Y" fmla="*/ 0 h 1204245"/>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 ang="0">
                  <a:pos x="GluePoint16X" y="GluePoint16Y"/>
                </a:cxn>
                <a:cxn ang="0">
                  <a:pos x="GluePoint17X" y="GluePoint17Y"/>
                </a:cxn>
                <a:cxn ang="0">
                  <a:pos x="GluePoint18X" y="GluePoint18Y"/>
                </a:cxn>
                <a:cxn ang="0">
                  <a:pos x="GluePoint19X" y="GluePoint19Y"/>
                </a:cxn>
                <a:cxn ang="0">
                  <a:pos x="GluePoint20X" y="GluePoint20Y"/>
                </a:cxn>
                <a:cxn ang="0">
                  <a:pos x="GluePoint21X" y="GluePoint21Y"/>
                </a:cxn>
                <a:cxn ang="0">
                  <a:pos x="GluePoint22X" y="GluePoint22Y"/>
                </a:cxn>
                <a:cxn ang="0">
                  <a:pos x="GluePoint23X" y="GluePoint23Y"/>
                </a:cxn>
                <a:cxn ang="0">
                  <a:pos x="GluePoint24X" y="GluePoint24Y"/>
                </a:cxn>
                <a:cxn ang="0">
                  <a:pos x="GluePoint25X" y="GluePoint25Y"/>
                </a:cxn>
                <a:cxn ang="0">
                  <a:pos x="GluePoint26X" y="GluePoint26Y"/>
                </a:cxn>
                <a:cxn ang="0">
                  <a:pos x="GluePoint27X" y="GluePoint27Y"/>
                </a:cxn>
              </a:cxnLst>
              <a:rect l="textAreaLeft" t="textAreaTop" r="textAreaRight" b="textAreaBottom"/>
              <a:pathLst>
                <a:path w="1126902" h="1204245">
                  <a:moveTo>
                    <a:pt x="0" y="0"/>
                  </a:moveTo>
                  <a:lnTo>
                    <a:pt x="0" y="312420"/>
                  </a:lnTo>
                  <a:lnTo>
                    <a:pt x="74295" y="312420"/>
                  </a:lnTo>
                  <a:lnTo>
                    <a:pt x="74581" y="302609"/>
                  </a:lnTo>
                  <a:cubicBezTo>
                    <a:pt x="81344" y="99346"/>
                    <a:pt x="159163" y="90773"/>
                    <a:pt x="334328" y="90773"/>
                  </a:cubicBezTo>
                  <a:cubicBezTo>
                    <a:pt x="340328" y="90773"/>
                    <a:pt x="346424" y="90773"/>
                    <a:pt x="352330" y="90678"/>
                  </a:cubicBezTo>
                  <a:cubicBezTo>
                    <a:pt x="395859" y="90392"/>
                    <a:pt x="437007" y="90106"/>
                    <a:pt x="453200" y="106204"/>
                  </a:cubicBezTo>
                  <a:cubicBezTo>
                    <a:pt x="458629" y="111538"/>
                    <a:pt x="461201" y="118967"/>
                    <a:pt x="461201" y="128873"/>
                  </a:cubicBezTo>
                  <a:lnTo>
                    <a:pt x="461201" y="950119"/>
                  </a:lnTo>
                  <a:cubicBezTo>
                    <a:pt x="461201" y="1072039"/>
                    <a:pt x="444151" y="1122426"/>
                    <a:pt x="272510" y="1129475"/>
                  </a:cubicBezTo>
                  <a:lnTo>
                    <a:pt x="262700" y="1129856"/>
                  </a:lnTo>
                  <a:lnTo>
                    <a:pt x="262700" y="1204246"/>
                  </a:lnTo>
                  <a:cubicBezTo>
                    <a:pt x="262700" y="1204246"/>
                    <a:pt x="462725" y="1196911"/>
                    <a:pt x="578548" y="1196911"/>
                  </a:cubicBezTo>
                  <a:cubicBezTo>
                    <a:pt x="666941" y="1196911"/>
                    <a:pt x="864203" y="1204246"/>
                    <a:pt x="864203" y="1204246"/>
                  </a:cubicBezTo>
                  <a:lnTo>
                    <a:pt x="864203" y="1129856"/>
                  </a:lnTo>
                  <a:lnTo>
                    <a:pt x="854393" y="1129475"/>
                  </a:lnTo>
                  <a:cubicBezTo>
                    <a:pt x="682752" y="1122426"/>
                    <a:pt x="665702" y="1072039"/>
                    <a:pt x="665702" y="950119"/>
                  </a:cubicBezTo>
                  <a:lnTo>
                    <a:pt x="665702" y="128873"/>
                  </a:lnTo>
                  <a:cubicBezTo>
                    <a:pt x="665702" y="120396"/>
                    <a:pt x="668369" y="113729"/>
                    <a:pt x="673608" y="108490"/>
                  </a:cubicBezTo>
                  <a:cubicBezTo>
                    <a:pt x="693420" y="89059"/>
                    <a:pt x="747903" y="89821"/>
                    <a:pt x="791718" y="90488"/>
                  </a:cubicBezTo>
                  <a:cubicBezTo>
                    <a:pt x="800005" y="90583"/>
                    <a:pt x="808196" y="90773"/>
                    <a:pt x="815912" y="90773"/>
                  </a:cubicBezTo>
                  <a:cubicBezTo>
                    <a:pt x="987267" y="90773"/>
                    <a:pt x="1042511" y="140303"/>
                    <a:pt x="1052513" y="302895"/>
                  </a:cubicBezTo>
                  <a:lnTo>
                    <a:pt x="1053084" y="312420"/>
                  </a:lnTo>
                  <a:lnTo>
                    <a:pt x="1126903" y="312420"/>
                  </a:lnTo>
                  <a:lnTo>
                    <a:pt x="1126903" y="0"/>
                  </a:lnTo>
                  <a:cubicBezTo>
                    <a:pt x="1126903" y="0"/>
                    <a:pt x="694468" y="2857"/>
                    <a:pt x="563404" y="2857"/>
                  </a:cubicBezTo>
                  <a:cubicBezTo>
                    <a:pt x="432340" y="2857"/>
                    <a:pt x="0" y="0"/>
                    <a:pt x="0" y="0"/>
                  </a:cubicBezTo>
                </a:path>
              </a:pathLst>
            </a:custGeom>
            <a:solidFill>
              <a:schemeClr val="bg1"/>
            </a:solidFill>
            <a:ln w="9525">
              <a:noFill/>
            </a:ln>
          </p:spPr>
          <p:style>
            <a:lnRef idx="0"/>
            <a:fillRef idx="0"/>
            <a:effectRef idx="0"/>
            <a:fontRef idx="minor"/>
          </p:style>
          <p:txBody>
            <a:bodyPr lIns="90000" tIns="45000" rIns="90000" bIns="45000" anchor="ctr">
              <a:noAutofit/>
            </a:bodyPr>
            <a:p>
              <a:endParaRPr lang="en-US" sz="1800" b="0" u="none" strike="noStrike">
                <a:solidFill>
                  <a:schemeClr val="dk1"/>
                </a:solidFill>
                <a:effectLst/>
                <a:uFillTx/>
                <a:latin typeface="Arial"/>
              </a:endParaRPr>
            </a:p>
          </p:txBody>
        </p:sp>
        <p:sp>
          <p:nvSpPr>
            <p:cNvPr id="270" name="Freeform 17"/>
            <p:cNvSpPr/>
            <p:nvPr/>
          </p:nvSpPr>
          <p:spPr>
            <a:xfrm>
              <a:off x="201960" y="6414120"/>
              <a:ext cx="297720" cy="300240"/>
            </a:xfrm>
            <a:custGeom>
              <a:avLst/>
              <a:gdLst>
                <a:gd name="textAreaLeft" fmla="*/ 0 w 297720"/>
                <a:gd name="textAreaRight" fmla="*/ 299160 w 297720"/>
                <a:gd name="textAreaTop" fmla="*/ 0 h 300240"/>
                <a:gd name="textAreaBottom" fmla="*/ 301680 h 300240"/>
                <a:gd name="GluePoint1X" fmla="*/ 372618 w 1195101"/>
                <a:gd name="GluePoint1Y" fmla="*/ 571786 h 1204626"/>
                <a:gd name="GluePoint2X" fmla="*/ 372523 w 1195101"/>
                <a:gd name="GluePoint2Y" fmla="*/ 134303 h 1204626"/>
                <a:gd name="GluePoint3X" fmla="*/ 386239 w 1195101"/>
                <a:gd name="GluePoint3Y" fmla="*/ 86487 h 1204626"/>
                <a:gd name="GluePoint4X" fmla="*/ 498348 w 1195101"/>
                <a:gd name="GluePoint4Y" fmla="*/ 85630 h 1204626"/>
                <a:gd name="GluePoint5X" fmla="*/ 738473 w 1195101"/>
                <a:gd name="GluePoint5Y" fmla="*/ 330518 h 1204626"/>
                <a:gd name="GluePoint6X" fmla="*/ 640747 w 1195101"/>
                <a:gd name="GluePoint6Y" fmla="*/ 541687 h 1204626"/>
                <a:gd name="GluePoint7X" fmla="*/ 372618 w 1195101"/>
                <a:gd name="GluePoint7Y" fmla="*/ 571786 h 1204626"/>
                <a:gd name="GluePoint8X" fmla="*/ 1186529 w 1195101"/>
                <a:gd name="GluePoint8Y" fmla="*/ 1129760 h 1204626"/>
                <a:gd name="GluePoint9X" fmla="*/ 1017461 w 1195101"/>
                <a:gd name="GluePoint9Y" fmla="*/ 1040702 h 1204626"/>
                <a:gd name="GluePoint10X" fmla="*/ 661797 w 1195101"/>
                <a:gd name="GluePoint10Y" fmla="*/ 632460 h 1204626"/>
                <a:gd name="GluePoint11X" fmla="*/ 964597 w 1195101"/>
                <a:gd name="GluePoint11Y" fmla="*/ 305371 h 1204626"/>
                <a:gd name="GluePoint12X" fmla="*/ 831056 w 1195101"/>
                <a:gd name="GluePoint12Y" fmla="*/ 55816 h 1204626"/>
                <a:gd name="GluePoint13X" fmla="*/ 544639 w 1195101"/>
                <a:gd name="GluePoint13Y" fmla="*/ 190 h 1204626"/>
                <a:gd name="GluePoint14X" fmla="*/ 317468 w 1195101"/>
                <a:gd name="GluePoint14Y" fmla="*/ 4191 h 1204626"/>
                <a:gd name="GluePoint15X" fmla="*/ 191 w 1195101"/>
                <a:gd name="GluePoint15Y" fmla="*/ 0 h 1204626"/>
                <a:gd name="GluePoint16X" fmla="*/ 191 w 1195101"/>
                <a:gd name="GluePoint16Y" fmla="*/ 74866 h 1204626"/>
                <a:gd name="GluePoint17X" fmla="*/ 15050 w 1195101"/>
                <a:gd name="GluePoint17Y" fmla="*/ 74866 h 1204626"/>
                <a:gd name="GluePoint18X" fmla="*/ 152781 w 1195101"/>
                <a:gd name="GluePoint18Y" fmla="*/ 128683 h 1204626"/>
                <a:gd name="GluePoint19X" fmla="*/ 168307 w 1195101"/>
                <a:gd name="GluePoint19Y" fmla="*/ 350139 h 1204626"/>
                <a:gd name="GluePoint20X" fmla="*/ 168307 w 1195101"/>
                <a:gd name="GluePoint20Y" fmla="*/ 841248 h 1204626"/>
                <a:gd name="GluePoint21X" fmla="*/ 161068 w 1195101"/>
                <a:gd name="GluePoint21Y" fmla="*/ 1034129 h 1204626"/>
                <a:gd name="GluePoint22X" fmla="*/ 152686 w 1195101"/>
                <a:gd name="GluePoint22Y" fmla="*/ 1075944 h 1204626"/>
                <a:gd name="GluePoint23X" fmla="*/ 10382 w 1195101"/>
                <a:gd name="GluePoint23Y" fmla="*/ 1129665 h 1204626"/>
                <a:gd name="GluePoint24X" fmla="*/ 0 w 1195101"/>
                <a:gd name="GluePoint24Y" fmla="*/ 1129665 h 1204626"/>
                <a:gd name="GluePoint25X" fmla="*/ 0 w 1195101"/>
                <a:gd name="GluePoint25Y" fmla="*/ 1204532 h 1204626"/>
                <a:gd name="GluePoint26X" fmla="*/ 278225 w 1195101"/>
                <a:gd name="GluePoint26Y" fmla="*/ 1197102 h 1204626"/>
                <a:gd name="GluePoint27X" fmla="*/ 540734 w 1195101"/>
                <a:gd name="GluePoint27Y" fmla="*/ 1204532 h 1204626"/>
                <a:gd name="GluePoint28X" fmla="*/ 540734 w 1195101"/>
                <a:gd name="GluePoint28Y" fmla="*/ 1129665 h 1204626"/>
                <a:gd name="GluePoint29X" fmla="*/ 525971 w 1195101"/>
                <a:gd name="GluePoint29Y" fmla="*/ 1129665 h 1204626"/>
                <a:gd name="GluePoint30X" fmla="*/ 388239 w 1195101"/>
                <a:gd name="GluePoint30Y" fmla="*/ 1075754 h 1204626"/>
                <a:gd name="GluePoint31X" fmla="*/ 379857 w 1195101"/>
                <a:gd name="GluePoint31Y" fmla="*/ 1034034 h 1204626"/>
                <a:gd name="GluePoint32X" fmla="*/ 372618 w 1195101"/>
                <a:gd name="GluePoint32Y" fmla="*/ 854297 h 1204626"/>
                <a:gd name="GluePoint33X" fmla="*/ 372618 w 1195101"/>
                <a:gd name="GluePoint33Y" fmla="*/ 653510 h 1204626"/>
                <a:gd name="GluePoint34X" fmla="*/ 479107 w 1195101"/>
                <a:gd name="GluePoint34Y" fmla="*/ 702469 h 1204626"/>
                <a:gd name="GluePoint35X" fmla="*/ 501110 w 1195101"/>
                <a:gd name="GluePoint35Y" fmla="*/ 728472 h 1204626"/>
                <a:gd name="GluePoint36X" fmla="*/ 797909 w 1195101"/>
                <a:gd name="GluePoint36Y" fmla="*/ 1096804 h 1204626"/>
                <a:gd name="GluePoint37X" fmla="*/ 885158 w 1195101"/>
                <a:gd name="GluePoint37Y" fmla="*/ 1204532 h 1204626"/>
                <a:gd name="GluePoint38X" fmla="*/ 1027366 w 1195101"/>
                <a:gd name="GluePoint38Y" fmla="*/ 1200436 h 1204626"/>
                <a:gd name="GluePoint39X" fmla="*/ 1195102 w 1195101"/>
                <a:gd name="GluePoint39Y" fmla="*/ 1204627 h 1204626"/>
                <a:gd name="GluePoint40X" fmla="*/ 1195102 w 1195101"/>
                <a:gd name="GluePoint40Y" fmla="*/ 1131094 h 1204626"/>
                <a:gd name="GluePoint41X" fmla="*/ 1186529 w 1195101"/>
                <a:gd name="GluePoint41Y" fmla="*/ 1129760 h 1204626"/>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 ang="0">
                  <a:pos x="GluePoint16X" y="GluePoint16Y"/>
                </a:cxn>
                <a:cxn ang="0">
                  <a:pos x="GluePoint17X" y="GluePoint17Y"/>
                </a:cxn>
                <a:cxn ang="0">
                  <a:pos x="GluePoint18X" y="GluePoint18Y"/>
                </a:cxn>
                <a:cxn ang="0">
                  <a:pos x="GluePoint19X" y="GluePoint19Y"/>
                </a:cxn>
                <a:cxn ang="0">
                  <a:pos x="GluePoint20X" y="GluePoint20Y"/>
                </a:cxn>
                <a:cxn ang="0">
                  <a:pos x="GluePoint21X" y="GluePoint21Y"/>
                </a:cxn>
                <a:cxn ang="0">
                  <a:pos x="GluePoint22X" y="GluePoint22Y"/>
                </a:cxn>
                <a:cxn ang="0">
                  <a:pos x="GluePoint23X" y="GluePoint23Y"/>
                </a:cxn>
                <a:cxn ang="0">
                  <a:pos x="GluePoint24X" y="GluePoint24Y"/>
                </a:cxn>
                <a:cxn ang="0">
                  <a:pos x="GluePoint25X" y="GluePoint25Y"/>
                </a:cxn>
                <a:cxn ang="0">
                  <a:pos x="GluePoint26X" y="GluePoint26Y"/>
                </a:cxn>
                <a:cxn ang="0">
                  <a:pos x="GluePoint27X" y="GluePoint27Y"/>
                </a:cxn>
                <a:cxn ang="0">
                  <a:pos x="GluePoint28X" y="GluePoint28Y"/>
                </a:cxn>
                <a:cxn ang="0">
                  <a:pos x="GluePoint29X" y="GluePoint29Y"/>
                </a:cxn>
                <a:cxn ang="0">
                  <a:pos x="GluePoint30X" y="GluePoint30Y"/>
                </a:cxn>
                <a:cxn ang="0">
                  <a:pos x="GluePoint31X" y="GluePoint31Y"/>
                </a:cxn>
                <a:cxn ang="0">
                  <a:pos x="GluePoint32X" y="GluePoint32Y"/>
                </a:cxn>
                <a:cxn ang="0">
                  <a:pos x="GluePoint33X" y="GluePoint33Y"/>
                </a:cxn>
                <a:cxn ang="0">
                  <a:pos x="GluePoint34X" y="GluePoint34Y"/>
                </a:cxn>
                <a:cxn ang="0">
                  <a:pos x="GluePoint35X" y="GluePoint35Y"/>
                </a:cxn>
                <a:cxn ang="0">
                  <a:pos x="GluePoint36X" y="GluePoint36Y"/>
                </a:cxn>
                <a:cxn ang="0">
                  <a:pos x="GluePoint37X" y="GluePoint37Y"/>
                </a:cxn>
                <a:cxn ang="0">
                  <a:pos x="GluePoint38X" y="GluePoint38Y"/>
                </a:cxn>
                <a:cxn ang="0">
                  <a:pos x="GluePoint39X" y="GluePoint39Y"/>
                </a:cxn>
                <a:cxn ang="0">
                  <a:pos x="GluePoint40X" y="GluePoint40Y"/>
                </a:cxn>
                <a:cxn ang="0">
                  <a:pos x="GluePoint41X" y="GluePoint41Y"/>
                </a:cxn>
              </a:cxnLst>
              <a:rect l="textAreaLeft" t="textAreaTop" r="textAreaRight" b="textAreaBottom"/>
              <a:pathLst>
                <a:path w="1195101" h="1204626">
                  <a:moveTo>
                    <a:pt x="372618" y="571786"/>
                  </a:moveTo>
                  <a:cubicBezTo>
                    <a:pt x="372618" y="571786"/>
                    <a:pt x="372618" y="136874"/>
                    <a:pt x="372523" y="134303"/>
                  </a:cubicBezTo>
                  <a:cubicBezTo>
                    <a:pt x="372237" y="116967"/>
                    <a:pt x="371761" y="93250"/>
                    <a:pt x="386239" y="86487"/>
                  </a:cubicBezTo>
                  <a:cubicBezTo>
                    <a:pt x="396240" y="82105"/>
                    <a:pt x="493014" y="85630"/>
                    <a:pt x="498348" y="85630"/>
                  </a:cubicBezTo>
                  <a:cubicBezTo>
                    <a:pt x="650938" y="85630"/>
                    <a:pt x="738473" y="174974"/>
                    <a:pt x="738473" y="330518"/>
                  </a:cubicBezTo>
                  <a:cubicBezTo>
                    <a:pt x="738473" y="443960"/>
                    <a:pt x="708374" y="509016"/>
                    <a:pt x="640747" y="541687"/>
                  </a:cubicBezTo>
                  <a:cubicBezTo>
                    <a:pt x="577691" y="571976"/>
                    <a:pt x="372618" y="571786"/>
                    <a:pt x="372618" y="571786"/>
                  </a:cubicBezTo>
                  <a:moveTo>
                    <a:pt x="1186529" y="1129760"/>
                  </a:moveTo>
                  <a:cubicBezTo>
                    <a:pt x="1100138" y="1116235"/>
                    <a:pt x="1074134" y="1106424"/>
                    <a:pt x="1017461" y="1040702"/>
                  </a:cubicBezTo>
                  <a:lnTo>
                    <a:pt x="661797" y="632460"/>
                  </a:lnTo>
                  <a:cubicBezTo>
                    <a:pt x="849059" y="608076"/>
                    <a:pt x="964597" y="484251"/>
                    <a:pt x="964597" y="305371"/>
                  </a:cubicBezTo>
                  <a:cubicBezTo>
                    <a:pt x="964597" y="188976"/>
                    <a:pt x="919544" y="105061"/>
                    <a:pt x="831056" y="55816"/>
                  </a:cubicBezTo>
                  <a:cubicBezTo>
                    <a:pt x="763619" y="18383"/>
                    <a:pt x="670084" y="190"/>
                    <a:pt x="544639" y="190"/>
                  </a:cubicBezTo>
                  <a:cubicBezTo>
                    <a:pt x="507206" y="1143"/>
                    <a:pt x="416909" y="4191"/>
                    <a:pt x="317468" y="4191"/>
                  </a:cubicBezTo>
                  <a:cubicBezTo>
                    <a:pt x="214313" y="4191"/>
                    <a:pt x="191" y="0"/>
                    <a:pt x="191" y="0"/>
                  </a:cubicBezTo>
                  <a:lnTo>
                    <a:pt x="191" y="74866"/>
                  </a:lnTo>
                  <a:lnTo>
                    <a:pt x="15050" y="74866"/>
                  </a:lnTo>
                  <a:cubicBezTo>
                    <a:pt x="71818" y="74486"/>
                    <a:pt x="135731" y="74771"/>
                    <a:pt x="152781" y="128683"/>
                  </a:cubicBezTo>
                  <a:cubicBezTo>
                    <a:pt x="168307" y="175355"/>
                    <a:pt x="168307" y="306896"/>
                    <a:pt x="168307" y="350139"/>
                  </a:cubicBezTo>
                  <a:lnTo>
                    <a:pt x="168307" y="841248"/>
                  </a:lnTo>
                  <a:cubicBezTo>
                    <a:pt x="168307" y="895445"/>
                    <a:pt x="168307" y="977837"/>
                    <a:pt x="161068" y="1034129"/>
                  </a:cubicBezTo>
                  <a:cubicBezTo>
                    <a:pt x="158972" y="1050798"/>
                    <a:pt x="156210" y="1065276"/>
                    <a:pt x="152686" y="1075944"/>
                  </a:cubicBezTo>
                  <a:cubicBezTo>
                    <a:pt x="135350" y="1129665"/>
                    <a:pt x="66104" y="1129665"/>
                    <a:pt x="10382" y="1129665"/>
                  </a:cubicBezTo>
                  <a:lnTo>
                    <a:pt x="0" y="1129665"/>
                  </a:lnTo>
                  <a:lnTo>
                    <a:pt x="0" y="1204532"/>
                  </a:lnTo>
                  <a:cubicBezTo>
                    <a:pt x="0" y="1204532"/>
                    <a:pt x="166783" y="1197102"/>
                    <a:pt x="278225" y="1197102"/>
                  </a:cubicBezTo>
                  <a:cubicBezTo>
                    <a:pt x="374047" y="1197102"/>
                    <a:pt x="540734" y="1204246"/>
                    <a:pt x="540734" y="1204532"/>
                  </a:cubicBezTo>
                  <a:lnTo>
                    <a:pt x="540734" y="1129665"/>
                  </a:lnTo>
                  <a:lnTo>
                    <a:pt x="525971" y="1129665"/>
                  </a:lnTo>
                  <a:cubicBezTo>
                    <a:pt x="470059" y="1129951"/>
                    <a:pt x="406813" y="1129760"/>
                    <a:pt x="388239" y="1075754"/>
                  </a:cubicBezTo>
                  <a:cubicBezTo>
                    <a:pt x="384620" y="1065086"/>
                    <a:pt x="381953" y="1050607"/>
                    <a:pt x="379857" y="1034034"/>
                  </a:cubicBezTo>
                  <a:cubicBezTo>
                    <a:pt x="372618" y="978122"/>
                    <a:pt x="372618" y="898017"/>
                    <a:pt x="372618" y="854297"/>
                  </a:cubicBezTo>
                  <a:lnTo>
                    <a:pt x="372618" y="653510"/>
                  </a:lnTo>
                  <a:cubicBezTo>
                    <a:pt x="439198" y="654082"/>
                    <a:pt x="444913" y="661035"/>
                    <a:pt x="479107" y="702469"/>
                  </a:cubicBezTo>
                  <a:cubicBezTo>
                    <a:pt x="485489" y="710089"/>
                    <a:pt x="492728" y="718756"/>
                    <a:pt x="501110" y="728472"/>
                  </a:cubicBezTo>
                  <a:lnTo>
                    <a:pt x="797909" y="1096804"/>
                  </a:lnTo>
                  <a:lnTo>
                    <a:pt x="885158" y="1204532"/>
                  </a:lnTo>
                  <a:cubicBezTo>
                    <a:pt x="885158" y="1204532"/>
                    <a:pt x="980885" y="1200436"/>
                    <a:pt x="1027366" y="1200436"/>
                  </a:cubicBezTo>
                  <a:cubicBezTo>
                    <a:pt x="1094994" y="1200436"/>
                    <a:pt x="1195102" y="1204627"/>
                    <a:pt x="1195102" y="1204627"/>
                  </a:cubicBezTo>
                  <a:lnTo>
                    <a:pt x="1195102" y="1131094"/>
                  </a:lnTo>
                  <a:lnTo>
                    <a:pt x="1186529" y="1129760"/>
                  </a:lnTo>
                  <a:close/>
                </a:path>
              </a:pathLst>
            </a:custGeom>
            <a:solidFill>
              <a:schemeClr val="bg1"/>
            </a:solidFill>
            <a:ln w="9525">
              <a:noFill/>
            </a:ln>
          </p:spPr>
          <p:style>
            <a:lnRef idx="0"/>
            <a:fillRef idx="0"/>
            <a:effectRef idx="0"/>
            <a:fontRef idx="minor"/>
          </p:style>
          <p:txBody>
            <a:bodyPr lIns="90000" tIns="45000" rIns="90000" bIns="45000" anchor="ctr">
              <a:noAutofit/>
            </a:bodyPr>
            <a:p>
              <a:endParaRPr lang="en-US" sz="1800" b="0" u="none" strike="noStrike">
                <a:solidFill>
                  <a:schemeClr val="dk1"/>
                </a:solidFill>
                <a:effectLst/>
                <a:uFillTx/>
                <a:latin typeface="Arial"/>
              </a:endParaRPr>
            </a:p>
          </p:txBody>
        </p:sp>
      </p:grpSp>
      <p:sp>
        <p:nvSpPr>
          <p:cNvPr id="271" name="PlaceHolder 1"/>
          <p:cNvSpPr>
            <a:spLocks noGrp="1"/>
          </p:cNvSpPr>
          <p:nvPr>
            <p:ph type="title" hasCustomPrompt="1"/>
          </p:nvPr>
        </p:nvSpPr>
        <p:spPr>
          <a:xfrm>
            <a:off x="351720" y="411840"/>
            <a:ext cx="11751840" cy="692280"/>
          </a:xfrm>
          <a:prstGeom prst="rect">
            <a:avLst/>
          </a:prstGeom>
          <a:noFill/>
          <a:ln w="0">
            <a:noFill/>
          </a:ln>
        </p:spPr>
        <p:txBody>
          <a:bodyPr lIns="0" tIns="45000" rIns="90000" bIns="45000" anchor="t">
            <a:normAutofit lnSpcReduction="9999"/>
          </a:bodyPr>
          <a:lstStyle>
            <a:lvl1pPr indent="0" algn="l" defTabSz="914400">
              <a:lnSpc>
                <a:spcPct val="90000"/>
              </a:lnSpc>
              <a:buNone/>
              <a:tabLst>
                <a:tab pos="0" algn="l"/>
              </a:tabLst>
              <a:defRPr lang="en-US" sz="4400" b="1" u="none" strike="noStrike">
                <a:solidFill>
                  <a:schemeClr val="dk1"/>
                </a:solidFill>
                <a:effectLst/>
                <a:uFillTx/>
                <a:latin typeface="Arial"/>
              </a:defRPr>
            </a:lvl1pPr>
          </a:lstStyle>
          <a:p>
            <a:pPr indent="0" algn="l" defTabSz="914400">
              <a:lnSpc>
                <a:spcPct val="90000"/>
              </a:lnSpc>
              <a:buNone/>
              <a:tabLst>
                <a:tab pos="0" algn="l"/>
              </a:tabLst>
            </a:pPr>
            <a:r>
              <a:rPr lang="en-US" sz="4400" b="1" u="none" strike="noStrike">
                <a:solidFill>
                  <a:schemeClr val="dk1"/>
                </a:solidFill>
                <a:effectLst/>
                <a:uFillTx/>
                <a:latin typeface="Arial"/>
              </a:rPr>
              <a:t>Click to add Main Header</a:t>
            </a:r>
            <a:endParaRPr lang="en-US" sz="4400" b="1" u="none" strike="noStrike">
              <a:solidFill>
                <a:schemeClr val="dk1"/>
              </a:solidFill>
              <a:effectLst/>
              <a:uFillTx/>
              <a:latin typeface="Arial"/>
            </a:endParaRPr>
          </a:p>
        </p:txBody>
      </p:sp>
      <p:sp>
        <p:nvSpPr>
          <p:cNvPr id="272" name="PlaceHolder 2"/>
          <p:cNvSpPr>
            <a:spLocks noGrp="1"/>
          </p:cNvSpPr>
          <p:nvPr>
            <p:ph type="body"/>
          </p:nvPr>
        </p:nvSpPr>
        <p:spPr>
          <a:xfrm>
            <a:off x="609480" y="1604520"/>
            <a:ext cx="10971360" cy="3976200"/>
          </a:xfrm>
          <a:prstGeom prst="rect">
            <a:avLst/>
          </a:prstGeom>
          <a:noFill/>
          <a:ln w="0">
            <a:noFill/>
          </a:ln>
        </p:spPr>
        <p:txBody>
          <a:bodyPr lIns="0" tIns="0" rIns="0" bIns="0" anchor="t">
            <a:normAutofit/>
          </a:bodyPr>
          <a:lstStyle>
            <a:lvl1pPr algn="l">
              <a:lnSpc>
                <a:spcPct val="90000"/>
              </a:lnSpc>
              <a:spcBef>
                <a:spcPts val="1417"/>
              </a:spcBef>
              <a:buClr>
                <a:srgbClr val="000000"/>
              </a:buClr>
              <a:buSzPct val="45000"/>
              <a:buFont typeface="Wingdings" charset="2"/>
              <a:buChar char=""/>
              <a:defRPr lang="en-US" sz="2800" b="0" u="none" strike="noStrike">
                <a:solidFill>
                  <a:schemeClr val="dk1"/>
                </a:solidFill>
                <a:effectLst/>
                <a:uFillTx/>
                <a:latin typeface="Arial"/>
              </a:defRPr>
            </a:lvl1pPr>
            <a:lvl2pPr lvl="1" algn="l">
              <a:lnSpc>
                <a:spcPct val="90000"/>
              </a:lnSpc>
              <a:spcBef>
                <a:spcPts val="1134"/>
              </a:spcBef>
              <a:buClr>
                <a:srgbClr val="000000"/>
              </a:buClr>
              <a:buSzPct val="75000"/>
              <a:buFont typeface="Symbol" charset="2"/>
              <a:buChar char=""/>
              <a:defRPr lang="en-US" sz="2000" b="0" u="none" strike="noStrike">
                <a:solidFill>
                  <a:schemeClr val="dk1"/>
                </a:solidFill>
                <a:effectLst/>
                <a:uFillTx/>
                <a:latin typeface="Arial"/>
              </a:defRPr>
            </a:lvl2pPr>
            <a:lvl3pPr lvl="2" algn="l">
              <a:lnSpc>
                <a:spcPct val="90000"/>
              </a:lnSpc>
              <a:spcBef>
                <a:spcPts val="850"/>
              </a:spcBef>
              <a:buClr>
                <a:srgbClr val="000000"/>
              </a:buClr>
              <a:buSzPct val="45000"/>
              <a:buFont typeface="Wingdings" charset="2"/>
              <a:buChar char=""/>
              <a:defRPr lang="en-US" sz="1800" b="0" u="none" strike="noStrike">
                <a:solidFill>
                  <a:schemeClr val="dk1"/>
                </a:solidFill>
                <a:effectLst/>
                <a:uFillTx/>
                <a:latin typeface="Arial"/>
              </a:defRPr>
            </a:lvl3pPr>
            <a:lvl4pPr lvl="3" algn="l">
              <a:lnSpc>
                <a:spcPct val="90000"/>
              </a:lnSpc>
              <a:spcBef>
                <a:spcPts val="567"/>
              </a:spcBef>
              <a:buClr>
                <a:srgbClr val="000000"/>
              </a:buClr>
              <a:buSzPct val="75000"/>
              <a:buFont typeface="Symbol" charset="2"/>
              <a:buChar char=""/>
              <a:defRPr lang="en-US" sz="1800" b="0" u="none" strike="noStrike">
                <a:solidFill>
                  <a:schemeClr val="dk1"/>
                </a:solidFill>
                <a:effectLst/>
                <a:uFillTx/>
                <a:latin typeface="Arial"/>
              </a:defRPr>
            </a:lvl4pPr>
            <a:lvl5pPr lvl="4" algn="l">
              <a:lnSpc>
                <a:spcPct val="90000"/>
              </a:lnSpc>
              <a:spcBef>
                <a:spcPts val="283"/>
              </a:spcBef>
              <a:buClr>
                <a:srgbClr val="000000"/>
              </a:buClr>
              <a:buSzPct val="45000"/>
              <a:buFont typeface="Wingdings" charset="2"/>
              <a:buChar char=""/>
              <a:defRPr lang="en-US" sz="2000" b="0" u="none" strike="noStrike">
                <a:solidFill>
                  <a:schemeClr val="dk1"/>
                </a:solidFill>
                <a:effectLst/>
                <a:uFillTx/>
                <a:latin typeface="Arial"/>
              </a:defRPr>
            </a:lvl5pPr>
            <a:lvl6pPr lvl="5" algn="l">
              <a:lnSpc>
                <a:spcPct val="90000"/>
              </a:lnSpc>
              <a:spcBef>
                <a:spcPts val="283"/>
              </a:spcBef>
              <a:buClr>
                <a:srgbClr val="000000"/>
              </a:buClr>
              <a:buSzPct val="45000"/>
              <a:buFont typeface="Wingdings" charset="2"/>
              <a:buChar char=""/>
              <a:defRPr lang="en-US" sz="2000" b="0" u="none" strike="noStrike">
                <a:solidFill>
                  <a:schemeClr val="dk1"/>
                </a:solidFill>
                <a:effectLst/>
                <a:uFillTx/>
                <a:latin typeface="Arial"/>
              </a:defRPr>
            </a:lvl6pPr>
            <a:lvl7pPr lvl="6" algn="l">
              <a:lnSpc>
                <a:spcPct val="90000"/>
              </a:lnSpc>
              <a:spcBef>
                <a:spcPts val="283"/>
              </a:spcBef>
              <a:buClr>
                <a:srgbClr val="000000"/>
              </a:buClr>
              <a:buSzPct val="45000"/>
              <a:buFont typeface="Wingdings" charset="2"/>
              <a:buChar char=""/>
              <a:defRPr lang="en-US" sz="2000" b="0" u="none" strike="noStrike">
                <a:solidFill>
                  <a:schemeClr val="dk1"/>
                </a:solidFill>
                <a:effectLst/>
                <a:uFillTx/>
                <a:latin typeface="Arial"/>
              </a:defRPr>
            </a:lvl7pPr>
          </a:lstStyle>
          <a:p>
            <a:pPr marL="432000" indent="-324000" algn="l">
              <a:lnSpc>
                <a:spcPct val="90000"/>
              </a:lnSpc>
              <a:spcBef>
                <a:spcPts val="1417"/>
              </a:spcBef>
              <a:buClr>
                <a:srgbClr val="000000"/>
              </a:buClr>
              <a:buSzPct val="45000"/>
              <a:buFont typeface="Wingdings" charset="2"/>
              <a:buChar char=""/>
            </a:pPr>
            <a:r>
              <a:rPr lang="en-US" sz="2800" b="0" u="none" strike="noStrike">
                <a:solidFill>
                  <a:schemeClr val="dk1"/>
                </a:solidFill>
                <a:effectLst/>
                <a:uFillTx/>
                <a:latin typeface="Arial"/>
              </a:rPr>
              <a:t>Click to edit the outline text format</a:t>
            </a:r>
            <a:endParaRPr lang="en-US" sz="2800" b="0" u="none" strike="noStrike">
              <a:solidFill>
                <a:schemeClr val="dk1"/>
              </a:solidFill>
              <a:effectLst/>
              <a:uFillTx/>
              <a:latin typeface="Arial"/>
            </a:endParaRPr>
          </a:p>
          <a:p>
            <a:pPr marL="864000" lvl="1" indent="-324000" algn="l">
              <a:lnSpc>
                <a:spcPct val="90000"/>
              </a:lnSpc>
              <a:spcBef>
                <a:spcPts val="1134"/>
              </a:spcBef>
              <a:buClr>
                <a:srgbClr val="000000"/>
              </a:buClr>
              <a:buSzPct val="75000"/>
              <a:buFont typeface="Symbol" charset="2"/>
              <a:buChar char=""/>
            </a:pPr>
            <a:r>
              <a:rPr lang="en-US" sz="2000" b="0" u="none" strike="noStrike">
                <a:solidFill>
                  <a:schemeClr val="dk1"/>
                </a:solidFill>
                <a:effectLst/>
                <a:uFillTx/>
                <a:latin typeface="Arial"/>
              </a:rPr>
              <a:t>Second Outline Level</a:t>
            </a:r>
            <a:endParaRPr lang="en-US" sz="2000" b="0" u="none" strike="noStrike">
              <a:solidFill>
                <a:schemeClr val="dk1"/>
              </a:solidFill>
              <a:effectLst/>
              <a:uFillTx/>
              <a:latin typeface="Arial"/>
            </a:endParaRPr>
          </a:p>
          <a:p>
            <a:pPr marL="1296000" lvl="2" indent="-288000" algn="l">
              <a:lnSpc>
                <a:spcPct val="90000"/>
              </a:lnSpc>
              <a:spcBef>
                <a:spcPts val="850"/>
              </a:spcBef>
              <a:buClr>
                <a:srgbClr val="000000"/>
              </a:buClr>
              <a:buSzPct val="45000"/>
              <a:buFont typeface="Wingdings" charset="2"/>
              <a:buChar char=""/>
            </a:pPr>
            <a:r>
              <a:rPr lang="en-US" sz="1800" b="0" u="none" strike="noStrike">
                <a:solidFill>
                  <a:schemeClr val="dk1"/>
                </a:solidFill>
                <a:effectLst/>
                <a:uFillTx/>
                <a:latin typeface="Arial"/>
              </a:rPr>
              <a:t>Third Outline Level</a:t>
            </a:r>
            <a:endParaRPr lang="en-US" sz="1800" b="0" u="none" strike="noStrike">
              <a:solidFill>
                <a:schemeClr val="dk1"/>
              </a:solidFill>
              <a:effectLst/>
              <a:uFillTx/>
              <a:latin typeface="Arial"/>
            </a:endParaRPr>
          </a:p>
          <a:p>
            <a:pPr marL="1728000" lvl="3" indent="-216000" algn="l">
              <a:lnSpc>
                <a:spcPct val="90000"/>
              </a:lnSpc>
              <a:spcBef>
                <a:spcPts val="567"/>
              </a:spcBef>
              <a:buClr>
                <a:srgbClr val="000000"/>
              </a:buClr>
              <a:buSzPct val="75000"/>
              <a:buFont typeface="Symbol" charset="2"/>
              <a:buChar char=""/>
            </a:pPr>
            <a:r>
              <a:rPr lang="en-US" sz="1800" b="0" u="none" strike="noStrike">
                <a:solidFill>
                  <a:schemeClr val="dk1"/>
                </a:solidFill>
                <a:effectLst/>
                <a:uFillTx/>
                <a:latin typeface="Arial"/>
              </a:rPr>
              <a:t>Fourth Outline Level</a:t>
            </a:r>
            <a:endParaRPr lang="en-US" sz="1800" b="0" u="none" strike="noStrike">
              <a:solidFill>
                <a:schemeClr val="dk1"/>
              </a:solidFill>
              <a:effectLst/>
              <a:uFillTx/>
              <a:latin typeface="Arial"/>
            </a:endParaRPr>
          </a:p>
          <a:p>
            <a:pPr marL="2160000" lvl="4" indent="-216000" algn="l">
              <a:lnSpc>
                <a:spcPct val="90000"/>
              </a:lnSpc>
              <a:spcBef>
                <a:spcPts val="283"/>
              </a:spcBef>
              <a:buClr>
                <a:srgbClr val="000000"/>
              </a:buClr>
              <a:buSzPct val="45000"/>
              <a:buFont typeface="Wingdings" charset="2"/>
              <a:buChar char=""/>
            </a:pPr>
            <a:r>
              <a:rPr lang="en-US" sz="2000" b="0" u="none" strike="noStrike">
                <a:solidFill>
                  <a:schemeClr val="dk1"/>
                </a:solidFill>
                <a:effectLst/>
                <a:uFillTx/>
                <a:latin typeface="Arial"/>
              </a:rPr>
              <a:t>Fifth Outline Level</a:t>
            </a:r>
            <a:endParaRPr lang="en-US" sz="2000" b="0" u="none" strike="noStrike">
              <a:solidFill>
                <a:schemeClr val="dk1"/>
              </a:solidFill>
              <a:effectLst/>
              <a:uFillTx/>
              <a:latin typeface="Arial"/>
            </a:endParaRPr>
          </a:p>
          <a:p>
            <a:pPr marL="2592000" lvl="5" indent="-216000" algn="l">
              <a:lnSpc>
                <a:spcPct val="90000"/>
              </a:lnSpc>
              <a:spcBef>
                <a:spcPts val="283"/>
              </a:spcBef>
              <a:buClr>
                <a:srgbClr val="000000"/>
              </a:buClr>
              <a:buSzPct val="45000"/>
              <a:buFont typeface="Wingdings" charset="2"/>
              <a:buChar char=""/>
            </a:pPr>
            <a:r>
              <a:rPr lang="en-US" sz="2000" b="0" u="none" strike="noStrike">
                <a:solidFill>
                  <a:schemeClr val="dk1"/>
                </a:solidFill>
                <a:effectLst/>
                <a:uFillTx/>
                <a:latin typeface="Arial"/>
              </a:rPr>
              <a:t>Sixth Outline Level</a:t>
            </a:r>
            <a:endParaRPr lang="en-US" sz="2000" b="0" u="none" strike="noStrike">
              <a:solidFill>
                <a:schemeClr val="dk1"/>
              </a:solidFill>
              <a:effectLst/>
              <a:uFillTx/>
              <a:latin typeface="Arial"/>
            </a:endParaRPr>
          </a:p>
          <a:p>
            <a:pPr marL="3024000" lvl="6" indent="-216000" algn="l">
              <a:lnSpc>
                <a:spcPct val="90000"/>
              </a:lnSpc>
              <a:spcBef>
                <a:spcPts val="283"/>
              </a:spcBef>
              <a:buClr>
                <a:srgbClr val="000000"/>
              </a:buClr>
              <a:buSzPct val="45000"/>
              <a:buFont typeface="Wingdings" charset="2"/>
              <a:buChar char=""/>
            </a:pPr>
            <a:r>
              <a:rPr lang="en-US" sz="2000" b="0" u="none" strike="noStrike">
                <a:solidFill>
                  <a:schemeClr val="dk1"/>
                </a:solidFill>
                <a:effectLst/>
                <a:uFillTx/>
                <a:latin typeface="Arial"/>
              </a:rPr>
              <a:t>Seventh Outline Level</a:t>
            </a:r>
            <a:endParaRPr lang="en-US" sz="2000" b="0" u="none" strike="noStrike">
              <a:solidFill>
                <a:schemeClr val="dk1"/>
              </a:solidFill>
              <a:effectLst/>
              <a:uFillTx/>
              <a:latin typeface="Arial"/>
            </a:endParaRPr>
          </a:p>
        </p:txBody>
      </p:sp>
    </p:spTree>
  </p:cSld>
</p:sldLayout>
</file>

<file path=ppt/slideLayouts/slideLayout1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Layout 2 Header Bottom Reference">
    <p:bg>
      <p:bgPr>
        <a:solidFill>
          <a:srgbClr val="FFFFFF"/>
        </a:solidFill>
      </p:bgPr>
    </p:bg>
    <p:spTree>
      <p:nvGrpSpPr>
        <p:cNvPr id="1" name=""/>
        <p:cNvGrpSpPr/>
        <p:nvPr/>
      </p:nvGrpSpPr>
      <p:grpSpPr>
        <a:xfrm>
          <a:off x="0" y="0"/>
          <a:ext cx="0" cy="0"/>
          <a:chOff x="0" y="0"/>
          <a:chExt cx="0" cy="0"/>
        </a:xfrm>
      </p:grpSpPr>
      <p:sp>
        <p:nvSpPr>
          <p:cNvPr id="273" name="Rectangle 5"/>
          <p:cNvSpPr/>
          <p:nvPr/>
        </p:nvSpPr>
        <p:spPr>
          <a:xfrm>
            <a:off x="0" y="0"/>
            <a:ext cx="12190680" cy="666000"/>
          </a:xfrm>
          <a:prstGeom prst="rect">
            <a:avLst/>
          </a:prstGeom>
          <a:solidFill>
            <a:srgbClr val="F86901"/>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p>
            <a:endParaRPr lang="en-US" sz="1800" b="0" u="none" strike="noStrike">
              <a:solidFill>
                <a:schemeClr val="lt1"/>
              </a:solidFill>
              <a:effectLst/>
              <a:uFillTx/>
              <a:latin typeface="Arial"/>
            </a:endParaRPr>
          </a:p>
        </p:txBody>
      </p:sp>
      <p:sp>
        <p:nvSpPr>
          <p:cNvPr id="274" name="TextBox 10"/>
          <p:cNvSpPr/>
          <p:nvPr/>
        </p:nvSpPr>
        <p:spPr>
          <a:xfrm>
            <a:off x="11689200" y="269640"/>
            <a:ext cx="476280" cy="238680"/>
          </a:xfrm>
          <a:prstGeom prst="rect">
            <a:avLst/>
          </a:prstGeom>
          <a:noFill/>
          <a:ln w="0">
            <a:noFill/>
          </a:ln>
        </p:spPr>
        <p:style>
          <a:lnRef idx="0"/>
          <a:fillRef idx="0"/>
          <a:effectRef idx="0"/>
          <a:fontRef idx="minor"/>
        </p:style>
        <p:txBody>
          <a:bodyPr lIns="90000" tIns="45000" rIns="90000" bIns="45000" anchor="t">
            <a:spAutoFit/>
          </a:bodyPr>
          <a:p>
            <a:pPr defTabSz="914400">
              <a:lnSpc>
                <a:spcPct val="80000"/>
              </a:lnSpc>
            </a:pPr>
            <a:r>
              <a:rPr lang="en-US" sz="1200" b="0" u="none" strike="noStrike">
                <a:solidFill>
                  <a:srgbClr val="E56B2A"/>
                </a:solidFill>
                <a:effectLst/>
                <a:uFillTx/>
                <a:latin typeface="Georgia"/>
              </a:rPr>
              <a:t> </a:t>
            </a:r>
            <a:fld id="{07E08FB8-284A-4D17-96D7-53C0FDC77CF2}" type="slidenum">
              <a:rPr lang="en-US" sz="1130" b="0" u="none" strike="noStrike">
                <a:solidFill>
                  <a:schemeClr val="lt1"/>
                </a:solidFill>
                <a:effectLst/>
                <a:uFillTx/>
                <a:latin typeface="Arial"/>
              </a:rPr>
              <a:t>&lt;number&gt;</a:t>
            </a:fld>
            <a:endParaRPr lang="en-US" sz="1130" b="0" u="none" strike="noStrike">
              <a:solidFill>
                <a:srgbClr val="000000"/>
              </a:solidFill>
              <a:effectLst/>
              <a:uFillTx/>
              <a:latin typeface="Arial"/>
            </a:endParaRPr>
          </a:p>
        </p:txBody>
      </p:sp>
      <p:pic>
        <p:nvPicPr>
          <p:cNvPr id="275" name="Graphic 11"/>
          <p:cNvPicPr/>
          <p:nvPr/>
        </p:nvPicPr>
        <p:blipFill>
          <a:blip r:embed="rId2">
            <a:extLst>
              <a:ext uri="{96DAC541-7B7A-43D3-8B79-37D633B846F1}">
                <asvg:svgBlip xmlns:asvg="http://schemas.microsoft.com/office/drawing/2016/SVG/main" r:embed="rId3"/>
              </a:ext>
            </a:extLst>
          </a:blip>
          <a:stretch/>
        </p:blipFill>
        <p:spPr>
          <a:xfrm>
            <a:off x="9069840" y="240840"/>
            <a:ext cx="2699280" cy="238680"/>
          </a:xfrm>
          <a:prstGeom prst="rect">
            <a:avLst/>
          </a:prstGeom>
          <a:noFill/>
          <a:ln w="0">
            <a:noFill/>
          </a:ln>
        </p:spPr>
      </p:pic>
      <p:grpSp>
        <p:nvGrpSpPr>
          <p:cNvPr id="276" name="Graphic 22"/>
          <p:cNvGrpSpPr/>
          <p:nvPr/>
        </p:nvGrpSpPr>
        <p:grpSpPr>
          <a:xfrm>
            <a:off x="201960" y="195840"/>
            <a:ext cx="797760" cy="300600"/>
            <a:chOff x="201960" y="195840"/>
            <a:chExt cx="797760" cy="300600"/>
          </a:xfrm>
        </p:grpSpPr>
        <p:sp>
          <p:nvSpPr>
            <p:cNvPr id="277" name="Freeform 2"/>
            <p:cNvSpPr/>
            <p:nvPr/>
          </p:nvSpPr>
          <p:spPr>
            <a:xfrm>
              <a:off x="540720" y="195840"/>
              <a:ext cx="135720" cy="300240"/>
            </a:xfrm>
            <a:custGeom>
              <a:avLst/>
              <a:gdLst>
                <a:gd name="textAreaLeft" fmla="*/ 0 w 135720"/>
                <a:gd name="textAreaRight" fmla="*/ 137160 w 135720"/>
                <a:gd name="textAreaTop" fmla="*/ 0 h 300240"/>
                <a:gd name="textAreaBottom" fmla="*/ 301680 h 300240"/>
                <a:gd name="GluePoint1X" fmla="*/ 393478 w 547877"/>
                <a:gd name="GluePoint1Y" fmla="*/ 129064 h 1204531"/>
                <a:gd name="GluePoint2X" fmla="*/ 537686 w 547877"/>
                <a:gd name="GluePoint2Y" fmla="*/ 74771 h 1204531"/>
                <a:gd name="GluePoint3X" fmla="*/ 547878 w 547877"/>
                <a:gd name="GluePoint3Y" fmla="*/ 74771 h 1204531"/>
                <a:gd name="GluePoint4X" fmla="*/ 547878 w 547877"/>
                <a:gd name="GluePoint4Y" fmla="*/ 0 h 1204531"/>
                <a:gd name="GluePoint5X" fmla="*/ 267938 w 547877"/>
                <a:gd name="GluePoint5Y" fmla="*/ 4667 h 1204531"/>
                <a:gd name="GluePoint6X" fmla="*/ 0 w 547877"/>
                <a:gd name="GluePoint6Y" fmla="*/ 0 h 1204531"/>
                <a:gd name="GluePoint7X" fmla="*/ 0 w 547877"/>
                <a:gd name="GluePoint7Y" fmla="*/ 74771 h 1204531"/>
                <a:gd name="GluePoint8X" fmla="*/ 10192 w 547877"/>
                <a:gd name="GluePoint8Y" fmla="*/ 74771 h 1204531"/>
                <a:gd name="GluePoint9X" fmla="*/ 154400 w 547877"/>
                <a:gd name="GluePoint9Y" fmla="*/ 128968 h 1204531"/>
                <a:gd name="GluePoint10X" fmla="*/ 171640 w 547877"/>
                <a:gd name="GluePoint10Y" fmla="*/ 363188 h 1204531"/>
                <a:gd name="GluePoint11X" fmla="*/ 171640 w 547877"/>
                <a:gd name="GluePoint11Y" fmla="*/ 841153 h 1204531"/>
                <a:gd name="GluePoint12X" fmla="*/ 154496 w 547877"/>
                <a:gd name="GluePoint12Y" fmla="*/ 1075373 h 1204531"/>
                <a:gd name="GluePoint13X" fmla="*/ 10192 w 547877"/>
                <a:gd name="GluePoint13Y" fmla="*/ 1129569 h 1204531"/>
                <a:gd name="GluePoint14X" fmla="*/ 0 w 547877"/>
                <a:gd name="GluePoint14Y" fmla="*/ 1129569 h 1204531"/>
                <a:gd name="GluePoint15X" fmla="*/ 0 w 547877"/>
                <a:gd name="GluePoint15Y" fmla="*/ 1204531 h 1204531"/>
                <a:gd name="GluePoint16X" fmla="*/ 268224 w 547877"/>
                <a:gd name="GluePoint16Y" fmla="*/ 1197102 h 1204531"/>
                <a:gd name="GluePoint17X" fmla="*/ 547878 w 547877"/>
                <a:gd name="GluePoint17Y" fmla="*/ 1204531 h 1204531"/>
                <a:gd name="GluePoint18X" fmla="*/ 547878 w 547877"/>
                <a:gd name="GluePoint18Y" fmla="*/ 1129569 h 1204531"/>
                <a:gd name="GluePoint19X" fmla="*/ 537686 w 547877"/>
                <a:gd name="GluePoint19Y" fmla="*/ 1129569 h 1204531"/>
                <a:gd name="GluePoint20X" fmla="*/ 393478 w 547877"/>
                <a:gd name="GluePoint20Y" fmla="*/ 1075468 h 1204531"/>
                <a:gd name="GluePoint21X" fmla="*/ 376333 w 547877"/>
                <a:gd name="GluePoint21Y" fmla="*/ 841153 h 1204531"/>
                <a:gd name="GluePoint22X" fmla="*/ 376333 w 547877"/>
                <a:gd name="GluePoint22Y" fmla="*/ 363188 h 1204531"/>
                <a:gd name="GluePoint23X" fmla="*/ 393478 w 547877"/>
                <a:gd name="GluePoint23Y" fmla="*/ 129064 h 1204531"/>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 ang="0">
                  <a:pos x="GluePoint16X" y="GluePoint16Y"/>
                </a:cxn>
                <a:cxn ang="0">
                  <a:pos x="GluePoint17X" y="GluePoint17Y"/>
                </a:cxn>
                <a:cxn ang="0">
                  <a:pos x="GluePoint18X" y="GluePoint18Y"/>
                </a:cxn>
                <a:cxn ang="0">
                  <a:pos x="GluePoint19X" y="GluePoint19Y"/>
                </a:cxn>
                <a:cxn ang="0">
                  <a:pos x="GluePoint20X" y="GluePoint20Y"/>
                </a:cxn>
                <a:cxn ang="0">
                  <a:pos x="GluePoint21X" y="GluePoint21Y"/>
                </a:cxn>
                <a:cxn ang="0">
                  <a:pos x="GluePoint22X" y="GluePoint22Y"/>
                </a:cxn>
                <a:cxn ang="0">
                  <a:pos x="GluePoint23X" y="GluePoint23Y"/>
                </a:cxn>
              </a:cxnLst>
              <a:rect l="textAreaLeft" t="textAreaTop" r="textAreaRight" b="textAreaBottom"/>
              <a:pathLst>
                <a:path w="547877" h="1204531">
                  <a:moveTo>
                    <a:pt x="393478" y="129064"/>
                  </a:moveTo>
                  <a:cubicBezTo>
                    <a:pt x="414242" y="74771"/>
                    <a:pt x="482727" y="74771"/>
                    <a:pt x="537686" y="74771"/>
                  </a:cubicBezTo>
                  <a:lnTo>
                    <a:pt x="547878" y="74771"/>
                  </a:lnTo>
                  <a:lnTo>
                    <a:pt x="547878" y="0"/>
                  </a:lnTo>
                  <a:cubicBezTo>
                    <a:pt x="547878" y="0"/>
                    <a:pt x="333565" y="4667"/>
                    <a:pt x="267938" y="4667"/>
                  </a:cubicBezTo>
                  <a:cubicBezTo>
                    <a:pt x="200406" y="4667"/>
                    <a:pt x="0" y="0"/>
                    <a:pt x="0" y="0"/>
                  </a:cubicBezTo>
                  <a:lnTo>
                    <a:pt x="0" y="74771"/>
                  </a:lnTo>
                  <a:lnTo>
                    <a:pt x="10192" y="74771"/>
                  </a:lnTo>
                  <a:cubicBezTo>
                    <a:pt x="65246" y="74771"/>
                    <a:pt x="133731" y="74771"/>
                    <a:pt x="154400" y="128968"/>
                  </a:cubicBezTo>
                  <a:cubicBezTo>
                    <a:pt x="171640" y="175450"/>
                    <a:pt x="171640" y="307086"/>
                    <a:pt x="171640" y="363188"/>
                  </a:cubicBezTo>
                  <a:lnTo>
                    <a:pt x="171640" y="841153"/>
                  </a:lnTo>
                  <a:cubicBezTo>
                    <a:pt x="171640" y="897350"/>
                    <a:pt x="171640" y="1028890"/>
                    <a:pt x="154496" y="1075373"/>
                  </a:cubicBezTo>
                  <a:cubicBezTo>
                    <a:pt x="133731" y="1129569"/>
                    <a:pt x="65246" y="1129569"/>
                    <a:pt x="10192" y="1129569"/>
                  </a:cubicBezTo>
                  <a:lnTo>
                    <a:pt x="0" y="1129569"/>
                  </a:lnTo>
                  <a:lnTo>
                    <a:pt x="0" y="1204531"/>
                  </a:lnTo>
                  <a:cubicBezTo>
                    <a:pt x="0" y="1204341"/>
                    <a:pt x="173260" y="1197102"/>
                    <a:pt x="268224" y="1197102"/>
                  </a:cubicBezTo>
                  <a:cubicBezTo>
                    <a:pt x="377476" y="1197102"/>
                    <a:pt x="547878" y="1204531"/>
                    <a:pt x="547878" y="1204531"/>
                  </a:cubicBezTo>
                  <a:lnTo>
                    <a:pt x="547878" y="1129569"/>
                  </a:lnTo>
                  <a:lnTo>
                    <a:pt x="537686" y="1129569"/>
                  </a:lnTo>
                  <a:cubicBezTo>
                    <a:pt x="482727" y="1129569"/>
                    <a:pt x="414242" y="1129569"/>
                    <a:pt x="393478" y="1075468"/>
                  </a:cubicBezTo>
                  <a:cubicBezTo>
                    <a:pt x="376333" y="1028890"/>
                    <a:pt x="376333" y="897350"/>
                    <a:pt x="376333" y="841153"/>
                  </a:cubicBezTo>
                  <a:lnTo>
                    <a:pt x="376333" y="363188"/>
                  </a:lnTo>
                  <a:cubicBezTo>
                    <a:pt x="376333" y="307086"/>
                    <a:pt x="376333" y="175450"/>
                    <a:pt x="393478" y="129064"/>
                  </a:cubicBezTo>
                </a:path>
              </a:pathLst>
            </a:custGeom>
            <a:solidFill>
              <a:schemeClr val="bg1"/>
            </a:solidFill>
            <a:ln w="9525">
              <a:noFill/>
            </a:ln>
          </p:spPr>
          <p:style>
            <a:lnRef idx="0"/>
            <a:fillRef idx="0"/>
            <a:effectRef idx="0"/>
            <a:fontRef idx="minor"/>
          </p:style>
          <p:txBody>
            <a:bodyPr lIns="68040" tIns="45000" rIns="68040" bIns="45000" anchor="ctr">
              <a:noAutofit/>
            </a:bodyPr>
            <a:p>
              <a:endParaRPr lang="en-US" sz="1800" b="0" u="none" strike="noStrike">
                <a:solidFill>
                  <a:schemeClr val="dk1"/>
                </a:solidFill>
                <a:effectLst/>
                <a:uFillTx/>
                <a:latin typeface="Arial"/>
              </a:endParaRPr>
            </a:p>
          </p:txBody>
        </p:sp>
        <p:sp>
          <p:nvSpPr>
            <p:cNvPr id="278" name="Freeform 3"/>
            <p:cNvSpPr/>
            <p:nvPr/>
          </p:nvSpPr>
          <p:spPr>
            <a:xfrm>
              <a:off x="718920" y="196200"/>
              <a:ext cx="280800" cy="300240"/>
            </a:xfrm>
            <a:custGeom>
              <a:avLst/>
              <a:gdLst>
                <a:gd name="textAreaLeft" fmla="*/ 0 w 280800"/>
                <a:gd name="textAreaRight" fmla="*/ 282240 w 280800"/>
                <a:gd name="textAreaTop" fmla="*/ 0 h 300240"/>
                <a:gd name="textAreaBottom" fmla="*/ 301680 h 300240"/>
                <a:gd name="GluePoint1X" fmla="*/ 0 w 1126902"/>
                <a:gd name="GluePoint1Y" fmla="*/ 0 h 1204245"/>
                <a:gd name="GluePoint2X" fmla="*/ 0 w 1126902"/>
                <a:gd name="GluePoint2Y" fmla="*/ 312420 h 1204245"/>
                <a:gd name="GluePoint3X" fmla="*/ 74295 w 1126902"/>
                <a:gd name="GluePoint3Y" fmla="*/ 312420 h 1204245"/>
                <a:gd name="GluePoint4X" fmla="*/ 74581 w 1126902"/>
                <a:gd name="GluePoint4Y" fmla="*/ 302609 h 1204245"/>
                <a:gd name="GluePoint5X" fmla="*/ 334328 w 1126902"/>
                <a:gd name="GluePoint5Y" fmla="*/ 90773 h 1204245"/>
                <a:gd name="GluePoint6X" fmla="*/ 352330 w 1126902"/>
                <a:gd name="GluePoint6Y" fmla="*/ 90678 h 1204245"/>
                <a:gd name="GluePoint7X" fmla="*/ 453200 w 1126902"/>
                <a:gd name="GluePoint7Y" fmla="*/ 106204 h 1204245"/>
                <a:gd name="GluePoint8X" fmla="*/ 461201 w 1126902"/>
                <a:gd name="GluePoint8Y" fmla="*/ 128873 h 1204245"/>
                <a:gd name="GluePoint9X" fmla="*/ 461201 w 1126902"/>
                <a:gd name="GluePoint9Y" fmla="*/ 950119 h 1204245"/>
                <a:gd name="GluePoint10X" fmla="*/ 272510 w 1126902"/>
                <a:gd name="GluePoint10Y" fmla="*/ 1129475 h 1204245"/>
                <a:gd name="GluePoint11X" fmla="*/ 262700 w 1126902"/>
                <a:gd name="GluePoint11Y" fmla="*/ 1129856 h 1204245"/>
                <a:gd name="GluePoint12X" fmla="*/ 262700 w 1126902"/>
                <a:gd name="GluePoint12Y" fmla="*/ 1204246 h 1204245"/>
                <a:gd name="GluePoint13X" fmla="*/ 578548 w 1126902"/>
                <a:gd name="GluePoint13Y" fmla="*/ 1196911 h 1204245"/>
                <a:gd name="GluePoint14X" fmla="*/ 864203 w 1126902"/>
                <a:gd name="GluePoint14Y" fmla="*/ 1204246 h 1204245"/>
                <a:gd name="GluePoint15X" fmla="*/ 864203 w 1126902"/>
                <a:gd name="GluePoint15Y" fmla="*/ 1129856 h 1204245"/>
                <a:gd name="GluePoint16X" fmla="*/ 854393 w 1126902"/>
                <a:gd name="GluePoint16Y" fmla="*/ 1129475 h 1204245"/>
                <a:gd name="GluePoint17X" fmla="*/ 665702 w 1126902"/>
                <a:gd name="GluePoint17Y" fmla="*/ 950119 h 1204245"/>
                <a:gd name="GluePoint18X" fmla="*/ 665702 w 1126902"/>
                <a:gd name="GluePoint18Y" fmla="*/ 128873 h 1204245"/>
                <a:gd name="GluePoint19X" fmla="*/ 673608 w 1126902"/>
                <a:gd name="GluePoint19Y" fmla="*/ 108490 h 1204245"/>
                <a:gd name="GluePoint20X" fmla="*/ 791718 w 1126902"/>
                <a:gd name="GluePoint20Y" fmla="*/ 90488 h 1204245"/>
                <a:gd name="GluePoint21X" fmla="*/ 815912 w 1126902"/>
                <a:gd name="GluePoint21Y" fmla="*/ 90773 h 1204245"/>
                <a:gd name="GluePoint22X" fmla="*/ 1052513 w 1126902"/>
                <a:gd name="GluePoint22Y" fmla="*/ 302895 h 1204245"/>
                <a:gd name="GluePoint23X" fmla="*/ 1053084 w 1126902"/>
                <a:gd name="GluePoint23Y" fmla="*/ 312420 h 1204245"/>
                <a:gd name="GluePoint24X" fmla="*/ 1126903 w 1126902"/>
                <a:gd name="GluePoint24Y" fmla="*/ 312420 h 1204245"/>
                <a:gd name="GluePoint25X" fmla="*/ 1126903 w 1126902"/>
                <a:gd name="GluePoint25Y" fmla="*/ 0 h 1204245"/>
                <a:gd name="GluePoint26X" fmla="*/ 563404 w 1126902"/>
                <a:gd name="GluePoint26Y" fmla="*/ 2857 h 1204245"/>
                <a:gd name="GluePoint27X" fmla="*/ 0 w 1126902"/>
                <a:gd name="GluePoint27Y" fmla="*/ 0 h 1204245"/>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 ang="0">
                  <a:pos x="GluePoint16X" y="GluePoint16Y"/>
                </a:cxn>
                <a:cxn ang="0">
                  <a:pos x="GluePoint17X" y="GluePoint17Y"/>
                </a:cxn>
                <a:cxn ang="0">
                  <a:pos x="GluePoint18X" y="GluePoint18Y"/>
                </a:cxn>
                <a:cxn ang="0">
                  <a:pos x="GluePoint19X" y="GluePoint19Y"/>
                </a:cxn>
                <a:cxn ang="0">
                  <a:pos x="GluePoint20X" y="GluePoint20Y"/>
                </a:cxn>
                <a:cxn ang="0">
                  <a:pos x="GluePoint21X" y="GluePoint21Y"/>
                </a:cxn>
                <a:cxn ang="0">
                  <a:pos x="GluePoint22X" y="GluePoint22Y"/>
                </a:cxn>
                <a:cxn ang="0">
                  <a:pos x="GluePoint23X" y="GluePoint23Y"/>
                </a:cxn>
                <a:cxn ang="0">
                  <a:pos x="GluePoint24X" y="GluePoint24Y"/>
                </a:cxn>
                <a:cxn ang="0">
                  <a:pos x="GluePoint25X" y="GluePoint25Y"/>
                </a:cxn>
                <a:cxn ang="0">
                  <a:pos x="GluePoint26X" y="GluePoint26Y"/>
                </a:cxn>
                <a:cxn ang="0">
                  <a:pos x="GluePoint27X" y="GluePoint27Y"/>
                </a:cxn>
              </a:cxnLst>
              <a:rect l="textAreaLeft" t="textAreaTop" r="textAreaRight" b="textAreaBottom"/>
              <a:pathLst>
                <a:path w="1126902" h="1204245">
                  <a:moveTo>
                    <a:pt x="0" y="0"/>
                  </a:moveTo>
                  <a:lnTo>
                    <a:pt x="0" y="312420"/>
                  </a:lnTo>
                  <a:lnTo>
                    <a:pt x="74295" y="312420"/>
                  </a:lnTo>
                  <a:lnTo>
                    <a:pt x="74581" y="302609"/>
                  </a:lnTo>
                  <a:cubicBezTo>
                    <a:pt x="81344" y="99346"/>
                    <a:pt x="159163" y="90773"/>
                    <a:pt x="334328" y="90773"/>
                  </a:cubicBezTo>
                  <a:cubicBezTo>
                    <a:pt x="340328" y="90773"/>
                    <a:pt x="346424" y="90773"/>
                    <a:pt x="352330" y="90678"/>
                  </a:cubicBezTo>
                  <a:cubicBezTo>
                    <a:pt x="395859" y="90392"/>
                    <a:pt x="437007" y="90106"/>
                    <a:pt x="453200" y="106204"/>
                  </a:cubicBezTo>
                  <a:cubicBezTo>
                    <a:pt x="458629" y="111538"/>
                    <a:pt x="461201" y="118967"/>
                    <a:pt x="461201" y="128873"/>
                  </a:cubicBezTo>
                  <a:lnTo>
                    <a:pt x="461201" y="950119"/>
                  </a:lnTo>
                  <a:cubicBezTo>
                    <a:pt x="461201" y="1072039"/>
                    <a:pt x="444151" y="1122426"/>
                    <a:pt x="272510" y="1129475"/>
                  </a:cubicBezTo>
                  <a:lnTo>
                    <a:pt x="262700" y="1129856"/>
                  </a:lnTo>
                  <a:lnTo>
                    <a:pt x="262700" y="1204246"/>
                  </a:lnTo>
                  <a:cubicBezTo>
                    <a:pt x="262700" y="1204246"/>
                    <a:pt x="462725" y="1196911"/>
                    <a:pt x="578548" y="1196911"/>
                  </a:cubicBezTo>
                  <a:cubicBezTo>
                    <a:pt x="666941" y="1196911"/>
                    <a:pt x="864203" y="1204246"/>
                    <a:pt x="864203" y="1204246"/>
                  </a:cubicBezTo>
                  <a:lnTo>
                    <a:pt x="864203" y="1129856"/>
                  </a:lnTo>
                  <a:lnTo>
                    <a:pt x="854393" y="1129475"/>
                  </a:lnTo>
                  <a:cubicBezTo>
                    <a:pt x="682752" y="1122426"/>
                    <a:pt x="665702" y="1072039"/>
                    <a:pt x="665702" y="950119"/>
                  </a:cubicBezTo>
                  <a:lnTo>
                    <a:pt x="665702" y="128873"/>
                  </a:lnTo>
                  <a:cubicBezTo>
                    <a:pt x="665702" y="120396"/>
                    <a:pt x="668369" y="113729"/>
                    <a:pt x="673608" y="108490"/>
                  </a:cubicBezTo>
                  <a:cubicBezTo>
                    <a:pt x="693420" y="89059"/>
                    <a:pt x="747903" y="89821"/>
                    <a:pt x="791718" y="90488"/>
                  </a:cubicBezTo>
                  <a:cubicBezTo>
                    <a:pt x="800005" y="90583"/>
                    <a:pt x="808196" y="90773"/>
                    <a:pt x="815912" y="90773"/>
                  </a:cubicBezTo>
                  <a:cubicBezTo>
                    <a:pt x="987267" y="90773"/>
                    <a:pt x="1042511" y="140303"/>
                    <a:pt x="1052513" y="302895"/>
                  </a:cubicBezTo>
                  <a:lnTo>
                    <a:pt x="1053084" y="312420"/>
                  </a:lnTo>
                  <a:lnTo>
                    <a:pt x="1126903" y="312420"/>
                  </a:lnTo>
                  <a:lnTo>
                    <a:pt x="1126903" y="0"/>
                  </a:lnTo>
                  <a:cubicBezTo>
                    <a:pt x="1126903" y="0"/>
                    <a:pt x="694468" y="2857"/>
                    <a:pt x="563404" y="2857"/>
                  </a:cubicBezTo>
                  <a:cubicBezTo>
                    <a:pt x="432340" y="2857"/>
                    <a:pt x="0" y="0"/>
                    <a:pt x="0" y="0"/>
                  </a:cubicBezTo>
                </a:path>
              </a:pathLst>
            </a:custGeom>
            <a:solidFill>
              <a:schemeClr val="bg1"/>
            </a:solidFill>
            <a:ln w="9525">
              <a:noFill/>
            </a:ln>
          </p:spPr>
          <p:style>
            <a:lnRef idx="0"/>
            <a:fillRef idx="0"/>
            <a:effectRef idx="0"/>
            <a:fontRef idx="minor"/>
          </p:style>
          <p:txBody>
            <a:bodyPr lIns="90000" tIns="45000" rIns="90000" bIns="45000" anchor="ctr">
              <a:noAutofit/>
            </a:bodyPr>
            <a:p>
              <a:endParaRPr lang="en-US" sz="1800" b="0" u="none" strike="noStrike">
                <a:solidFill>
                  <a:schemeClr val="dk1"/>
                </a:solidFill>
                <a:effectLst/>
                <a:uFillTx/>
                <a:latin typeface="Arial"/>
              </a:endParaRPr>
            </a:p>
          </p:txBody>
        </p:sp>
        <p:sp>
          <p:nvSpPr>
            <p:cNvPr id="279" name="Freeform 4"/>
            <p:cNvSpPr/>
            <p:nvPr/>
          </p:nvSpPr>
          <p:spPr>
            <a:xfrm>
              <a:off x="201960" y="195840"/>
              <a:ext cx="297720" cy="300240"/>
            </a:xfrm>
            <a:custGeom>
              <a:avLst/>
              <a:gdLst>
                <a:gd name="textAreaLeft" fmla="*/ 0 w 297720"/>
                <a:gd name="textAreaRight" fmla="*/ 299160 w 297720"/>
                <a:gd name="textAreaTop" fmla="*/ 0 h 300240"/>
                <a:gd name="textAreaBottom" fmla="*/ 301680 h 300240"/>
                <a:gd name="GluePoint1X" fmla="*/ 372618 w 1195101"/>
                <a:gd name="GluePoint1Y" fmla="*/ 571786 h 1204626"/>
                <a:gd name="GluePoint2X" fmla="*/ 372523 w 1195101"/>
                <a:gd name="GluePoint2Y" fmla="*/ 134303 h 1204626"/>
                <a:gd name="GluePoint3X" fmla="*/ 386239 w 1195101"/>
                <a:gd name="GluePoint3Y" fmla="*/ 86487 h 1204626"/>
                <a:gd name="GluePoint4X" fmla="*/ 498348 w 1195101"/>
                <a:gd name="GluePoint4Y" fmla="*/ 85630 h 1204626"/>
                <a:gd name="GluePoint5X" fmla="*/ 738473 w 1195101"/>
                <a:gd name="GluePoint5Y" fmla="*/ 330518 h 1204626"/>
                <a:gd name="GluePoint6X" fmla="*/ 640747 w 1195101"/>
                <a:gd name="GluePoint6Y" fmla="*/ 541687 h 1204626"/>
                <a:gd name="GluePoint7X" fmla="*/ 372618 w 1195101"/>
                <a:gd name="GluePoint7Y" fmla="*/ 571786 h 1204626"/>
                <a:gd name="GluePoint8X" fmla="*/ 1186529 w 1195101"/>
                <a:gd name="GluePoint8Y" fmla="*/ 1129760 h 1204626"/>
                <a:gd name="GluePoint9X" fmla="*/ 1017461 w 1195101"/>
                <a:gd name="GluePoint9Y" fmla="*/ 1040702 h 1204626"/>
                <a:gd name="GluePoint10X" fmla="*/ 661797 w 1195101"/>
                <a:gd name="GluePoint10Y" fmla="*/ 632460 h 1204626"/>
                <a:gd name="GluePoint11X" fmla="*/ 964597 w 1195101"/>
                <a:gd name="GluePoint11Y" fmla="*/ 305371 h 1204626"/>
                <a:gd name="GluePoint12X" fmla="*/ 831056 w 1195101"/>
                <a:gd name="GluePoint12Y" fmla="*/ 55816 h 1204626"/>
                <a:gd name="GluePoint13X" fmla="*/ 544639 w 1195101"/>
                <a:gd name="GluePoint13Y" fmla="*/ 190 h 1204626"/>
                <a:gd name="GluePoint14X" fmla="*/ 317468 w 1195101"/>
                <a:gd name="GluePoint14Y" fmla="*/ 4191 h 1204626"/>
                <a:gd name="GluePoint15X" fmla="*/ 191 w 1195101"/>
                <a:gd name="GluePoint15Y" fmla="*/ 0 h 1204626"/>
                <a:gd name="GluePoint16X" fmla="*/ 191 w 1195101"/>
                <a:gd name="GluePoint16Y" fmla="*/ 74866 h 1204626"/>
                <a:gd name="GluePoint17X" fmla="*/ 15050 w 1195101"/>
                <a:gd name="GluePoint17Y" fmla="*/ 74866 h 1204626"/>
                <a:gd name="GluePoint18X" fmla="*/ 152781 w 1195101"/>
                <a:gd name="GluePoint18Y" fmla="*/ 128683 h 1204626"/>
                <a:gd name="GluePoint19X" fmla="*/ 168307 w 1195101"/>
                <a:gd name="GluePoint19Y" fmla="*/ 350139 h 1204626"/>
                <a:gd name="GluePoint20X" fmla="*/ 168307 w 1195101"/>
                <a:gd name="GluePoint20Y" fmla="*/ 841248 h 1204626"/>
                <a:gd name="GluePoint21X" fmla="*/ 161068 w 1195101"/>
                <a:gd name="GluePoint21Y" fmla="*/ 1034129 h 1204626"/>
                <a:gd name="GluePoint22X" fmla="*/ 152686 w 1195101"/>
                <a:gd name="GluePoint22Y" fmla="*/ 1075944 h 1204626"/>
                <a:gd name="GluePoint23X" fmla="*/ 10382 w 1195101"/>
                <a:gd name="GluePoint23Y" fmla="*/ 1129665 h 1204626"/>
                <a:gd name="GluePoint24X" fmla="*/ 0 w 1195101"/>
                <a:gd name="GluePoint24Y" fmla="*/ 1129665 h 1204626"/>
                <a:gd name="GluePoint25X" fmla="*/ 0 w 1195101"/>
                <a:gd name="GluePoint25Y" fmla="*/ 1204532 h 1204626"/>
                <a:gd name="GluePoint26X" fmla="*/ 278225 w 1195101"/>
                <a:gd name="GluePoint26Y" fmla="*/ 1197102 h 1204626"/>
                <a:gd name="GluePoint27X" fmla="*/ 540734 w 1195101"/>
                <a:gd name="GluePoint27Y" fmla="*/ 1204532 h 1204626"/>
                <a:gd name="GluePoint28X" fmla="*/ 540734 w 1195101"/>
                <a:gd name="GluePoint28Y" fmla="*/ 1129665 h 1204626"/>
                <a:gd name="GluePoint29X" fmla="*/ 525971 w 1195101"/>
                <a:gd name="GluePoint29Y" fmla="*/ 1129665 h 1204626"/>
                <a:gd name="GluePoint30X" fmla="*/ 388239 w 1195101"/>
                <a:gd name="GluePoint30Y" fmla="*/ 1075754 h 1204626"/>
                <a:gd name="GluePoint31X" fmla="*/ 379857 w 1195101"/>
                <a:gd name="GluePoint31Y" fmla="*/ 1034034 h 1204626"/>
                <a:gd name="GluePoint32X" fmla="*/ 372618 w 1195101"/>
                <a:gd name="GluePoint32Y" fmla="*/ 854297 h 1204626"/>
                <a:gd name="GluePoint33X" fmla="*/ 372618 w 1195101"/>
                <a:gd name="GluePoint33Y" fmla="*/ 653510 h 1204626"/>
                <a:gd name="GluePoint34X" fmla="*/ 479107 w 1195101"/>
                <a:gd name="GluePoint34Y" fmla="*/ 702469 h 1204626"/>
                <a:gd name="GluePoint35X" fmla="*/ 501110 w 1195101"/>
                <a:gd name="GluePoint35Y" fmla="*/ 728472 h 1204626"/>
                <a:gd name="GluePoint36X" fmla="*/ 797909 w 1195101"/>
                <a:gd name="GluePoint36Y" fmla="*/ 1096804 h 1204626"/>
                <a:gd name="GluePoint37X" fmla="*/ 885158 w 1195101"/>
                <a:gd name="GluePoint37Y" fmla="*/ 1204532 h 1204626"/>
                <a:gd name="GluePoint38X" fmla="*/ 1027366 w 1195101"/>
                <a:gd name="GluePoint38Y" fmla="*/ 1200436 h 1204626"/>
                <a:gd name="GluePoint39X" fmla="*/ 1195102 w 1195101"/>
                <a:gd name="GluePoint39Y" fmla="*/ 1204627 h 1204626"/>
                <a:gd name="GluePoint40X" fmla="*/ 1195102 w 1195101"/>
                <a:gd name="GluePoint40Y" fmla="*/ 1131094 h 1204626"/>
                <a:gd name="GluePoint41X" fmla="*/ 1186529 w 1195101"/>
                <a:gd name="GluePoint41Y" fmla="*/ 1129760 h 1204626"/>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 ang="0">
                  <a:pos x="GluePoint16X" y="GluePoint16Y"/>
                </a:cxn>
                <a:cxn ang="0">
                  <a:pos x="GluePoint17X" y="GluePoint17Y"/>
                </a:cxn>
                <a:cxn ang="0">
                  <a:pos x="GluePoint18X" y="GluePoint18Y"/>
                </a:cxn>
                <a:cxn ang="0">
                  <a:pos x="GluePoint19X" y="GluePoint19Y"/>
                </a:cxn>
                <a:cxn ang="0">
                  <a:pos x="GluePoint20X" y="GluePoint20Y"/>
                </a:cxn>
                <a:cxn ang="0">
                  <a:pos x="GluePoint21X" y="GluePoint21Y"/>
                </a:cxn>
                <a:cxn ang="0">
                  <a:pos x="GluePoint22X" y="GluePoint22Y"/>
                </a:cxn>
                <a:cxn ang="0">
                  <a:pos x="GluePoint23X" y="GluePoint23Y"/>
                </a:cxn>
                <a:cxn ang="0">
                  <a:pos x="GluePoint24X" y="GluePoint24Y"/>
                </a:cxn>
                <a:cxn ang="0">
                  <a:pos x="GluePoint25X" y="GluePoint25Y"/>
                </a:cxn>
                <a:cxn ang="0">
                  <a:pos x="GluePoint26X" y="GluePoint26Y"/>
                </a:cxn>
                <a:cxn ang="0">
                  <a:pos x="GluePoint27X" y="GluePoint27Y"/>
                </a:cxn>
                <a:cxn ang="0">
                  <a:pos x="GluePoint28X" y="GluePoint28Y"/>
                </a:cxn>
                <a:cxn ang="0">
                  <a:pos x="GluePoint29X" y="GluePoint29Y"/>
                </a:cxn>
                <a:cxn ang="0">
                  <a:pos x="GluePoint30X" y="GluePoint30Y"/>
                </a:cxn>
                <a:cxn ang="0">
                  <a:pos x="GluePoint31X" y="GluePoint31Y"/>
                </a:cxn>
                <a:cxn ang="0">
                  <a:pos x="GluePoint32X" y="GluePoint32Y"/>
                </a:cxn>
                <a:cxn ang="0">
                  <a:pos x="GluePoint33X" y="GluePoint33Y"/>
                </a:cxn>
                <a:cxn ang="0">
                  <a:pos x="GluePoint34X" y="GluePoint34Y"/>
                </a:cxn>
                <a:cxn ang="0">
                  <a:pos x="GluePoint35X" y="GluePoint35Y"/>
                </a:cxn>
                <a:cxn ang="0">
                  <a:pos x="GluePoint36X" y="GluePoint36Y"/>
                </a:cxn>
                <a:cxn ang="0">
                  <a:pos x="GluePoint37X" y="GluePoint37Y"/>
                </a:cxn>
                <a:cxn ang="0">
                  <a:pos x="GluePoint38X" y="GluePoint38Y"/>
                </a:cxn>
                <a:cxn ang="0">
                  <a:pos x="GluePoint39X" y="GluePoint39Y"/>
                </a:cxn>
                <a:cxn ang="0">
                  <a:pos x="GluePoint40X" y="GluePoint40Y"/>
                </a:cxn>
                <a:cxn ang="0">
                  <a:pos x="GluePoint41X" y="GluePoint41Y"/>
                </a:cxn>
              </a:cxnLst>
              <a:rect l="textAreaLeft" t="textAreaTop" r="textAreaRight" b="textAreaBottom"/>
              <a:pathLst>
                <a:path w="1195101" h="1204626">
                  <a:moveTo>
                    <a:pt x="372618" y="571786"/>
                  </a:moveTo>
                  <a:cubicBezTo>
                    <a:pt x="372618" y="571786"/>
                    <a:pt x="372618" y="136874"/>
                    <a:pt x="372523" y="134303"/>
                  </a:cubicBezTo>
                  <a:cubicBezTo>
                    <a:pt x="372237" y="116967"/>
                    <a:pt x="371761" y="93250"/>
                    <a:pt x="386239" y="86487"/>
                  </a:cubicBezTo>
                  <a:cubicBezTo>
                    <a:pt x="396240" y="82105"/>
                    <a:pt x="493014" y="85630"/>
                    <a:pt x="498348" y="85630"/>
                  </a:cubicBezTo>
                  <a:cubicBezTo>
                    <a:pt x="650938" y="85630"/>
                    <a:pt x="738473" y="174974"/>
                    <a:pt x="738473" y="330518"/>
                  </a:cubicBezTo>
                  <a:cubicBezTo>
                    <a:pt x="738473" y="443960"/>
                    <a:pt x="708374" y="509016"/>
                    <a:pt x="640747" y="541687"/>
                  </a:cubicBezTo>
                  <a:cubicBezTo>
                    <a:pt x="577691" y="571976"/>
                    <a:pt x="372618" y="571786"/>
                    <a:pt x="372618" y="571786"/>
                  </a:cubicBezTo>
                  <a:moveTo>
                    <a:pt x="1186529" y="1129760"/>
                  </a:moveTo>
                  <a:cubicBezTo>
                    <a:pt x="1100138" y="1116235"/>
                    <a:pt x="1074134" y="1106424"/>
                    <a:pt x="1017461" y="1040702"/>
                  </a:cubicBezTo>
                  <a:lnTo>
                    <a:pt x="661797" y="632460"/>
                  </a:lnTo>
                  <a:cubicBezTo>
                    <a:pt x="849059" y="608076"/>
                    <a:pt x="964597" y="484251"/>
                    <a:pt x="964597" y="305371"/>
                  </a:cubicBezTo>
                  <a:cubicBezTo>
                    <a:pt x="964597" y="188976"/>
                    <a:pt x="919544" y="105061"/>
                    <a:pt x="831056" y="55816"/>
                  </a:cubicBezTo>
                  <a:cubicBezTo>
                    <a:pt x="763619" y="18383"/>
                    <a:pt x="670084" y="190"/>
                    <a:pt x="544639" y="190"/>
                  </a:cubicBezTo>
                  <a:cubicBezTo>
                    <a:pt x="507206" y="1143"/>
                    <a:pt x="416909" y="4191"/>
                    <a:pt x="317468" y="4191"/>
                  </a:cubicBezTo>
                  <a:cubicBezTo>
                    <a:pt x="214313" y="4191"/>
                    <a:pt x="191" y="0"/>
                    <a:pt x="191" y="0"/>
                  </a:cubicBezTo>
                  <a:lnTo>
                    <a:pt x="191" y="74866"/>
                  </a:lnTo>
                  <a:lnTo>
                    <a:pt x="15050" y="74866"/>
                  </a:lnTo>
                  <a:cubicBezTo>
                    <a:pt x="71818" y="74486"/>
                    <a:pt x="135731" y="74771"/>
                    <a:pt x="152781" y="128683"/>
                  </a:cubicBezTo>
                  <a:cubicBezTo>
                    <a:pt x="168307" y="175355"/>
                    <a:pt x="168307" y="306896"/>
                    <a:pt x="168307" y="350139"/>
                  </a:cubicBezTo>
                  <a:lnTo>
                    <a:pt x="168307" y="841248"/>
                  </a:lnTo>
                  <a:cubicBezTo>
                    <a:pt x="168307" y="895445"/>
                    <a:pt x="168307" y="977837"/>
                    <a:pt x="161068" y="1034129"/>
                  </a:cubicBezTo>
                  <a:cubicBezTo>
                    <a:pt x="158972" y="1050798"/>
                    <a:pt x="156210" y="1065276"/>
                    <a:pt x="152686" y="1075944"/>
                  </a:cubicBezTo>
                  <a:cubicBezTo>
                    <a:pt x="135350" y="1129665"/>
                    <a:pt x="66104" y="1129665"/>
                    <a:pt x="10382" y="1129665"/>
                  </a:cubicBezTo>
                  <a:lnTo>
                    <a:pt x="0" y="1129665"/>
                  </a:lnTo>
                  <a:lnTo>
                    <a:pt x="0" y="1204532"/>
                  </a:lnTo>
                  <a:cubicBezTo>
                    <a:pt x="0" y="1204532"/>
                    <a:pt x="166783" y="1197102"/>
                    <a:pt x="278225" y="1197102"/>
                  </a:cubicBezTo>
                  <a:cubicBezTo>
                    <a:pt x="374047" y="1197102"/>
                    <a:pt x="540734" y="1204246"/>
                    <a:pt x="540734" y="1204532"/>
                  </a:cubicBezTo>
                  <a:lnTo>
                    <a:pt x="540734" y="1129665"/>
                  </a:lnTo>
                  <a:lnTo>
                    <a:pt x="525971" y="1129665"/>
                  </a:lnTo>
                  <a:cubicBezTo>
                    <a:pt x="470059" y="1129951"/>
                    <a:pt x="406813" y="1129760"/>
                    <a:pt x="388239" y="1075754"/>
                  </a:cubicBezTo>
                  <a:cubicBezTo>
                    <a:pt x="384620" y="1065086"/>
                    <a:pt x="381953" y="1050607"/>
                    <a:pt x="379857" y="1034034"/>
                  </a:cubicBezTo>
                  <a:cubicBezTo>
                    <a:pt x="372618" y="978122"/>
                    <a:pt x="372618" y="898017"/>
                    <a:pt x="372618" y="854297"/>
                  </a:cubicBezTo>
                  <a:lnTo>
                    <a:pt x="372618" y="653510"/>
                  </a:lnTo>
                  <a:cubicBezTo>
                    <a:pt x="439198" y="654082"/>
                    <a:pt x="444913" y="661035"/>
                    <a:pt x="479107" y="702469"/>
                  </a:cubicBezTo>
                  <a:cubicBezTo>
                    <a:pt x="485489" y="710089"/>
                    <a:pt x="492728" y="718756"/>
                    <a:pt x="501110" y="728472"/>
                  </a:cubicBezTo>
                  <a:lnTo>
                    <a:pt x="797909" y="1096804"/>
                  </a:lnTo>
                  <a:lnTo>
                    <a:pt x="885158" y="1204532"/>
                  </a:lnTo>
                  <a:cubicBezTo>
                    <a:pt x="885158" y="1204532"/>
                    <a:pt x="980885" y="1200436"/>
                    <a:pt x="1027366" y="1200436"/>
                  </a:cubicBezTo>
                  <a:cubicBezTo>
                    <a:pt x="1094994" y="1200436"/>
                    <a:pt x="1195102" y="1204627"/>
                    <a:pt x="1195102" y="1204627"/>
                  </a:cubicBezTo>
                  <a:lnTo>
                    <a:pt x="1195102" y="1131094"/>
                  </a:lnTo>
                  <a:lnTo>
                    <a:pt x="1186529" y="1129760"/>
                  </a:lnTo>
                  <a:close/>
                </a:path>
              </a:pathLst>
            </a:custGeom>
            <a:solidFill>
              <a:schemeClr val="bg1"/>
            </a:solidFill>
            <a:ln w="9525">
              <a:noFill/>
            </a:ln>
          </p:spPr>
          <p:style>
            <a:lnRef idx="0"/>
            <a:fillRef idx="0"/>
            <a:effectRef idx="0"/>
            <a:fontRef idx="minor"/>
          </p:style>
          <p:txBody>
            <a:bodyPr lIns="90000" tIns="45000" rIns="90000" bIns="45000" anchor="ctr">
              <a:noAutofit/>
            </a:bodyPr>
            <a:p>
              <a:endParaRPr lang="en-US" sz="1800" b="0" u="none" strike="noStrike">
                <a:solidFill>
                  <a:schemeClr val="dk1"/>
                </a:solidFill>
                <a:effectLst/>
                <a:uFillTx/>
                <a:latin typeface="Arial"/>
              </a:endParaRPr>
            </a:p>
          </p:txBody>
        </p:sp>
      </p:grpSp>
      <p:sp>
        <p:nvSpPr>
          <p:cNvPr id="280" name="Text Placeholder 14"/>
          <p:cNvSpPr/>
          <p:nvPr/>
        </p:nvSpPr>
        <p:spPr>
          <a:xfrm>
            <a:off x="386640" y="3434040"/>
            <a:ext cx="2464560" cy="953280"/>
          </a:xfrm>
          <a:prstGeom prst="rect">
            <a:avLst/>
          </a:prstGeom>
          <a:noFill/>
          <a:ln w="0">
            <a:noFill/>
          </a:ln>
        </p:spPr>
        <p:style>
          <a:lnRef idx="0"/>
          <a:fillRef idx="0"/>
          <a:effectRef idx="0"/>
          <a:fontRef idx="minor"/>
        </p:style>
        <p:txBody>
          <a:bodyPr lIns="90000" tIns="45000" rIns="90000" bIns="45000" anchor="t">
            <a:noAutofit/>
          </a:bodyPr>
          <a:p>
            <a:endParaRPr lang="en-US" sz="2000" b="1" u="none" strike="noStrike">
              <a:solidFill>
                <a:srgbClr val="E56B2A"/>
              </a:solidFill>
              <a:effectLst/>
              <a:uFillTx/>
              <a:latin typeface="Arial"/>
            </a:endParaRPr>
          </a:p>
        </p:txBody>
      </p:sp>
      <p:sp>
        <p:nvSpPr>
          <p:cNvPr id="281" name="Rectangle 5"/>
          <p:cNvSpPr/>
          <p:nvPr/>
        </p:nvSpPr>
        <p:spPr>
          <a:xfrm>
            <a:off x="0" y="0"/>
            <a:ext cx="12190680" cy="685656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p>
            <a:endParaRPr lang="en-US" sz="1800" b="0" u="none" strike="noStrike">
              <a:solidFill>
                <a:schemeClr val="lt1"/>
              </a:solidFill>
              <a:effectLst/>
              <a:uFillTx/>
              <a:latin typeface="Arial"/>
            </a:endParaRPr>
          </a:p>
        </p:txBody>
      </p:sp>
      <p:sp>
        <p:nvSpPr>
          <p:cNvPr id="282" name="Rectangle 10"/>
          <p:cNvSpPr/>
          <p:nvPr/>
        </p:nvSpPr>
        <p:spPr>
          <a:xfrm>
            <a:off x="0" y="6218280"/>
            <a:ext cx="12190680" cy="638280"/>
          </a:xfrm>
          <a:prstGeom prst="rect">
            <a:avLst/>
          </a:prstGeom>
          <a:solidFill>
            <a:srgbClr val="F86901"/>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p>
            <a:endParaRPr lang="en-US" sz="1800" b="0" u="none" strike="noStrike">
              <a:solidFill>
                <a:schemeClr val="lt1"/>
              </a:solidFill>
              <a:effectLst/>
              <a:uFillTx/>
              <a:latin typeface="Arial"/>
            </a:endParaRPr>
          </a:p>
        </p:txBody>
      </p:sp>
      <p:sp>
        <p:nvSpPr>
          <p:cNvPr id="283" name="TextBox 11"/>
          <p:cNvSpPr/>
          <p:nvPr/>
        </p:nvSpPr>
        <p:spPr>
          <a:xfrm>
            <a:off x="11689200" y="6487920"/>
            <a:ext cx="476280" cy="238680"/>
          </a:xfrm>
          <a:prstGeom prst="rect">
            <a:avLst/>
          </a:prstGeom>
          <a:noFill/>
          <a:ln w="0">
            <a:noFill/>
          </a:ln>
        </p:spPr>
        <p:style>
          <a:lnRef idx="0"/>
          <a:fillRef idx="0"/>
          <a:effectRef idx="0"/>
          <a:fontRef idx="minor"/>
        </p:style>
        <p:txBody>
          <a:bodyPr lIns="90000" tIns="45000" rIns="90000" bIns="45000" anchor="t">
            <a:spAutoFit/>
          </a:bodyPr>
          <a:p>
            <a:pPr defTabSz="914400">
              <a:lnSpc>
                <a:spcPct val="80000"/>
              </a:lnSpc>
            </a:pPr>
            <a:r>
              <a:rPr lang="en-US" sz="1200" b="0" u="none" strike="noStrike">
                <a:solidFill>
                  <a:schemeClr val="lt1"/>
                </a:solidFill>
                <a:effectLst/>
                <a:uFillTx/>
                <a:latin typeface="Georgia"/>
              </a:rPr>
              <a:t> </a:t>
            </a:r>
            <a:fld id="{7ADBDA27-330B-409D-98B8-D45FA2D39736}" type="slidenum">
              <a:rPr lang="en-US" sz="1130" b="0" u="none" strike="noStrike">
                <a:solidFill>
                  <a:schemeClr val="lt1"/>
                </a:solidFill>
                <a:effectLst/>
                <a:uFillTx/>
                <a:latin typeface="Arial"/>
              </a:rPr>
              <a:t>&lt;number&gt;</a:t>
            </a:fld>
            <a:endParaRPr lang="en-US" sz="1130" b="0" u="none" strike="noStrike">
              <a:solidFill>
                <a:srgbClr val="000000"/>
              </a:solidFill>
              <a:effectLst/>
              <a:uFillTx/>
              <a:latin typeface="Arial"/>
            </a:endParaRPr>
          </a:p>
        </p:txBody>
      </p:sp>
      <p:pic>
        <p:nvPicPr>
          <p:cNvPr id="284" name="Graphic 12"/>
          <p:cNvPicPr/>
          <p:nvPr/>
        </p:nvPicPr>
        <p:blipFill>
          <a:blip r:embed="rId4">
            <a:extLst>
              <a:ext uri="{96DAC541-7B7A-43D3-8B79-37D633B846F1}">
                <asvg:svgBlip xmlns:asvg="http://schemas.microsoft.com/office/drawing/2016/SVG/main" r:embed="rId5"/>
              </a:ext>
            </a:extLst>
          </a:blip>
          <a:stretch/>
        </p:blipFill>
        <p:spPr>
          <a:xfrm>
            <a:off x="9069840" y="6459120"/>
            <a:ext cx="2699280" cy="238680"/>
          </a:xfrm>
          <a:prstGeom prst="rect">
            <a:avLst/>
          </a:prstGeom>
          <a:noFill/>
          <a:ln w="0">
            <a:noFill/>
          </a:ln>
        </p:spPr>
      </p:pic>
      <p:grpSp>
        <p:nvGrpSpPr>
          <p:cNvPr id="285" name="Graphic 22"/>
          <p:cNvGrpSpPr/>
          <p:nvPr/>
        </p:nvGrpSpPr>
        <p:grpSpPr>
          <a:xfrm>
            <a:off x="201960" y="6414120"/>
            <a:ext cx="797760" cy="300600"/>
            <a:chOff x="201960" y="6414120"/>
            <a:chExt cx="797760" cy="300600"/>
          </a:xfrm>
        </p:grpSpPr>
        <p:sp>
          <p:nvSpPr>
            <p:cNvPr id="286" name="Freeform 14"/>
            <p:cNvSpPr/>
            <p:nvPr/>
          </p:nvSpPr>
          <p:spPr>
            <a:xfrm>
              <a:off x="540720" y="6414120"/>
              <a:ext cx="135720" cy="300240"/>
            </a:xfrm>
            <a:custGeom>
              <a:avLst/>
              <a:gdLst>
                <a:gd name="textAreaLeft" fmla="*/ 0 w 135720"/>
                <a:gd name="textAreaRight" fmla="*/ 137160 w 135720"/>
                <a:gd name="textAreaTop" fmla="*/ 0 h 300240"/>
                <a:gd name="textAreaBottom" fmla="*/ 301680 h 300240"/>
                <a:gd name="GluePoint1X" fmla="*/ 393478 w 547877"/>
                <a:gd name="GluePoint1Y" fmla="*/ 129064 h 1204531"/>
                <a:gd name="GluePoint2X" fmla="*/ 537686 w 547877"/>
                <a:gd name="GluePoint2Y" fmla="*/ 74771 h 1204531"/>
                <a:gd name="GluePoint3X" fmla="*/ 547878 w 547877"/>
                <a:gd name="GluePoint3Y" fmla="*/ 74771 h 1204531"/>
                <a:gd name="GluePoint4X" fmla="*/ 547878 w 547877"/>
                <a:gd name="GluePoint4Y" fmla="*/ 0 h 1204531"/>
                <a:gd name="GluePoint5X" fmla="*/ 267938 w 547877"/>
                <a:gd name="GluePoint5Y" fmla="*/ 4667 h 1204531"/>
                <a:gd name="GluePoint6X" fmla="*/ 0 w 547877"/>
                <a:gd name="GluePoint6Y" fmla="*/ 0 h 1204531"/>
                <a:gd name="GluePoint7X" fmla="*/ 0 w 547877"/>
                <a:gd name="GluePoint7Y" fmla="*/ 74771 h 1204531"/>
                <a:gd name="GluePoint8X" fmla="*/ 10192 w 547877"/>
                <a:gd name="GluePoint8Y" fmla="*/ 74771 h 1204531"/>
                <a:gd name="GluePoint9X" fmla="*/ 154400 w 547877"/>
                <a:gd name="GluePoint9Y" fmla="*/ 128968 h 1204531"/>
                <a:gd name="GluePoint10X" fmla="*/ 171640 w 547877"/>
                <a:gd name="GluePoint10Y" fmla="*/ 363188 h 1204531"/>
                <a:gd name="GluePoint11X" fmla="*/ 171640 w 547877"/>
                <a:gd name="GluePoint11Y" fmla="*/ 841153 h 1204531"/>
                <a:gd name="GluePoint12X" fmla="*/ 154496 w 547877"/>
                <a:gd name="GluePoint12Y" fmla="*/ 1075373 h 1204531"/>
                <a:gd name="GluePoint13X" fmla="*/ 10192 w 547877"/>
                <a:gd name="GluePoint13Y" fmla="*/ 1129569 h 1204531"/>
                <a:gd name="GluePoint14X" fmla="*/ 0 w 547877"/>
                <a:gd name="GluePoint14Y" fmla="*/ 1129569 h 1204531"/>
                <a:gd name="GluePoint15X" fmla="*/ 0 w 547877"/>
                <a:gd name="GluePoint15Y" fmla="*/ 1204531 h 1204531"/>
                <a:gd name="GluePoint16X" fmla="*/ 268224 w 547877"/>
                <a:gd name="GluePoint16Y" fmla="*/ 1197102 h 1204531"/>
                <a:gd name="GluePoint17X" fmla="*/ 547878 w 547877"/>
                <a:gd name="GluePoint17Y" fmla="*/ 1204531 h 1204531"/>
                <a:gd name="GluePoint18X" fmla="*/ 547878 w 547877"/>
                <a:gd name="GluePoint18Y" fmla="*/ 1129569 h 1204531"/>
                <a:gd name="GluePoint19X" fmla="*/ 537686 w 547877"/>
                <a:gd name="GluePoint19Y" fmla="*/ 1129569 h 1204531"/>
                <a:gd name="GluePoint20X" fmla="*/ 393478 w 547877"/>
                <a:gd name="GluePoint20Y" fmla="*/ 1075468 h 1204531"/>
                <a:gd name="GluePoint21X" fmla="*/ 376333 w 547877"/>
                <a:gd name="GluePoint21Y" fmla="*/ 841153 h 1204531"/>
                <a:gd name="GluePoint22X" fmla="*/ 376333 w 547877"/>
                <a:gd name="GluePoint22Y" fmla="*/ 363188 h 1204531"/>
                <a:gd name="GluePoint23X" fmla="*/ 393478 w 547877"/>
                <a:gd name="GluePoint23Y" fmla="*/ 129064 h 1204531"/>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 ang="0">
                  <a:pos x="GluePoint16X" y="GluePoint16Y"/>
                </a:cxn>
                <a:cxn ang="0">
                  <a:pos x="GluePoint17X" y="GluePoint17Y"/>
                </a:cxn>
                <a:cxn ang="0">
                  <a:pos x="GluePoint18X" y="GluePoint18Y"/>
                </a:cxn>
                <a:cxn ang="0">
                  <a:pos x="GluePoint19X" y="GluePoint19Y"/>
                </a:cxn>
                <a:cxn ang="0">
                  <a:pos x="GluePoint20X" y="GluePoint20Y"/>
                </a:cxn>
                <a:cxn ang="0">
                  <a:pos x="GluePoint21X" y="GluePoint21Y"/>
                </a:cxn>
                <a:cxn ang="0">
                  <a:pos x="GluePoint22X" y="GluePoint22Y"/>
                </a:cxn>
                <a:cxn ang="0">
                  <a:pos x="GluePoint23X" y="GluePoint23Y"/>
                </a:cxn>
              </a:cxnLst>
              <a:rect l="textAreaLeft" t="textAreaTop" r="textAreaRight" b="textAreaBottom"/>
              <a:pathLst>
                <a:path w="547877" h="1204531">
                  <a:moveTo>
                    <a:pt x="393478" y="129064"/>
                  </a:moveTo>
                  <a:cubicBezTo>
                    <a:pt x="414242" y="74771"/>
                    <a:pt x="482727" y="74771"/>
                    <a:pt x="537686" y="74771"/>
                  </a:cubicBezTo>
                  <a:lnTo>
                    <a:pt x="547878" y="74771"/>
                  </a:lnTo>
                  <a:lnTo>
                    <a:pt x="547878" y="0"/>
                  </a:lnTo>
                  <a:cubicBezTo>
                    <a:pt x="547878" y="0"/>
                    <a:pt x="333565" y="4667"/>
                    <a:pt x="267938" y="4667"/>
                  </a:cubicBezTo>
                  <a:cubicBezTo>
                    <a:pt x="200406" y="4667"/>
                    <a:pt x="0" y="0"/>
                    <a:pt x="0" y="0"/>
                  </a:cubicBezTo>
                  <a:lnTo>
                    <a:pt x="0" y="74771"/>
                  </a:lnTo>
                  <a:lnTo>
                    <a:pt x="10192" y="74771"/>
                  </a:lnTo>
                  <a:cubicBezTo>
                    <a:pt x="65246" y="74771"/>
                    <a:pt x="133731" y="74771"/>
                    <a:pt x="154400" y="128968"/>
                  </a:cubicBezTo>
                  <a:cubicBezTo>
                    <a:pt x="171640" y="175450"/>
                    <a:pt x="171640" y="307086"/>
                    <a:pt x="171640" y="363188"/>
                  </a:cubicBezTo>
                  <a:lnTo>
                    <a:pt x="171640" y="841153"/>
                  </a:lnTo>
                  <a:cubicBezTo>
                    <a:pt x="171640" y="897350"/>
                    <a:pt x="171640" y="1028890"/>
                    <a:pt x="154496" y="1075373"/>
                  </a:cubicBezTo>
                  <a:cubicBezTo>
                    <a:pt x="133731" y="1129569"/>
                    <a:pt x="65246" y="1129569"/>
                    <a:pt x="10192" y="1129569"/>
                  </a:cubicBezTo>
                  <a:lnTo>
                    <a:pt x="0" y="1129569"/>
                  </a:lnTo>
                  <a:lnTo>
                    <a:pt x="0" y="1204531"/>
                  </a:lnTo>
                  <a:cubicBezTo>
                    <a:pt x="0" y="1204341"/>
                    <a:pt x="173260" y="1197102"/>
                    <a:pt x="268224" y="1197102"/>
                  </a:cubicBezTo>
                  <a:cubicBezTo>
                    <a:pt x="377476" y="1197102"/>
                    <a:pt x="547878" y="1204531"/>
                    <a:pt x="547878" y="1204531"/>
                  </a:cubicBezTo>
                  <a:lnTo>
                    <a:pt x="547878" y="1129569"/>
                  </a:lnTo>
                  <a:lnTo>
                    <a:pt x="537686" y="1129569"/>
                  </a:lnTo>
                  <a:cubicBezTo>
                    <a:pt x="482727" y="1129569"/>
                    <a:pt x="414242" y="1129569"/>
                    <a:pt x="393478" y="1075468"/>
                  </a:cubicBezTo>
                  <a:cubicBezTo>
                    <a:pt x="376333" y="1028890"/>
                    <a:pt x="376333" y="897350"/>
                    <a:pt x="376333" y="841153"/>
                  </a:cubicBezTo>
                  <a:lnTo>
                    <a:pt x="376333" y="363188"/>
                  </a:lnTo>
                  <a:cubicBezTo>
                    <a:pt x="376333" y="307086"/>
                    <a:pt x="376333" y="175450"/>
                    <a:pt x="393478" y="129064"/>
                  </a:cubicBezTo>
                </a:path>
              </a:pathLst>
            </a:custGeom>
            <a:solidFill>
              <a:schemeClr val="bg1"/>
            </a:solidFill>
            <a:ln w="9525">
              <a:noFill/>
            </a:ln>
          </p:spPr>
          <p:style>
            <a:lnRef idx="0"/>
            <a:fillRef idx="0"/>
            <a:effectRef idx="0"/>
            <a:fontRef idx="minor"/>
          </p:style>
          <p:txBody>
            <a:bodyPr lIns="68040" tIns="45000" rIns="68040" bIns="45000" anchor="ctr">
              <a:noAutofit/>
            </a:bodyPr>
            <a:p>
              <a:endParaRPr lang="en-US" sz="1800" b="0" u="none" strike="noStrike">
                <a:solidFill>
                  <a:schemeClr val="dk1"/>
                </a:solidFill>
                <a:effectLst/>
                <a:uFillTx/>
                <a:latin typeface="Arial"/>
              </a:endParaRPr>
            </a:p>
          </p:txBody>
        </p:sp>
        <p:sp>
          <p:nvSpPr>
            <p:cNvPr id="287" name="Freeform 15"/>
            <p:cNvSpPr/>
            <p:nvPr/>
          </p:nvSpPr>
          <p:spPr>
            <a:xfrm>
              <a:off x="718920" y="6414480"/>
              <a:ext cx="280800" cy="300240"/>
            </a:xfrm>
            <a:custGeom>
              <a:avLst/>
              <a:gdLst>
                <a:gd name="textAreaLeft" fmla="*/ 0 w 280800"/>
                <a:gd name="textAreaRight" fmla="*/ 282240 w 280800"/>
                <a:gd name="textAreaTop" fmla="*/ 0 h 300240"/>
                <a:gd name="textAreaBottom" fmla="*/ 301680 h 300240"/>
                <a:gd name="GluePoint1X" fmla="*/ 0 w 1126902"/>
                <a:gd name="GluePoint1Y" fmla="*/ 0 h 1204245"/>
                <a:gd name="GluePoint2X" fmla="*/ 0 w 1126902"/>
                <a:gd name="GluePoint2Y" fmla="*/ 312420 h 1204245"/>
                <a:gd name="GluePoint3X" fmla="*/ 74295 w 1126902"/>
                <a:gd name="GluePoint3Y" fmla="*/ 312420 h 1204245"/>
                <a:gd name="GluePoint4X" fmla="*/ 74581 w 1126902"/>
                <a:gd name="GluePoint4Y" fmla="*/ 302609 h 1204245"/>
                <a:gd name="GluePoint5X" fmla="*/ 334328 w 1126902"/>
                <a:gd name="GluePoint5Y" fmla="*/ 90773 h 1204245"/>
                <a:gd name="GluePoint6X" fmla="*/ 352330 w 1126902"/>
                <a:gd name="GluePoint6Y" fmla="*/ 90678 h 1204245"/>
                <a:gd name="GluePoint7X" fmla="*/ 453200 w 1126902"/>
                <a:gd name="GluePoint7Y" fmla="*/ 106204 h 1204245"/>
                <a:gd name="GluePoint8X" fmla="*/ 461201 w 1126902"/>
                <a:gd name="GluePoint8Y" fmla="*/ 128873 h 1204245"/>
                <a:gd name="GluePoint9X" fmla="*/ 461201 w 1126902"/>
                <a:gd name="GluePoint9Y" fmla="*/ 950119 h 1204245"/>
                <a:gd name="GluePoint10X" fmla="*/ 272510 w 1126902"/>
                <a:gd name="GluePoint10Y" fmla="*/ 1129475 h 1204245"/>
                <a:gd name="GluePoint11X" fmla="*/ 262700 w 1126902"/>
                <a:gd name="GluePoint11Y" fmla="*/ 1129856 h 1204245"/>
                <a:gd name="GluePoint12X" fmla="*/ 262700 w 1126902"/>
                <a:gd name="GluePoint12Y" fmla="*/ 1204246 h 1204245"/>
                <a:gd name="GluePoint13X" fmla="*/ 578548 w 1126902"/>
                <a:gd name="GluePoint13Y" fmla="*/ 1196911 h 1204245"/>
                <a:gd name="GluePoint14X" fmla="*/ 864203 w 1126902"/>
                <a:gd name="GluePoint14Y" fmla="*/ 1204246 h 1204245"/>
                <a:gd name="GluePoint15X" fmla="*/ 864203 w 1126902"/>
                <a:gd name="GluePoint15Y" fmla="*/ 1129856 h 1204245"/>
                <a:gd name="GluePoint16X" fmla="*/ 854393 w 1126902"/>
                <a:gd name="GluePoint16Y" fmla="*/ 1129475 h 1204245"/>
                <a:gd name="GluePoint17X" fmla="*/ 665702 w 1126902"/>
                <a:gd name="GluePoint17Y" fmla="*/ 950119 h 1204245"/>
                <a:gd name="GluePoint18X" fmla="*/ 665702 w 1126902"/>
                <a:gd name="GluePoint18Y" fmla="*/ 128873 h 1204245"/>
                <a:gd name="GluePoint19X" fmla="*/ 673608 w 1126902"/>
                <a:gd name="GluePoint19Y" fmla="*/ 108490 h 1204245"/>
                <a:gd name="GluePoint20X" fmla="*/ 791718 w 1126902"/>
                <a:gd name="GluePoint20Y" fmla="*/ 90488 h 1204245"/>
                <a:gd name="GluePoint21X" fmla="*/ 815912 w 1126902"/>
                <a:gd name="GluePoint21Y" fmla="*/ 90773 h 1204245"/>
                <a:gd name="GluePoint22X" fmla="*/ 1052513 w 1126902"/>
                <a:gd name="GluePoint22Y" fmla="*/ 302895 h 1204245"/>
                <a:gd name="GluePoint23X" fmla="*/ 1053084 w 1126902"/>
                <a:gd name="GluePoint23Y" fmla="*/ 312420 h 1204245"/>
                <a:gd name="GluePoint24X" fmla="*/ 1126903 w 1126902"/>
                <a:gd name="GluePoint24Y" fmla="*/ 312420 h 1204245"/>
                <a:gd name="GluePoint25X" fmla="*/ 1126903 w 1126902"/>
                <a:gd name="GluePoint25Y" fmla="*/ 0 h 1204245"/>
                <a:gd name="GluePoint26X" fmla="*/ 563404 w 1126902"/>
                <a:gd name="GluePoint26Y" fmla="*/ 2857 h 1204245"/>
                <a:gd name="GluePoint27X" fmla="*/ 0 w 1126902"/>
                <a:gd name="GluePoint27Y" fmla="*/ 0 h 1204245"/>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 ang="0">
                  <a:pos x="GluePoint16X" y="GluePoint16Y"/>
                </a:cxn>
                <a:cxn ang="0">
                  <a:pos x="GluePoint17X" y="GluePoint17Y"/>
                </a:cxn>
                <a:cxn ang="0">
                  <a:pos x="GluePoint18X" y="GluePoint18Y"/>
                </a:cxn>
                <a:cxn ang="0">
                  <a:pos x="GluePoint19X" y="GluePoint19Y"/>
                </a:cxn>
                <a:cxn ang="0">
                  <a:pos x="GluePoint20X" y="GluePoint20Y"/>
                </a:cxn>
                <a:cxn ang="0">
                  <a:pos x="GluePoint21X" y="GluePoint21Y"/>
                </a:cxn>
                <a:cxn ang="0">
                  <a:pos x="GluePoint22X" y="GluePoint22Y"/>
                </a:cxn>
                <a:cxn ang="0">
                  <a:pos x="GluePoint23X" y="GluePoint23Y"/>
                </a:cxn>
                <a:cxn ang="0">
                  <a:pos x="GluePoint24X" y="GluePoint24Y"/>
                </a:cxn>
                <a:cxn ang="0">
                  <a:pos x="GluePoint25X" y="GluePoint25Y"/>
                </a:cxn>
                <a:cxn ang="0">
                  <a:pos x="GluePoint26X" y="GluePoint26Y"/>
                </a:cxn>
                <a:cxn ang="0">
                  <a:pos x="GluePoint27X" y="GluePoint27Y"/>
                </a:cxn>
              </a:cxnLst>
              <a:rect l="textAreaLeft" t="textAreaTop" r="textAreaRight" b="textAreaBottom"/>
              <a:pathLst>
                <a:path w="1126902" h="1204245">
                  <a:moveTo>
                    <a:pt x="0" y="0"/>
                  </a:moveTo>
                  <a:lnTo>
                    <a:pt x="0" y="312420"/>
                  </a:lnTo>
                  <a:lnTo>
                    <a:pt x="74295" y="312420"/>
                  </a:lnTo>
                  <a:lnTo>
                    <a:pt x="74581" y="302609"/>
                  </a:lnTo>
                  <a:cubicBezTo>
                    <a:pt x="81344" y="99346"/>
                    <a:pt x="159163" y="90773"/>
                    <a:pt x="334328" y="90773"/>
                  </a:cubicBezTo>
                  <a:cubicBezTo>
                    <a:pt x="340328" y="90773"/>
                    <a:pt x="346424" y="90773"/>
                    <a:pt x="352330" y="90678"/>
                  </a:cubicBezTo>
                  <a:cubicBezTo>
                    <a:pt x="395859" y="90392"/>
                    <a:pt x="437007" y="90106"/>
                    <a:pt x="453200" y="106204"/>
                  </a:cubicBezTo>
                  <a:cubicBezTo>
                    <a:pt x="458629" y="111538"/>
                    <a:pt x="461201" y="118967"/>
                    <a:pt x="461201" y="128873"/>
                  </a:cubicBezTo>
                  <a:lnTo>
                    <a:pt x="461201" y="950119"/>
                  </a:lnTo>
                  <a:cubicBezTo>
                    <a:pt x="461201" y="1072039"/>
                    <a:pt x="444151" y="1122426"/>
                    <a:pt x="272510" y="1129475"/>
                  </a:cubicBezTo>
                  <a:lnTo>
                    <a:pt x="262700" y="1129856"/>
                  </a:lnTo>
                  <a:lnTo>
                    <a:pt x="262700" y="1204246"/>
                  </a:lnTo>
                  <a:cubicBezTo>
                    <a:pt x="262700" y="1204246"/>
                    <a:pt x="462725" y="1196911"/>
                    <a:pt x="578548" y="1196911"/>
                  </a:cubicBezTo>
                  <a:cubicBezTo>
                    <a:pt x="666941" y="1196911"/>
                    <a:pt x="864203" y="1204246"/>
                    <a:pt x="864203" y="1204246"/>
                  </a:cubicBezTo>
                  <a:lnTo>
                    <a:pt x="864203" y="1129856"/>
                  </a:lnTo>
                  <a:lnTo>
                    <a:pt x="854393" y="1129475"/>
                  </a:lnTo>
                  <a:cubicBezTo>
                    <a:pt x="682752" y="1122426"/>
                    <a:pt x="665702" y="1072039"/>
                    <a:pt x="665702" y="950119"/>
                  </a:cubicBezTo>
                  <a:lnTo>
                    <a:pt x="665702" y="128873"/>
                  </a:lnTo>
                  <a:cubicBezTo>
                    <a:pt x="665702" y="120396"/>
                    <a:pt x="668369" y="113729"/>
                    <a:pt x="673608" y="108490"/>
                  </a:cubicBezTo>
                  <a:cubicBezTo>
                    <a:pt x="693420" y="89059"/>
                    <a:pt x="747903" y="89821"/>
                    <a:pt x="791718" y="90488"/>
                  </a:cubicBezTo>
                  <a:cubicBezTo>
                    <a:pt x="800005" y="90583"/>
                    <a:pt x="808196" y="90773"/>
                    <a:pt x="815912" y="90773"/>
                  </a:cubicBezTo>
                  <a:cubicBezTo>
                    <a:pt x="987267" y="90773"/>
                    <a:pt x="1042511" y="140303"/>
                    <a:pt x="1052513" y="302895"/>
                  </a:cubicBezTo>
                  <a:lnTo>
                    <a:pt x="1053084" y="312420"/>
                  </a:lnTo>
                  <a:lnTo>
                    <a:pt x="1126903" y="312420"/>
                  </a:lnTo>
                  <a:lnTo>
                    <a:pt x="1126903" y="0"/>
                  </a:lnTo>
                  <a:cubicBezTo>
                    <a:pt x="1126903" y="0"/>
                    <a:pt x="694468" y="2857"/>
                    <a:pt x="563404" y="2857"/>
                  </a:cubicBezTo>
                  <a:cubicBezTo>
                    <a:pt x="432340" y="2857"/>
                    <a:pt x="0" y="0"/>
                    <a:pt x="0" y="0"/>
                  </a:cubicBezTo>
                </a:path>
              </a:pathLst>
            </a:custGeom>
            <a:solidFill>
              <a:schemeClr val="bg1"/>
            </a:solidFill>
            <a:ln w="9525">
              <a:noFill/>
            </a:ln>
          </p:spPr>
          <p:style>
            <a:lnRef idx="0"/>
            <a:fillRef idx="0"/>
            <a:effectRef idx="0"/>
            <a:fontRef idx="minor"/>
          </p:style>
          <p:txBody>
            <a:bodyPr lIns="90000" tIns="45000" rIns="90000" bIns="45000" anchor="ctr">
              <a:noAutofit/>
            </a:bodyPr>
            <a:p>
              <a:endParaRPr lang="en-US" sz="1800" b="0" u="none" strike="noStrike">
                <a:solidFill>
                  <a:schemeClr val="dk1"/>
                </a:solidFill>
                <a:effectLst/>
                <a:uFillTx/>
                <a:latin typeface="Arial"/>
              </a:endParaRPr>
            </a:p>
          </p:txBody>
        </p:sp>
        <p:sp>
          <p:nvSpPr>
            <p:cNvPr id="288" name="Freeform 17"/>
            <p:cNvSpPr/>
            <p:nvPr/>
          </p:nvSpPr>
          <p:spPr>
            <a:xfrm>
              <a:off x="201960" y="6414120"/>
              <a:ext cx="297720" cy="300240"/>
            </a:xfrm>
            <a:custGeom>
              <a:avLst/>
              <a:gdLst>
                <a:gd name="textAreaLeft" fmla="*/ 0 w 297720"/>
                <a:gd name="textAreaRight" fmla="*/ 299160 w 297720"/>
                <a:gd name="textAreaTop" fmla="*/ 0 h 300240"/>
                <a:gd name="textAreaBottom" fmla="*/ 301680 h 300240"/>
                <a:gd name="GluePoint1X" fmla="*/ 372618 w 1195101"/>
                <a:gd name="GluePoint1Y" fmla="*/ 571786 h 1204626"/>
                <a:gd name="GluePoint2X" fmla="*/ 372523 w 1195101"/>
                <a:gd name="GluePoint2Y" fmla="*/ 134303 h 1204626"/>
                <a:gd name="GluePoint3X" fmla="*/ 386239 w 1195101"/>
                <a:gd name="GluePoint3Y" fmla="*/ 86487 h 1204626"/>
                <a:gd name="GluePoint4X" fmla="*/ 498348 w 1195101"/>
                <a:gd name="GluePoint4Y" fmla="*/ 85630 h 1204626"/>
                <a:gd name="GluePoint5X" fmla="*/ 738473 w 1195101"/>
                <a:gd name="GluePoint5Y" fmla="*/ 330518 h 1204626"/>
                <a:gd name="GluePoint6X" fmla="*/ 640747 w 1195101"/>
                <a:gd name="GluePoint6Y" fmla="*/ 541687 h 1204626"/>
                <a:gd name="GluePoint7X" fmla="*/ 372618 w 1195101"/>
                <a:gd name="GluePoint7Y" fmla="*/ 571786 h 1204626"/>
                <a:gd name="GluePoint8X" fmla="*/ 1186529 w 1195101"/>
                <a:gd name="GluePoint8Y" fmla="*/ 1129760 h 1204626"/>
                <a:gd name="GluePoint9X" fmla="*/ 1017461 w 1195101"/>
                <a:gd name="GluePoint9Y" fmla="*/ 1040702 h 1204626"/>
                <a:gd name="GluePoint10X" fmla="*/ 661797 w 1195101"/>
                <a:gd name="GluePoint10Y" fmla="*/ 632460 h 1204626"/>
                <a:gd name="GluePoint11X" fmla="*/ 964597 w 1195101"/>
                <a:gd name="GluePoint11Y" fmla="*/ 305371 h 1204626"/>
                <a:gd name="GluePoint12X" fmla="*/ 831056 w 1195101"/>
                <a:gd name="GluePoint12Y" fmla="*/ 55816 h 1204626"/>
                <a:gd name="GluePoint13X" fmla="*/ 544639 w 1195101"/>
                <a:gd name="GluePoint13Y" fmla="*/ 190 h 1204626"/>
                <a:gd name="GluePoint14X" fmla="*/ 317468 w 1195101"/>
                <a:gd name="GluePoint14Y" fmla="*/ 4191 h 1204626"/>
                <a:gd name="GluePoint15X" fmla="*/ 191 w 1195101"/>
                <a:gd name="GluePoint15Y" fmla="*/ 0 h 1204626"/>
                <a:gd name="GluePoint16X" fmla="*/ 191 w 1195101"/>
                <a:gd name="GluePoint16Y" fmla="*/ 74866 h 1204626"/>
                <a:gd name="GluePoint17X" fmla="*/ 15050 w 1195101"/>
                <a:gd name="GluePoint17Y" fmla="*/ 74866 h 1204626"/>
                <a:gd name="GluePoint18X" fmla="*/ 152781 w 1195101"/>
                <a:gd name="GluePoint18Y" fmla="*/ 128683 h 1204626"/>
                <a:gd name="GluePoint19X" fmla="*/ 168307 w 1195101"/>
                <a:gd name="GluePoint19Y" fmla="*/ 350139 h 1204626"/>
                <a:gd name="GluePoint20X" fmla="*/ 168307 w 1195101"/>
                <a:gd name="GluePoint20Y" fmla="*/ 841248 h 1204626"/>
                <a:gd name="GluePoint21X" fmla="*/ 161068 w 1195101"/>
                <a:gd name="GluePoint21Y" fmla="*/ 1034129 h 1204626"/>
                <a:gd name="GluePoint22X" fmla="*/ 152686 w 1195101"/>
                <a:gd name="GluePoint22Y" fmla="*/ 1075944 h 1204626"/>
                <a:gd name="GluePoint23X" fmla="*/ 10382 w 1195101"/>
                <a:gd name="GluePoint23Y" fmla="*/ 1129665 h 1204626"/>
                <a:gd name="GluePoint24X" fmla="*/ 0 w 1195101"/>
                <a:gd name="GluePoint24Y" fmla="*/ 1129665 h 1204626"/>
                <a:gd name="GluePoint25X" fmla="*/ 0 w 1195101"/>
                <a:gd name="GluePoint25Y" fmla="*/ 1204532 h 1204626"/>
                <a:gd name="GluePoint26X" fmla="*/ 278225 w 1195101"/>
                <a:gd name="GluePoint26Y" fmla="*/ 1197102 h 1204626"/>
                <a:gd name="GluePoint27X" fmla="*/ 540734 w 1195101"/>
                <a:gd name="GluePoint27Y" fmla="*/ 1204532 h 1204626"/>
                <a:gd name="GluePoint28X" fmla="*/ 540734 w 1195101"/>
                <a:gd name="GluePoint28Y" fmla="*/ 1129665 h 1204626"/>
                <a:gd name="GluePoint29X" fmla="*/ 525971 w 1195101"/>
                <a:gd name="GluePoint29Y" fmla="*/ 1129665 h 1204626"/>
                <a:gd name="GluePoint30X" fmla="*/ 388239 w 1195101"/>
                <a:gd name="GluePoint30Y" fmla="*/ 1075754 h 1204626"/>
                <a:gd name="GluePoint31X" fmla="*/ 379857 w 1195101"/>
                <a:gd name="GluePoint31Y" fmla="*/ 1034034 h 1204626"/>
                <a:gd name="GluePoint32X" fmla="*/ 372618 w 1195101"/>
                <a:gd name="GluePoint32Y" fmla="*/ 854297 h 1204626"/>
                <a:gd name="GluePoint33X" fmla="*/ 372618 w 1195101"/>
                <a:gd name="GluePoint33Y" fmla="*/ 653510 h 1204626"/>
                <a:gd name="GluePoint34X" fmla="*/ 479107 w 1195101"/>
                <a:gd name="GluePoint34Y" fmla="*/ 702469 h 1204626"/>
                <a:gd name="GluePoint35X" fmla="*/ 501110 w 1195101"/>
                <a:gd name="GluePoint35Y" fmla="*/ 728472 h 1204626"/>
                <a:gd name="GluePoint36X" fmla="*/ 797909 w 1195101"/>
                <a:gd name="GluePoint36Y" fmla="*/ 1096804 h 1204626"/>
                <a:gd name="GluePoint37X" fmla="*/ 885158 w 1195101"/>
                <a:gd name="GluePoint37Y" fmla="*/ 1204532 h 1204626"/>
                <a:gd name="GluePoint38X" fmla="*/ 1027366 w 1195101"/>
                <a:gd name="GluePoint38Y" fmla="*/ 1200436 h 1204626"/>
                <a:gd name="GluePoint39X" fmla="*/ 1195102 w 1195101"/>
                <a:gd name="GluePoint39Y" fmla="*/ 1204627 h 1204626"/>
                <a:gd name="GluePoint40X" fmla="*/ 1195102 w 1195101"/>
                <a:gd name="GluePoint40Y" fmla="*/ 1131094 h 1204626"/>
                <a:gd name="GluePoint41X" fmla="*/ 1186529 w 1195101"/>
                <a:gd name="GluePoint41Y" fmla="*/ 1129760 h 1204626"/>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 ang="0">
                  <a:pos x="GluePoint16X" y="GluePoint16Y"/>
                </a:cxn>
                <a:cxn ang="0">
                  <a:pos x="GluePoint17X" y="GluePoint17Y"/>
                </a:cxn>
                <a:cxn ang="0">
                  <a:pos x="GluePoint18X" y="GluePoint18Y"/>
                </a:cxn>
                <a:cxn ang="0">
                  <a:pos x="GluePoint19X" y="GluePoint19Y"/>
                </a:cxn>
                <a:cxn ang="0">
                  <a:pos x="GluePoint20X" y="GluePoint20Y"/>
                </a:cxn>
                <a:cxn ang="0">
                  <a:pos x="GluePoint21X" y="GluePoint21Y"/>
                </a:cxn>
                <a:cxn ang="0">
                  <a:pos x="GluePoint22X" y="GluePoint22Y"/>
                </a:cxn>
                <a:cxn ang="0">
                  <a:pos x="GluePoint23X" y="GluePoint23Y"/>
                </a:cxn>
                <a:cxn ang="0">
                  <a:pos x="GluePoint24X" y="GluePoint24Y"/>
                </a:cxn>
                <a:cxn ang="0">
                  <a:pos x="GluePoint25X" y="GluePoint25Y"/>
                </a:cxn>
                <a:cxn ang="0">
                  <a:pos x="GluePoint26X" y="GluePoint26Y"/>
                </a:cxn>
                <a:cxn ang="0">
                  <a:pos x="GluePoint27X" y="GluePoint27Y"/>
                </a:cxn>
                <a:cxn ang="0">
                  <a:pos x="GluePoint28X" y="GluePoint28Y"/>
                </a:cxn>
                <a:cxn ang="0">
                  <a:pos x="GluePoint29X" y="GluePoint29Y"/>
                </a:cxn>
                <a:cxn ang="0">
                  <a:pos x="GluePoint30X" y="GluePoint30Y"/>
                </a:cxn>
                <a:cxn ang="0">
                  <a:pos x="GluePoint31X" y="GluePoint31Y"/>
                </a:cxn>
                <a:cxn ang="0">
                  <a:pos x="GluePoint32X" y="GluePoint32Y"/>
                </a:cxn>
                <a:cxn ang="0">
                  <a:pos x="GluePoint33X" y="GluePoint33Y"/>
                </a:cxn>
                <a:cxn ang="0">
                  <a:pos x="GluePoint34X" y="GluePoint34Y"/>
                </a:cxn>
                <a:cxn ang="0">
                  <a:pos x="GluePoint35X" y="GluePoint35Y"/>
                </a:cxn>
                <a:cxn ang="0">
                  <a:pos x="GluePoint36X" y="GluePoint36Y"/>
                </a:cxn>
                <a:cxn ang="0">
                  <a:pos x="GluePoint37X" y="GluePoint37Y"/>
                </a:cxn>
                <a:cxn ang="0">
                  <a:pos x="GluePoint38X" y="GluePoint38Y"/>
                </a:cxn>
                <a:cxn ang="0">
                  <a:pos x="GluePoint39X" y="GluePoint39Y"/>
                </a:cxn>
                <a:cxn ang="0">
                  <a:pos x="GluePoint40X" y="GluePoint40Y"/>
                </a:cxn>
                <a:cxn ang="0">
                  <a:pos x="GluePoint41X" y="GluePoint41Y"/>
                </a:cxn>
              </a:cxnLst>
              <a:rect l="textAreaLeft" t="textAreaTop" r="textAreaRight" b="textAreaBottom"/>
              <a:pathLst>
                <a:path w="1195101" h="1204626">
                  <a:moveTo>
                    <a:pt x="372618" y="571786"/>
                  </a:moveTo>
                  <a:cubicBezTo>
                    <a:pt x="372618" y="571786"/>
                    <a:pt x="372618" y="136874"/>
                    <a:pt x="372523" y="134303"/>
                  </a:cubicBezTo>
                  <a:cubicBezTo>
                    <a:pt x="372237" y="116967"/>
                    <a:pt x="371761" y="93250"/>
                    <a:pt x="386239" y="86487"/>
                  </a:cubicBezTo>
                  <a:cubicBezTo>
                    <a:pt x="396240" y="82105"/>
                    <a:pt x="493014" y="85630"/>
                    <a:pt x="498348" y="85630"/>
                  </a:cubicBezTo>
                  <a:cubicBezTo>
                    <a:pt x="650938" y="85630"/>
                    <a:pt x="738473" y="174974"/>
                    <a:pt x="738473" y="330518"/>
                  </a:cubicBezTo>
                  <a:cubicBezTo>
                    <a:pt x="738473" y="443960"/>
                    <a:pt x="708374" y="509016"/>
                    <a:pt x="640747" y="541687"/>
                  </a:cubicBezTo>
                  <a:cubicBezTo>
                    <a:pt x="577691" y="571976"/>
                    <a:pt x="372618" y="571786"/>
                    <a:pt x="372618" y="571786"/>
                  </a:cubicBezTo>
                  <a:moveTo>
                    <a:pt x="1186529" y="1129760"/>
                  </a:moveTo>
                  <a:cubicBezTo>
                    <a:pt x="1100138" y="1116235"/>
                    <a:pt x="1074134" y="1106424"/>
                    <a:pt x="1017461" y="1040702"/>
                  </a:cubicBezTo>
                  <a:lnTo>
                    <a:pt x="661797" y="632460"/>
                  </a:lnTo>
                  <a:cubicBezTo>
                    <a:pt x="849059" y="608076"/>
                    <a:pt x="964597" y="484251"/>
                    <a:pt x="964597" y="305371"/>
                  </a:cubicBezTo>
                  <a:cubicBezTo>
                    <a:pt x="964597" y="188976"/>
                    <a:pt x="919544" y="105061"/>
                    <a:pt x="831056" y="55816"/>
                  </a:cubicBezTo>
                  <a:cubicBezTo>
                    <a:pt x="763619" y="18383"/>
                    <a:pt x="670084" y="190"/>
                    <a:pt x="544639" y="190"/>
                  </a:cubicBezTo>
                  <a:cubicBezTo>
                    <a:pt x="507206" y="1143"/>
                    <a:pt x="416909" y="4191"/>
                    <a:pt x="317468" y="4191"/>
                  </a:cubicBezTo>
                  <a:cubicBezTo>
                    <a:pt x="214313" y="4191"/>
                    <a:pt x="191" y="0"/>
                    <a:pt x="191" y="0"/>
                  </a:cubicBezTo>
                  <a:lnTo>
                    <a:pt x="191" y="74866"/>
                  </a:lnTo>
                  <a:lnTo>
                    <a:pt x="15050" y="74866"/>
                  </a:lnTo>
                  <a:cubicBezTo>
                    <a:pt x="71818" y="74486"/>
                    <a:pt x="135731" y="74771"/>
                    <a:pt x="152781" y="128683"/>
                  </a:cubicBezTo>
                  <a:cubicBezTo>
                    <a:pt x="168307" y="175355"/>
                    <a:pt x="168307" y="306896"/>
                    <a:pt x="168307" y="350139"/>
                  </a:cubicBezTo>
                  <a:lnTo>
                    <a:pt x="168307" y="841248"/>
                  </a:lnTo>
                  <a:cubicBezTo>
                    <a:pt x="168307" y="895445"/>
                    <a:pt x="168307" y="977837"/>
                    <a:pt x="161068" y="1034129"/>
                  </a:cubicBezTo>
                  <a:cubicBezTo>
                    <a:pt x="158972" y="1050798"/>
                    <a:pt x="156210" y="1065276"/>
                    <a:pt x="152686" y="1075944"/>
                  </a:cubicBezTo>
                  <a:cubicBezTo>
                    <a:pt x="135350" y="1129665"/>
                    <a:pt x="66104" y="1129665"/>
                    <a:pt x="10382" y="1129665"/>
                  </a:cubicBezTo>
                  <a:lnTo>
                    <a:pt x="0" y="1129665"/>
                  </a:lnTo>
                  <a:lnTo>
                    <a:pt x="0" y="1204532"/>
                  </a:lnTo>
                  <a:cubicBezTo>
                    <a:pt x="0" y="1204532"/>
                    <a:pt x="166783" y="1197102"/>
                    <a:pt x="278225" y="1197102"/>
                  </a:cubicBezTo>
                  <a:cubicBezTo>
                    <a:pt x="374047" y="1197102"/>
                    <a:pt x="540734" y="1204246"/>
                    <a:pt x="540734" y="1204532"/>
                  </a:cubicBezTo>
                  <a:lnTo>
                    <a:pt x="540734" y="1129665"/>
                  </a:lnTo>
                  <a:lnTo>
                    <a:pt x="525971" y="1129665"/>
                  </a:lnTo>
                  <a:cubicBezTo>
                    <a:pt x="470059" y="1129951"/>
                    <a:pt x="406813" y="1129760"/>
                    <a:pt x="388239" y="1075754"/>
                  </a:cubicBezTo>
                  <a:cubicBezTo>
                    <a:pt x="384620" y="1065086"/>
                    <a:pt x="381953" y="1050607"/>
                    <a:pt x="379857" y="1034034"/>
                  </a:cubicBezTo>
                  <a:cubicBezTo>
                    <a:pt x="372618" y="978122"/>
                    <a:pt x="372618" y="898017"/>
                    <a:pt x="372618" y="854297"/>
                  </a:cubicBezTo>
                  <a:lnTo>
                    <a:pt x="372618" y="653510"/>
                  </a:lnTo>
                  <a:cubicBezTo>
                    <a:pt x="439198" y="654082"/>
                    <a:pt x="444913" y="661035"/>
                    <a:pt x="479107" y="702469"/>
                  </a:cubicBezTo>
                  <a:cubicBezTo>
                    <a:pt x="485489" y="710089"/>
                    <a:pt x="492728" y="718756"/>
                    <a:pt x="501110" y="728472"/>
                  </a:cubicBezTo>
                  <a:lnTo>
                    <a:pt x="797909" y="1096804"/>
                  </a:lnTo>
                  <a:lnTo>
                    <a:pt x="885158" y="1204532"/>
                  </a:lnTo>
                  <a:cubicBezTo>
                    <a:pt x="885158" y="1204532"/>
                    <a:pt x="980885" y="1200436"/>
                    <a:pt x="1027366" y="1200436"/>
                  </a:cubicBezTo>
                  <a:cubicBezTo>
                    <a:pt x="1094994" y="1200436"/>
                    <a:pt x="1195102" y="1204627"/>
                    <a:pt x="1195102" y="1204627"/>
                  </a:cubicBezTo>
                  <a:lnTo>
                    <a:pt x="1195102" y="1131094"/>
                  </a:lnTo>
                  <a:lnTo>
                    <a:pt x="1186529" y="1129760"/>
                  </a:lnTo>
                  <a:close/>
                </a:path>
              </a:pathLst>
            </a:custGeom>
            <a:solidFill>
              <a:schemeClr val="bg1"/>
            </a:solidFill>
            <a:ln w="9525">
              <a:noFill/>
            </a:ln>
          </p:spPr>
          <p:style>
            <a:lnRef idx="0"/>
            <a:fillRef idx="0"/>
            <a:effectRef idx="0"/>
            <a:fontRef idx="minor"/>
          </p:style>
          <p:txBody>
            <a:bodyPr lIns="90000" tIns="45000" rIns="90000" bIns="45000" anchor="ctr">
              <a:noAutofit/>
            </a:bodyPr>
            <a:p>
              <a:endParaRPr lang="en-US" sz="1800" b="0" u="none" strike="noStrike">
                <a:solidFill>
                  <a:schemeClr val="dk1"/>
                </a:solidFill>
                <a:effectLst/>
                <a:uFillTx/>
                <a:latin typeface="Arial"/>
              </a:endParaRPr>
            </a:p>
          </p:txBody>
        </p:sp>
      </p:grpSp>
      <p:sp>
        <p:nvSpPr>
          <p:cNvPr id="289" name="PlaceHolder 1"/>
          <p:cNvSpPr>
            <a:spLocks noGrp="1"/>
          </p:cNvSpPr>
          <p:nvPr>
            <p:ph type="title" hasCustomPrompt="1"/>
          </p:nvPr>
        </p:nvSpPr>
        <p:spPr>
          <a:xfrm>
            <a:off x="351720" y="405720"/>
            <a:ext cx="11764080" cy="692280"/>
          </a:xfrm>
          <a:prstGeom prst="rect">
            <a:avLst/>
          </a:prstGeom>
          <a:noFill/>
          <a:ln w="0">
            <a:noFill/>
          </a:ln>
        </p:spPr>
        <p:txBody>
          <a:bodyPr lIns="0" tIns="45000" rIns="90000" bIns="45000" anchor="t">
            <a:normAutofit lnSpcReduction="9999"/>
          </a:bodyPr>
          <a:lstStyle>
            <a:lvl1pPr indent="0" algn="l" defTabSz="914400">
              <a:lnSpc>
                <a:spcPct val="90000"/>
              </a:lnSpc>
              <a:buNone/>
              <a:tabLst>
                <a:tab pos="0" algn="l"/>
              </a:tabLst>
              <a:defRPr lang="en-US" sz="4400" b="1" u="none" strike="noStrike">
                <a:solidFill>
                  <a:schemeClr val="dk1"/>
                </a:solidFill>
                <a:effectLst/>
                <a:uFillTx/>
                <a:latin typeface="Arial"/>
              </a:defRPr>
            </a:lvl1pPr>
          </a:lstStyle>
          <a:p>
            <a:pPr indent="0" algn="l" defTabSz="914400">
              <a:lnSpc>
                <a:spcPct val="90000"/>
              </a:lnSpc>
              <a:buNone/>
              <a:tabLst>
                <a:tab pos="0" algn="l"/>
              </a:tabLst>
            </a:pPr>
            <a:r>
              <a:rPr lang="en-US" sz="4400" b="1" u="none" strike="noStrike">
                <a:solidFill>
                  <a:schemeClr val="dk1"/>
                </a:solidFill>
                <a:effectLst/>
                <a:uFillTx/>
                <a:latin typeface="Arial"/>
              </a:rPr>
              <a:t>Click to add Main Header</a:t>
            </a:r>
            <a:endParaRPr lang="en-US" sz="4400" b="1" u="none" strike="noStrike">
              <a:solidFill>
                <a:schemeClr val="dk1"/>
              </a:solidFill>
              <a:effectLst/>
              <a:uFillTx/>
              <a:latin typeface="Arial"/>
            </a:endParaRPr>
          </a:p>
        </p:txBody>
      </p:sp>
      <p:sp>
        <p:nvSpPr>
          <p:cNvPr id="290" name="PlaceHolder 2"/>
          <p:cNvSpPr>
            <a:spLocks noGrp="1"/>
          </p:cNvSpPr>
          <p:nvPr>
            <p:ph type="body"/>
          </p:nvPr>
        </p:nvSpPr>
        <p:spPr>
          <a:xfrm>
            <a:off x="351720" y="1805760"/>
            <a:ext cx="11764080" cy="2041200"/>
          </a:xfrm>
          <a:prstGeom prst="rect">
            <a:avLst/>
          </a:prstGeom>
          <a:noFill/>
          <a:ln w="0">
            <a:noFill/>
          </a:ln>
        </p:spPr>
        <p:txBody>
          <a:bodyPr lIns="90000" tIns="45000" rIns="90000" bIns="45000" anchor="t">
            <a:noAutofit/>
          </a:bodyPr>
          <a:lstStyle>
            <a:lvl1pPr algn="l" defTabSz="914400">
              <a:lnSpc>
                <a:spcPct val="90000"/>
              </a:lnSpc>
              <a:spcBef>
                <a:spcPts val="1001"/>
              </a:spcBef>
              <a:buClr>
                <a:srgbClr val="F86901"/>
              </a:buClr>
              <a:buFont typeface="Wingdings" charset="2"/>
              <a:buChar char=""/>
              <a:defRPr lang="en-US" sz="2200" b="0" u="none" strike="noStrike">
                <a:solidFill>
                  <a:schemeClr val="dk1"/>
                </a:solidFill>
                <a:effectLst/>
                <a:uFillTx/>
                <a:latin typeface="Arial"/>
              </a:defRPr>
            </a:lvl1pPr>
            <a:lvl2pPr lvl="1" algn="l" defTabSz="914400">
              <a:lnSpc>
                <a:spcPct val="90000"/>
              </a:lnSpc>
              <a:spcBef>
                <a:spcPts val="499"/>
              </a:spcBef>
              <a:buClr>
                <a:srgbClr val="F86901"/>
              </a:buClr>
              <a:buFont typeface="Wingdings" charset="2"/>
              <a:buChar char=""/>
              <a:defRPr lang="en-US" sz="2000" b="0" u="none" strike="noStrike">
                <a:solidFill>
                  <a:schemeClr val="dk1"/>
                </a:solidFill>
                <a:effectLst/>
                <a:uFillTx/>
                <a:latin typeface="Arial"/>
              </a:defRPr>
            </a:lvl2pPr>
            <a:lvl3pPr lvl="2" algn="l" defTabSz="914400">
              <a:lnSpc>
                <a:spcPct val="90000"/>
              </a:lnSpc>
              <a:spcBef>
                <a:spcPts val="499"/>
              </a:spcBef>
              <a:buClr>
                <a:srgbClr val="F86901"/>
              </a:buClr>
              <a:buFont typeface="Wingdings" charset="2"/>
              <a:buChar char=""/>
              <a:defRPr lang="en-US" sz="1800" b="0" u="none" strike="noStrike">
                <a:solidFill>
                  <a:schemeClr val="dk1"/>
                </a:solidFill>
                <a:effectLst/>
                <a:uFillTx/>
                <a:latin typeface="Arial"/>
              </a:defRPr>
            </a:lvl3pPr>
            <a:lvl4pPr lvl="3" algn="l" defTabSz="914400">
              <a:lnSpc>
                <a:spcPct val="90000"/>
              </a:lnSpc>
              <a:spcBef>
                <a:spcPts val="499"/>
              </a:spcBef>
              <a:buClr>
                <a:srgbClr val="F86901"/>
              </a:buClr>
              <a:buFont typeface="Wingdings" charset="2"/>
              <a:buChar char=""/>
              <a:defRPr lang="en-US" sz="1600" b="0" u="none" strike="noStrike">
                <a:solidFill>
                  <a:schemeClr val="dk1"/>
                </a:solidFill>
                <a:effectLst/>
                <a:uFillTx/>
                <a:latin typeface="Arial"/>
              </a:defRPr>
            </a:lvl4pPr>
            <a:lvl5pPr lvl="4" algn="l" defTabSz="914400">
              <a:lnSpc>
                <a:spcPct val="90000"/>
              </a:lnSpc>
              <a:spcBef>
                <a:spcPts val="499"/>
              </a:spcBef>
              <a:buClr>
                <a:srgbClr val="F86901"/>
              </a:buClr>
              <a:buFont typeface="Wingdings" charset="2"/>
              <a:buChar char=""/>
              <a:defRPr lang="en-US" sz="1400" b="0" u="none" strike="noStrike">
                <a:solidFill>
                  <a:schemeClr val="dk1"/>
                </a:solidFill>
                <a:effectLst/>
                <a:uFillTx/>
                <a:latin typeface="Arial"/>
              </a:defRPr>
            </a:lvl5pPr>
          </a:lstStyle>
          <a:p>
            <a:pPr marL="228600" indent="-228600" algn="l" defTabSz="914400">
              <a:lnSpc>
                <a:spcPct val="90000"/>
              </a:lnSpc>
              <a:spcBef>
                <a:spcPts val="1001"/>
              </a:spcBef>
              <a:buClr>
                <a:srgbClr val="F86901"/>
              </a:buClr>
              <a:buFont typeface="Wingdings" charset="2"/>
              <a:buChar char=""/>
            </a:pPr>
            <a:r>
              <a:rPr lang="en-US" sz="2200" b="0" u="none" strike="noStrike">
                <a:solidFill>
                  <a:schemeClr val="dk1"/>
                </a:solidFill>
                <a:effectLst/>
                <a:uFillTx/>
                <a:latin typeface="Arial"/>
              </a:rPr>
              <a:t>Click to edit Master text styles</a:t>
            </a:r>
            <a:endParaRPr lang="en-US" sz="2200" b="1" u="none" strike="noStrike">
              <a:solidFill>
                <a:srgbClr val="F86901"/>
              </a:solidFill>
              <a:effectLst/>
              <a:uFillTx/>
              <a:latin typeface="Arial"/>
            </a:endParaRPr>
          </a:p>
          <a:p>
            <a:pPr marL="685800" lvl="1" indent="-228600" algn="l" defTabSz="914400">
              <a:lnSpc>
                <a:spcPct val="90000"/>
              </a:lnSpc>
              <a:spcBef>
                <a:spcPts val="499"/>
              </a:spcBef>
              <a:buClr>
                <a:srgbClr val="F86901"/>
              </a:buClr>
              <a:buFont typeface="Wingdings" charset="2"/>
              <a:buChar char=""/>
            </a:pPr>
            <a:r>
              <a:rPr lang="en-US" sz="2000" b="0" u="none" strike="noStrike">
                <a:solidFill>
                  <a:schemeClr val="dk1"/>
                </a:solidFill>
                <a:effectLst/>
                <a:uFillTx/>
                <a:latin typeface="Arial"/>
              </a:rPr>
              <a:t>Second level</a:t>
            </a:r>
            <a:endParaRPr lang="en-US" sz="2000" b="0" u="none" strike="noStrike">
              <a:solidFill>
                <a:schemeClr val="dk1"/>
              </a:solidFill>
              <a:effectLst/>
              <a:uFillTx/>
              <a:latin typeface="Arial"/>
            </a:endParaRPr>
          </a:p>
          <a:p>
            <a:pPr marL="1143000" lvl="2" indent="-228600" algn="l" defTabSz="914400">
              <a:lnSpc>
                <a:spcPct val="90000"/>
              </a:lnSpc>
              <a:spcBef>
                <a:spcPts val="499"/>
              </a:spcBef>
              <a:buClr>
                <a:srgbClr val="F86901"/>
              </a:buClr>
              <a:buFont typeface="Wingdings" charset="2"/>
              <a:buChar char=""/>
            </a:pPr>
            <a:r>
              <a:rPr lang="en-US" sz="1800" b="0" u="none" strike="noStrike">
                <a:solidFill>
                  <a:schemeClr val="dk1"/>
                </a:solidFill>
                <a:effectLst/>
                <a:uFillTx/>
                <a:latin typeface="Arial"/>
              </a:rPr>
              <a:t>Third level</a:t>
            </a:r>
            <a:endParaRPr lang="en-US" sz="1800" b="0" u="none" strike="noStrike">
              <a:solidFill>
                <a:schemeClr val="dk1"/>
              </a:solidFill>
              <a:effectLst/>
              <a:uFillTx/>
              <a:latin typeface="Arial"/>
            </a:endParaRPr>
          </a:p>
          <a:p>
            <a:pPr marL="1600200" lvl="3" indent="-228600" algn="l" defTabSz="914400">
              <a:lnSpc>
                <a:spcPct val="90000"/>
              </a:lnSpc>
              <a:spcBef>
                <a:spcPts val="499"/>
              </a:spcBef>
              <a:buClr>
                <a:srgbClr val="F86901"/>
              </a:buClr>
              <a:buFont typeface="Wingdings" charset="2"/>
              <a:buChar char=""/>
            </a:pPr>
            <a:r>
              <a:rPr lang="en-US" sz="1600" b="0" u="none" strike="noStrike">
                <a:solidFill>
                  <a:schemeClr val="dk1"/>
                </a:solidFill>
                <a:effectLst/>
                <a:uFillTx/>
                <a:latin typeface="Arial"/>
              </a:rPr>
              <a:t>Fourth level</a:t>
            </a:r>
            <a:endParaRPr lang="en-US" sz="1600" b="0" u="none" strike="noStrike">
              <a:solidFill>
                <a:schemeClr val="dk1"/>
              </a:solidFill>
              <a:effectLst/>
              <a:uFillTx/>
              <a:latin typeface="Arial"/>
            </a:endParaRPr>
          </a:p>
          <a:p>
            <a:pPr marL="2057400" lvl="4" indent="-228600" algn="l" defTabSz="914400">
              <a:lnSpc>
                <a:spcPct val="90000"/>
              </a:lnSpc>
              <a:spcBef>
                <a:spcPts val="499"/>
              </a:spcBef>
              <a:buClr>
                <a:srgbClr val="F86901"/>
              </a:buClr>
              <a:buFont typeface="Wingdings" charset="2"/>
              <a:buChar char=""/>
            </a:pPr>
            <a:r>
              <a:rPr lang="en-US" sz="1400" b="0" u="none" strike="noStrike">
                <a:solidFill>
                  <a:schemeClr val="dk1"/>
                </a:solidFill>
                <a:effectLst/>
                <a:uFillTx/>
                <a:latin typeface="Arial"/>
              </a:rPr>
              <a:t>Fifth level</a:t>
            </a:r>
            <a:endParaRPr lang="en-US" sz="1400" b="0" u="none" strike="noStrike">
              <a:solidFill>
                <a:schemeClr val="dk1"/>
              </a:solidFill>
              <a:effectLst/>
              <a:uFillTx/>
              <a:latin typeface="Arial"/>
            </a:endParaRPr>
          </a:p>
        </p:txBody>
      </p:sp>
      <p:sp>
        <p:nvSpPr>
          <p:cNvPr id="291" name="PlaceHolder 3"/>
          <p:cNvSpPr>
            <a:spLocks noGrp="1"/>
          </p:cNvSpPr>
          <p:nvPr>
            <p:ph type="body" hasCustomPrompt="1"/>
          </p:nvPr>
        </p:nvSpPr>
        <p:spPr>
          <a:xfrm>
            <a:off x="351720" y="1232280"/>
            <a:ext cx="11764080" cy="498600"/>
          </a:xfrm>
          <a:prstGeom prst="rect">
            <a:avLst/>
          </a:prstGeom>
          <a:noFill/>
          <a:ln w="0">
            <a:noFill/>
          </a:ln>
        </p:spPr>
        <p:txBody>
          <a:bodyPr lIns="90000" tIns="45000" rIns="90000" bIns="45000" anchor="t">
            <a:noAutofit/>
          </a:bodyPr>
          <a:lstStyle>
            <a:lvl1pPr indent="0" algn="l" defTabSz="914400">
              <a:lnSpc>
                <a:spcPct val="90000"/>
              </a:lnSpc>
              <a:spcBef>
                <a:spcPts val="1001"/>
              </a:spcBef>
              <a:buNone/>
              <a:tabLst>
                <a:tab pos="0" algn="l"/>
              </a:tabLst>
              <a:defRPr lang="en-US" sz="3200" b="1" u="none" strike="noStrike">
                <a:solidFill>
                  <a:srgbClr val="F86901"/>
                </a:solidFill>
                <a:effectLst/>
                <a:uFillTx/>
                <a:latin typeface="Arial"/>
              </a:defRPr>
            </a:lvl1pPr>
          </a:lstStyle>
          <a:p>
            <a:pPr indent="0" algn="l" defTabSz="914400">
              <a:lnSpc>
                <a:spcPct val="90000"/>
              </a:lnSpc>
              <a:spcBef>
                <a:spcPts val="1001"/>
              </a:spcBef>
              <a:buNone/>
              <a:tabLst>
                <a:tab pos="0" algn="l"/>
              </a:tabLst>
            </a:pPr>
            <a:r>
              <a:rPr lang="en-US" sz="3200" b="1" u="none" strike="noStrike">
                <a:solidFill>
                  <a:srgbClr val="F86901"/>
                </a:solidFill>
                <a:effectLst/>
                <a:uFillTx/>
                <a:latin typeface="Arial"/>
              </a:rPr>
              <a:t>Click to add subhead</a:t>
            </a:r>
            <a:endParaRPr lang="en-US" sz="3200" b="1" u="none" strike="noStrike">
              <a:solidFill>
                <a:srgbClr val="F86901"/>
              </a:solidFill>
              <a:effectLst/>
              <a:uFillTx/>
              <a:latin typeface="Arial"/>
            </a:endParaRPr>
          </a:p>
        </p:txBody>
      </p:sp>
    </p:spTree>
  </p:cSld>
</p:sldLayout>
</file>

<file path=ppt/slideLayouts/slideLayout1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Layout 3 Header Bottom">
    <p:bg>
      <p:bgPr>
        <a:solidFill>
          <a:srgbClr val="FFFFFF"/>
        </a:solidFill>
      </p:bgPr>
    </p:bg>
    <p:spTree>
      <p:nvGrpSpPr>
        <p:cNvPr id="1" name=""/>
        <p:cNvGrpSpPr/>
        <p:nvPr/>
      </p:nvGrpSpPr>
      <p:grpSpPr>
        <a:xfrm>
          <a:off x="0" y="0"/>
          <a:ext cx="0" cy="0"/>
          <a:chOff x="0" y="0"/>
          <a:chExt cx="0" cy="0"/>
        </a:xfrm>
      </p:grpSpPr>
      <p:sp>
        <p:nvSpPr>
          <p:cNvPr id="292" name="Rectangle 5"/>
          <p:cNvSpPr/>
          <p:nvPr/>
        </p:nvSpPr>
        <p:spPr>
          <a:xfrm>
            <a:off x="0" y="0"/>
            <a:ext cx="12190680" cy="666000"/>
          </a:xfrm>
          <a:prstGeom prst="rect">
            <a:avLst/>
          </a:prstGeom>
          <a:solidFill>
            <a:srgbClr val="F86901"/>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p>
            <a:endParaRPr lang="en-US" sz="1800" b="0" u="none" strike="noStrike">
              <a:solidFill>
                <a:schemeClr val="lt1"/>
              </a:solidFill>
              <a:effectLst/>
              <a:uFillTx/>
              <a:latin typeface="Arial"/>
            </a:endParaRPr>
          </a:p>
        </p:txBody>
      </p:sp>
      <p:sp>
        <p:nvSpPr>
          <p:cNvPr id="293" name="TextBox 10"/>
          <p:cNvSpPr/>
          <p:nvPr/>
        </p:nvSpPr>
        <p:spPr>
          <a:xfrm>
            <a:off x="11689200" y="269640"/>
            <a:ext cx="476280" cy="238680"/>
          </a:xfrm>
          <a:prstGeom prst="rect">
            <a:avLst/>
          </a:prstGeom>
          <a:noFill/>
          <a:ln w="0">
            <a:noFill/>
          </a:ln>
        </p:spPr>
        <p:style>
          <a:lnRef idx="0"/>
          <a:fillRef idx="0"/>
          <a:effectRef idx="0"/>
          <a:fontRef idx="minor"/>
        </p:style>
        <p:txBody>
          <a:bodyPr lIns="90000" tIns="45000" rIns="90000" bIns="45000" anchor="t">
            <a:spAutoFit/>
          </a:bodyPr>
          <a:p>
            <a:pPr defTabSz="914400">
              <a:lnSpc>
                <a:spcPct val="80000"/>
              </a:lnSpc>
            </a:pPr>
            <a:r>
              <a:rPr lang="en-US" sz="1200" b="0" u="none" strike="noStrike">
                <a:solidFill>
                  <a:srgbClr val="E56B2A"/>
                </a:solidFill>
                <a:effectLst/>
                <a:uFillTx/>
                <a:latin typeface="Georgia"/>
              </a:rPr>
              <a:t> </a:t>
            </a:r>
            <a:fld id="{3104C1F9-7038-45C5-84BB-2777DE165A51}" type="slidenum">
              <a:rPr lang="en-US" sz="1130" b="0" u="none" strike="noStrike">
                <a:solidFill>
                  <a:schemeClr val="lt1"/>
                </a:solidFill>
                <a:effectLst/>
                <a:uFillTx/>
                <a:latin typeface="Arial"/>
              </a:rPr>
              <a:t>&lt;number&gt;</a:t>
            </a:fld>
            <a:endParaRPr lang="en-US" sz="1130" b="0" u="none" strike="noStrike">
              <a:solidFill>
                <a:srgbClr val="000000"/>
              </a:solidFill>
              <a:effectLst/>
              <a:uFillTx/>
              <a:latin typeface="Arial"/>
            </a:endParaRPr>
          </a:p>
        </p:txBody>
      </p:sp>
      <p:pic>
        <p:nvPicPr>
          <p:cNvPr id="294" name="Graphic 11"/>
          <p:cNvPicPr/>
          <p:nvPr/>
        </p:nvPicPr>
        <p:blipFill>
          <a:blip r:embed="rId2">
            <a:extLst>
              <a:ext uri="{96DAC541-7B7A-43D3-8B79-37D633B846F1}">
                <asvg:svgBlip xmlns:asvg="http://schemas.microsoft.com/office/drawing/2016/SVG/main" r:embed="rId3"/>
              </a:ext>
            </a:extLst>
          </a:blip>
          <a:stretch/>
        </p:blipFill>
        <p:spPr>
          <a:xfrm>
            <a:off x="9069840" y="240840"/>
            <a:ext cx="2699280" cy="238680"/>
          </a:xfrm>
          <a:prstGeom prst="rect">
            <a:avLst/>
          </a:prstGeom>
          <a:noFill/>
          <a:ln w="0">
            <a:noFill/>
          </a:ln>
        </p:spPr>
      </p:pic>
      <p:grpSp>
        <p:nvGrpSpPr>
          <p:cNvPr id="295" name="Graphic 22"/>
          <p:cNvGrpSpPr/>
          <p:nvPr/>
        </p:nvGrpSpPr>
        <p:grpSpPr>
          <a:xfrm>
            <a:off x="201960" y="195840"/>
            <a:ext cx="797760" cy="300600"/>
            <a:chOff x="201960" y="195840"/>
            <a:chExt cx="797760" cy="300600"/>
          </a:xfrm>
        </p:grpSpPr>
        <p:sp>
          <p:nvSpPr>
            <p:cNvPr id="296" name="Freeform 2"/>
            <p:cNvSpPr/>
            <p:nvPr/>
          </p:nvSpPr>
          <p:spPr>
            <a:xfrm>
              <a:off x="540720" y="195840"/>
              <a:ext cx="135720" cy="300240"/>
            </a:xfrm>
            <a:custGeom>
              <a:avLst/>
              <a:gdLst>
                <a:gd name="textAreaLeft" fmla="*/ 0 w 135720"/>
                <a:gd name="textAreaRight" fmla="*/ 137160 w 135720"/>
                <a:gd name="textAreaTop" fmla="*/ 0 h 300240"/>
                <a:gd name="textAreaBottom" fmla="*/ 301680 h 300240"/>
                <a:gd name="GluePoint1X" fmla="*/ 393478 w 547877"/>
                <a:gd name="GluePoint1Y" fmla="*/ 129064 h 1204531"/>
                <a:gd name="GluePoint2X" fmla="*/ 537686 w 547877"/>
                <a:gd name="GluePoint2Y" fmla="*/ 74771 h 1204531"/>
                <a:gd name="GluePoint3X" fmla="*/ 547878 w 547877"/>
                <a:gd name="GluePoint3Y" fmla="*/ 74771 h 1204531"/>
                <a:gd name="GluePoint4X" fmla="*/ 547878 w 547877"/>
                <a:gd name="GluePoint4Y" fmla="*/ 0 h 1204531"/>
                <a:gd name="GluePoint5X" fmla="*/ 267938 w 547877"/>
                <a:gd name="GluePoint5Y" fmla="*/ 4667 h 1204531"/>
                <a:gd name="GluePoint6X" fmla="*/ 0 w 547877"/>
                <a:gd name="GluePoint6Y" fmla="*/ 0 h 1204531"/>
                <a:gd name="GluePoint7X" fmla="*/ 0 w 547877"/>
                <a:gd name="GluePoint7Y" fmla="*/ 74771 h 1204531"/>
                <a:gd name="GluePoint8X" fmla="*/ 10192 w 547877"/>
                <a:gd name="GluePoint8Y" fmla="*/ 74771 h 1204531"/>
                <a:gd name="GluePoint9X" fmla="*/ 154400 w 547877"/>
                <a:gd name="GluePoint9Y" fmla="*/ 128968 h 1204531"/>
                <a:gd name="GluePoint10X" fmla="*/ 171640 w 547877"/>
                <a:gd name="GluePoint10Y" fmla="*/ 363188 h 1204531"/>
                <a:gd name="GluePoint11X" fmla="*/ 171640 w 547877"/>
                <a:gd name="GluePoint11Y" fmla="*/ 841153 h 1204531"/>
                <a:gd name="GluePoint12X" fmla="*/ 154496 w 547877"/>
                <a:gd name="GluePoint12Y" fmla="*/ 1075373 h 1204531"/>
                <a:gd name="GluePoint13X" fmla="*/ 10192 w 547877"/>
                <a:gd name="GluePoint13Y" fmla="*/ 1129569 h 1204531"/>
                <a:gd name="GluePoint14X" fmla="*/ 0 w 547877"/>
                <a:gd name="GluePoint14Y" fmla="*/ 1129569 h 1204531"/>
                <a:gd name="GluePoint15X" fmla="*/ 0 w 547877"/>
                <a:gd name="GluePoint15Y" fmla="*/ 1204531 h 1204531"/>
                <a:gd name="GluePoint16X" fmla="*/ 268224 w 547877"/>
                <a:gd name="GluePoint16Y" fmla="*/ 1197102 h 1204531"/>
                <a:gd name="GluePoint17X" fmla="*/ 547878 w 547877"/>
                <a:gd name="GluePoint17Y" fmla="*/ 1204531 h 1204531"/>
                <a:gd name="GluePoint18X" fmla="*/ 547878 w 547877"/>
                <a:gd name="GluePoint18Y" fmla="*/ 1129569 h 1204531"/>
                <a:gd name="GluePoint19X" fmla="*/ 537686 w 547877"/>
                <a:gd name="GluePoint19Y" fmla="*/ 1129569 h 1204531"/>
                <a:gd name="GluePoint20X" fmla="*/ 393478 w 547877"/>
                <a:gd name="GluePoint20Y" fmla="*/ 1075468 h 1204531"/>
                <a:gd name="GluePoint21X" fmla="*/ 376333 w 547877"/>
                <a:gd name="GluePoint21Y" fmla="*/ 841153 h 1204531"/>
                <a:gd name="GluePoint22X" fmla="*/ 376333 w 547877"/>
                <a:gd name="GluePoint22Y" fmla="*/ 363188 h 1204531"/>
                <a:gd name="GluePoint23X" fmla="*/ 393478 w 547877"/>
                <a:gd name="GluePoint23Y" fmla="*/ 129064 h 1204531"/>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 ang="0">
                  <a:pos x="GluePoint16X" y="GluePoint16Y"/>
                </a:cxn>
                <a:cxn ang="0">
                  <a:pos x="GluePoint17X" y="GluePoint17Y"/>
                </a:cxn>
                <a:cxn ang="0">
                  <a:pos x="GluePoint18X" y="GluePoint18Y"/>
                </a:cxn>
                <a:cxn ang="0">
                  <a:pos x="GluePoint19X" y="GluePoint19Y"/>
                </a:cxn>
                <a:cxn ang="0">
                  <a:pos x="GluePoint20X" y="GluePoint20Y"/>
                </a:cxn>
                <a:cxn ang="0">
                  <a:pos x="GluePoint21X" y="GluePoint21Y"/>
                </a:cxn>
                <a:cxn ang="0">
                  <a:pos x="GluePoint22X" y="GluePoint22Y"/>
                </a:cxn>
                <a:cxn ang="0">
                  <a:pos x="GluePoint23X" y="GluePoint23Y"/>
                </a:cxn>
              </a:cxnLst>
              <a:rect l="textAreaLeft" t="textAreaTop" r="textAreaRight" b="textAreaBottom"/>
              <a:pathLst>
                <a:path w="547877" h="1204531">
                  <a:moveTo>
                    <a:pt x="393478" y="129064"/>
                  </a:moveTo>
                  <a:cubicBezTo>
                    <a:pt x="414242" y="74771"/>
                    <a:pt x="482727" y="74771"/>
                    <a:pt x="537686" y="74771"/>
                  </a:cubicBezTo>
                  <a:lnTo>
                    <a:pt x="547878" y="74771"/>
                  </a:lnTo>
                  <a:lnTo>
                    <a:pt x="547878" y="0"/>
                  </a:lnTo>
                  <a:cubicBezTo>
                    <a:pt x="547878" y="0"/>
                    <a:pt x="333565" y="4667"/>
                    <a:pt x="267938" y="4667"/>
                  </a:cubicBezTo>
                  <a:cubicBezTo>
                    <a:pt x="200406" y="4667"/>
                    <a:pt x="0" y="0"/>
                    <a:pt x="0" y="0"/>
                  </a:cubicBezTo>
                  <a:lnTo>
                    <a:pt x="0" y="74771"/>
                  </a:lnTo>
                  <a:lnTo>
                    <a:pt x="10192" y="74771"/>
                  </a:lnTo>
                  <a:cubicBezTo>
                    <a:pt x="65246" y="74771"/>
                    <a:pt x="133731" y="74771"/>
                    <a:pt x="154400" y="128968"/>
                  </a:cubicBezTo>
                  <a:cubicBezTo>
                    <a:pt x="171640" y="175450"/>
                    <a:pt x="171640" y="307086"/>
                    <a:pt x="171640" y="363188"/>
                  </a:cubicBezTo>
                  <a:lnTo>
                    <a:pt x="171640" y="841153"/>
                  </a:lnTo>
                  <a:cubicBezTo>
                    <a:pt x="171640" y="897350"/>
                    <a:pt x="171640" y="1028890"/>
                    <a:pt x="154496" y="1075373"/>
                  </a:cubicBezTo>
                  <a:cubicBezTo>
                    <a:pt x="133731" y="1129569"/>
                    <a:pt x="65246" y="1129569"/>
                    <a:pt x="10192" y="1129569"/>
                  </a:cubicBezTo>
                  <a:lnTo>
                    <a:pt x="0" y="1129569"/>
                  </a:lnTo>
                  <a:lnTo>
                    <a:pt x="0" y="1204531"/>
                  </a:lnTo>
                  <a:cubicBezTo>
                    <a:pt x="0" y="1204341"/>
                    <a:pt x="173260" y="1197102"/>
                    <a:pt x="268224" y="1197102"/>
                  </a:cubicBezTo>
                  <a:cubicBezTo>
                    <a:pt x="377476" y="1197102"/>
                    <a:pt x="547878" y="1204531"/>
                    <a:pt x="547878" y="1204531"/>
                  </a:cubicBezTo>
                  <a:lnTo>
                    <a:pt x="547878" y="1129569"/>
                  </a:lnTo>
                  <a:lnTo>
                    <a:pt x="537686" y="1129569"/>
                  </a:lnTo>
                  <a:cubicBezTo>
                    <a:pt x="482727" y="1129569"/>
                    <a:pt x="414242" y="1129569"/>
                    <a:pt x="393478" y="1075468"/>
                  </a:cubicBezTo>
                  <a:cubicBezTo>
                    <a:pt x="376333" y="1028890"/>
                    <a:pt x="376333" y="897350"/>
                    <a:pt x="376333" y="841153"/>
                  </a:cubicBezTo>
                  <a:lnTo>
                    <a:pt x="376333" y="363188"/>
                  </a:lnTo>
                  <a:cubicBezTo>
                    <a:pt x="376333" y="307086"/>
                    <a:pt x="376333" y="175450"/>
                    <a:pt x="393478" y="129064"/>
                  </a:cubicBezTo>
                </a:path>
              </a:pathLst>
            </a:custGeom>
            <a:solidFill>
              <a:schemeClr val="bg1"/>
            </a:solidFill>
            <a:ln w="9525">
              <a:noFill/>
            </a:ln>
          </p:spPr>
          <p:style>
            <a:lnRef idx="0"/>
            <a:fillRef idx="0"/>
            <a:effectRef idx="0"/>
            <a:fontRef idx="minor"/>
          </p:style>
          <p:txBody>
            <a:bodyPr lIns="68040" tIns="45000" rIns="68040" bIns="45000" anchor="ctr">
              <a:noAutofit/>
            </a:bodyPr>
            <a:p>
              <a:endParaRPr lang="en-US" sz="1800" b="0" u="none" strike="noStrike">
                <a:solidFill>
                  <a:schemeClr val="dk1"/>
                </a:solidFill>
                <a:effectLst/>
                <a:uFillTx/>
                <a:latin typeface="Arial"/>
              </a:endParaRPr>
            </a:p>
          </p:txBody>
        </p:sp>
        <p:sp>
          <p:nvSpPr>
            <p:cNvPr id="297" name="Freeform 3"/>
            <p:cNvSpPr/>
            <p:nvPr/>
          </p:nvSpPr>
          <p:spPr>
            <a:xfrm>
              <a:off x="718920" y="196200"/>
              <a:ext cx="280800" cy="300240"/>
            </a:xfrm>
            <a:custGeom>
              <a:avLst/>
              <a:gdLst>
                <a:gd name="textAreaLeft" fmla="*/ 0 w 280800"/>
                <a:gd name="textAreaRight" fmla="*/ 282240 w 280800"/>
                <a:gd name="textAreaTop" fmla="*/ 0 h 300240"/>
                <a:gd name="textAreaBottom" fmla="*/ 301680 h 300240"/>
                <a:gd name="GluePoint1X" fmla="*/ 0 w 1126902"/>
                <a:gd name="GluePoint1Y" fmla="*/ 0 h 1204245"/>
                <a:gd name="GluePoint2X" fmla="*/ 0 w 1126902"/>
                <a:gd name="GluePoint2Y" fmla="*/ 312420 h 1204245"/>
                <a:gd name="GluePoint3X" fmla="*/ 74295 w 1126902"/>
                <a:gd name="GluePoint3Y" fmla="*/ 312420 h 1204245"/>
                <a:gd name="GluePoint4X" fmla="*/ 74581 w 1126902"/>
                <a:gd name="GluePoint4Y" fmla="*/ 302609 h 1204245"/>
                <a:gd name="GluePoint5X" fmla="*/ 334328 w 1126902"/>
                <a:gd name="GluePoint5Y" fmla="*/ 90773 h 1204245"/>
                <a:gd name="GluePoint6X" fmla="*/ 352330 w 1126902"/>
                <a:gd name="GluePoint6Y" fmla="*/ 90678 h 1204245"/>
                <a:gd name="GluePoint7X" fmla="*/ 453200 w 1126902"/>
                <a:gd name="GluePoint7Y" fmla="*/ 106204 h 1204245"/>
                <a:gd name="GluePoint8X" fmla="*/ 461201 w 1126902"/>
                <a:gd name="GluePoint8Y" fmla="*/ 128873 h 1204245"/>
                <a:gd name="GluePoint9X" fmla="*/ 461201 w 1126902"/>
                <a:gd name="GluePoint9Y" fmla="*/ 950119 h 1204245"/>
                <a:gd name="GluePoint10X" fmla="*/ 272510 w 1126902"/>
                <a:gd name="GluePoint10Y" fmla="*/ 1129475 h 1204245"/>
                <a:gd name="GluePoint11X" fmla="*/ 262700 w 1126902"/>
                <a:gd name="GluePoint11Y" fmla="*/ 1129856 h 1204245"/>
                <a:gd name="GluePoint12X" fmla="*/ 262700 w 1126902"/>
                <a:gd name="GluePoint12Y" fmla="*/ 1204246 h 1204245"/>
                <a:gd name="GluePoint13X" fmla="*/ 578548 w 1126902"/>
                <a:gd name="GluePoint13Y" fmla="*/ 1196911 h 1204245"/>
                <a:gd name="GluePoint14X" fmla="*/ 864203 w 1126902"/>
                <a:gd name="GluePoint14Y" fmla="*/ 1204246 h 1204245"/>
                <a:gd name="GluePoint15X" fmla="*/ 864203 w 1126902"/>
                <a:gd name="GluePoint15Y" fmla="*/ 1129856 h 1204245"/>
                <a:gd name="GluePoint16X" fmla="*/ 854393 w 1126902"/>
                <a:gd name="GluePoint16Y" fmla="*/ 1129475 h 1204245"/>
                <a:gd name="GluePoint17X" fmla="*/ 665702 w 1126902"/>
                <a:gd name="GluePoint17Y" fmla="*/ 950119 h 1204245"/>
                <a:gd name="GluePoint18X" fmla="*/ 665702 w 1126902"/>
                <a:gd name="GluePoint18Y" fmla="*/ 128873 h 1204245"/>
                <a:gd name="GluePoint19X" fmla="*/ 673608 w 1126902"/>
                <a:gd name="GluePoint19Y" fmla="*/ 108490 h 1204245"/>
                <a:gd name="GluePoint20X" fmla="*/ 791718 w 1126902"/>
                <a:gd name="GluePoint20Y" fmla="*/ 90488 h 1204245"/>
                <a:gd name="GluePoint21X" fmla="*/ 815912 w 1126902"/>
                <a:gd name="GluePoint21Y" fmla="*/ 90773 h 1204245"/>
                <a:gd name="GluePoint22X" fmla="*/ 1052513 w 1126902"/>
                <a:gd name="GluePoint22Y" fmla="*/ 302895 h 1204245"/>
                <a:gd name="GluePoint23X" fmla="*/ 1053084 w 1126902"/>
                <a:gd name="GluePoint23Y" fmla="*/ 312420 h 1204245"/>
                <a:gd name="GluePoint24X" fmla="*/ 1126903 w 1126902"/>
                <a:gd name="GluePoint24Y" fmla="*/ 312420 h 1204245"/>
                <a:gd name="GluePoint25X" fmla="*/ 1126903 w 1126902"/>
                <a:gd name="GluePoint25Y" fmla="*/ 0 h 1204245"/>
                <a:gd name="GluePoint26X" fmla="*/ 563404 w 1126902"/>
                <a:gd name="GluePoint26Y" fmla="*/ 2857 h 1204245"/>
                <a:gd name="GluePoint27X" fmla="*/ 0 w 1126902"/>
                <a:gd name="GluePoint27Y" fmla="*/ 0 h 1204245"/>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 ang="0">
                  <a:pos x="GluePoint16X" y="GluePoint16Y"/>
                </a:cxn>
                <a:cxn ang="0">
                  <a:pos x="GluePoint17X" y="GluePoint17Y"/>
                </a:cxn>
                <a:cxn ang="0">
                  <a:pos x="GluePoint18X" y="GluePoint18Y"/>
                </a:cxn>
                <a:cxn ang="0">
                  <a:pos x="GluePoint19X" y="GluePoint19Y"/>
                </a:cxn>
                <a:cxn ang="0">
                  <a:pos x="GluePoint20X" y="GluePoint20Y"/>
                </a:cxn>
                <a:cxn ang="0">
                  <a:pos x="GluePoint21X" y="GluePoint21Y"/>
                </a:cxn>
                <a:cxn ang="0">
                  <a:pos x="GluePoint22X" y="GluePoint22Y"/>
                </a:cxn>
                <a:cxn ang="0">
                  <a:pos x="GluePoint23X" y="GluePoint23Y"/>
                </a:cxn>
                <a:cxn ang="0">
                  <a:pos x="GluePoint24X" y="GluePoint24Y"/>
                </a:cxn>
                <a:cxn ang="0">
                  <a:pos x="GluePoint25X" y="GluePoint25Y"/>
                </a:cxn>
                <a:cxn ang="0">
                  <a:pos x="GluePoint26X" y="GluePoint26Y"/>
                </a:cxn>
                <a:cxn ang="0">
                  <a:pos x="GluePoint27X" y="GluePoint27Y"/>
                </a:cxn>
              </a:cxnLst>
              <a:rect l="textAreaLeft" t="textAreaTop" r="textAreaRight" b="textAreaBottom"/>
              <a:pathLst>
                <a:path w="1126902" h="1204245">
                  <a:moveTo>
                    <a:pt x="0" y="0"/>
                  </a:moveTo>
                  <a:lnTo>
                    <a:pt x="0" y="312420"/>
                  </a:lnTo>
                  <a:lnTo>
                    <a:pt x="74295" y="312420"/>
                  </a:lnTo>
                  <a:lnTo>
                    <a:pt x="74581" y="302609"/>
                  </a:lnTo>
                  <a:cubicBezTo>
                    <a:pt x="81344" y="99346"/>
                    <a:pt x="159163" y="90773"/>
                    <a:pt x="334328" y="90773"/>
                  </a:cubicBezTo>
                  <a:cubicBezTo>
                    <a:pt x="340328" y="90773"/>
                    <a:pt x="346424" y="90773"/>
                    <a:pt x="352330" y="90678"/>
                  </a:cubicBezTo>
                  <a:cubicBezTo>
                    <a:pt x="395859" y="90392"/>
                    <a:pt x="437007" y="90106"/>
                    <a:pt x="453200" y="106204"/>
                  </a:cubicBezTo>
                  <a:cubicBezTo>
                    <a:pt x="458629" y="111538"/>
                    <a:pt x="461201" y="118967"/>
                    <a:pt x="461201" y="128873"/>
                  </a:cubicBezTo>
                  <a:lnTo>
                    <a:pt x="461201" y="950119"/>
                  </a:lnTo>
                  <a:cubicBezTo>
                    <a:pt x="461201" y="1072039"/>
                    <a:pt x="444151" y="1122426"/>
                    <a:pt x="272510" y="1129475"/>
                  </a:cubicBezTo>
                  <a:lnTo>
                    <a:pt x="262700" y="1129856"/>
                  </a:lnTo>
                  <a:lnTo>
                    <a:pt x="262700" y="1204246"/>
                  </a:lnTo>
                  <a:cubicBezTo>
                    <a:pt x="262700" y="1204246"/>
                    <a:pt x="462725" y="1196911"/>
                    <a:pt x="578548" y="1196911"/>
                  </a:cubicBezTo>
                  <a:cubicBezTo>
                    <a:pt x="666941" y="1196911"/>
                    <a:pt x="864203" y="1204246"/>
                    <a:pt x="864203" y="1204246"/>
                  </a:cubicBezTo>
                  <a:lnTo>
                    <a:pt x="864203" y="1129856"/>
                  </a:lnTo>
                  <a:lnTo>
                    <a:pt x="854393" y="1129475"/>
                  </a:lnTo>
                  <a:cubicBezTo>
                    <a:pt x="682752" y="1122426"/>
                    <a:pt x="665702" y="1072039"/>
                    <a:pt x="665702" y="950119"/>
                  </a:cubicBezTo>
                  <a:lnTo>
                    <a:pt x="665702" y="128873"/>
                  </a:lnTo>
                  <a:cubicBezTo>
                    <a:pt x="665702" y="120396"/>
                    <a:pt x="668369" y="113729"/>
                    <a:pt x="673608" y="108490"/>
                  </a:cubicBezTo>
                  <a:cubicBezTo>
                    <a:pt x="693420" y="89059"/>
                    <a:pt x="747903" y="89821"/>
                    <a:pt x="791718" y="90488"/>
                  </a:cubicBezTo>
                  <a:cubicBezTo>
                    <a:pt x="800005" y="90583"/>
                    <a:pt x="808196" y="90773"/>
                    <a:pt x="815912" y="90773"/>
                  </a:cubicBezTo>
                  <a:cubicBezTo>
                    <a:pt x="987267" y="90773"/>
                    <a:pt x="1042511" y="140303"/>
                    <a:pt x="1052513" y="302895"/>
                  </a:cubicBezTo>
                  <a:lnTo>
                    <a:pt x="1053084" y="312420"/>
                  </a:lnTo>
                  <a:lnTo>
                    <a:pt x="1126903" y="312420"/>
                  </a:lnTo>
                  <a:lnTo>
                    <a:pt x="1126903" y="0"/>
                  </a:lnTo>
                  <a:cubicBezTo>
                    <a:pt x="1126903" y="0"/>
                    <a:pt x="694468" y="2857"/>
                    <a:pt x="563404" y="2857"/>
                  </a:cubicBezTo>
                  <a:cubicBezTo>
                    <a:pt x="432340" y="2857"/>
                    <a:pt x="0" y="0"/>
                    <a:pt x="0" y="0"/>
                  </a:cubicBezTo>
                </a:path>
              </a:pathLst>
            </a:custGeom>
            <a:solidFill>
              <a:schemeClr val="bg1"/>
            </a:solidFill>
            <a:ln w="9525">
              <a:noFill/>
            </a:ln>
          </p:spPr>
          <p:style>
            <a:lnRef idx="0"/>
            <a:fillRef idx="0"/>
            <a:effectRef idx="0"/>
            <a:fontRef idx="minor"/>
          </p:style>
          <p:txBody>
            <a:bodyPr lIns="90000" tIns="45000" rIns="90000" bIns="45000" anchor="ctr">
              <a:noAutofit/>
            </a:bodyPr>
            <a:p>
              <a:endParaRPr lang="en-US" sz="1800" b="0" u="none" strike="noStrike">
                <a:solidFill>
                  <a:schemeClr val="dk1"/>
                </a:solidFill>
                <a:effectLst/>
                <a:uFillTx/>
                <a:latin typeface="Arial"/>
              </a:endParaRPr>
            </a:p>
          </p:txBody>
        </p:sp>
        <p:sp>
          <p:nvSpPr>
            <p:cNvPr id="298" name="Freeform 4"/>
            <p:cNvSpPr/>
            <p:nvPr/>
          </p:nvSpPr>
          <p:spPr>
            <a:xfrm>
              <a:off x="201960" y="195840"/>
              <a:ext cx="297720" cy="300240"/>
            </a:xfrm>
            <a:custGeom>
              <a:avLst/>
              <a:gdLst>
                <a:gd name="textAreaLeft" fmla="*/ 0 w 297720"/>
                <a:gd name="textAreaRight" fmla="*/ 299160 w 297720"/>
                <a:gd name="textAreaTop" fmla="*/ 0 h 300240"/>
                <a:gd name="textAreaBottom" fmla="*/ 301680 h 300240"/>
                <a:gd name="GluePoint1X" fmla="*/ 372618 w 1195101"/>
                <a:gd name="GluePoint1Y" fmla="*/ 571786 h 1204626"/>
                <a:gd name="GluePoint2X" fmla="*/ 372523 w 1195101"/>
                <a:gd name="GluePoint2Y" fmla="*/ 134303 h 1204626"/>
                <a:gd name="GluePoint3X" fmla="*/ 386239 w 1195101"/>
                <a:gd name="GluePoint3Y" fmla="*/ 86487 h 1204626"/>
                <a:gd name="GluePoint4X" fmla="*/ 498348 w 1195101"/>
                <a:gd name="GluePoint4Y" fmla="*/ 85630 h 1204626"/>
                <a:gd name="GluePoint5X" fmla="*/ 738473 w 1195101"/>
                <a:gd name="GluePoint5Y" fmla="*/ 330518 h 1204626"/>
                <a:gd name="GluePoint6X" fmla="*/ 640747 w 1195101"/>
                <a:gd name="GluePoint6Y" fmla="*/ 541687 h 1204626"/>
                <a:gd name="GluePoint7X" fmla="*/ 372618 w 1195101"/>
                <a:gd name="GluePoint7Y" fmla="*/ 571786 h 1204626"/>
                <a:gd name="GluePoint8X" fmla="*/ 1186529 w 1195101"/>
                <a:gd name="GluePoint8Y" fmla="*/ 1129760 h 1204626"/>
                <a:gd name="GluePoint9X" fmla="*/ 1017461 w 1195101"/>
                <a:gd name="GluePoint9Y" fmla="*/ 1040702 h 1204626"/>
                <a:gd name="GluePoint10X" fmla="*/ 661797 w 1195101"/>
                <a:gd name="GluePoint10Y" fmla="*/ 632460 h 1204626"/>
                <a:gd name="GluePoint11X" fmla="*/ 964597 w 1195101"/>
                <a:gd name="GluePoint11Y" fmla="*/ 305371 h 1204626"/>
                <a:gd name="GluePoint12X" fmla="*/ 831056 w 1195101"/>
                <a:gd name="GluePoint12Y" fmla="*/ 55816 h 1204626"/>
                <a:gd name="GluePoint13X" fmla="*/ 544639 w 1195101"/>
                <a:gd name="GluePoint13Y" fmla="*/ 190 h 1204626"/>
                <a:gd name="GluePoint14X" fmla="*/ 317468 w 1195101"/>
                <a:gd name="GluePoint14Y" fmla="*/ 4191 h 1204626"/>
                <a:gd name="GluePoint15X" fmla="*/ 191 w 1195101"/>
                <a:gd name="GluePoint15Y" fmla="*/ 0 h 1204626"/>
                <a:gd name="GluePoint16X" fmla="*/ 191 w 1195101"/>
                <a:gd name="GluePoint16Y" fmla="*/ 74866 h 1204626"/>
                <a:gd name="GluePoint17X" fmla="*/ 15050 w 1195101"/>
                <a:gd name="GluePoint17Y" fmla="*/ 74866 h 1204626"/>
                <a:gd name="GluePoint18X" fmla="*/ 152781 w 1195101"/>
                <a:gd name="GluePoint18Y" fmla="*/ 128683 h 1204626"/>
                <a:gd name="GluePoint19X" fmla="*/ 168307 w 1195101"/>
                <a:gd name="GluePoint19Y" fmla="*/ 350139 h 1204626"/>
                <a:gd name="GluePoint20X" fmla="*/ 168307 w 1195101"/>
                <a:gd name="GluePoint20Y" fmla="*/ 841248 h 1204626"/>
                <a:gd name="GluePoint21X" fmla="*/ 161068 w 1195101"/>
                <a:gd name="GluePoint21Y" fmla="*/ 1034129 h 1204626"/>
                <a:gd name="GluePoint22X" fmla="*/ 152686 w 1195101"/>
                <a:gd name="GluePoint22Y" fmla="*/ 1075944 h 1204626"/>
                <a:gd name="GluePoint23X" fmla="*/ 10382 w 1195101"/>
                <a:gd name="GluePoint23Y" fmla="*/ 1129665 h 1204626"/>
                <a:gd name="GluePoint24X" fmla="*/ 0 w 1195101"/>
                <a:gd name="GluePoint24Y" fmla="*/ 1129665 h 1204626"/>
                <a:gd name="GluePoint25X" fmla="*/ 0 w 1195101"/>
                <a:gd name="GluePoint25Y" fmla="*/ 1204532 h 1204626"/>
                <a:gd name="GluePoint26X" fmla="*/ 278225 w 1195101"/>
                <a:gd name="GluePoint26Y" fmla="*/ 1197102 h 1204626"/>
                <a:gd name="GluePoint27X" fmla="*/ 540734 w 1195101"/>
                <a:gd name="GluePoint27Y" fmla="*/ 1204532 h 1204626"/>
                <a:gd name="GluePoint28X" fmla="*/ 540734 w 1195101"/>
                <a:gd name="GluePoint28Y" fmla="*/ 1129665 h 1204626"/>
                <a:gd name="GluePoint29X" fmla="*/ 525971 w 1195101"/>
                <a:gd name="GluePoint29Y" fmla="*/ 1129665 h 1204626"/>
                <a:gd name="GluePoint30X" fmla="*/ 388239 w 1195101"/>
                <a:gd name="GluePoint30Y" fmla="*/ 1075754 h 1204626"/>
                <a:gd name="GluePoint31X" fmla="*/ 379857 w 1195101"/>
                <a:gd name="GluePoint31Y" fmla="*/ 1034034 h 1204626"/>
                <a:gd name="GluePoint32X" fmla="*/ 372618 w 1195101"/>
                <a:gd name="GluePoint32Y" fmla="*/ 854297 h 1204626"/>
                <a:gd name="GluePoint33X" fmla="*/ 372618 w 1195101"/>
                <a:gd name="GluePoint33Y" fmla="*/ 653510 h 1204626"/>
                <a:gd name="GluePoint34X" fmla="*/ 479107 w 1195101"/>
                <a:gd name="GluePoint34Y" fmla="*/ 702469 h 1204626"/>
                <a:gd name="GluePoint35X" fmla="*/ 501110 w 1195101"/>
                <a:gd name="GluePoint35Y" fmla="*/ 728472 h 1204626"/>
                <a:gd name="GluePoint36X" fmla="*/ 797909 w 1195101"/>
                <a:gd name="GluePoint36Y" fmla="*/ 1096804 h 1204626"/>
                <a:gd name="GluePoint37X" fmla="*/ 885158 w 1195101"/>
                <a:gd name="GluePoint37Y" fmla="*/ 1204532 h 1204626"/>
                <a:gd name="GluePoint38X" fmla="*/ 1027366 w 1195101"/>
                <a:gd name="GluePoint38Y" fmla="*/ 1200436 h 1204626"/>
                <a:gd name="GluePoint39X" fmla="*/ 1195102 w 1195101"/>
                <a:gd name="GluePoint39Y" fmla="*/ 1204627 h 1204626"/>
                <a:gd name="GluePoint40X" fmla="*/ 1195102 w 1195101"/>
                <a:gd name="GluePoint40Y" fmla="*/ 1131094 h 1204626"/>
                <a:gd name="GluePoint41X" fmla="*/ 1186529 w 1195101"/>
                <a:gd name="GluePoint41Y" fmla="*/ 1129760 h 1204626"/>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 ang="0">
                  <a:pos x="GluePoint16X" y="GluePoint16Y"/>
                </a:cxn>
                <a:cxn ang="0">
                  <a:pos x="GluePoint17X" y="GluePoint17Y"/>
                </a:cxn>
                <a:cxn ang="0">
                  <a:pos x="GluePoint18X" y="GluePoint18Y"/>
                </a:cxn>
                <a:cxn ang="0">
                  <a:pos x="GluePoint19X" y="GluePoint19Y"/>
                </a:cxn>
                <a:cxn ang="0">
                  <a:pos x="GluePoint20X" y="GluePoint20Y"/>
                </a:cxn>
                <a:cxn ang="0">
                  <a:pos x="GluePoint21X" y="GluePoint21Y"/>
                </a:cxn>
                <a:cxn ang="0">
                  <a:pos x="GluePoint22X" y="GluePoint22Y"/>
                </a:cxn>
                <a:cxn ang="0">
                  <a:pos x="GluePoint23X" y="GluePoint23Y"/>
                </a:cxn>
                <a:cxn ang="0">
                  <a:pos x="GluePoint24X" y="GluePoint24Y"/>
                </a:cxn>
                <a:cxn ang="0">
                  <a:pos x="GluePoint25X" y="GluePoint25Y"/>
                </a:cxn>
                <a:cxn ang="0">
                  <a:pos x="GluePoint26X" y="GluePoint26Y"/>
                </a:cxn>
                <a:cxn ang="0">
                  <a:pos x="GluePoint27X" y="GluePoint27Y"/>
                </a:cxn>
                <a:cxn ang="0">
                  <a:pos x="GluePoint28X" y="GluePoint28Y"/>
                </a:cxn>
                <a:cxn ang="0">
                  <a:pos x="GluePoint29X" y="GluePoint29Y"/>
                </a:cxn>
                <a:cxn ang="0">
                  <a:pos x="GluePoint30X" y="GluePoint30Y"/>
                </a:cxn>
                <a:cxn ang="0">
                  <a:pos x="GluePoint31X" y="GluePoint31Y"/>
                </a:cxn>
                <a:cxn ang="0">
                  <a:pos x="GluePoint32X" y="GluePoint32Y"/>
                </a:cxn>
                <a:cxn ang="0">
                  <a:pos x="GluePoint33X" y="GluePoint33Y"/>
                </a:cxn>
                <a:cxn ang="0">
                  <a:pos x="GluePoint34X" y="GluePoint34Y"/>
                </a:cxn>
                <a:cxn ang="0">
                  <a:pos x="GluePoint35X" y="GluePoint35Y"/>
                </a:cxn>
                <a:cxn ang="0">
                  <a:pos x="GluePoint36X" y="GluePoint36Y"/>
                </a:cxn>
                <a:cxn ang="0">
                  <a:pos x="GluePoint37X" y="GluePoint37Y"/>
                </a:cxn>
                <a:cxn ang="0">
                  <a:pos x="GluePoint38X" y="GluePoint38Y"/>
                </a:cxn>
                <a:cxn ang="0">
                  <a:pos x="GluePoint39X" y="GluePoint39Y"/>
                </a:cxn>
                <a:cxn ang="0">
                  <a:pos x="GluePoint40X" y="GluePoint40Y"/>
                </a:cxn>
                <a:cxn ang="0">
                  <a:pos x="GluePoint41X" y="GluePoint41Y"/>
                </a:cxn>
              </a:cxnLst>
              <a:rect l="textAreaLeft" t="textAreaTop" r="textAreaRight" b="textAreaBottom"/>
              <a:pathLst>
                <a:path w="1195101" h="1204626">
                  <a:moveTo>
                    <a:pt x="372618" y="571786"/>
                  </a:moveTo>
                  <a:cubicBezTo>
                    <a:pt x="372618" y="571786"/>
                    <a:pt x="372618" y="136874"/>
                    <a:pt x="372523" y="134303"/>
                  </a:cubicBezTo>
                  <a:cubicBezTo>
                    <a:pt x="372237" y="116967"/>
                    <a:pt x="371761" y="93250"/>
                    <a:pt x="386239" y="86487"/>
                  </a:cubicBezTo>
                  <a:cubicBezTo>
                    <a:pt x="396240" y="82105"/>
                    <a:pt x="493014" y="85630"/>
                    <a:pt x="498348" y="85630"/>
                  </a:cubicBezTo>
                  <a:cubicBezTo>
                    <a:pt x="650938" y="85630"/>
                    <a:pt x="738473" y="174974"/>
                    <a:pt x="738473" y="330518"/>
                  </a:cubicBezTo>
                  <a:cubicBezTo>
                    <a:pt x="738473" y="443960"/>
                    <a:pt x="708374" y="509016"/>
                    <a:pt x="640747" y="541687"/>
                  </a:cubicBezTo>
                  <a:cubicBezTo>
                    <a:pt x="577691" y="571976"/>
                    <a:pt x="372618" y="571786"/>
                    <a:pt x="372618" y="571786"/>
                  </a:cubicBezTo>
                  <a:moveTo>
                    <a:pt x="1186529" y="1129760"/>
                  </a:moveTo>
                  <a:cubicBezTo>
                    <a:pt x="1100138" y="1116235"/>
                    <a:pt x="1074134" y="1106424"/>
                    <a:pt x="1017461" y="1040702"/>
                  </a:cubicBezTo>
                  <a:lnTo>
                    <a:pt x="661797" y="632460"/>
                  </a:lnTo>
                  <a:cubicBezTo>
                    <a:pt x="849059" y="608076"/>
                    <a:pt x="964597" y="484251"/>
                    <a:pt x="964597" y="305371"/>
                  </a:cubicBezTo>
                  <a:cubicBezTo>
                    <a:pt x="964597" y="188976"/>
                    <a:pt x="919544" y="105061"/>
                    <a:pt x="831056" y="55816"/>
                  </a:cubicBezTo>
                  <a:cubicBezTo>
                    <a:pt x="763619" y="18383"/>
                    <a:pt x="670084" y="190"/>
                    <a:pt x="544639" y="190"/>
                  </a:cubicBezTo>
                  <a:cubicBezTo>
                    <a:pt x="507206" y="1143"/>
                    <a:pt x="416909" y="4191"/>
                    <a:pt x="317468" y="4191"/>
                  </a:cubicBezTo>
                  <a:cubicBezTo>
                    <a:pt x="214313" y="4191"/>
                    <a:pt x="191" y="0"/>
                    <a:pt x="191" y="0"/>
                  </a:cubicBezTo>
                  <a:lnTo>
                    <a:pt x="191" y="74866"/>
                  </a:lnTo>
                  <a:lnTo>
                    <a:pt x="15050" y="74866"/>
                  </a:lnTo>
                  <a:cubicBezTo>
                    <a:pt x="71818" y="74486"/>
                    <a:pt x="135731" y="74771"/>
                    <a:pt x="152781" y="128683"/>
                  </a:cubicBezTo>
                  <a:cubicBezTo>
                    <a:pt x="168307" y="175355"/>
                    <a:pt x="168307" y="306896"/>
                    <a:pt x="168307" y="350139"/>
                  </a:cubicBezTo>
                  <a:lnTo>
                    <a:pt x="168307" y="841248"/>
                  </a:lnTo>
                  <a:cubicBezTo>
                    <a:pt x="168307" y="895445"/>
                    <a:pt x="168307" y="977837"/>
                    <a:pt x="161068" y="1034129"/>
                  </a:cubicBezTo>
                  <a:cubicBezTo>
                    <a:pt x="158972" y="1050798"/>
                    <a:pt x="156210" y="1065276"/>
                    <a:pt x="152686" y="1075944"/>
                  </a:cubicBezTo>
                  <a:cubicBezTo>
                    <a:pt x="135350" y="1129665"/>
                    <a:pt x="66104" y="1129665"/>
                    <a:pt x="10382" y="1129665"/>
                  </a:cubicBezTo>
                  <a:lnTo>
                    <a:pt x="0" y="1129665"/>
                  </a:lnTo>
                  <a:lnTo>
                    <a:pt x="0" y="1204532"/>
                  </a:lnTo>
                  <a:cubicBezTo>
                    <a:pt x="0" y="1204532"/>
                    <a:pt x="166783" y="1197102"/>
                    <a:pt x="278225" y="1197102"/>
                  </a:cubicBezTo>
                  <a:cubicBezTo>
                    <a:pt x="374047" y="1197102"/>
                    <a:pt x="540734" y="1204246"/>
                    <a:pt x="540734" y="1204532"/>
                  </a:cubicBezTo>
                  <a:lnTo>
                    <a:pt x="540734" y="1129665"/>
                  </a:lnTo>
                  <a:lnTo>
                    <a:pt x="525971" y="1129665"/>
                  </a:lnTo>
                  <a:cubicBezTo>
                    <a:pt x="470059" y="1129951"/>
                    <a:pt x="406813" y="1129760"/>
                    <a:pt x="388239" y="1075754"/>
                  </a:cubicBezTo>
                  <a:cubicBezTo>
                    <a:pt x="384620" y="1065086"/>
                    <a:pt x="381953" y="1050607"/>
                    <a:pt x="379857" y="1034034"/>
                  </a:cubicBezTo>
                  <a:cubicBezTo>
                    <a:pt x="372618" y="978122"/>
                    <a:pt x="372618" y="898017"/>
                    <a:pt x="372618" y="854297"/>
                  </a:cubicBezTo>
                  <a:lnTo>
                    <a:pt x="372618" y="653510"/>
                  </a:lnTo>
                  <a:cubicBezTo>
                    <a:pt x="439198" y="654082"/>
                    <a:pt x="444913" y="661035"/>
                    <a:pt x="479107" y="702469"/>
                  </a:cubicBezTo>
                  <a:cubicBezTo>
                    <a:pt x="485489" y="710089"/>
                    <a:pt x="492728" y="718756"/>
                    <a:pt x="501110" y="728472"/>
                  </a:cubicBezTo>
                  <a:lnTo>
                    <a:pt x="797909" y="1096804"/>
                  </a:lnTo>
                  <a:lnTo>
                    <a:pt x="885158" y="1204532"/>
                  </a:lnTo>
                  <a:cubicBezTo>
                    <a:pt x="885158" y="1204532"/>
                    <a:pt x="980885" y="1200436"/>
                    <a:pt x="1027366" y="1200436"/>
                  </a:cubicBezTo>
                  <a:cubicBezTo>
                    <a:pt x="1094994" y="1200436"/>
                    <a:pt x="1195102" y="1204627"/>
                    <a:pt x="1195102" y="1204627"/>
                  </a:cubicBezTo>
                  <a:lnTo>
                    <a:pt x="1195102" y="1131094"/>
                  </a:lnTo>
                  <a:lnTo>
                    <a:pt x="1186529" y="1129760"/>
                  </a:lnTo>
                  <a:close/>
                </a:path>
              </a:pathLst>
            </a:custGeom>
            <a:solidFill>
              <a:schemeClr val="bg1"/>
            </a:solidFill>
            <a:ln w="9525">
              <a:noFill/>
            </a:ln>
          </p:spPr>
          <p:style>
            <a:lnRef idx="0"/>
            <a:fillRef idx="0"/>
            <a:effectRef idx="0"/>
            <a:fontRef idx="minor"/>
          </p:style>
          <p:txBody>
            <a:bodyPr lIns="90000" tIns="45000" rIns="90000" bIns="45000" anchor="ctr">
              <a:noAutofit/>
            </a:bodyPr>
            <a:p>
              <a:endParaRPr lang="en-US" sz="1800" b="0" u="none" strike="noStrike">
                <a:solidFill>
                  <a:schemeClr val="dk1"/>
                </a:solidFill>
                <a:effectLst/>
                <a:uFillTx/>
                <a:latin typeface="Arial"/>
              </a:endParaRPr>
            </a:p>
          </p:txBody>
        </p:sp>
      </p:grpSp>
      <p:sp>
        <p:nvSpPr>
          <p:cNvPr id="299" name="Text Placeholder 14"/>
          <p:cNvSpPr/>
          <p:nvPr/>
        </p:nvSpPr>
        <p:spPr>
          <a:xfrm>
            <a:off x="386640" y="3434040"/>
            <a:ext cx="2464560" cy="953280"/>
          </a:xfrm>
          <a:prstGeom prst="rect">
            <a:avLst/>
          </a:prstGeom>
          <a:noFill/>
          <a:ln w="0">
            <a:noFill/>
          </a:ln>
        </p:spPr>
        <p:style>
          <a:lnRef idx="0"/>
          <a:fillRef idx="0"/>
          <a:effectRef idx="0"/>
          <a:fontRef idx="minor"/>
        </p:style>
        <p:txBody>
          <a:bodyPr lIns="90000" tIns="45000" rIns="90000" bIns="45000" anchor="t">
            <a:noAutofit/>
          </a:bodyPr>
          <a:p>
            <a:endParaRPr lang="en-US" sz="2000" b="1" u="none" strike="noStrike">
              <a:solidFill>
                <a:srgbClr val="E56B2A"/>
              </a:solidFill>
              <a:effectLst/>
              <a:uFillTx/>
              <a:latin typeface="Arial"/>
            </a:endParaRPr>
          </a:p>
        </p:txBody>
      </p:sp>
      <p:sp>
        <p:nvSpPr>
          <p:cNvPr id="300" name="Rectangle 1"/>
          <p:cNvSpPr/>
          <p:nvPr/>
        </p:nvSpPr>
        <p:spPr>
          <a:xfrm>
            <a:off x="0" y="0"/>
            <a:ext cx="12190680" cy="685656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p>
            <a:endParaRPr lang="en-US" sz="1800" b="0" u="none" strike="noStrike">
              <a:solidFill>
                <a:schemeClr val="lt1"/>
              </a:solidFill>
              <a:effectLst/>
              <a:uFillTx/>
              <a:latin typeface="Arial"/>
            </a:endParaRPr>
          </a:p>
        </p:txBody>
      </p:sp>
      <p:sp>
        <p:nvSpPr>
          <p:cNvPr id="301" name="Rectangle 3"/>
          <p:cNvSpPr/>
          <p:nvPr/>
        </p:nvSpPr>
        <p:spPr>
          <a:xfrm>
            <a:off x="0" y="6218280"/>
            <a:ext cx="12190680" cy="638280"/>
          </a:xfrm>
          <a:prstGeom prst="rect">
            <a:avLst/>
          </a:prstGeom>
          <a:solidFill>
            <a:srgbClr val="F86901"/>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p>
            <a:endParaRPr lang="en-US" sz="1800" b="0" u="none" strike="noStrike">
              <a:solidFill>
                <a:schemeClr val="lt1"/>
              </a:solidFill>
              <a:effectLst/>
              <a:uFillTx/>
              <a:latin typeface="Arial"/>
            </a:endParaRPr>
          </a:p>
        </p:txBody>
      </p:sp>
      <p:sp>
        <p:nvSpPr>
          <p:cNvPr id="302" name="TextBox 4"/>
          <p:cNvSpPr/>
          <p:nvPr/>
        </p:nvSpPr>
        <p:spPr>
          <a:xfrm>
            <a:off x="11689200" y="6487920"/>
            <a:ext cx="476280" cy="238680"/>
          </a:xfrm>
          <a:prstGeom prst="rect">
            <a:avLst/>
          </a:prstGeom>
          <a:noFill/>
          <a:ln w="0">
            <a:noFill/>
          </a:ln>
        </p:spPr>
        <p:style>
          <a:lnRef idx="0"/>
          <a:fillRef idx="0"/>
          <a:effectRef idx="0"/>
          <a:fontRef idx="minor"/>
        </p:style>
        <p:txBody>
          <a:bodyPr lIns="90000" tIns="45000" rIns="90000" bIns="45000" anchor="t">
            <a:spAutoFit/>
          </a:bodyPr>
          <a:p>
            <a:pPr defTabSz="914400">
              <a:lnSpc>
                <a:spcPct val="80000"/>
              </a:lnSpc>
            </a:pPr>
            <a:r>
              <a:rPr lang="en-US" sz="1200" b="0" u="none" strike="noStrike">
                <a:solidFill>
                  <a:schemeClr val="lt1"/>
                </a:solidFill>
                <a:effectLst/>
                <a:uFillTx/>
                <a:latin typeface="Georgia"/>
              </a:rPr>
              <a:t> </a:t>
            </a:r>
            <a:fld id="{FF65D0E8-757F-43C8-9FCF-6092EDA8CE67}" type="slidenum">
              <a:rPr lang="en-US" sz="1130" b="0" u="none" strike="noStrike">
                <a:solidFill>
                  <a:schemeClr val="lt1"/>
                </a:solidFill>
                <a:effectLst/>
                <a:uFillTx/>
                <a:latin typeface="Arial"/>
              </a:rPr>
              <a:t>&lt;number&gt;</a:t>
            </a:fld>
            <a:endParaRPr lang="en-US" sz="1130" b="0" u="none" strike="noStrike">
              <a:solidFill>
                <a:srgbClr val="000000"/>
              </a:solidFill>
              <a:effectLst/>
              <a:uFillTx/>
              <a:latin typeface="Arial"/>
            </a:endParaRPr>
          </a:p>
        </p:txBody>
      </p:sp>
      <p:pic>
        <p:nvPicPr>
          <p:cNvPr id="303" name="Graphic 5"/>
          <p:cNvPicPr/>
          <p:nvPr/>
        </p:nvPicPr>
        <p:blipFill>
          <a:blip r:embed="rId4">
            <a:extLst>
              <a:ext uri="{96DAC541-7B7A-43D3-8B79-37D633B846F1}">
                <asvg:svgBlip xmlns:asvg="http://schemas.microsoft.com/office/drawing/2016/SVG/main" r:embed="rId5"/>
              </a:ext>
            </a:extLst>
          </a:blip>
          <a:stretch/>
        </p:blipFill>
        <p:spPr>
          <a:xfrm>
            <a:off x="9069840" y="6459120"/>
            <a:ext cx="2699280" cy="238680"/>
          </a:xfrm>
          <a:prstGeom prst="rect">
            <a:avLst/>
          </a:prstGeom>
          <a:noFill/>
          <a:ln w="0">
            <a:noFill/>
          </a:ln>
        </p:spPr>
      </p:pic>
      <p:grpSp>
        <p:nvGrpSpPr>
          <p:cNvPr id="304" name="Graphic 22"/>
          <p:cNvGrpSpPr/>
          <p:nvPr/>
        </p:nvGrpSpPr>
        <p:grpSpPr>
          <a:xfrm>
            <a:off x="201960" y="6414120"/>
            <a:ext cx="797760" cy="300600"/>
            <a:chOff x="201960" y="6414120"/>
            <a:chExt cx="797760" cy="300600"/>
          </a:xfrm>
        </p:grpSpPr>
        <p:sp>
          <p:nvSpPr>
            <p:cNvPr id="305" name="Freeform 7"/>
            <p:cNvSpPr/>
            <p:nvPr/>
          </p:nvSpPr>
          <p:spPr>
            <a:xfrm>
              <a:off x="540720" y="6414120"/>
              <a:ext cx="135720" cy="300240"/>
            </a:xfrm>
            <a:custGeom>
              <a:avLst/>
              <a:gdLst>
                <a:gd name="textAreaLeft" fmla="*/ 0 w 135720"/>
                <a:gd name="textAreaRight" fmla="*/ 137160 w 135720"/>
                <a:gd name="textAreaTop" fmla="*/ 0 h 300240"/>
                <a:gd name="textAreaBottom" fmla="*/ 301680 h 300240"/>
                <a:gd name="GluePoint1X" fmla="*/ 393478 w 547877"/>
                <a:gd name="GluePoint1Y" fmla="*/ 129064 h 1204531"/>
                <a:gd name="GluePoint2X" fmla="*/ 537686 w 547877"/>
                <a:gd name="GluePoint2Y" fmla="*/ 74771 h 1204531"/>
                <a:gd name="GluePoint3X" fmla="*/ 547878 w 547877"/>
                <a:gd name="GluePoint3Y" fmla="*/ 74771 h 1204531"/>
                <a:gd name="GluePoint4X" fmla="*/ 547878 w 547877"/>
                <a:gd name="GluePoint4Y" fmla="*/ 0 h 1204531"/>
                <a:gd name="GluePoint5X" fmla="*/ 267938 w 547877"/>
                <a:gd name="GluePoint5Y" fmla="*/ 4667 h 1204531"/>
                <a:gd name="GluePoint6X" fmla="*/ 0 w 547877"/>
                <a:gd name="GluePoint6Y" fmla="*/ 0 h 1204531"/>
                <a:gd name="GluePoint7X" fmla="*/ 0 w 547877"/>
                <a:gd name="GluePoint7Y" fmla="*/ 74771 h 1204531"/>
                <a:gd name="GluePoint8X" fmla="*/ 10192 w 547877"/>
                <a:gd name="GluePoint8Y" fmla="*/ 74771 h 1204531"/>
                <a:gd name="GluePoint9X" fmla="*/ 154400 w 547877"/>
                <a:gd name="GluePoint9Y" fmla="*/ 128968 h 1204531"/>
                <a:gd name="GluePoint10X" fmla="*/ 171640 w 547877"/>
                <a:gd name="GluePoint10Y" fmla="*/ 363188 h 1204531"/>
                <a:gd name="GluePoint11X" fmla="*/ 171640 w 547877"/>
                <a:gd name="GluePoint11Y" fmla="*/ 841153 h 1204531"/>
                <a:gd name="GluePoint12X" fmla="*/ 154496 w 547877"/>
                <a:gd name="GluePoint12Y" fmla="*/ 1075373 h 1204531"/>
                <a:gd name="GluePoint13X" fmla="*/ 10192 w 547877"/>
                <a:gd name="GluePoint13Y" fmla="*/ 1129569 h 1204531"/>
                <a:gd name="GluePoint14X" fmla="*/ 0 w 547877"/>
                <a:gd name="GluePoint14Y" fmla="*/ 1129569 h 1204531"/>
                <a:gd name="GluePoint15X" fmla="*/ 0 w 547877"/>
                <a:gd name="GluePoint15Y" fmla="*/ 1204531 h 1204531"/>
                <a:gd name="GluePoint16X" fmla="*/ 268224 w 547877"/>
                <a:gd name="GluePoint16Y" fmla="*/ 1197102 h 1204531"/>
                <a:gd name="GluePoint17X" fmla="*/ 547878 w 547877"/>
                <a:gd name="GluePoint17Y" fmla="*/ 1204531 h 1204531"/>
                <a:gd name="GluePoint18X" fmla="*/ 547878 w 547877"/>
                <a:gd name="GluePoint18Y" fmla="*/ 1129569 h 1204531"/>
                <a:gd name="GluePoint19X" fmla="*/ 537686 w 547877"/>
                <a:gd name="GluePoint19Y" fmla="*/ 1129569 h 1204531"/>
                <a:gd name="GluePoint20X" fmla="*/ 393478 w 547877"/>
                <a:gd name="GluePoint20Y" fmla="*/ 1075468 h 1204531"/>
                <a:gd name="GluePoint21X" fmla="*/ 376333 w 547877"/>
                <a:gd name="GluePoint21Y" fmla="*/ 841153 h 1204531"/>
                <a:gd name="GluePoint22X" fmla="*/ 376333 w 547877"/>
                <a:gd name="GluePoint22Y" fmla="*/ 363188 h 1204531"/>
                <a:gd name="GluePoint23X" fmla="*/ 393478 w 547877"/>
                <a:gd name="GluePoint23Y" fmla="*/ 129064 h 1204531"/>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 ang="0">
                  <a:pos x="GluePoint16X" y="GluePoint16Y"/>
                </a:cxn>
                <a:cxn ang="0">
                  <a:pos x="GluePoint17X" y="GluePoint17Y"/>
                </a:cxn>
                <a:cxn ang="0">
                  <a:pos x="GluePoint18X" y="GluePoint18Y"/>
                </a:cxn>
                <a:cxn ang="0">
                  <a:pos x="GluePoint19X" y="GluePoint19Y"/>
                </a:cxn>
                <a:cxn ang="0">
                  <a:pos x="GluePoint20X" y="GluePoint20Y"/>
                </a:cxn>
                <a:cxn ang="0">
                  <a:pos x="GluePoint21X" y="GluePoint21Y"/>
                </a:cxn>
                <a:cxn ang="0">
                  <a:pos x="GluePoint22X" y="GluePoint22Y"/>
                </a:cxn>
                <a:cxn ang="0">
                  <a:pos x="GluePoint23X" y="GluePoint23Y"/>
                </a:cxn>
              </a:cxnLst>
              <a:rect l="textAreaLeft" t="textAreaTop" r="textAreaRight" b="textAreaBottom"/>
              <a:pathLst>
                <a:path w="547877" h="1204531">
                  <a:moveTo>
                    <a:pt x="393478" y="129064"/>
                  </a:moveTo>
                  <a:cubicBezTo>
                    <a:pt x="414242" y="74771"/>
                    <a:pt x="482727" y="74771"/>
                    <a:pt x="537686" y="74771"/>
                  </a:cubicBezTo>
                  <a:lnTo>
                    <a:pt x="547878" y="74771"/>
                  </a:lnTo>
                  <a:lnTo>
                    <a:pt x="547878" y="0"/>
                  </a:lnTo>
                  <a:cubicBezTo>
                    <a:pt x="547878" y="0"/>
                    <a:pt x="333565" y="4667"/>
                    <a:pt x="267938" y="4667"/>
                  </a:cubicBezTo>
                  <a:cubicBezTo>
                    <a:pt x="200406" y="4667"/>
                    <a:pt x="0" y="0"/>
                    <a:pt x="0" y="0"/>
                  </a:cubicBezTo>
                  <a:lnTo>
                    <a:pt x="0" y="74771"/>
                  </a:lnTo>
                  <a:lnTo>
                    <a:pt x="10192" y="74771"/>
                  </a:lnTo>
                  <a:cubicBezTo>
                    <a:pt x="65246" y="74771"/>
                    <a:pt x="133731" y="74771"/>
                    <a:pt x="154400" y="128968"/>
                  </a:cubicBezTo>
                  <a:cubicBezTo>
                    <a:pt x="171640" y="175450"/>
                    <a:pt x="171640" y="307086"/>
                    <a:pt x="171640" y="363188"/>
                  </a:cubicBezTo>
                  <a:lnTo>
                    <a:pt x="171640" y="841153"/>
                  </a:lnTo>
                  <a:cubicBezTo>
                    <a:pt x="171640" y="897350"/>
                    <a:pt x="171640" y="1028890"/>
                    <a:pt x="154496" y="1075373"/>
                  </a:cubicBezTo>
                  <a:cubicBezTo>
                    <a:pt x="133731" y="1129569"/>
                    <a:pt x="65246" y="1129569"/>
                    <a:pt x="10192" y="1129569"/>
                  </a:cubicBezTo>
                  <a:lnTo>
                    <a:pt x="0" y="1129569"/>
                  </a:lnTo>
                  <a:lnTo>
                    <a:pt x="0" y="1204531"/>
                  </a:lnTo>
                  <a:cubicBezTo>
                    <a:pt x="0" y="1204341"/>
                    <a:pt x="173260" y="1197102"/>
                    <a:pt x="268224" y="1197102"/>
                  </a:cubicBezTo>
                  <a:cubicBezTo>
                    <a:pt x="377476" y="1197102"/>
                    <a:pt x="547878" y="1204531"/>
                    <a:pt x="547878" y="1204531"/>
                  </a:cubicBezTo>
                  <a:lnTo>
                    <a:pt x="547878" y="1129569"/>
                  </a:lnTo>
                  <a:lnTo>
                    <a:pt x="537686" y="1129569"/>
                  </a:lnTo>
                  <a:cubicBezTo>
                    <a:pt x="482727" y="1129569"/>
                    <a:pt x="414242" y="1129569"/>
                    <a:pt x="393478" y="1075468"/>
                  </a:cubicBezTo>
                  <a:cubicBezTo>
                    <a:pt x="376333" y="1028890"/>
                    <a:pt x="376333" y="897350"/>
                    <a:pt x="376333" y="841153"/>
                  </a:cubicBezTo>
                  <a:lnTo>
                    <a:pt x="376333" y="363188"/>
                  </a:lnTo>
                  <a:cubicBezTo>
                    <a:pt x="376333" y="307086"/>
                    <a:pt x="376333" y="175450"/>
                    <a:pt x="393478" y="129064"/>
                  </a:cubicBezTo>
                </a:path>
              </a:pathLst>
            </a:custGeom>
            <a:solidFill>
              <a:schemeClr val="bg1"/>
            </a:solidFill>
            <a:ln w="9525">
              <a:noFill/>
            </a:ln>
          </p:spPr>
          <p:style>
            <a:lnRef idx="0"/>
            <a:fillRef idx="0"/>
            <a:effectRef idx="0"/>
            <a:fontRef idx="minor"/>
          </p:style>
          <p:txBody>
            <a:bodyPr lIns="68040" tIns="45000" rIns="68040" bIns="45000" anchor="ctr">
              <a:noAutofit/>
            </a:bodyPr>
            <a:p>
              <a:endParaRPr lang="en-US" sz="1800" b="0" u="none" strike="noStrike">
                <a:solidFill>
                  <a:schemeClr val="dk1"/>
                </a:solidFill>
                <a:effectLst/>
                <a:uFillTx/>
                <a:latin typeface="Arial"/>
              </a:endParaRPr>
            </a:p>
          </p:txBody>
        </p:sp>
        <p:sp>
          <p:nvSpPr>
            <p:cNvPr id="306" name="Freeform 8"/>
            <p:cNvSpPr/>
            <p:nvPr/>
          </p:nvSpPr>
          <p:spPr>
            <a:xfrm>
              <a:off x="718920" y="6414480"/>
              <a:ext cx="280800" cy="300240"/>
            </a:xfrm>
            <a:custGeom>
              <a:avLst/>
              <a:gdLst>
                <a:gd name="textAreaLeft" fmla="*/ 0 w 280800"/>
                <a:gd name="textAreaRight" fmla="*/ 282240 w 280800"/>
                <a:gd name="textAreaTop" fmla="*/ 0 h 300240"/>
                <a:gd name="textAreaBottom" fmla="*/ 301680 h 300240"/>
                <a:gd name="GluePoint1X" fmla="*/ 0 w 1126902"/>
                <a:gd name="GluePoint1Y" fmla="*/ 0 h 1204245"/>
                <a:gd name="GluePoint2X" fmla="*/ 0 w 1126902"/>
                <a:gd name="GluePoint2Y" fmla="*/ 312420 h 1204245"/>
                <a:gd name="GluePoint3X" fmla="*/ 74295 w 1126902"/>
                <a:gd name="GluePoint3Y" fmla="*/ 312420 h 1204245"/>
                <a:gd name="GluePoint4X" fmla="*/ 74581 w 1126902"/>
                <a:gd name="GluePoint4Y" fmla="*/ 302609 h 1204245"/>
                <a:gd name="GluePoint5X" fmla="*/ 334328 w 1126902"/>
                <a:gd name="GluePoint5Y" fmla="*/ 90773 h 1204245"/>
                <a:gd name="GluePoint6X" fmla="*/ 352330 w 1126902"/>
                <a:gd name="GluePoint6Y" fmla="*/ 90678 h 1204245"/>
                <a:gd name="GluePoint7X" fmla="*/ 453200 w 1126902"/>
                <a:gd name="GluePoint7Y" fmla="*/ 106204 h 1204245"/>
                <a:gd name="GluePoint8X" fmla="*/ 461201 w 1126902"/>
                <a:gd name="GluePoint8Y" fmla="*/ 128873 h 1204245"/>
                <a:gd name="GluePoint9X" fmla="*/ 461201 w 1126902"/>
                <a:gd name="GluePoint9Y" fmla="*/ 950119 h 1204245"/>
                <a:gd name="GluePoint10X" fmla="*/ 272510 w 1126902"/>
                <a:gd name="GluePoint10Y" fmla="*/ 1129475 h 1204245"/>
                <a:gd name="GluePoint11X" fmla="*/ 262700 w 1126902"/>
                <a:gd name="GluePoint11Y" fmla="*/ 1129856 h 1204245"/>
                <a:gd name="GluePoint12X" fmla="*/ 262700 w 1126902"/>
                <a:gd name="GluePoint12Y" fmla="*/ 1204246 h 1204245"/>
                <a:gd name="GluePoint13X" fmla="*/ 578548 w 1126902"/>
                <a:gd name="GluePoint13Y" fmla="*/ 1196911 h 1204245"/>
                <a:gd name="GluePoint14X" fmla="*/ 864203 w 1126902"/>
                <a:gd name="GluePoint14Y" fmla="*/ 1204246 h 1204245"/>
                <a:gd name="GluePoint15X" fmla="*/ 864203 w 1126902"/>
                <a:gd name="GluePoint15Y" fmla="*/ 1129856 h 1204245"/>
                <a:gd name="GluePoint16X" fmla="*/ 854393 w 1126902"/>
                <a:gd name="GluePoint16Y" fmla="*/ 1129475 h 1204245"/>
                <a:gd name="GluePoint17X" fmla="*/ 665702 w 1126902"/>
                <a:gd name="GluePoint17Y" fmla="*/ 950119 h 1204245"/>
                <a:gd name="GluePoint18X" fmla="*/ 665702 w 1126902"/>
                <a:gd name="GluePoint18Y" fmla="*/ 128873 h 1204245"/>
                <a:gd name="GluePoint19X" fmla="*/ 673608 w 1126902"/>
                <a:gd name="GluePoint19Y" fmla="*/ 108490 h 1204245"/>
                <a:gd name="GluePoint20X" fmla="*/ 791718 w 1126902"/>
                <a:gd name="GluePoint20Y" fmla="*/ 90488 h 1204245"/>
                <a:gd name="GluePoint21X" fmla="*/ 815912 w 1126902"/>
                <a:gd name="GluePoint21Y" fmla="*/ 90773 h 1204245"/>
                <a:gd name="GluePoint22X" fmla="*/ 1052513 w 1126902"/>
                <a:gd name="GluePoint22Y" fmla="*/ 302895 h 1204245"/>
                <a:gd name="GluePoint23X" fmla="*/ 1053084 w 1126902"/>
                <a:gd name="GluePoint23Y" fmla="*/ 312420 h 1204245"/>
                <a:gd name="GluePoint24X" fmla="*/ 1126903 w 1126902"/>
                <a:gd name="GluePoint24Y" fmla="*/ 312420 h 1204245"/>
                <a:gd name="GluePoint25X" fmla="*/ 1126903 w 1126902"/>
                <a:gd name="GluePoint25Y" fmla="*/ 0 h 1204245"/>
                <a:gd name="GluePoint26X" fmla="*/ 563404 w 1126902"/>
                <a:gd name="GluePoint26Y" fmla="*/ 2857 h 1204245"/>
                <a:gd name="GluePoint27X" fmla="*/ 0 w 1126902"/>
                <a:gd name="GluePoint27Y" fmla="*/ 0 h 1204245"/>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 ang="0">
                  <a:pos x="GluePoint16X" y="GluePoint16Y"/>
                </a:cxn>
                <a:cxn ang="0">
                  <a:pos x="GluePoint17X" y="GluePoint17Y"/>
                </a:cxn>
                <a:cxn ang="0">
                  <a:pos x="GluePoint18X" y="GluePoint18Y"/>
                </a:cxn>
                <a:cxn ang="0">
                  <a:pos x="GluePoint19X" y="GluePoint19Y"/>
                </a:cxn>
                <a:cxn ang="0">
                  <a:pos x="GluePoint20X" y="GluePoint20Y"/>
                </a:cxn>
                <a:cxn ang="0">
                  <a:pos x="GluePoint21X" y="GluePoint21Y"/>
                </a:cxn>
                <a:cxn ang="0">
                  <a:pos x="GluePoint22X" y="GluePoint22Y"/>
                </a:cxn>
                <a:cxn ang="0">
                  <a:pos x="GluePoint23X" y="GluePoint23Y"/>
                </a:cxn>
                <a:cxn ang="0">
                  <a:pos x="GluePoint24X" y="GluePoint24Y"/>
                </a:cxn>
                <a:cxn ang="0">
                  <a:pos x="GluePoint25X" y="GluePoint25Y"/>
                </a:cxn>
                <a:cxn ang="0">
                  <a:pos x="GluePoint26X" y="GluePoint26Y"/>
                </a:cxn>
                <a:cxn ang="0">
                  <a:pos x="GluePoint27X" y="GluePoint27Y"/>
                </a:cxn>
              </a:cxnLst>
              <a:rect l="textAreaLeft" t="textAreaTop" r="textAreaRight" b="textAreaBottom"/>
              <a:pathLst>
                <a:path w="1126902" h="1204245">
                  <a:moveTo>
                    <a:pt x="0" y="0"/>
                  </a:moveTo>
                  <a:lnTo>
                    <a:pt x="0" y="312420"/>
                  </a:lnTo>
                  <a:lnTo>
                    <a:pt x="74295" y="312420"/>
                  </a:lnTo>
                  <a:lnTo>
                    <a:pt x="74581" y="302609"/>
                  </a:lnTo>
                  <a:cubicBezTo>
                    <a:pt x="81344" y="99346"/>
                    <a:pt x="159163" y="90773"/>
                    <a:pt x="334328" y="90773"/>
                  </a:cubicBezTo>
                  <a:cubicBezTo>
                    <a:pt x="340328" y="90773"/>
                    <a:pt x="346424" y="90773"/>
                    <a:pt x="352330" y="90678"/>
                  </a:cubicBezTo>
                  <a:cubicBezTo>
                    <a:pt x="395859" y="90392"/>
                    <a:pt x="437007" y="90106"/>
                    <a:pt x="453200" y="106204"/>
                  </a:cubicBezTo>
                  <a:cubicBezTo>
                    <a:pt x="458629" y="111538"/>
                    <a:pt x="461201" y="118967"/>
                    <a:pt x="461201" y="128873"/>
                  </a:cubicBezTo>
                  <a:lnTo>
                    <a:pt x="461201" y="950119"/>
                  </a:lnTo>
                  <a:cubicBezTo>
                    <a:pt x="461201" y="1072039"/>
                    <a:pt x="444151" y="1122426"/>
                    <a:pt x="272510" y="1129475"/>
                  </a:cubicBezTo>
                  <a:lnTo>
                    <a:pt x="262700" y="1129856"/>
                  </a:lnTo>
                  <a:lnTo>
                    <a:pt x="262700" y="1204246"/>
                  </a:lnTo>
                  <a:cubicBezTo>
                    <a:pt x="262700" y="1204246"/>
                    <a:pt x="462725" y="1196911"/>
                    <a:pt x="578548" y="1196911"/>
                  </a:cubicBezTo>
                  <a:cubicBezTo>
                    <a:pt x="666941" y="1196911"/>
                    <a:pt x="864203" y="1204246"/>
                    <a:pt x="864203" y="1204246"/>
                  </a:cubicBezTo>
                  <a:lnTo>
                    <a:pt x="864203" y="1129856"/>
                  </a:lnTo>
                  <a:lnTo>
                    <a:pt x="854393" y="1129475"/>
                  </a:lnTo>
                  <a:cubicBezTo>
                    <a:pt x="682752" y="1122426"/>
                    <a:pt x="665702" y="1072039"/>
                    <a:pt x="665702" y="950119"/>
                  </a:cubicBezTo>
                  <a:lnTo>
                    <a:pt x="665702" y="128873"/>
                  </a:lnTo>
                  <a:cubicBezTo>
                    <a:pt x="665702" y="120396"/>
                    <a:pt x="668369" y="113729"/>
                    <a:pt x="673608" y="108490"/>
                  </a:cubicBezTo>
                  <a:cubicBezTo>
                    <a:pt x="693420" y="89059"/>
                    <a:pt x="747903" y="89821"/>
                    <a:pt x="791718" y="90488"/>
                  </a:cubicBezTo>
                  <a:cubicBezTo>
                    <a:pt x="800005" y="90583"/>
                    <a:pt x="808196" y="90773"/>
                    <a:pt x="815912" y="90773"/>
                  </a:cubicBezTo>
                  <a:cubicBezTo>
                    <a:pt x="987267" y="90773"/>
                    <a:pt x="1042511" y="140303"/>
                    <a:pt x="1052513" y="302895"/>
                  </a:cubicBezTo>
                  <a:lnTo>
                    <a:pt x="1053084" y="312420"/>
                  </a:lnTo>
                  <a:lnTo>
                    <a:pt x="1126903" y="312420"/>
                  </a:lnTo>
                  <a:lnTo>
                    <a:pt x="1126903" y="0"/>
                  </a:lnTo>
                  <a:cubicBezTo>
                    <a:pt x="1126903" y="0"/>
                    <a:pt x="694468" y="2857"/>
                    <a:pt x="563404" y="2857"/>
                  </a:cubicBezTo>
                  <a:cubicBezTo>
                    <a:pt x="432340" y="2857"/>
                    <a:pt x="0" y="0"/>
                    <a:pt x="0" y="0"/>
                  </a:cubicBezTo>
                </a:path>
              </a:pathLst>
            </a:custGeom>
            <a:solidFill>
              <a:schemeClr val="bg1"/>
            </a:solidFill>
            <a:ln w="9525">
              <a:noFill/>
            </a:ln>
          </p:spPr>
          <p:style>
            <a:lnRef idx="0"/>
            <a:fillRef idx="0"/>
            <a:effectRef idx="0"/>
            <a:fontRef idx="minor"/>
          </p:style>
          <p:txBody>
            <a:bodyPr lIns="90000" tIns="45000" rIns="90000" bIns="45000" anchor="ctr">
              <a:noAutofit/>
            </a:bodyPr>
            <a:p>
              <a:endParaRPr lang="en-US" sz="1800" b="0" u="none" strike="noStrike">
                <a:solidFill>
                  <a:schemeClr val="dk1"/>
                </a:solidFill>
                <a:effectLst/>
                <a:uFillTx/>
                <a:latin typeface="Arial"/>
              </a:endParaRPr>
            </a:p>
          </p:txBody>
        </p:sp>
        <p:sp>
          <p:nvSpPr>
            <p:cNvPr id="307" name="Freeform 9"/>
            <p:cNvSpPr/>
            <p:nvPr/>
          </p:nvSpPr>
          <p:spPr>
            <a:xfrm>
              <a:off x="201960" y="6414120"/>
              <a:ext cx="297720" cy="300240"/>
            </a:xfrm>
            <a:custGeom>
              <a:avLst/>
              <a:gdLst>
                <a:gd name="textAreaLeft" fmla="*/ 0 w 297720"/>
                <a:gd name="textAreaRight" fmla="*/ 299160 w 297720"/>
                <a:gd name="textAreaTop" fmla="*/ 0 h 300240"/>
                <a:gd name="textAreaBottom" fmla="*/ 301680 h 300240"/>
                <a:gd name="GluePoint1X" fmla="*/ 372618 w 1195101"/>
                <a:gd name="GluePoint1Y" fmla="*/ 571786 h 1204626"/>
                <a:gd name="GluePoint2X" fmla="*/ 372523 w 1195101"/>
                <a:gd name="GluePoint2Y" fmla="*/ 134303 h 1204626"/>
                <a:gd name="GluePoint3X" fmla="*/ 386239 w 1195101"/>
                <a:gd name="GluePoint3Y" fmla="*/ 86487 h 1204626"/>
                <a:gd name="GluePoint4X" fmla="*/ 498348 w 1195101"/>
                <a:gd name="GluePoint4Y" fmla="*/ 85630 h 1204626"/>
                <a:gd name="GluePoint5X" fmla="*/ 738473 w 1195101"/>
                <a:gd name="GluePoint5Y" fmla="*/ 330518 h 1204626"/>
                <a:gd name="GluePoint6X" fmla="*/ 640747 w 1195101"/>
                <a:gd name="GluePoint6Y" fmla="*/ 541687 h 1204626"/>
                <a:gd name="GluePoint7X" fmla="*/ 372618 w 1195101"/>
                <a:gd name="GluePoint7Y" fmla="*/ 571786 h 1204626"/>
                <a:gd name="GluePoint8X" fmla="*/ 1186529 w 1195101"/>
                <a:gd name="GluePoint8Y" fmla="*/ 1129760 h 1204626"/>
                <a:gd name="GluePoint9X" fmla="*/ 1017461 w 1195101"/>
                <a:gd name="GluePoint9Y" fmla="*/ 1040702 h 1204626"/>
                <a:gd name="GluePoint10X" fmla="*/ 661797 w 1195101"/>
                <a:gd name="GluePoint10Y" fmla="*/ 632460 h 1204626"/>
                <a:gd name="GluePoint11X" fmla="*/ 964597 w 1195101"/>
                <a:gd name="GluePoint11Y" fmla="*/ 305371 h 1204626"/>
                <a:gd name="GluePoint12X" fmla="*/ 831056 w 1195101"/>
                <a:gd name="GluePoint12Y" fmla="*/ 55816 h 1204626"/>
                <a:gd name="GluePoint13X" fmla="*/ 544639 w 1195101"/>
                <a:gd name="GluePoint13Y" fmla="*/ 190 h 1204626"/>
                <a:gd name="GluePoint14X" fmla="*/ 317468 w 1195101"/>
                <a:gd name="GluePoint14Y" fmla="*/ 4191 h 1204626"/>
                <a:gd name="GluePoint15X" fmla="*/ 191 w 1195101"/>
                <a:gd name="GluePoint15Y" fmla="*/ 0 h 1204626"/>
                <a:gd name="GluePoint16X" fmla="*/ 191 w 1195101"/>
                <a:gd name="GluePoint16Y" fmla="*/ 74866 h 1204626"/>
                <a:gd name="GluePoint17X" fmla="*/ 15050 w 1195101"/>
                <a:gd name="GluePoint17Y" fmla="*/ 74866 h 1204626"/>
                <a:gd name="GluePoint18X" fmla="*/ 152781 w 1195101"/>
                <a:gd name="GluePoint18Y" fmla="*/ 128683 h 1204626"/>
                <a:gd name="GluePoint19X" fmla="*/ 168307 w 1195101"/>
                <a:gd name="GluePoint19Y" fmla="*/ 350139 h 1204626"/>
                <a:gd name="GluePoint20X" fmla="*/ 168307 w 1195101"/>
                <a:gd name="GluePoint20Y" fmla="*/ 841248 h 1204626"/>
                <a:gd name="GluePoint21X" fmla="*/ 161068 w 1195101"/>
                <a:gd name="GluePoint21Y" fmla="*/ 1034129 h 1204626"/>
                <a:gd name="GluePoint22X" fmla="*/ 152686 w 1195101"/>
                <a:gd name="GluePoint22Y" fmla="*/ 1075944 h 1204626"/>
                <a:gd name="GluePoint23X" fmla="*/ 10382 w 1195101"/>
                <a:gd name="GluePoint23Y" fmla="*/ 1129665 h 1204626"/>
                <a:gd name="GluePoint24X" fmla="*/ 0 w 1195101"/>
                <a:gd name="GluePoint24Y" fmla="*/ 1129665 h 1204626"/>
                <a:gd name="GluePoint25X" fmla="*/ 0 w 1195101"/>
                <a:gd name="GluePoint25Y" fmla="*/ 1204532 h 1204626"/>
                <a:gd name="GluePoint26X" fmla="*/ 278225 w 1195101"/>
                <a:gd name="GluePoint26Y" fmla="*/ 1197102 h 1204626"/>
                <a:gd name="GluePoint27X" fmla="*/ 540734 w 1195101"/>
                <a:gd name="GluePoint27Y" fmla="*/ 1204532 h 1204626"/>
                <a:gd name="GluePoint28X" fmla="*/ 540734 w 1195101"/>
                <a:gd name="GluePoint28Y" fmla="*/ 1129665 h 1204626"/>
                <a:gd name="GluePoint29X" fmla="*/ 525971 w 1195101"/>
                <a:gd name="GluePoint29Y" fmla="*/ 1129665 h 1204626"/>
                <a:gd name="GluePoint30X" fmla="*/ 388239 w 1195101"/>
                <a:gd name="GluePoint30Y" fmla="*/ 1075754 h 1204626"/>
                <a:gd name="GluePoint31X" fmla="*/ 379857 w 1195101"/>
                <a:gd name="GluePoint31Y" fmla="*/ 1034034 h 1204626"/>
                <a:gd name="GluePoint32X" fmla="*/ 372618 w 1195101"/>
                <a:gd name="GluePoint32Y" fmla="*/ 854297 h 1204626"/>
                <a:gd name="GluePoint33X" fmla="*/ 372618 w 1195101"/>
                <a:gd name="GluePoint33Y" fmla="*/ 653510 h 1204626"/>
                <a:gd name="GluePoint34X" fmla="*/ 479107 w 1195101"/>
                <a:gd name="GluePoint34Y" fmla="*/ 702469 h 1204626"/>
                <a:gd name="GluePoint35X" fmla="*/ 501110 w 1195101"/>
                <a:gd name="GluePoint35Y" fmla="*/ 728472 h 1204626"/>
                <a:gd name="GluePoint36X" fmla="*/ 797909 w 1195101"/>
                <a:gd name="GluePoint36Y" fmla="*/ 1096804 h 1204626"/>
                <a:gd name="GluePoint37X" fmla="*/ 885158 w 1195101"/>
                <a:gd name="GluePoint37Y" fmla="*/ 1204532 h 1204626"/>
                <a:gd name="GluePoint38X" fmla="*/ 1027366 w 1195101"/>
                <a:gd name="GluePoint38Y" fmla="*/ 1200436 h 1204626"/>
                <a:gd name="GluePoint39X" fmla="*/ 1195102 w 1195101"/>
                <a:gd name="GluePoint39Y" fmla="*/ 1204627 h 1204626"/>
                <a:gd name="GluePoint40X" fmla="*/ 1195102 w 1195101"/>
                <a:gd name="GluePoint40Y" fmla="*/ 1131094 h 1204626"/>
                <a:gd name="GluePoint41X" fmla="*/ 1186529 w 1195101"/>
                <a:gd name="GluePoint41Y" fmla="*/ 1129760 h 1204626"/>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 ang="0">
                  <a:pos x="GluePoint16X" y="GluePoint16Y"/>
                </a:cxn>
                <a:cxn ang="0">
                  <a:pos x="GluePoint17X" y="GluePoint17Y"/>
                </a:cxn>
                <a:cxn ang="0">
                  <a:pos x="GluePoint18X" y="GluePoint18Y"/>
                </a:cxn>
                <a:cxn ang="0">
                  <a:pos x="GluePoint19X" y="GluePoint19Y"/>
                </a:cxn>
                <a:cxn ang="0">
                  <a:pos x="GluePoint20X" y="GluePoint20Y"/>
                </a:cxn>
                <a:cxn ang="0">
                  <a:pos x="GluePoint21X" y="GluePoint21Y"/>
                </a:cxn>
                <a:cxn ang="0">
                  <a:pos x="GluePoint22X" y="GluePoint22Y"/>
                </a:cxn>
                <a:cxn ang="0">
                  <a:pos x="GluePoint23X" y="GluePoint23Y"/>
                </a:cxn>
                <a:cxn ang="0">
                  <a:pos x="GluePoint24X" y="GluePoint24Y"/>
                </a:cxn>
                <a:cxn ang="0">
                  <a:pos x="GluePoint25X" y="GluePoint25Y"/>
                </a:cxn>
                <a:cxn ang="0">
                  <a:pos x="GluePoint26X" y="GluePoint26Y"/>
                </a:cxn>
                <a:cxn ang="0">
                  <a:pos x="GluePoint27X" y="GluePoint27Y"/>
                </a:cxn>
                <a:cxn ang="0">
                  <a:pos x="GluePoint28X" y="GluePoint28Y"/>
                </a:cxn>
                <a:cxn ang="0">
                  <a:pos x="GluePoint29X" y="GluePoint29Y"/>
                </a:cxn>
                <a:cxn ang="0">
                  <a:pos x="GluePoint30X" y="GluePoint30Y"/>
                </a:cxn>
                <a:cxn ang="0">
                  <a:pos x="GluePoint31X" y="GluePoint31Y"/>
                </a:cxn>
                <a:cxn ang="0">
                  <a:pos x="GluePoint32X" y="GluePoint32Y"/>
                </a:cxn>
                <a:cxn ang="0">
                  <a:pos x="GluePoint33X" y="GluePoint33Y"/>
                </a:cxn>
                <a:cxn ang="0">
                  <a:pos x="GluePoint34X" y="GluePoint34Y"/>
                </a:cxn>
                <a:cxn ang="0">
                  <a:pos x="GluePoint35X" y="GluePoint35Y"/>
                </a:cxn>
                <a:cxn ang="0">
                  <a:pos x="GluePoint36X" y="GluePoint36Y"/>
                </a:cxn>
                <a:cxn ang="0">
                  <a:pos x="GluePoint37X" y="GluePoint37Y"/>
                </a:cxn>
                <a:cxn ang="0">
                  <a:pos x="GluePoint38X" y="GluePoint38Y"/>
                </a:cxn>
                <a:cxn ang="0">
                  <a:pos x="GluePoint39X" y="GluePoint39Y"/>
                </a:cxn>
                <a:cxn ang="0">
                  <a:pos x="GluePoint40X" y="GluePoint40Y"/>
                </a:cxn>
                <a:cxn ang="0">
                  <a:pos x="GluePoint41X" y="GluePoint41Y"/>
                </a:cxn>
              </a:cxnLst>
              <a:rect l="textAreaLeft" t="textAreaTop" r="textAreaRight" b="textAreaBottom"/>
              <a:pathLst>
                <a:path w="1195101" h="1204626">
                  <a:moveTo>
                    <a:pt x="372618" y="571786"/>
                  </a:moveTo>
                  <a:cubicBezTo>
                    <a:pt x="372618" y="571786"/>
                    <a:pt x="372618" y="136874"/>
                    <a:pt x="372523" y="134303"/>
                  </a:cubicBezTo>
                  <a:cubicBezTo>
                    <a:pt x="372237" y="116967"/>
                    <a:pt x="371761" y="93250"/>
                    <a:pt x="386239" y="86487"/>
                  </a:cubicBezTo>
                  <a:cubicBezTo>
                    <a:pt x="396240" y="82105"/>
                    <a:pt x="493014" y="85630"/>
                    <a:pt x="498348" y="85630"/>
                  </a:cubicBezTo>
                  <a:cubicBezTo>
                    <a:pt x="650938" y="85630"/>
                    <a:pt x="738473" y="174974"/>
                    <a:pt x="738473" y="330518"/>
                  </a:cubicBezTo>
                  <a:cubicBezTo>
                    <a:pt x="738473" y="443960"/>
                    <a:pt x="708374" y="509016"/>
                    <a:pt x="640747" y="541687"/>
                  </a:cubicBezTo>
                  <a:cubicBezTo>
                    <a:pt x="577691" y="571976"/>
                    <a:pt x="372618" y="571786"/>
                    <a:pt x="372618" y="571786"/>
                  </a:cubicBezTo>
                  <a:moveTo>
                    <a:pt x="1186529" y="1129760"/>
                  </a:moveTo>
                  <a:cubicBezTo>
                    <a:pt x="1100138" y="1116235"/>
                    <a:pt x="1074134" y="1106424"/>
                    <a:pt x="1017461" y="1040702"/>
                  </a:cubicBezTo>
                  <a:lnTo>
                    <a:pt x="661797" y="632460"/>
                  </a:lnTo>
                  <a:cubicBezTo>
                    <a:pt x="849059" y="608076"/>
                    <a:pt x="964597" y="484251"/>
                    <a:pt x="964597" y="305371"/>
                  </a:cubicBezTo>
                  <a:cubicBezTo>
                    <a:pt x="964597" y="188976"/>
                    <a:pt x="919544" y="105061"/>
                    <a:pt x="831056" y="55816"/>
                  </a:cubicBezTo>
                  <a:cubicBezTo>
                    <a:pt x="763619" y="18383"/>
                    <a:pt x="670084" y="190"/>
                    <a:pt x="544639" y="190"/>
                  </a:cubicBezTo>
                  <a:cubicBezTo>
                    <a:pt x="507206" y="1143"/>
                    <a:pt x="416909" y="4191"/>
                    <a:pt x="317468" y="4191"/>
                  </a:cubicBezTo>
                  <a:cubicBezTo>
                    <a:pt x="214313" y="4191"/>
                    <a:pt x="191" y="0"/>
                    <a:pt x="191" y="0"/>
                  </a:cubicBezTo>
                  <a:lnTo>
                    <a:pt x="191" y="74866"/>
                  </a:lnTo>
                  <a:lnTo>
                    <a:pt x="15050" y="74866"/>
                  </a:lnTo>
                  <a:cubicBezTo>
                    <a:pt x="71818" y="74486"/>
                    <a:pt x="135731" y="74771"/>
                    <a:pt x="152781" y="128683"/>
                  </a:cubicBezTo>
                  <a:cubicBezTo>
                    <a:pt x="168307" y="175355"/>
                    <a:pt x="168307" y="306896"/>
                    <a:pt x="168307" y="350139"/>
                  </a:cubicBezTo>
                  <a:lnTo>
                    <a:pt x="168307" y="841248"/>
                  </a:lnTo>
                  <a:cubicBezTo>
                    <a:pt x="168307" y="895445"/>
                    <a:pt x="168307" y="977837"/>
                    <a:pt x="161068" y="1034129"/>
                  </a:cubicBezTo>
                  <a:cubicBezTo>
                    <a:pt x="158972" y="1050798"/>
                    <a:pt x="156210" y="1065276"/>
                    <a:pt x="152686" y="1075944"/>
                  </a:cubicBezTo>
                  <a:cubicBezTo>
                    <a:pt x="135350" y="1129665"/>
                    <a:pt x="66104" y="1129665"/>
                    <a:pt x="10382" y="1129665"/>
                  </a:cubicBezTo>
                  <a:lnTo>
                    <a:pt x="0" y="1129665"/>
                  </a:lnTo>
                  <a:lnTo>
                    <a:pt x="0" y="1204532"/>
                  </a:lnTo>
                  <a:cubicBezTo>
                    <a:pt x="0" y="1204532"/>
                    <a:pt x="166783" y="1197102"/>
                    <a:pt x="278225" y="1197102"/>
                  </a:cubicBezTo>
                  <a:cubicBezTo>
                    <a:pt x="374047" y="1197102"/>
                    <a:pt x="540734" y="1204246"/>
                    <a:pt x="540734" y="1204532"/>
                  </a:cubicBezTo>
                  <a:lnTo>
                    <a:pt x="540734" y="1129665"/>
                  </a:lnTo>
                  <a:lnTo>
                    <a:pt x="525971" y="1129665"/>
                  </a:lnTo>
                  <a:cubicBezTo>
                    <a:pt x="470059" y="1129951"/>
                    <a:pt x="406813" y="1129760"/>
                    <a:pt x="388239" y="1075754"/>
                  </a:cubicBezTo>
                  <a:cubicBezTo>
                    <a:pt x="384620" y="1065086"/>
                    <a:pt x="381953" y="1050607"/>
                    <a:pt x="379857" y="1034034"/>
                  </a:cubicBezTo>
                  <a:cubicBezTo>
                    <a:pt x="372618" y="978122"/>
                    <a:pt x="372618" y="898017"/>
                    <a:pt x="372618" y="854297"/>
                  </a:cubicBezTo>
                  <a:lnTo>
                    <a:pt x="372618" y="653510"/>
                  </a:lnTo>
                  <a:cubicBezTo>
                    <a:pt x="439198" y="654082"/>
                    <a:pt x="444913" y="661035"/>
                    <a:pt x="479107" y="702469"/>
                  </a:cubicBezTo>
                  <a:cubicBezTo>
                    <a:pt x="485489" y="710089"/>
                    <a:pt x="492728" y="718756"/>
                    <a:pt x="501110" y="728472"/>
                  </a:cubicBezTo>
                  <a:lnTo>
                    <a:pt x="797909" y="1096804"/>
                  </a:lnTo>
                  <a:lnTo>
                    <a:pt x="885158" y="1204532"/>
                  </a:lnTo>
                  <a:cubicBezTo>
                    <a:pt x="885158" y="1204532"/>
                    <a:pt x="980885" y="1200436"/>
                    <a:pt x="1027366" y="1200436"/>
                  </a:cubicBezTo>
                  <a:cubicBezTo>
                    <a:pt x="1094994" y="1200436"/>
                    <a:pt x="1195102" y="1204627"/>
                    <a:pt x="1195102" y="1204627"/>
                  </a:cubicBezTo>
                  <a:lnTo>
                    <a:pt x="1195102" y="1131094"/>
                  </a:lnTo>
                  <a:lnTo>
                    <a:pt x="1186529" y="1129760"/>
                  </a:lnTo>
                  <a:close/>
                </a:path>
              </a:pathLst>
            </a:custGeom>
            <a:solidFill>
              <a:schemeClr val="bg1"/>
            </a:solidFill>
            <a:ln w="9525">
              <a:noFill/>
            </a:ln>
          </p:spPr>
          <p:style>
            <a:lnRef idx="0"/>
            <a:fillRef idx="0"/>
            <a:effectRef idx="0"/>
            <a:fontRef idx="minor"/>
          </p:style>
          <p:txBody>
            <a:bodyPr lIns="90000" tIns="45000" rIns="90000" bIns="45000" anchor="ctr">
              <a:noAutofit/>
            </a:bodyPr>
            <a:p>
              <a:endParaRPr lang="en-US" sz="1800" b="0" u="none" strike="noStrike">
                <a:solidFill>
                  <a:schemeClr val="dk1"/>
                </a:solidFill>
                <a:effectLst/>
                <a:uFillTx/>
                <a:latin typeface="Arial"/>
              </a:endParaRPr>
            </a:p>
          </p:txBody>
        </p:sp>
      </p:grpSp>
      <p:sp>
        <p:nvSpPr>
          <p:cNvPr id="308" name="PlaceHolder 1"/>
          <p:cNvSpPr>
            <a:spLocks noGrp="1"/>
          </p:cNvSpPr>
          <p:nvPr>
            <p:ph type="title" hasCustomPrompt="1"/>
          </p:nvPr>
        </p:nvSpPr>
        <p:spPr>
          <a:xfrm>
            <a:off x="386640" y="445680"/>
            <a:ext cx="4713840" cy="1271880"/>
          </a:xfrm>
          <a:prstGeom prst="rect">
            <a:avLst/>
          </a:prstGeom>
          <a:noFill/>
          <a:ln w="0">
            <a:noFill/>
          </a:ln>
        </p:spPr>
        <p:txBody>
          <a:bodyPr lIns="0" tIns="0" rIns="0" bIns="0" anchor="t">
            <a:normAutofit/>
          </a:bodyPr>
          <a:lstStyle>
            <a:lvl1pPr indent="0" algn="l" defTabSz="914400">
              <a:lnSpc>
                <a:spcPct val="90000"/>
              </a:lnSpc>
              <a:buNone/>
              <a:tabLst>
                <a:tab pos="0" algn="l"/>
              </a:tabLst>
              <a:defRPr lang="en-US" sz="4400" b="1" u="none" strike="noStrike">
                <a:solidFill>
                  <a:schemeClr val="dk1"/>
                </a:solidFill>
                <a:effectLst/>
                <a:uFillTx/>
                <a:latin typeface="Arial"/>
              </a:defRPr>
            </a:lvl1pPr>
          </a:lstStyle>
          <a:p>
            <a:pPr indent="0" algn="l" defTabSz="914400">
              <a:lnSpc>
                <a:spcPct val="90000"/>
              </a:lnSpc>
              <a:buNone/>
              <a:tabLst>
                <a:tab pos="0" algn="l"/>
              </a:tabLst>
            </a:pPr>
            <a:r>
              <a:rPr lang="en-US" sz="4400" b="1" u="none" strike="noStrike">
                <a:solidFill>
                  <a:schemeClr val="dk1"/>
                </a:solidFill>
                <a:effectLst/>
                <a:uFillTx/>
                <a:latin typeface="Arial"/>
              </a:rPr>
              <a:t>Click to add Main Header</a:t>
            </a:r>
            <a:endParaRPr lang="en-US" sz="4400" b="1" u="none" strike="noStrike">
              <a:solidFill>
                <a:schemeClr val="dk1"/>
              </a:solidFill>
              <a:effectLst/>
              <a:uFillTx/>
              <a:latin typeface="Arial"/>
            </a:endParaRPr>
          </a:p>
        </p:txBody>
      </p:sp>
      <p:sp>
        <p:nvSpPr>
          <p:cNvPr id="309" name="PlaceHolder 2"/>
          <p:cNvSpPr>
            <a:spLocks noGrp="1"/>
          </p:cNvSpPr>
          <p:nvPr>
            <p:ph type="body" hasCustomPrompt="1"/>
          </p:nvPr>
        </p:nvSpPr>
        <p:spPr>
          <a:xfrm>
            <a:off x="5283360" y="445680"/>
            <a:ext cx="6577560" cy="4638600"/>
          </a:xfrm>
          <a:prstGeom prst="rect">
            <a:avLst/>
          </a:prstGeom>
          <a:solidFill>
            <a:schemeClr val="lt1">
              <a:lumMod val="95000"/>
            </a:schemeClr>
          </a:solidFill>
          <a:ln w="0">
            <a:noFill/>
          </a:ln>
        </p:spPr>
        <p:txBody>
          <a:bodyPr lIns="90000" tIns="45000" rIns="90000" bIns="45000" anchor="ctr" anchorCtr="1">
            <a:noAutofit/>
          </a:bodyPr>
          <a:lstStyle>
            <a:lvl1pPr indent="0" algn="l" defTabSz="914400">
              <a:lnSpc>
                <a:spcPct val="90000"/>
              </a:lnSpc>
              <a:spcBef>
                <a:spcPts val="1001"/>
              </a:spcBef>
              <a:buNone/>
              <a:tabLst>
                <a:tab pos="0" algn="l"/>
              </a:tabLst>
              <a:defRPr lang="en-US" sz="2800" b="0" u="none" strike="noStrike">
                <a:solidFill>
                  <a:schemeClr val="dk1"/>
                </a:solidFill>
                <a:effectLst/>
                <a:uFillTx/>
                <a:latin typeface="Arial"/>
              </a:defRPr>
            </a:lvl1pPr>
          </a:lstStyle>
          <a:p>
            <a:pPr indent="0" algn="l" defTabSz="914400">
              <a:lnSpc>
                <a:spcPct val="90000"/>
              </a:lnSpc>
              <a:spcBef>
                <a:spcPts val="1001"/>
              </a:spcBef>
              <a:buNone/>
              <a:tabLst>
                <a:tab pos="0" algn="l"/>
              </a:tabLst>
            </a:pPr>
            <a:r>
              <a:rPr lang="en-US" sz="2800" b="0" u="none" strike="noStrike">
                <a:solidFill>
                  <a:schemeClr val="dk1"/>
                </a:solidFill>
                <a:effectLst/>
                <a:uFillTx/>
                <a:latin typeface="Arial"/>
              </a:rPr>
              <a:t>Place image/chart here</a:t>
            </a:r>
            <a:endParaRPr lang="en-US" sz="2800" b="0" u="none" strike="noStrike">
              <a:solidFill>
                <a:schemeClr val="dk1"/>
              </a:solidFill>
              <a:effectLst/>
              <a:uFillTx/>
              <a:latin typeface="Arial"/>
            </a:endParaRPr>
          </a:p>
        </p:txBody>
      </p:sp>
    </p:spTree>
  </p:cSld>
</p:sldLayout>
</file>

<file path=ppt/slideLayouts/slideLayout1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Layout 4 Header Bottom Reference">
    <p:bg>
      <p:bgPr>
        <a:solidFill>
          <a:srgbClr val="FFFFFF"/>
        </a:solidFill>
      </p:bgPr>
    </p:bg>
    <p:spTree>
      <p:nvGrpSpPr>
        <p:cNvPr id="1" name=""/>
        <p:cNvGrpSpPr/>
        <p:nvPr/>
      </p:nvGrpSpPr>
      <p:grpSpPr>
        <a:xfrm>
          <a:off x="0" y="0"/>
          <a:ext cx="0" cy="0"/>
          <a:chOff x="0" y="0"/>
          <a:chExt cx="0" cy="0"/>
        </a:xfrm>
      </p:grpSpPr>
      <p:sp>
        <p:nvSpPr>
          <p:cNvPr id="310" name="Rectangle 5"/>
          <p:cNvSpPr/>
          <p:nvPr/>
        </p:nvSpPr>
        <p:spPr>
          <a:xfrm>
            <a:off x="0" y="0"/>
            <a:ext cx="12190680" cy="666000"/>
          </a:xfrm>
          <a:prstGeom prst="rect">
            <a:avLst/>
          </a:prstGeom>
          <a:solidFill>
            <a:srgbClr val="F86901"/>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p>
            <a:endParaRPr lang="en-US" sz="1800" b="0" u="none" strike="noStrike">
              <a:solidFill>
                <a:schemeClr val="lt1"/>
              </a:solidFill>
              <a:effectLst/>
              <a:uFillTx/>
              <a:latin typeface="Arial"/>
            </a:endParaRPr>
          </a:p>
        </p:txBody>
      </p:sp>
      <p:sp>
        <p:nvSpPr>
          <p:cNvPr id="311" name="TextBox 10"/>
          <p:cNvSpPr/>
          <p:nvPr/>
        </p:nvSpPr>
        <p:spPr>
          <a:xfrm>
            <a:off x="11689200" y="269640"/>
            <a:ext cx="476280" cy="238680"/>
          </a:xfrm>
          <a:prstGeom prst="rect">
            <a:avLst/>
          </a:prstGeom>
          <a:noFill/>
          <a:ln w="0">
            <a:noFill/>
          </a:ln>
        </p:spPr>
        <p:style>
          <a:lnRef idx="0"/>
          <a:fillRef idx="0"/>
          <a:effectRef idx="0"/>
          <a:fontRef idx="minor"/>
        </p:style>
        <p:txBody>
          <a:bodyPr lIns="90000" tIns="45000" rIns="90000" bIns="45000" anchor="t">
            <a:spAutoFit/>
          </a:bodyPr>
          <a:p>
            <a:pPr defTabSz="914400">
              <a:lnSpc>
                <a:spcPct val="80000"/>
              </a:lnSpc>
            </a:pPr>
            <a:r>
              <a:rPr lang="en-US" sz="1200" b="0" u="none" strike="noStrike">
                <a:solidFill>
                  <a:srgbClr val="E56B2A"/>
                </a:solidFill>
                <a:effectLst/>
                <a:uFillTx/>
                <a:latin typeface="Georgia"/>
              </a:rPr>
              <a:t> </a:t>
            </a:r>
            <a:fld id="{4FFDE112-7681-408D-A507-9A00BF4385C3}" type="slidenum">
              <a:rPr lang="en-US" sz="1130" b="0" u="none" strike="noStrike">
                <a:solidFill>
                  <a:schemeClr val="lt1"/>
                </a:solidFill>
                <a:effectLst/>
                <a:uFillTx/>
                <a:latin typeface="Arial"/>
              </a:rPr>
              <a:t>&lt;number&gt;</a:t>
            </a:fld>
            <a:endParaRPr lang="en-US" sz="1130" b="0" u="none" strike="noStrike">
              <a:solidFill>
                <a:srgbClr val="000000"/>
              </a:solidFill>
              <a:effectLst/>
              <a:uFillTx/>
              <a:latin typeface="Arial"/>
            </a:endParaRPr>
          </a:p>
        </p:txBody>
      </p:sp>
      <p:pic>
        <p:nvPicPr>
          <p:cNvPr id="312" name="Graphic 11"/>
          <p:cNvPicPr/>
          <p:nvPr/>
        </p:nvPicPr>
        <p:blipFill>
          <a:blip r:embed="rId2">
            <a:extLst>
              <a:ext uri="{96DAC541-7B7A-43D3-8B79-37D633B846F1}">
                <asvg:svgBlip xmlns:asvg="http://schemas.microsoft.com/office/drawing/2016/SVG/main" r:embed="rId3"/>
              </a:ext>
            </a:extLst>
          </a:blip>
          <a:stretch/>
        </p:blipFill>
        <p:spPr>
          <a:xfrm>
            <a:off x="9069840" y="240840"/>
            <a:ext cx="2699280" cy="238680"/>
          </a:xfrm>
          <a:prstGeom prst="rect">
            <a:avLst/>
          </a:prstGeom>
          <a:noFill/>
          <a:ln w="0">
            <a:noFill/>
          </a:ln>
        </p:spPr>
      </p:pic>
      <p:grpSp>
        <p:nvGrpSpPr>
          <p:cNvPr id="313" name="Graphic 22"/>
          <p:cNvGrpSpPr/>
          <p:nvPr/>
        </p:nvGrpSpPr>
        <p:grpSpPr>
          <a:xfrm>
            <a:off x="201960" y="195840"/>
            <a:ext cx="797760" cy="300600"/>
            <a:chOff x="201960" y="195840"/>
            <a:chExt cx="797760" cy="300600"/>
          </a:xfrm>
        </p:grpSpPr>
        <p:sp>
          <p:nvSpPr>
            <p:cNvPr id="314" name="Freeform 2"/>
            <p:cNvSpPr/>
            <p:nvPr/>
          </p:nvSpPr>
          <p:spPr>
            <a:xfrm>
              <a:off x="540720" y="195840"/>
              <a:ext cx="135720" cy="300240"/>
            </a:xfrm>
            <a:custGeom>
              <a:avLst/>
              <a:gdLst>
                <a:gd name="textAreaLeft" fmla="*/ 0 w 135720"/>
                <a:gd name="textAreaRight" fmla="*/ 137160 w 135720"/>
                <a:gd name="textAreaTop" fmla="*/ 0 h 300240"/>
                <a:gd name="textAreaBottom" fmla="*/ 301680 h 300240"/>
                <a:gd name="GluePoint1X" fmla="*/ 393478 w 547877"/>
                <a:gd name="GluePoint1Y" fmla="*/ 129064 h 1204531"/>
                <a:gd name="GluePoint2X" fmla="*/ 537686 w 547877"/>
                <a:gd name="GluePoint2Y" fmla="*/ 74771 h 1204531"/>
                <a:gd name="GluePoint3X" fmla="*/ 547878 w 547877"/>
                <a:gd name="GluePoint3Y" fmla="*/ 74771 h 1204531"/>
                <a:gd name="GluePoint4X" fmla="*/ 547878 w 547877"/>
                <a:gd name="GluePoint4Y" fmla="*/ 0 h 1204531"/>
                <a:gd name="GluePoint5X" fmla="*/ 267938 w 547877"/>
                <a:gd name="GluePoint5Y" fmla="*/ 4667 h 1204531"/>
                <a:gd name="GluePoint6X" fmla="*/ 0 w 547877"/>
                <a:gd name="GluePoint6Y" fmla="*/ 0 h 1204531"/>
                <a:gd name="GluePoint7X" fmla="*/ 0 w 547877"/>
                <a:gd name="GluePoint7Y" fmla="*/ 74771 h 1204531"/>
                <a:gd name="GluePoint8X" fmla="*/ 10192 w 547877"/>
                <a:gd name="GluePoint8Y" fmla="*/ 74771 h 1204531"/>
                <a:gd name="GluePoint9X" fmla="*/ 154400 w 547877"/>
                <a:gd name="GluePoint9Y" fmla="*/ 128968 h 1204531"/>
                <a:gd name="GluePoint10X" fmla="*/ 171640 w 547877"/>
                <a:gd name="GluePoint10Y" fmla="*/ 363188 h 1204531"/>
                <a:gd name="GluePoint11X" fmla="*/ 171640 w 547877"/>
                <a:gd name="GluePoint11Y" fmla="*/ 841153 h 1204531"/>
                <a:gd name="GluePoint12X" fmla="*/ 154496 w 547877"/>
                <a:gd name="GluePoint12Y" fmla="*/ 1075373 h 1204531"/>
                <a:gd name="GluePoint13X" fmla="*/ 10192 w 547877"/>
                <a:gd name="GluePoint13Y" fmla="*/ 1129569 h 1204531"/>
                <a:gd name="GluePoint14X" fmla="*/ 0 w 547877"/>
                <a:gd name="GluePoint14Y" fmla="*/ 1129569 h 1204531"/>
                <a:gd name="GluePoint15X" fmla="*/ 0 w 547877"/>
                <a:gd name="GluePoint15Y" fmla="*/ 1204531 h 1204531"/>
                <a:gd name="GluePoint16X" fmla="*/ 268224 w 547877"/>
                <a:gd name="GluePoint16Y" fmla="*/ 1197102 h 1204531"/>
                <a:gd name="GluePoint17X" fmla="*/ 547878 w 547877"/>
                <a:gd name="GluePoint17Y" fmla="*/ 1204531 h 1204531"/>
                <a:gd name="GluePoint18X" fmla="*/ 547878 w 547877"/>
                <a:gd name="GluePoint18Y" fmla="*/ 1129569 h 1204531"/>
                <a:gd name="GluePoint19X" fmla="*/ 537686 w 547877"/>
                <a:gd name="GluePoint19Y" fmla="*/ 1129569 h 1204531"/>
                <a:gd name="GluePoint20X" fmla="*/ 393478 w 547877"/>
                <a:gd name="GluePoint20Y" fmla="*/ 1075468 h 1204531"/>
                <a:gd name="GluePoint21X" fmla="*/ 376333 w 547877"/>
                <a:gd name="GluePoint21Y" fmla="*/ 841153 h 1204531"/>
                <a:gd name="GluePoint22X" fmla="*/ 376333 w 547877"/>
                <a:gd name="GluePoint22Y" fmla="*/ 363188 h 1204531"/>
                <a:gd name="GluePoint23X" fmla="*/ 393478 w 547877"/>
                <a:gd name="GluePoint23Y" fmla="*/ 129064 h 1204531"/>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 ang="0">
                  <a:pos x="GluePoint16X" y="GluePoint16Y"/>
                </a:cxn>
                <a:cxn ang="0">
                  <a:pos x="GluePoint17X" y="GluePoint17Y"/>
                </a:cxn>
                <a:cxn ang="0">
                  <a:pos x="GluePoint18X" y="GluePoint18Y"/>
                </a:cxn>
                <a:cxn ang="0">
                  <a:pos x="GluePoint19X" y="GluePoint19Y"/>
                </a:cxn>
                <a:cxn ang="0">
                  <a:pos x="GluePoint20X" y="GluePoint20Y"/>
                </a:cxn>
                <a:cxn ang="0">
                  <a:pos x="GluePoint21X" y="GluePoint21Y"/>
                </a:cxn>
                <a:cxn ang="0">
                  <a:pos x="GluePoint22X" y="GluePoint22Y"/>
                </a:cxn>
                <a:cxn ang="0">
                  <a:pos x="GluePoint23X" y="GluePoint23Y"/>
                </a:cxn>
              </a:cxnLst>
              <a:rect l="textAreaLeft" t="textAreaTop" r="textAreaRight" b="textAreaBottom"/>
              <a:pathLst>
                <a:path w="547877" h="1204531">
                  <a:moveTo>
                    <a:pt x="393478" y="129064"/>
                  </a:moveTo>
                  <a:cubicBezTo>
                    <a:pt x="414242" y="74771"/>
                    <a:pt x="482727" y="74771"/>
                    <a:pt x="537686" y="74771"/>
                  </a:cubicBezTo>
                  <a:lnTo>
                    <a:pt x="547878" y="74771"/>
                  </a:lnTo>
                  <a:lnTo>
                    <a:pt x="547878" y="0"/>
                  </a:lnTo>
                  <a:cubicBezTo>
                    <a:pt x="547878" y="0"/>
                    <a:pt x="333565" y="4667"/>
                    <a:pt x="267938" y="4667"/>
                  </a:cubicBezTo>
                  <a:cubicBezTo>
                    <a:pt x="200406" y="4667"/>
                    <a:pt x="0" y="0"/>
                    <a:pt x="0" y="0"/>
                  </a:cubicBezTo>
                  <a:lnTo>
                    <a:pt x="0" y="74771"/>
                  </a:lnTo>
                  <a:lnTo>
                    <a:pt x="10192" y="74771"/>
                  </a:lnTo>
                  <a:cubicBezTo>
                    <a:pt x="65246" y="74771"/>
                    <a:pt x="133731" y="74771"/>
                    <a:pt x="154400" y="128968"/>
                  </a:cubicBezTo>
                  <a:cubicBezTo>
                    <a:pt x="171640" y="175450"/>
                    <a:pt x="171640" y="307086"/>
                    <a:pt x="171640" y="363188"/>
                  </a:cubicBezTo>
                  <a:lnTo>
                    <a:pt x="171640" y="841153"/>
                  </a:lnTo>
                  <a:cubicBezTo>
                    <a:pt x="171640" y="897350"/>
                    <a:pt x="171640" y="1028890"/>
                    <a:pt x="154496" y="1075373"/>
                  </a:cubicBezTo>
                  <a:cubicBezTo>
                    <a:pt x="133731" y="1129569"/>
                    <a:pt x="65246" y="1129569"/>
                    <a:pt x="10192" y="1129569"/>
                  </a:cubicBezTo>
                  <a:lnTo>
                    <a:pt x="0" y="1129569"/>
                  </a:lnTo>
                  <a:lnTo>
                    <a:pt x="0" y="1204531"/>
                  </a:lnTo>
                  <a:cubicBezTo>
                    <a:pt x="0" y="1204341"/>
                    <a:pt x="173260" y="1197102"/>
                    <a:pt x="268224" y="1197102"/>
                  </a:cubicBezTo>
                  <a:cubicBezTo>
                    <a:pt x="377476" y="1197102"/>
                    <a:pt x="547878" y="1204531"/>
                    <a:pt x="547878" y="1204531"/>
                  </a:cubicBezTo>
                  <a:lnTo>
                    <a:pt x="547878" y="1129569"/>
                  </a:lnTo>
                  <a:lnTo>
                    <a:pt x="537686" y="1129569"/>
                  </a:lnTo>
                  <a:cubicBezTo>
                    <a:pt x="482727" y="1129569"/>
                    <a:pt x="414242" y="1129569"/>
                    <a:pt x="393478" y="1075468"/>
                  </a:cubicBezTo>
                  <a:cubicBezTo>
                    <a:pt x="376333" y="1028890"/>
                    <a:pt x="376333" y="897350"/>
                    <a:pt x="376333" y="841153"/>
                  </a:cubicBezTo>
                  <a:lnTo>
                    <a:pt x="376333" y="363188"/>
                  </a:lnTo>
                  <a:cubicBezTo>
                    <a:pt x="376333" y="307086"/>
                    <a:pt x="376333" y="175450"/>
                    <a:pt x="393478" y="129064"/>
                  </a:cubicBezTo>
                </a:path>
              </a:pathLst>
            </a:custGeom>
            <a:solidFill>
              <a:schemeClr val="bg1"/>
            </a:solidFill>
            <a:ln w="9525">
              <a:noFill/>
            </a:ln>
          </p:spPr>
          <p:style>
            <a:lnRef idx="0"/>
            <a:fillRef idx="0"/>
            <a:effectRef idx="0"/>
            <a:fontRef idx="minor"/>
          </p:style>
          <p:txBody>
            <a:bodyPr lIns="68040" tIns="45000" rIns="68040" bIns="45000" anchor="ctr">
              <a:noAutofit/>
            </a:bodyPr>
            <a:p>
              <a:endParaRPr lang="en-US" sz="1800" b="0" u="none" strike="noStrike">
                <a:solidFill>
                  <a:schemeClr val="dk1"/>
                </a:solidFill>
                <a:effectLst/>
                <a:uFillTx/>
                <a:latin typeface="Arial"/>
              </a:endParaRPr>
            </a:p>
          </p:txBody>
        </p:sp>
        <p:sp>
          <p:nvSpPr>
            <p:cNvPr id="315" name="Freeform 3"/>
            <p:cNvSpPr/>
            <p:nvPr/>
          </p:nvSpPr>
          <p:spPr>
            <a:xfrm>
              <a:off x="718920" y="196200"/>
              <a:ext cx="280800" cy="300240"/>
            </a:xfrm>
            <a:custGeom>
              <a:avLst/>
              <a:gdLst>
                <a:gd name="textAreaLeft" fmla="*/ 0 w 280800"/>
                <a:gd name="textAreaRight" fmla="*/ 282240 w 280800"/>
                <a:gd name="textAreaTop" fmla="*/ 0 h 300240"/>
                <a:gd name="textAreaBottom" fmla="*/ 301680 h 300240"/>
                <a:gd name="GluePoint1X" fmla="*/ 0 w 1126902"/>
                <a:gd name="GluePoint1Y" fmla="*/ 0 h 1204245"/>
                <a:gd name="GluePoint2X" fmla="*/ 0 w 1126902"/>
                <a:gd name="GluePoint2Y" fmla="*/ 312420 h 1204245"/>
                <a:gd name="GluePoint3X" fmla="*/ 74295 w 1126902"/>
                <a:gd name="GluePoint3Y" fmla="*/ 312420 h 1204245"/>
                <a:gd name="GluePoint4X" fmla="*/ 74581 w 1126902"/>
                <a:gd name="GluePoint4Y" fmla="*/ 302609 h 1204245"/>
                <a:gd name="GluePoint5X" fmla="*/ 334328 w 1126902"/>
                <a:gd name="GluePoint5Y" fmla="*/ 90773 h 1204245"/>
                <a:gd name="GluePoint6X" fmla="*/ 352330 w 1126902"/>
                <a:gd name="GluePoint6Y" fmla="*/ 90678 h 1204245"/>
                <a:gd name="GluePoint7X" fmla="*/ 453200 w 1126902"/>
                <a:gd name="GluePoint7Y" fmla="*/ 106204 h 1204245"/>
                <a:gd name="GluePoint8X" fmla="*/ 461201 w 1126902"/>
                <a:gd name="GluePoint8Y" fmla="*/ 128873 h 1204245"/>
                <a:gd name="GluePoint9X" fmla="*/ 461201 w 1126902"/>
                <a:gd name="GluePoint9Y" fmla="*/ 950119 h 1204245"/>
                <a:gd name="GluePoint10X" fmla="*/ 272510 w 1126902"/>
                <a:gd name="GluePoint10Y" fmla="*/ 1129475 h 1204245"/>
                <a:gd name="GluePoint11X" fmla="*/ 262700 w 1126902"/>
                <a:gd name="GluePoint11Y" fmla="*/ 1129856 h 1204245"/>
                <a:gd name="GluePoint12X" fmla="*/ 262700 w 1126902"/>
                <a:gd name="GluePoint12Y" fmla="*/ 1204246 h 1204245"/>
                <a:gd name="GluePoint13X" fmla="*/ 578548 w 1126902"/>
                <a:gd name="GluePoint13Y" fmla="*/ 1196911 h 1204245"/>
                <a:gd name="GluePoint14X" fmla="*/ 864203 w 1126902"/>
                <a:gd name="GluePoint14Y" fmla="*/ 1204246 h 1204245"/>
                <a:gd name="GluePoint15X" fmla="*/ 864203 w 1126902"/>
                <a:gd name="GluePoint15Y" fmla="*/ 1129856 h 1204245"/>
                <a:gd name="GluePoint16X" fmla="*/ 854393 w 1126902"/>
                <a:gd name="GluePoint16Y" fmla="*/ 1129475 h 1204245"/>
                <a:gd name="GluePoint17X" fmla="*/ 665702 w 1126902"/>
                <a:gd name="GluePoint17Y" fmla="*/ 950119 h 1204245"/>
                <a:gd name="GluePoint18X" fmla="*/ 665702 w 1126902"/>
                <a:gd name="GluePoint18Y" fmla="*/ 128873 h 1204245"/>
                <a:gd name="GluePoint19X" fmla="*/ 673608 w 1126902"/>
                <a:gd name="GluePoint19Y" fmla="*/ 108490 h 1204245"/>
                <a:gd name="GluePoint20X" fmla="*/ 791718 w 1126902"/>
                <a:gd name="GluePoint20Y" fmla="*/ 90488 h 1204245"/>
                <a:gd name="GluePoint21X" fmla="*/ 815912 w 1126902"/>
                <a:gd name="GluePoint21Y" fmla="*/ 90773 h 1204245"/>
                <a:gd name="GluePoint22X" fmla="*/ 1052513 w 1126902"/>
                <a:gd name="GluePoint22Y" fmla="*/ 302895 h 1204245"/>
                <a:gd name="GluePoint23X" fmla="*/ 1053084 w 1126902"/>
                <a:gd name="GluePoint23Y" fmla="*/ 312420 h 1204245"/>
                <a:gd name="GluePoint24X" fmla="*/ 1126903 w 1126902"/>
                <a:gd name="GluePoint24Y" fmla="*/ 312420 h 1204245"/>
                <a:gd name="GluePoint25X" fmla="*/ 1126903 w 1126902"/>
                <a:gd name="GluePoint25Y" fmla="*/ 0 h 1204245"/>
                <a:gd name="GluePoint26X" fmla="*/ 563404 w 1126902"/>
                <a:gd name="GluePoint26Y" fmla="*/ 2857 h 1204245"/>
                <a:gd name="GluePoint27X" fmla="*/ 0 w 1126902"/>
                <a:gd name="GluePoint27Y" fmla="*/ 0 h 1204245"/>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 ang="0">
                  <a:pos x="GluePoint16X" y="GluePoint16Y"/>
                </a:cxn>
                <a:cxn ang="0">
                  <a:pos x="GluePoint17X" y="GluePoint17Y"/>
                </a:cxn>
                <a:cxn ang="0">
                  <a:pos x="GluePoint18X" y="GluePoint18Y"/>
                </a:cxn>
                <a:cxn ang="0">
                  <a:pos x="GluePoint19X" y="GluePoint19Y"/>
                </a:cxn>
                <a:cxn ang="0">
                  <a:pos x="GluePoint20X" y="GluePoint20Y"/>
                </a:cxn>
                <a:cxn ang="0">
                  <a:pos x="GluePoint21X" y="GluePoint21Y"/>
                </a:cxn>
                <a:cxn ang="0">
                  <a:pos x="GluePoint22X" y="GluePoint22Y"/>
                </a:cxn>
                <a:cxn ang="0">
                  <a:pos x="GluePoint23X" y="GluePoint23Y"/>
                </a:cxn>
                <a:cxn ang="0">
                  <a:pos x="GluePoint24X" y="GluePoint24Y"/>
                </a:cxn>
                <a:cxn ang="0">
                  <a:pos x="GluePoint25X" y="GluePoint25Y"/>
                </a:cxn>
                <a:cxn ang="0">
                  <a:pos x="GluePoint26X" y="GluePoint26Y"/>
                </a:cxn>
                <a:cxn ang="0">
                  <a:pos x="GluePoint27X" y="GluePoint27Y"/>
                </a:cxn>
              </a:cxnLst>
              <a:rect l="textAreaLeft" t="textAreaTop" r="textAreaRight" b="textAreaBottom"/>
              <a:pathLst>
                <a:path w="1126902" h="1204245">
                  <a:moveTo>
                    <a:pt x="0" y="0"/>
                  </a:moveTo>
                  <a:lnTo>
                    <a:pt x="0" y="312420"/>
                  </a:lnTo>
                  <a:lnTo>
                    <a:pt x="74295" y="312420"/>
                  </a:lnTo>
                  <a:lnTo>
                    <a:pt x="74581" y="302609"/>
                  </a:lnTo>
                  <a:cubicBezTo>
                    <a:pt x="81344" y="99346"/>
                    <a:pt x="159163" y="90773"/>
                    <a:pt x="334328" y="90773"/>
                  </a:cubicBezTo>
                  <a:cubicBezTo>
                    <a:pt x="340328" y="90773"/>
                    <a:pt x="346424" y="90773"/>
                    <a:pt x="352330" y="90678"/>
                  </a:cubicBezTo>
                  <a:cubicBezTo>
                    <a:pt x="395859" y="90392"/>
                    <a:pt x="437007" y="90106"/>
                    <a:pt x="453200" y="106204"/>
                  </a:cubicBezTo>
                  <a:cubicBezTo>
                    <a:pt x="458629" y="111538"/>
                    <a:pt x="461201" y="118967"/>
                    <a:pt x="461201" y="128873"/>
                  </a:cubicBezTo>
                  <a:lnTo>
                    <a:pt x="461201" y="950119"/>
                  </a:lnTo>
                  <a:cubicBezTo>
                    <a:pt x="461201" y="1072039"/>
                    <a:pt x="444151" y="1122426"/>
                    <a:pt x="272510" y="1129475"/>
                  </a:cubicBezTo>
                  <a:lnTo>
                    <a:pt x="262700" y="1129856"/>
                  </a:lnTo>
                  <a:lnTo>
                    <a:pt x="262700" y="1204246"/>
                  </a:lnTo>
                  <a:cubicBezTo>
                    <a:pt x="262700" y="1204246"/>
                    <a:pt x="462725" y="1196911"/>
                    <a:pt x="578548" y="1196911"/>
                  </a:cubicBezTo>
                  <a:cubicBezTo>
                    <a:pt x="666941" y="1196911"/>
                    <a:pt x="864203" y="1204246"/>
                    <a:pt x="864203" y="1204246"/>
                  </a:cubicBezTo>
                  <a:lnTo>
                    <a:pt x="864203" y="1129856"/>
                  </a:lnTo>
                  <a:lnTo>
                    <a:pt x="854393" y="1129475"/>
                  </a:lnTo>
                  <a:cubicBezTo>
                    <a:pt x="682752" y="1122426"/>
                    <a:pt x="665702" y="1072039"/>
                    <a:pt x="665702" y="950119"/>
                  </a:cubicBezTo>
                  <a:lnTo>
                    <a:pt x="665702" y="128873"/>
                  </a:lnTo>
                  <a:cubicBezTo>
                    <a:pt x="665702" y="120396"/>
                    <a:pt x="668369" y="113729"/>
                    <a:pt x="673608" y="108490"/>
                  </a:cubicBezTo>
                  <a:cubicBezTo>
                    <a:pt x="693420" y="89059"/>
                    <a:pt x="747903" y="89821"/>
                    <a:pt x="791718" y="90488"/>
                  </a:cubicBezTo>
                  <a:cubicBezTo>
                    <a:pt x="800005" y="90583"/>
                    <a:pt x="808196" y="90773"/>
                    <a:pt x="815912" y="90773"/>
                  </a:cubicBezTo>
                  <a:cubicBezTo>
                    <a:pt x="987267" y="90773"/>
                    <a:pt x="1042511" y="140303"/>
                    <a:pt x="1052513" y="302895"/>
                  </a:cubicBezTo>
                  <a:lnTo>
                    <a:pt x="1053084" y="312420"/>
                  </a:lnTo>
                  <a:lnTo>
                    <a:pt x="1126903" y="312420"/>
                  </a:lnTo>
                  <a:lnTo>
                    <a:pt x="1126903" y="0"/>
                  </a:lnTo>
                  <a:cubicBezTo>
                    <a:pt x="1126903" y="0"/>
                    <a:pt x="694468" y="2857"/>
                    <a:pt x="563404" y="2857"/>
                  </a:cubicBezTo>
                  <a:cubicBezTo>
                    <a:pt x="432340" y="2857"/>
                    <a:pt x="0" y="0"/>
                    <a:pt x="0" y="0"/>
                  </a:cubicBezTo>
                </a:path>
              </a:pathLst>
            </a:custGeom>
            <a:solidFill>
              <a:schemeClr val="bg1"/>
            </a:solidFill>
            <a:ln w="9525">
              <a:noFill/>
            </a:ln>
          </p:spPr>
          <p:style>
            <a:lnRef idx="0"/>
            <a:fillRef idx="0"/>
            <a:effectRef idx="0"/>
            <a:fontRef idx="minor"/>
          </p:style>
          <p:txBody>
            <a:bodyPr lIns="90000" tIns="45000" rIns="90000" bIns="45000" anchor="ctr">
              <a:noAutofit/>
            </a:bodyPr>
            <a:p>
              <a:endParaRPr lang="en-US" sz="1800" b="0" u="none" strike="noStrike">
                <a:solidFill>
                  <a:schemeClr val="dk1"/>
                </a:solidFill>
                <a:effectLst/>
                <a:uFillTx/>
                <a:latin typeface="Arial"/>
              </a:endParaRPr>
            </a:p>
          </p:txBody>
        </p:sp>
        <p:sp>
          <p:nvSpPr>
            <p:cNvPr id="316" name="Freeform 4"/>
            <p:cNvSpPr/>
            <p:nvPr/>
          </p:nvSpPr>
          <p:spPr>
            <a:xfrm>
              <a:off x="201960" y="195840"/>
              <a:ext cx="297720" cy="300240"/>
            </a:xfrm>
            <a:custGeom>
              <a:avLst/>
              <a:gdLst>
                <a:gd name="textAreaLeft" fmla="*/ 0 w 297720"/>
                <a:gd name="textAreaRight" fmla="*/ 299160 w 297720"/>
                <a:gd name="textAreaTop" fmla="*/ 0 h 300240"/>
                <a:gd name="textAreaBottom" fmla="*/ 301680 h 300240"/>
                <a:gd name="GluePoint1X" fmla="*/ 372618 w 1195101"/>
                <a:gd name="GluePoint1Y" fmla="*/ 571786 h 1204626"/>
                <a:gd name="GluePoint2X" fmla="*/ 372523 w 1195101"/>
                <a:gd name="GluePoint2Y" fmla="*/ 134303 h 1204626"/>
                <a:gd name="GluePoint3X" fmla="*/ 386239 w 1195101"/>
                <a:gd name="GluePoint3Y" fmla="*/ 86487 h 1204626"/>
                <a:gd name="GluePoint4X" fmla="*/ 498348 w 1195101"/>
                <a:gd name="GluePoint4Y" fmla="*/ 85630 h 1204626"/>
                <a:gd name="GluePoint5X" fmla="*/ 738473 w 1195101"/>
                <a:gd name="GluePoint5Y" fmla="*/ 330518 h 1204626"/>
                <a:gd name="GluePoint6X" fmla="*/ 640747 w 1195101"/>
                <a:gd name="GluePoint6Y" fmla="*/ 541687 h 1204626"/>
                <a:gd name="GluePoint7X" fmla="*/ 372618 w 1195101"/>
                <a:gd name="GluePoint7Y" fmla="*/ 571786 h 1204626"/>
                <a:gd name="GluePoint8X" fmla="*/ 1186529 w 1195101"/>
                <a:gd name="GluePoint8Y" fmla="*/ 1129760 h 1204626"/>
                <a:gd name="GluePoint9X" fmla="*/ 1017461 w 1195101"/>
                <a:gd name="GluePoint9Y" fmla="*/ 1040702 h 1204626"/>
                <a:gd name="GluePoint10X" fmla="*/ 661797 w 1195101"/>
                <a:gd name="GluePoint10Y" fmla="*/ 632460 h 1204626"/>
                <a:gd name="GluePoint11X" fmla="*/ 964597 w 1195101"/>
                <a:gd name="GluePoint11Y" fmla="*/ 305371 h 1204626"/>
                <a:gd name="GluePoint12X" fmla="*/ 831056 w 1195101"/>
                <a:gd name="GluePoint12Y" fmla="*/ 55816 h 1204626"/>
                <a:gd name="GluePoint13X" fmla="*/ 544639 w 1195101"/>
                <a:gd name="GluePoint13Y" fmla="*/ 190 h 1204626"/>
                <a:gd name="GluePoint14X" fmla="*/ 317468 w 1195101"/>
                <a:gd name="GluePoint14Y" fmla="*/ 4191 h 1204626"/>
                <a:gd name="GluePoint15X" fmla="*/ 191 w 1195101"/>
                <a:gd name="GluePoint15Y" fmla="*/ 0 h 1204626"/>
                <a:gd name="GluePoint16X" fmla="*/ 191 w 1195101"/>
                <a:gd name="GluePoint16Y" fmla="*/ 74866 h 1204626"/>
                <a:gd name="GluePoint17X" fmla="*/ 15050 w 1195101"/>
                <a:gd name="GluePoint17Y" fmla="*/ 74866 h 1204626"/>
                <a:gd name="GluePoint18X" fmla="*/ 152781 w 1195101"/>
                <a:gd name="GluePoint18Y" fmla="*/ 128683 h 1204626"/>
                <a:gd name="GluePoint19X" fmla="*/ 168307 w 1195101"/>
                <a:gd name="GluePoint19Y" fmla="*/ 350139 h 1204626"/>
                <a:gd name="GluePoint20X" fmla="*/ 168307 w 1195101"/>
                <a:gd name="GluePoint20Y" fmla="*/ 841248 h 1204626"/>
                <a:gd name="GluePoint21X" fmla="*/ 161068 w 1195101"/>
                <a:gd name="GluePoint21Y" fmla="*/ 1034129 h 1204626"/>
                <a:gd name="GluePoint22X" fmla="*/ 152686 w 1195101"/>
                <a:gd name="GluePoint22Y" fmla="*/ 1075944 h 1204626"/>
                <a:gd name="GluePoint23X" fmla="*/ 10382 w 1195101"/>
                <a:gd name="GluePoint23Y" fmla="*/ 1129665 h 1204626"/>
                <a:gd name="GluePoint24X" fmla="*/ 0 w 1195101"/>
                <a:gd name="GluePoint24Y" fmla="*/ 1129665 h 1204626"/>
                <a:gd name="GluePoint25X" fmla="*/ 0 w 1195101"/>
                <a:gd name="GluePoint25Y" fmla="*/ 1204532 h 1204626"/>
                <a:gd name="GluePoint26X" fmla="*/ 278225 w 1195101"/>
                <a:gd name="GluePoint26Y" fmla="*/ 1197102 h 1204626"/>
                <a:gd name="GluePoint27X" fmla="*/ 540734 w 1195101"/>
                <a:gd name="GluePoint27Y" fmla="*/ 1204532 h 1204626"/>
                <a:gd name="GluePoint28X" fmla="*/ 540734 w 1195101"/>
                <a:gd name="GluePoint28Y" fmla="*/ 1129665 h 1204626"/>
                <a:gd name="GluePoint29X" fmla="*/ 525971 w 1195101"/>
                <a:gd name="GluePoint29Y" fmla="*/ 1129665 h 1204626"/>
                <a:gd name="GluePoint30X" fmla="*/ 388239 w 1195101"/>
                <a:gd name="GluePoint30Y" fmla="*/ 1075754 h 1204626"/>
                <a:gd name="GluePoint31X" fmla="*/ 379857 w 1195101"/>
                <a:gd name="GluePoint31Y" fmla="*/ 1034034 h 1204626"/>
                <a:gd name="GluePoint32X" fmla="*/ 372618 w 1195101"/>
                <a:gd name="GluePoint32Y" fmla="*/ 854297 h 1204626"/>
                <a:gd name="GluePoint33X" fmla="*/ 372618 w 1195101"/>
                <a:gd name="GluePoint33Y" fmla="*/ 653510 h 1204626"/>
                <a:gd name="GluePoint34X" fmla="*/ 479107 w 1195101"/>
                <a:gd name="GluePoint34Y" fmla="*/ 702469 h 1204626"/>
                <a:gd name="GluePoint35X" fmla="*/ 501110 w 1195101"/>
                <a:gd name="GluePoint35Y" fmla="*/ 728472 h 1204626"/>
                <a:gd name="GluePoint36X" fmla="*/ 797909 w 1195101"/>
                <a:gd name="GluePoint36Y" fmla="*/ 1096804 h 1204626"/>
                <a:gd name="GluePoint37X" fmla="*/ 885158 w 1195101"/>
                <a:gd name="GluePoint37Y" fmla="*/ 1204532 h 1204626"/>
                <a:gd name="GluePoint38X" fmla="*/ 1027366 w 1195101"/>
                <a:gd name="GluePoint38Y" fmla="*/ 1200436 h 1204626"/>
                <a:gd name="GluePoint39X" fmla="*/ 1195102 w 1195101"/>
                <a:gd name="GluePoint39Y" fmla="*/ 1204627 h 1204626"/>
                <a:gd name="GluePoint40X" fmla="*/ 1195102 w 1195101"/>
                <a:gd name="GluePoint40Y" fmla="*/ 1131094 h 1204626"/>
                <a:gd name="GluePoint41X" fmla="*/ 1186529 w 1195101"/>
                <a:gd name="GluePoint41Y" fmla="*/ 1129760 h 1204626"/>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 ang="0">
                  <a:pos x="GluePoint16X" y="GluePoint16Y"/>
                </a:cxn>
                <a:cxn ang="0">
                  <a:pos x="GluePoint17X" y="GluePoint17Y"/>
                </a:cxn>
                <a:cxn ang="0">
                  <a:pos x="GluePoint18X" y="GluePoint18Y"/>
                </a:cxn>
                <a:cxn ang="0">
                  <a:pos x="GluePoint19X" y="GluePoint19Y"/>
                </a:cxn>
                <a:cxn ang="0">
                  <a:pos x="GluePoint20X" y="GluePoint20Y"/>
                </a:cxn>
                <a:cxn ang="0">
                  <a:pos x="GluePoint21X" y="GluePoint21Y"/>
                </a:cxn>
                <a:cxn ang="0">
                  <a:pos x="GluePoint22X" y="GluePoint22Y"/>
                </a:cxn>
                <a:cxn ang="0">
                  <a:pos x="GluePoint23X" y="GluePoint23Y"/>
                </a:cxn>
                <a:cxn ang="0">
                  <a:pos x="GluePoint24X" y="GluePoint24Y"/>
                </a:cxn>
                <a:cxn ang="0">
                  <a:pos x="GluePoint25X" y="GluePoint25Y"/>
                </a:cxn>
                <a:cxn ang="0">
                  <a:pos x="GluePoint26X" y="GluePoint26Y"/>
                </a:cxn>
                <a:cxn ang="0">
                  <a:pos x="GluePoint27X" y="GluePoint27Y"/>
                </a:cxn>
                <a:cxn ang="0">
                  <a:pos x="GluePoint28X" y="GluePoint28Y"/>
                </a:cxn>
                <a:cxn ang="0">
                  <a:pos x="GluePoint29X" y="GluePoint29Y"/>
                </a:cxn>
                <a:cxn ang="0">
                  <a:pos x="GluePoint30X" y="GluePoint30Y"/>
                </a:cxn>
                <a:cxn ang="0">
                  <a:pos x="GluePoint31X" y="GluePoint31Y"/>
                </a:cxn>
                <a:cxn ang="0">
                  <a:pos x="GluePoint32X" y="GluePoint32Y"/>
                </a:cxn>
                <a:cxn ang="0">
                  <a:pos x="GluePoint33X" y="GluePoint33Y"/>
                </a:cxn>
                <a:cxn ang="0">
                  <a:pos x="GluePoint34X" y="GluePoint34Y"/>
                </a:cxn>
                <a:cxn ang="0">
                  <a:pos x="GluePoint35X" y="GluePoint35Y"/>
                </a:cxn>
                <a:cxn ang="0">
                  <a:pos x="GluePoint36X" y="GluePoint36Y"/>
                </a:cxn>
                <a:cxn ang="0">
                  <a:pos x="GluePoint37X" y="GluePoint37Y"/>
                </a:cxn>
                <a:cxn ang="0">
                  <a:pos x="GluePoint38X" y="GluePoint38Y"/>
                </a:cxn>
                <a:cxn ang="0">
                  <a:pos x="GluePoint39X" y="GluePoint39Y"/>
                </a:cxn>
                <a:cxn ang="0">
                  <a:pos x="GluePoint40X" y="GluePoint40Y"/>
                </a:cxn>
                <a:cxn ang="0">
                  <a:pos x="GluePoint41X" y="GluePoint41Y"/>
                </a:cxn>
              </a:cxnLst>
              <a:rect l="textAreaLeft" t="textAreaTop" r="textAreaRight" b="textAreaBottom"/>
              <a:pathLst>
                <a:path w="1195101" h="1204626">
                  <a:moveTo>
                    <a:pt x="372618" y="571786"/>
                  </a:moveTo>
                  <a:cubicBezTo>
                    <a:pt x="372618" y="571786"/>
                    <a:pt x="372618" y="136874"/>
                    <a:pt x="372523" y="134303"/>
                  </a:cubicBezTo>
                  <a:cubicBezTo>
                    <a:pt x="372237" y="116967"/>
                    <a:pt x="371761" y="93250"/>
                    <a:pt x="386239" y="86487"/>
                  </a:cubicBezTo>
                  <a:cubicBezTo>
                    <a:pt x="396240" y="82105"/>
                    <a:pt x="493014" y="85630"/>
                    <a:pt x="498348" y="85630"/>
                  </a:cubicBezTo>
                  <a:cubicBezTo>
                    <a:pt x="650938" y="85630"/>
                    <a:pt x="738473" y="174974"/>
                    <a:pt x="738473" y="330518"/>
                  </a:cubicBezTo>
                  <a:cubicBezTo>
                    <a:pt x="738473" y="443960"/>
                    <a:pt x="708374" y="509016"/>
                    <a:pt x="640747" y="541687"/>
                  </a:cubicBezTo>
                  <a:cubicBezTo>
                    <a:pt x="577691" y="571976"/>
                    <a:pt x="372618" y="571786"/>
                    <a:pt x="372618" y="571786"/>
                  </a:cubicBezTo>
                  <a:moveTo>
                    <a:pt x="1186529" y="1129760"/>
                  </a:moveTo>
                  <a:cubicBezTo>
                    <a:pt x="1100138" y="1116235"/>
                    <a:pt x="1074134" y="1106424"/>
                    <a:pt x="1017461" y="1040702"/>
                  </a:cubicBezTo>
                  <a:lnTo>
                    <a:pt x="661797" y="632460"/>
                  </a:lnTo>
                  <a:cubicBezTo>
                    <a:pt x="849059" y="608076"/>
                    <a:pt x="964597" y="484251"/>
                    <a:pt x="964597" y="305371"/>
                  </a:cubicBezTo>
                  <a:cubicBezTo>
                    <a:pt x="964597" y="188976"/>
                    <a:pt x="919544" y="105061"/>
                    <a:pt x="831056" y="55816"/>
                  </a:cubicBezTo>
                  <a:cubicBezTo>
                    <a:pt x="763619" y="18383"/>
                    <a:pt x="670084" y="190"/>
                    <a:pt x="544639" y="190"/>
                  </a:cubicBezTo>
                  <a:cubicBezTo>
                    <a:pt x="507206" y="1143"/>
                    <a:pt x="416909" y="4191"/>
                    <a:pt x="317468" y="4191"/>
                  </a:cubicBezTo>
                  <a:cubicBezTo>
                    <a:pt x="214313" y="4191"/>
                    <a:pt x="191" y="0"/>
                    <a:pt x="191" y="0"/>
                  </a:cubicBezTo>
                  <a:lnTo>
                    <a:pt x="191" y="74866"/>
                  </a:lnTo>
                  <a:lnTo>
                    <a:pt x="15050" y="74866"/>
                  </a:lnTo>
                  <a:cubicBezTo>
                    <a:pt x="71818" y="74486"/>
                    <a:pt x="135731" y="74771"/>
                    <a:pt x="152781" y="128683"/>
                  </a:cubicBezTo>
                  <a:cubicBezTo>
                    <a:pt x="168307" y="175355"/>
                    <a:pt x="168307" y="306896"/>
                    <a:pt x="168307" y="350139"/>
                  </a:cubicBezTo>
                  <a:lnTo>
                    <a:pt x="168307" y="841248"/>
                  </a:lnTo>
                  <a:cubicBezTo>
                    <a:pt x="168307" y="895445"/>
                    <a:pt x="168307" y="977837"/>
                    <a:pt x="161068" y="1034129"/>
                  </a:cubicBezTo>
                  <a:cubicBezTo>
                    <a:pt x="158972" y="1050798"/>
                    <a:pt x="156210" y="1065276"/>
                    <a:pt x="152686" y="1075944"/>
                  </a:cubicBezTo>
                  <a:cubicBezTo>
                    <a:pt x="135350" y="1129665"/>
                    <a:pt x="66104" y="1129665"/>
                    <a:pt x="10382" y="1129665"/>
                  </a:cubicBezTo>
                  <a:lnTo>
                    <a:pt x="0" y="1129665"/>
                  </a:lnTo>
                  <a:lnTo>
                    <a:pt x="0" y="1204532"/>
                  </a:lnTo>
                  <a:cubicBezTo>
                    <a:pt x="0" y="1204532"/>
                    <a:pt x="166783" y="1197102"/>
                    <a:pt x="278225" y="1197102"/>
                  </a:cubicBezTo>
                  <a:cubicBezTo>
                    <a:pt x="374047" y="1197102"/>
                    <a:pt x="540734" y="1204246"/>
                    <a:pt x="540734" y="1204532"/>
                  </a:cubicBezTo>
                  <a:lnTo>
                    <a:pt x="540734" y="1129665"/>
                  </a:lnTo>
                  <a:lnTo>
                    <a:pt x="525971" y="1129665"/>
                  </a:lnTo>
                  <a:cubicBezTo>
                    <a:pt x="470059" y="1129951"/>
                    <a:pt x="406813" y="1129760"/>
                    <a:pt x="388239" y="1075754"/>
                  </a:cubicBezTo>
                  <a:cubicBezTo>
                    <a:pt x="384620" y="1065086"/>
                    <a:pt x="381953" y="1050607"/>
                    <a:pt x="379857" y="1034034"/>
                  </a:cubicBezTo>
                  <a:cubicBezTo>
                    <a:pt x="372618" y="978122"/>
                    <a:pt x="372618" y="898017"/>
                    <a:pt x="372618" y="854297"/>
                  </a:cubicBezTo>
                  <a:lnTo>
                    <a:pt x="372618" y="653510"/>
                  </a:lnTo>
                  <a:cubicBezTo>
                    <a:pt x="439198" y="654082"/>
                    <a:pt x="444913" y="661035"/>
                    <a:pt x="479107" y="702469"/>
                  </a:cubicBezTo>
                  <a:cubicBezTo>
                    <a:pt x="485489" y="710089"/>
                    <a:pt x="492728" y="718756"/>
                    <a:pt x="501110" y="728472"/>
                  </a:cubicBezTo>
                  <a:lnTo>
                    <a:pt x="797909" y="1096804"/>
                  </a:lnTo>
                  <a:lnTo>
                    <a:pt x="885158" y="1204532"/>
                  </a:lnTo>
                  <a:cubicBezTo>
                    <a:pt x="885158" y="1204532"/>
                    <a:pt x="980885" y="1200436"/>
                    <a:pt x="1027366" y="1200436"/>
                  </a:cubicBezTo>
                  <a:cubicBezTo>
                    <a:pt x="1094994" y="1200436"/>
                    <a:pt x="1195102" y="1204627"/>
                    <a:pt x="1195102" y="1204627"/>
                  </a:cubicBezTo>
                  <a:lnTo>
                    <a:pt x="1195102" y="1131094"/>
                  </a:lnTo>
                  <a:lnTo>
                    <a:pt x="1186529" y="1129760"/>
                  </a:lnTo>
                  <a:close/>
                </a:path>
              </a:pathLst>
            </a:custGeom>
            <a:solidFill>
              <a:schemeClr val="bg1"/>
            </a:solidFill>
            <a:ln w="9525">
              <a:noFill/>
            </a:ln>
          </p:spPr>
          <p:style>
            <a:lnRef idx="0"/>
            <a:fillRef idx="0"/>
            <a:effectRef idx="0"/>
            <a:fontRef idx="minor"/>
          </p:style>
          <p:txBody>
            <a:bodyPr lIns="90000" tIns="45000" rIns="90000" bIns="45000" anchor="ctr">
              <a:noAutofit/>
            </a:bodyPr>
            <a:p>
              <a:endParaRPr lang="en-US" sz="1800" b="0" u="none" strike="noStrike">
                <a:solidFill>
                  <a:schemeClr val="dk1"/>
                </a:solidFill>
                <a:effectLst/>
                <a:uFillTx/>
                <a:latin typeface="Arial"/>
              </a:endParaRPr>
            </a:p>
          </p:txBody>
        </p:sp>
      </p:grpSp>
      <p:sp>
        <p:nvSpPr>
          <p:cNvPr id="317" name="Text Placeholder 14"/>
          <p:cNvSpPr/>
          <p:nvPr/>
        </p:nvSpPr>
        <p:spPr>
          <a:xfrm>
            <a:off x="386640" y="3434040"/>
            <a:ext cx="2464560" cy="953280"/>
          </a:xfrm>
          <a:prstGeom prst="rect">
            <a:avLst/>
          </a:prstGeom>
          <a:noFill/>
          <a:ln w="0">
            <a:noFill/>
          </a:ln>
        </p:spPr>
        <p:style>
          <a:lnRef idx="0"/>
          <a:fillRef idx="0"/>
          <a:effectRef idx="0"/>
          <a:fontRef idx="minor"/>
        </p:style>
        <p:txBody>
          <a:bodyPr lIns="90000" tIns="45000" rIns="90000" bIns="45000" anchor="t">
            <a:noAutofit/>
          </a:bodyPr>
          <a:p>
            <a:endParaRPr lang="en-US" sz="2000" b="1" u="none" strike="noStrike">
              <a:solidFill>
                <a:srgbClr val="E56B2A"/>
              </a:solidFill>
              <a:effectLst/>
              <a:uFillTx/>
              <a:latin typeface="Arial"/>
            </a:endParaRPr>
          </a:p>
        </p:txBody>
      </p:sp>
      <p:sp>
        <p:nvSpPr>
          <p:cNvPr id="318" name="Rectangle 9"/>
          <p:cNvSpPr/>
          <p:nvPr/>
        </p:nvSpPr>
        <p:spPr>
          <a:xfrm>
            <a:off x="-7920" y="0"/>
            <a:ext cx="12198240" cy="685656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p>
            <a:endParaRPr lang="en-US" sz="1800" b="0" u="none" strike="noStrike">
              <a:solidFill>
                <a:schemeClr val="lt1"/>
              </a:solidFill>
              <a:effectLst/>
              <a:uFillTx/>
              <a:latin typeface="Arial"/>
            </a:endParaRPr>
          </a:p>
        </p:txBody>
      </p:sp>
      <p:sp>
        <p:nvSpPr>
          <p:cNvPr id="319" name="PlaceHolder 1"/>
          <p:cNvSpPr>
            <a:spLocks noGrp="1"/>
          </p:cNvSpPr>
          <p:nvPr>
            <p:ph type="body" hasCustomPrompt="1"/>
          </p:nvPr>
        </p:nvSpPr>
        <p:spPr>
          <a:xfrm>
            <a:off x="4000680" y="434160"/>
            <a:ext cx="7859880" cy="5348520"/>
          </a:xfrm>
          <a:prstGeom prst="rect">
            <a:avLst/>
          </a:prstGeom>
          <a:solidFill>
            <a:schemeClr val="lt1">
              <a:lumMod val="95000"/>
            </a:schemeClr>
          </a:solidFill>
          <a:ln w="0">
            <a:noFill/>
          </a:ln>
        </p:spPr>
        <p:txBody>
          <a:bodyPr lIns="90000" tIns="45000" rIns="90000" bIns="45000" anchor="t">
            <a:noAutofit/>
          </a:bodyPr>
          <a:lstStyle>
            <a:lvl1pPr indent="0" algn="l" defTabSz="914400">
              <a:lnSpc>
                <a:spcPct val="90000"/>
              </a:lnSpc>
              <a:spcBef>
                <a:spcPts val="1001"/>
              </a:spcBef>
              <a:buNone/>
              <a:tabLst>
                <a:tab pos="0" algn="l"/>
              </a:tabLst>
              <a:defRPr lang="en-US" sz="2800" b="0" u="none" strike="noStrike">
                <a:solidFill>
                  <a:schemeClr val="dk1"/>
                </a:solidFill>
                <a:effectLst/>
                <a:uFillTx/>
                <a:latin typeface="Arial"/>
              </a:defRPr>
            </a:lvl1pPr>
          </a:lstStyle>
          <a:p>
            <a:pPr indent="0" algn="l" defTabSz="914400">
              <a:lnSpc>
                <a:spcPct val="90000"/>
              </a:lnSpc>
              <a:spcBef>
                <a:spcPts val="1001"/>
              </a:spcBef>
              <a:buNone/>
              <a:tabLst>
                <a:tab pos="0" algn="l"/>
              </a:tabLst>
            </a:pPr>
            <a:r>
              <a:rPr lang="en-US" sz="2800" b="0" u="none" strike="noStrike">
                <a:solidFill>
                  <a:schemeClr val="dk1"/>
                </a:solidFill>
                <a:effectLst/>
                <a:uFillTx/>
                <a:latin typeface="Arial"/>
              </a:rPr>
              <a:t>Place image/chart Here</a:t>
            </a:r>
            <a:endParaRPr lang="en-US" sz="2800" b="1" u="none" strike="noStrike">
              <a:solidFill>
                <a:srgbClr val="F86901"/>
              </a:solidFill>
              <a:effectLst/>
              <a:uFillTx/>
              <a:latin typeface="Arial"/>
            </a:endParaRPr>
          </a:p>
        </p:txBody>
      </p:sp>
      <p:sp>
        <p:nvSpPr>
          <p:cNvPr id="320" name="PlaceHolder 2"/>
          <p:cNvSpPr>
            <a:spLocks noGrp="1"/>
          </p:cNvSpPr>
          <p:nvPr>
            <p:ph type="title" hasCustomPrompt="1"/>
          </p:nvPr>
        </p:nvSpPr>
        <p:spPr>
          <a:xfrm>
            <a:off x="386640" y="434160"/>
            <a:ext cx="3457080" cy="1138680"/>
          </a:xfrm>
          <a:prstGeom prst="rect">
            <a:avLst/>
          </a:prstGeom>
          <a:noFill/>
          <a:ln w="0">
            <a:noFill/>
          </a:ln>
        </p:spPr>
        <p:txBody>
          <a:bodyPr lIns="0" tIns="0" rIns="0" bIns="0" anchor="t">
            <a:normAutofit lnSpcReduction="9999"/>
          </a:bodyPr>
          <a:lstStyle>
            <a:lvl1pPr indent="0" algn="l" defTabSz="914400">
              <a:lnSpc>
                <a:spcPct val="90000"/>
              </a:lnSpc>
              <a:buNone/>
              <a:tabLst>
                <a:tab pos="0" algn="l"/>
              </a:tabLst>
              <a:defRPr lang="en-US" sz="4400" b="1" u="none" strike="noStrike">
                <a:solidFill>
                  <a:schemeClr val="dk1"/>
                </a:solidFill>
                <a:effectLst/>
                <a:uFillTx/>
                <a:latin typeface="Arial"/>
              </a:defRPr>
            </a:lvl1pPr>
          </a:lstStyle>
          <a:p>
            <a:pPr indent="0" algn="l" defTabSz="914400">
              <a:lnSpc>
                <a:spcPct val="90000"/>
              </a:lnSpc>
              <a:buNone/>
              <a:tabLst>
                <a:tab pos="0" algn="l"/>
              </a:tabLst>
            </a:pPr>
            <a:r>
              <a:rPr lang="en-US" sz="4400" b="1" u="none" strike="noStrike">
                <a:solidFill>
                  <a:schemeClr val="dk1"/>
                </a:solidFill>
                <a:effectLst/>
                <a:uFillTx/>
                <a:latin typeface="Arial"/>
              </a:rPr>
              <a:t>Click to add Main Header</a:t>
            </a:r>
            <a:endParaRPr lang="en-US" sz="4400" b="1" u="none" strike="noStrike">
              <a:solidFill>
                <a:schemeClr val="dk1"/>
              </a:solidFill>
              <a:effectLst/>
              <a:uFillTx/>
              <a:latin typeface="Arial"/>
            </a:endParaRPr>
          </a:p>
        </p:txBody>
      </p:sp>
      <p:sp>
        <p:nvSpPr>
          <p:cNvPr id="321" name="Rectangle 14"/>
          <p:cNvSpPr/>
          <p:nvPr/>
        </p:nvSpPr>
        <p:spPr>
          <a:xfrm>
            <a:off x="-7920" y="6218280"/>
            <a:ext cx="12198240" cy="638280"/>
          </a:xfrm>
          <a:prstGeom prst="rect">
            <a:avLst/>
          </a:prstGeom>
          <a:solidFill>
            <a:srgbClr val="F86901"/>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p>
            <a:endParaRPr lang="en-US" sz="1800" b="0" u="none" strike="noStrike">
              <a:solidFill>
                <a:schemeClr val="lt1"/>
              </a:solidFill>
              <a:effectLst/>
              <a:uFillTx/>
              <a:latin typeface="Arial"/>
            </a:endParaRPr>
          </a:p>
        </p:txBody>
      </p:sp>
      <p:sp>
        <p:nvSpPr>
          <p:cNvPr id="322" name="TextBox 15"/>
          <p:cNvSpPr/>
          <p:nvPr/>
        </p:nvSpPr>
        <p:spPr>
          <a:xfrm>
            <a:off x="11689200" y="6487920"/>
            <a:ext cx="476280" cy="238680"/>
          </a:xfrm>
          <a:prstGeom prst="rect">
            <a:avLst/>
          </a:prstGeom>
          <a:noFill/>
          <a:ln w="0">
            <a:noFill/>
          </a:ln>
        </p:spPr>
        <p:style>
          <a:lnRef idx="0"/>
          <a:fillRef idx="0"/>
          <a:effectRef idx="0"/>
          <a:fontRef idx="minor"/>
        </p:style>
        <p:txBody>
          <a:bodyPr lIns="90000" tIns="45000" rIns="90000" bIns="45000" anchor="t">
            <a:spAutoFit/>
          </a:bodyPr>
          <a:p>
            <a:pPr defTabSz="914400">
              <a:lnSpc>
                <a:spcPct val="80000"/>
              </a:lnSpc>
            </a:pPr>
            <a:r>
              <a:rPr lang="en-US" sz="1200" b="0" u="none" strike="noStrike">
                <a:solidFill>
                  <a:schemeClr val="lt1"/>
                </a:solidFill>
                <a:effectLst/>
                <a:uFillTx/>
                <a:latin typeface="Georgia"/>
              </a:rPr>
              <a:t> </a:t>
            </a:r>
            <a:fld id="{D7D760B9-A975-4CB8-8D77-05C677E3BDDB}" type="slidenum">
              <a:rPr lang="en-US" sz="1130" b="0" u="none" strike="noStrike">
                <a:solidFill>
                  <a:schemeClr val="lt1"/>
                </a:solidFill>
                <a:effectLst/>
                <a:uFillTx/>
                <a:latin typeface="Arial"/>
              </a:rPr>
              <a:t>&lt;number&gt;</a:t>
            </a:fld>
            <a:endParaRPr lang="en-US" sz="1130" b="0" u="none" strike="noStrike">
              <a:solidFill>
                <a:srgbClr val="000000"/>
              </a:solidFill>
              <a:effectLst/>
              <a:uFillTx/>
              <a:latin typeface="Arial"/>
            </a:endParaRPr>
          </a:p>
        </p:txBody>
      </p:sp>
      <p:pic>
        <p:nvPicPr>
          <p:cNvPr id="323" name="Graphic 16"/>
          <p:cNvPicPr/>
          <p:nvPr/>
        </p:nvPicPr>
        <p:blipFill>
          <a:blip r:embed="rId4">
            <a:extLst>
              <a:ext uri="{96DAC541-7B7A-43D3-8B79-37D633B846F1}">
                <asvg:svgBlip xmlns:asvg="http://schemas.microsoft.com/office/drawing/2016/SVG/main" r:embed="rId5"/>
              </a:ext>
            </a:extLst>
          </a:blip>
          <a:stretch/>
        </p:blipFill>
        <p:spPr>
          <a:xfrm>
            <a:off x="9069840" y="6459120"/>
            <a:ext cx="2699280" cy="238680"/>
          </a:xfrm>
          <a:prstGeom prst="rect">
            <a:avLst/>
          </a:prstGeom>
          <a:noFill/>
          <a:ln w="0">
            <a:noFill/>
          </a:ln>
        </p:spPr>
      </p:pic>
      <p:grpSp>
        <p:nvGrpSpPr>
          <p:cNvPr id="324" name="Graphic 22"/>
          <p:cNvGrpSpPr/>
          <p:nvPr/>
        </p:nvGrpSpPr>
        <p:grpSpPr>
          <a:xfrm>
            <a:off x="201960" y="6414120"/>
            <a:ext cx="797760" cy="300600"/>
            <a:chOff x="201960" y="6414120"/>
            <a:chExt cx="797760" cy="300600"/>
          </a:xfrm>
        </p:grpSpPr>
        <p:sp>
          <p:nvSpPr>
            <p:cNvPr id="325" name="Freeform 18"/>
            <p:cNvSpPr/>
            <p:nvPr/>
          </p:nvSpPr>
          <p:spPr>
            <a:xfrm>
              <a:off x="540720" y="6414120"/>
              <a:ext cx="135720" cy="300240"/>
            </a:xfrm>
            <a:custGeom>
              <a:avLst/>
              <a:gdLst>
                <a:gd name="textAreaLeft" fmla="*/ 0 w 135720"/>
                <a:gd name="textAreaRight" fmla="*/ 137160 w 135720"/>
                <a:gd name="textAreaTop" fmla="*/ 0 h 300240"/>
                <a:gd name="textAreaBottom" fmla="*/ 301680 h 300240"/>
                <a:gd name="GluePoint1X" fmla="*/ 393478 w 547877"/>
                <a:gd name="GluePoint1Y" fmla="*/ 129064 h 1204531"/>
                <a:gd name="GluePoint2X" fmla="*/ 537686 w 547877"/>
                <a:gd name="GluePoint2Y" fmla="*/ 74771 h 1204531"/>
                <a:gd name="GluePoint3X" fmla="*/ 547878 w 547877"/>
                <a:gd name="GluePoint3Y" fmla="*/ 74771 h 1204531"/>
                <a:gd name="GluePoint4X" fmla="*/ 547878 w 547877"/>
                <a:gd name="GluePoint4Y" fmla="*/ 0 h 1204531"/>
                <a:gd name="GluePoint5X" fmla="*/ 267938 w 547877"/>
                <a:gd name="GluePoint5Y" fmla="*/ 4667 h 1204531"/>
                <a:gd name="GluePoint6X" fmla="*/ 0 w 547877"/>
                <a:gd name="GluePoint6Y" fmla="*/ 0 h 1204531"/>
                <a:gd name="GluePoint7X" fmla="*/ 0 w 547877"/>
                <a:gd name="GluePoint7Y" fmla="*/ 74771 h 1204531"/>
                <a:gd name="GluePoint8X" fmla="*/ 10192 w 547877"/>
                <a:gd name="GluePoint8Y" fmla="*/ 74771 h 1204531"/>
                <a:gd name="GluePoint9X" fmla="*/ 154400 w 547877"/>
                <a:gd name="GluePoint9Y" fmla="*/ 128968 h 1204531"/>
                <a:gd name="GluePoint10X" fmla="*/ 171640 w 547877"/>
                <a:gd name="GluePoint10Y" fmla="*/ 363188 h 1204531"/>
                <a:gd name="GluePoint11X" fmla="*/ 171640 w 547877"/>
                <a:gd name="GluePoint11Y" fmla="*/ 841153 h 1204531"/>
                <a:gd name="GluePoint12X" fmla="*/ 154496 w 547877"/>
                <a:gd name="GluePoint12Y" fmla="*/ 1075373 h 1204531"/>
                <a:gd name="GluePoint13X" fmla="*/ 10192 w 547877"/>
                <a:gd name="GluePoint13Y" fmla="*/ 1129569 h 1204531"/>
                <a:gd name="GluePoint14X" fmla="*/ 0 w 547877"/>
                <a:gd name="GluePoint14Y" fmla="*/ 1129569 h 1204531"/>
                <a:gd name="GluePoint15X" fmla="*/ 0 w 547877"/>
                <a:gd name="GluePoint15Y" fmla="*/ 1204531 h 1204531"/>
                <a:gd name="GluePoint16X" fmla="*/ 268224 w 547877"/>
                <a:gd name="GluePoint16Y" fmla="*/ 1197102 h 1204531"/>
                <a:gd name="GluePoint17X" fmla="*/ 547878 w 547877"/>
                <a:gd name="GluePoint17Y" fmla="*/ 1204531 h 1204531"/>
                <a:gd name="GluePoint18X" fmla="*/ 547878 w 547877"/>
                <a:gd name="GluePoint18Y" fmla="*/ 1129569 h 1204531"/>
                <a:gd name="GluePoint19X" fmla="*/ 537686 w 547877"/>
                <a:gd name="GluePoint19Y" fmla="*/ 1129569 h 1204531"/>
                <a:gd name="GluePoint20X" fmla="*/ 393478 w 547877"/>
                <a:gd name="GluePoint20Y" fmla="*/ 1075468 h 1204531"/>
                <a:gd name="GluePoint21X" fmla="*/ 376333 w 547877"/>
                <a:gd name="GluePoint21Y" fmla="*/ 841153 h 1204531"/>
                <a:gd name="GluePoint22X" fmla="*/ 376333 w 547877"/>
                <a:gd name="GluePoint22Y" fmla="*/ 363188 h 1204531"/>
                <a:gd name="GluePoint23X" fmla="*/ 393478 w 547877"/>
                <a:gd name="GluePoint23Y" fmla="*/ 129064 h 1204531"/>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 ang="0">
                  <a:pos x="GluePoint16X" y="GluePoint16Y"/>
                </a:cxn>
                <a:cxn ang="0">
                  <a:pos x="GluePoint17X" y="GluePoint17Y"/>
                </a:cxn>
                <a:cxn ang="0">
                  <a:pos x="GluePoint18X" y="GluePoint18Y"/>
                </a:cxn>
                <a:cxn ang="0">
                  <a:pos x="GluePoint19X" y="GluePoint19Y"/>
                </a:cxn>
                <a:cxn ang="0">
                  <a:pos x="GluePoint20X" y="GluePoint20Y"/>
                </a:cxn>
                <a:cxn ang="0">
                  <a:pos x="GluePoint21X" y="GluePoint21Y"/>
                </a:cxn>
                <a:cxn ang="0">
                  <a:pos x="GluePoint22X" y="GluePoint22Y"/>
                </a:cxn>
                <a:cxn ang="0">
                  <a:pos x="GluePoint23X" y="GluePoint23Y"/>
                </a:cxn>
              </a:cxnLst>
              <a:rect l="textAreaLeft" t="textAreaTop" r="textAreaRight" b="textAreaBottom"/>
              <a:pathLst>
                <a:path w="547877" h="1204531">
                  <a:moveTo>
                    <a:pt x="393478" y="129064"/>
                  </a:moveTo>
                  <a:cubicBezTo>
                    <a:pt x="414242" y="74771"/>
                    <a:pt x="482727" y="74771"/>
                    <a:pt x="537686" y="74771"/>
                  </a:cubicBezTo>
                  <a:lnTo>
                    <a:pt x="547878" y="74771"/>
                  </a:lnTo>
                  <a:lnTo>
                    <a:pt x="547878" y="0"/>
                  </a:lnTo>
                  <a:cubicBezTo>
                    <a:pt x="547878" y="0"/>
                    <a:pt x="333565" y="4667"/>
                    <a:pt x="267938" y="4667"/>
                  </a:cubicBezTo>
                  <a:cubicBezTo>
                    <a:pt x="200406" y="4667"/>
                    <a:pt x="0" y="0"/>
                    <a:pt x="0" y="0"/>
                  </a:cubicBezTo>
                  <a:lnTo>
                    <a:pt x="0" y="74771"/>
                  </a:lnTo>
                  <a:lnTo>
                    <a:pt x="10192" y="74771"/>
                  </a:lnTo>
                  <a:cubicBezTo>
                    <a:pt x="65246" y="74771"/>
                    <a:pt x="133731" y="74771"/>
                    <a:pt x="154400" y="128968"/>
                  </a:cubicBezTo>
                  <a:cubicBezTo>
                    <a:pt x="171640" y="175450"/>
                    <a:pt x="171640" y="307086"/>
                    <a:pt x="171640" y="363188"/>
                  </a:cubicBezTo>
                  <a:lnTo>
                    <a:pt x="171640" y="841153"/>
                  </a:lnTo>
                  <a:cubicBezTo>
                    <a:pt x="171640" y="897350"/>
                    <a:pt x="171640" y="1028890"/>
                    <a:pt x="154496" y="1075373"/>
                  </a:cubicBezTo>
                  <a:cubicBezTo>
                    <a:pt x="133731" y="1129569"/>
                    <a:pt x="65246" y="1129569"/>
                    <a:pt x="10192" y="1129569"/>
                  </a:cubicBezTo>
                  <a:lnTo>
                    <a:pt x="0" y="1129569"/>
                  </a:lnTo>
                  <a:lnTo>
                    <a:pt x="0" y="1204531"/>
                  </a:lnTo>
                  <a:cubicBezTo>
                    <a:pt x="0" y="1204341"/>
                    <a:pt x="173260" y="1197102"/>
                    <a:pt x="268224" y="1197102"/>
                  </a:cubicBezTo>
                  <a:cubicBezTo>
                    <a:pt x="377476" y="1197102"/>
                    <a:pt x="547878" y="1204531"/>
                    <a:pt x="547878" y="1204531"/>
                  </a:cubicBezTo>
                  <a:lnTo>
                    <a:pt x="547878" y="1129569"/>
                  </a:lnTo>
                  <a:lnTo>
                    <a:pt x="537686" y="1129569"/>
                  </a:lnTo>
                  <a:cubicBezTo>
                    <a:pt x="482727" y="1129569"/>
                    <a:pt x="414242" y="1129569"/>
                    <a:pt x="393478" y="1075468"/>
                  </a:cubicBezTo>
                  <a:cubicBezTo>
                    <a:pt x="376333" y="1028890"/>
                    <a:pt x="376333" y="897350"/>
                    <a:pt x="376333" y="841153"/>
                  </a:cubicBezTo>
                  <a:lnTo>
                    <a:pt x="376333" y="363188"/>
                  </a:lnTo>
                  <a:cubicBezTo>
                    <a:pt x="376333" y="307086"/>
                    <a:pt x="376333" y="175450"/>
                    <a:pt x="393478" y="129064"/>
                  </a:cubicBezTo>
                </a:path>
              </a:pathLst>
            </a:custGeom>
            <a:solidFill>
              <a:schemeClr val="bg1"/>
            </a:solidFill>
            <a:ln w="9525">
              <a:noFill/>
            </a:ln>
          </p:spPr>
          <p:style>
            <a:lnRef idx="0"/>
            <a:fillRef idx="0"/>
            <a:effectRef idx="0"/>
            <a:fontRef idx="minor"/>
          </p:style>
          <p:txBody>
            <a:bodyPr lIns="68040" tIns="45000" rIns="68040" bIns="45000" anchor="ctr">
              <a:noAutofit/>
            </a:bodyPr>
            <a:p>
              <a:endParaRPr lang="en-US" sz="1800" b="0" u="none" strike="noStrike">
                <a:solidFill>
                  <a:schemeClr val="dk1"/>
                </a:solidFill>
                <a:effectLst/>
                <a:uFillTx/>
                <a:latin typeface="Arial"/>
              </a:endParaRPr>
            </a:p>
          </p:txBody>
        </p:sp>
        <p:sp>
          <p:nvSpPr>
            <p:cNvPr id="326" name="Freeform 19"/>
            <p:cNvSpPr/>
            <p:nvPr/>
          </p:nvSpPr>
          <p:spPr>
            <a:xfrm>
              <a:off x="718920" y="6414480"/>
              <a:ext cx="280800" cy="300240"/>
            </a:xfrm>
            <a:custGeom>
              <a:avLst/>
              <a:gdLst>
                <a:gd name="textAreaLeft" fmla="*/ 0 w 280800"/>
                <a:gd name="textAreaRight" fmla="*/ 282240 w 280800"/>
                <a:gd name="textAreaTop" fmla="*/ 0 h 300240"/>
                <a:gd name="textAreaBottom" fmla="*/ 301680 h 300240"/>
                <a:gd name="GluePoint1X" fmla="*/ 0 w 1126902"/>
                <a:gd name="GluePoint1Y" fmla="*/ 0 h 1204245"/>
                <a:gd name="GluePoint2X" fmla="*/ 0 w 1126902"/>
                <a:gd name="GluePoint2Y" fmla="*/ 312420 h 1204245"/>
                <a:gd name="GluePoint3X" fmla="*/ 74295 w 1126902"/>
                <a:gd name="GluePoint3Y" fmla="*/ 312420 h 1204245"/>
                <a:gd name="GluePoint4X" fmla="*/ 74581 w 1126902"/>
                <a:gd name="GluePoint4Y" fmla="*/ 302609 h 1204245"/>
                <a:gd name="GluePoint5X" fmla="*/ 334328 w 1126902"/>
                <a:gd name="GluePoint5Y" fmla="*/ 90773 h 1204245"/>
                <a:gd name="GluePoint6X" fmla="*/ 352330 w 1126902"/>
                <a:gd name="GluePoint6Y" fmla="*/ 90678 h 1204245"/>
                <a:gd name="GluePoint7X" fmla="*/ 453200 w 1126902"/>
                <a:gd name="GluePoint7Y" fmla="*/ 106204 h 1204245"/>
                <a:gd name="GluePoint8X" fmla="*/ 461201 w 1126902"/>
                <a:gd name="GluePoint8Y" fmla="*/ 128873 h 1204245"/>
                <a:gd name="GluePoint9X" fmla="*/ 461201 w 1126902"/>
                <a:gd name="GluePoint9Y" fmla="*/ 950119 h 1204245"/>
                <a:gd name="GluePoint10X" fmla="*/ 272510 w 1126902"/>
                <a:gd name="GluePoint10Y" fmla="*/ 1129475 h 1204245"/>
                <a:gd name="GluePoint11X" fmla="*/ 262700 w 1126902"/>
                <a:gd name="GluePoint11Y" fmla="*/ 1129856 h 1204245"/>
                <a:gd name="GluePoint12X" fmla="*/ 262700 w 1126902"/>
                <a:gd name="GluePoint12Y" fmla="*/ 1204246 h 1204245"/>
                <a:gd name="GluePoint13X" fmla="*/ 578548 w 1126902"/>
                <a:gd name="GluePoint13Y" fmla="*/ 1196911 h 1204245"/>
                <a:gd name="GluePoint14X" fmla="*/ 864203 w 1126902"/>
                <a:gd name="GluePoint14Y" fmla="*/ 1204246 h 1204245"/>
                <a:gd name="GluePoint15X" fmla="*/ 864203 w 1126902"/>
                <a:gd name="GluePoint15Y" fmla="*/ 1129856 h 1204245"/>
                <a:gd name="GluePoint16X" fmla="*/ 854393 w 1126902"/>
                <a:gd name="GluePoint16Y" fmla="*/ 1129475 h 1204245"/>
                <a:gd name="GluePoint17X" fmla="*/ 665702 w 1126902"/>
                <a:gd name="GluePoint17Y" fmla="*/ 950119 h 1204245"/>
                <a:gd name="GluePoint18X" fmla="*/ 665702 w 1126902"/>
                <a:gd name="GluePoint18Y" fmla="*/ 128873 h 1204245"/>
                <a:gd name="GluePoint19X" fmla="*/ 673608 w 1126902"/>
                <a:gd name="GluePoint19Y" fmla="*/ 108490 h 1204245"/>
                <a:gd name="GluePoint20X" fmla="*/ 791718 w 1126902"/>
                <a:gd name="GluePoint20Y" fmla="*/ 90488 h 1204245"/>
                <a:gd name="GluePoint21X" fmla="*/ 815912 w 1126902"/>
                <a:gd name="GluePoint21Y" fmla="*/ 90773 h 1204245"/>
                <a:gd name="GluePoint22X" fmla="*/ 1052513 w 1126902"/>
                <a:gd name="GluePoint22Y" fmla="*/ 302895 h 1204245"/>
                <a:gd name="GluePoint23X" fmla="*/ 1053084 w 1126902"/>
                <a:gd name="GluePoint23Y" fmla="*/ 312420 h 1204245"/>
                <a:gd name="GluePoint24X" fmla="*/ 1126903 w 1126902"/>
                <a:gd name="GluePoint24Y" fmla="*/ 312420 h 1204245"/>
                <a:gd name="GluePoint25X" fmla="*/ 1126903 w 1126902"/>
                <a:gd name="GluePoint25Y" fmla="*/ 0 h 1204245"/>
                <a:gd name="GluePoint26X" fmla="*/ 563404 w 1126902"/>
                <a:gd name="GluePoint26Y" fmla="*/ 2857 h 1204245"/>
                <a:gd name="GluePoint27X" fmla="*/ 0 w 1126902"/>
                <a:gd name="GluePoint27Y" fmla="*/ 0 h 1204245"/>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 ang="0">
                  <a:pos x="GluePoint16X" y="GluePoint16Y"/>
                </a:cxn>
                <a:cxn ang="0">
                  <a:pos x="GluePoint17X" y="GluePoint17Y"/>
                </a:cxn>
                <a:cxn ang="0">
                  <a:pos x="GluePoint18X" y="GluePoint18Y"/>
                </a:cxn>
                <a:cxn ang="0">
                  <a:pos x="GluePoint19X" y="GluePoint19Y"/>
                </a:cxn>
                <a:cxn ang="0">
                  <a:pos x="GluePoint20X" y="GluePoint20Y"/>
                </a:cxn>
                <a:cxn ang="0">
                  <a:pos x="GluePoint21X" y="GluePoint21Y"/>
                </a:cxn>
                <a:cxn ang="0">
                  <a:pos x="GluePoint22X" y="GluePoint22Y"/>
                </a:cxn>
                <a:cxn ang="0">
                  <a:pos x="GluePoint23X" y="GluePoint23Y"/>
                </a:cxn>
                <a:cxn ang="0">
                  <a:pos x="GluePoint24X" y="GluePoint24Y"/>
                </a:cxn>
                <a:cxn ang="0">
                  <a:pos x="GluePoint25X" y="GluePoint25Y"/>
                </a:cxn>
                <a:cxn ang="0">
                  <a:pos x="GluePoint26X" y="GluePoint26Y"/>
                </a:cxn>
                <a:cxn ang="0">
                  <a:pos x="GluePoint27X" y="GluePoint27Y"/>
                </a:cxn>
              </a:cxnLst>
              <a:rect l="textAreaLeft" t="textAreaTop" r="textAreaRight" b="textAreaBottom"/>
              <a:pathLst>
                <a:path w="1126902" h="1204245">
                  <a:moveTo>
                    <a:pt x="0" y="0"/>
                  </a:moveTo>
                  <a:lnTo>
                    <a:pt x="0" y="312420"/>
                  </a:lnTo>
                  <a:lnTo>
                    <a:pt x="74295" y="312420"/>
                  </a:lnTo>
                  <a:lnTo>
                    <a:pt x="74581" y="302609"/>
                  </a:lnTo>
                  <a:cubicBezTo>
                    <a:pt x="81344" y="99346"/>
                    <a:pt x="159163" y="90773"/>
                    <a:pt x="334328" y="90773"/>
                  </a:cubicBezTo>
                  <a:cubicBezTo>
                    <a:pt x="340328" y="90773"/>
                    <a:pt x="346424" y="90773"/>
                    <a:pt x="352330" y="90678"/>
                  </a:cubicBezTo>
                  <a:cubicBezTo>
                    <a:pt x="395859" y="90392"/>
                    <a:pt x="437007" y="90106"/>
                    <a:pt x="453200" y="106204"/>
                  </a:cubicBezTo>
                  <a:cubicBezTo>
                    <a:pt x="458629" y="111538"/>
                    <a:pt x="461201" y="118967"/>
                    <a:pt x="461201" y="128873"/>
                  </a:cubicBezTo>
                  <a:lnTo>
                    <a:pt x="461201" y="950119"/>
                  </a:lnTo>
                  <a:cubicBezTo>
                    <a:pt x="461201" y="1072039"/>
                    <a:pt x="444151" y="1122426"/>
                    <a:pt x="272510" y="1129475"/>
                  </a:cubicBezTo>
                  <a:lnTo>
                    <a:pt x="262700" y="1129856"/>
                  </a:lnTo>
                  <a:lnTo>
                    <a:pt x="262700" y="1204246"/>
                  </a:lnTo>
                  <a:cubicBezTo>
                    <a:pt x="262700" y="1204246"/>
                    <a:pt x="462725" y="1196911"/>
                    <a:pt x="578548" y="1196911"/>
                  </a:cubicBezTo>
                  <a:cubicBezTo>
                    <a:pt x="666941" y="1196911"/>
                    <a:pt x="864203" y="1204246"/>
                    <a:pt x="864203" y="1204246"/>
                  </a:cubicBezTo>
                  <a:lnTo>
                    <a:pt x="864203" y="1129856"/>
                  </a:lnTo>
                  <a:lnTo>
                    <a:pt x="854393" y="1129475"/>
                  </a:lnTo>
                  <a:cubicBezTo>
                    <a:pt x="682752" y="1122426"/>
                    <a:pt x="665702" y="1072039"/>
                    <a:pt x="665702" y="950119"/>
                  </a:cubicBezTo>
                  <a:lnTo>
                    <a:pt x="665702" y="128873"/>
                  </a:lnTo>
                  <a:cubicBezTo>
                    <a:pt x="665702" y="120396"/>
                    <a:pt x="668369" y="113729"/>
                    <a:pt x="673608" y="108490"/>
                  </a:cubicBezTo>
                  <a:cubicBezTo>
                    <a:pt x="693420" y="89059"/>
                    <a:pt x="747903" y="89821"/>
                    <a:pt x="791718" y="90488"/>
                  </a:cubicBezTo>
                  <a:cubicBezTo>
                    <a:pt x="800005" y="90583"/>
                    <a:pt x="808196" y="90773"/>
                    <a:pt x="815912" y="90773"/>
                  </a:cubicBezTo>
                  <a:cubicBezTo>
                    <a:pt x="987267" y="90773"/>
                    <a:pt x="1042511" y="140303"/>
                    <a:pt x="1052513" y="302895"/>
                  </a:cubicBezTo>
                  <a:lnTo>
                    <a:pt x="1053084" y="312420"/>
                  </a:lnTo>
                  <a:lnTo>
                    <a:pt x="1126903" y="312420"/>
                  </a:lnTo>
                  <a:lnTo>
                    <a:pt x="1126903" y="0"/>
                  </a:lnTo>
                  <a:cubicBezTo>
                    <a:pt x="1126903" y="0"/>
                    <a:pt x="694468" y="2857"/>
                    <a:pt x="563404" y="2857"/>
                  </a:cubicBezTo>
                  <a:cubicBezTo>
                    <a:pt x="432340" y="2857"/>
                    <a:pt x="0" y="0"/>
                    <a:pt x="0" y="0"/>
                  </a:cubicBezTo>
                </a:path>
              </a:pathLst>
            </a:custGeom>
            <a:solidFill>
              <a:schemeClr val="bg1"/>
            </a:solidFill>
            <a:ln w="9525">
              <a:noFill/>
            </a:ln>
          </p:spPr>
          <p:style>
            <a:lnRef idx="0"/>
            <a:fillRef idx="0"/>
            <a:effectRef idx="0"/>
            <a:fontRef idx="minor"/>
          </p:style>
          <p:txBody>
            <a:bodyPr lIns="90000" tIns="45000" rIns="90000" bIns="45000" anchor="ctr">
              <a:noAutofit/>
            </a:bodyPr>
            <a:p>
              <a:endParaRPr lang="en-US" sz="1800" b="0" u="none" strike="noStrike">
                <a:solidFill>
                  <a:schemeClr val="dk1"/>
                </a:solidFill>
                <a:effectLst/>
                <a:uFillTx/>
                <a:latin typeface="Arial"/>
              </a:endParaRPr>
            </a:p>
          </p:txBody>
        </p:sp>
        <p:sp>
          <p:nvSpPr>
            <p:cNvPr id="327" name="Freeform 20"/>
            <p:cNvSpPr/>
            <p:nvPr/>
          </p:nvSpPr>
          <p:spPr>
            <a:xfrm>
              <a:off x="201960" y="6414120"/>
              <a:ext cx="297720" cy="300240"/>
            </a:xfrm>
            <a:custGeom>
              <a:avLst/>
              <a:gdLst>
                <a:gd name="textAreaLeft" fmla="*/ 0 w 297720"/>
                <a:gd name="textAreaRight" fmla="*/ 299160 w 297720"/>
                <a:gd name="textAreaTop" fmla="*/ 0 h 300240"/>
                <a:gd name="textAreaBottom" fmla="*/ 301680 h 300240"/>
                <a:gd name="GluePoint1X" fmla="*/ 372618 w 1195101"/>
                <a:gd name="GluePoint1Y" fmla="*/ 571786 h 1204626"/>
                <a:gd name="GluePoint2X" fmla="*/ 372523 w 1195101"/>
                <a:gd name="GluePoint2Y" fmla="*/ 134303 h 1204626"/>
                <a:gd name="GluePoint3X" fmla="*/ 386239 w 1195101"/>
                <a:gd name="GluePoint3Y" fmla="*/ 86487 h 1204626"/>
                <a:gd name="GluePoint4X" fmla="*/ 498348 w 1195101"/>
                <a:gd name="GluePoint4Y" fmla="*/ 85630 h 1204626"/>
                <a:gd name="GluePoint5X" fmla="*/ 738473 w 1195101"/>
                <a:gd name="GluePoint5Y" fmla="*/ 330518 h 1204626"/>
                <a:gd name="GluePoint6X" fmla="*/ 640747 w 1195101"/>
                <a:gd name="GluePoint6Y" fmla="*/ 541687 h 1204626"/>
                <a:gd name="GluePoint7X" fmla="*/ 372618 w 1195101"/>
                <a:gd name="GluePoint7Y" fmla="*/ 571786 h 1204626"/>
                <a:gd name="GluePoint8X" fmla="*/ 1186529 w 1195101"/>
                <a:gd name="GluePoint8Y" fmla="*/ 1129760 h 1204626"/>
                <a:gd name="GluePoint9X" fmla="*/ 1017461 w 1195101"/>
                <a:gd name="GluePoint9Y" fmla="*/ 1040702 h 1204626"/>
                <a:gd name="GluePoint10X" fmla="*/ 661797 w 1195101"/>
                <a:gd name="GluePoint10Y" fmla="*/ 632460 h 1204626"/>
                <a:gd name="GluePoint11X" fmla="*/ 964597 w 1195101"/>
                <a:gd name="GluePoint11Y" fmla="*/ 305371 h 1204626"/>
                <a:gd name="GluePoint12X" fmla="*/ 831056 w 1195101"/>
                <a:gd name="GluePoint12Y" fmla="*/ 55816 h 1204626"/>
                <a:gd name="GluePoint13X" fmla="*/ 544639 w 1195101"/>
                <a:gd name="GluePoint13Y" fmla="*/ 190 h 1204626"/>
                <a:gd name="GluePoint14X" fmla="*/ 317468 w 1195101"/>
                <a:gd name="GluePoint14Y" fmla="*/ 4191 h 1204626"/>
                <a:gd name="GluePoint15X" fmla="*/ 191 w 1195101"/>
                <a:gd name="GluePoint15Y" fmla="*/ 0 h 1204626"/>
                <a:gd name="GluePoint16X" fmla="*/ 191 w 1195101"/>
                <a:gd name="GluePoint16Y" fmla="*/ 74866 h 1204626"/>
                <a:gd name="GluePoint17X" fmla="*/ 15050 w 1195101"/>
                <a:gd name="GluePoint17Y" fmla="*/ 74866 h 1204626"/>
                <a:gd name="GluePoint18X" fmla="*/ 152781 w 1195101"/>
                <a:gd name="GluePoint18Y" fmla="*/ 128683 h 1204626"/>
                <a:gd name="GluePoint19X" fmla="*/ 168307 w 1195101"/>
                <a:gd name="GluePoint19Y" fmla="*/ 350139 h 1204626"/>
                <a:gd name="GluePoint20X" fmla="*/ 168307 w 1195101"/>
                <a:gd name="GluePoint20Y" fmla="*/ 841248 h 1204626"/>
                <a:gd name="GluePoint21X" fmla="*/ 161068 w 1195101"/>
                <a:gd name="GluePoint21Y" fmla="*/ 1034129 h 1204626"/>
                <a:gd name="GluePoint22X" fmla="*/ 152686 w 1195101"/>
                <a:gd name="GluePoint22Y" fmla="*/ 1075944 h 1204626"/>
                <a:gd name="GluePoint23X" fmla="*/ 10382 w 1195101"/>
                <a:gd name="GluePoint23Y" fmla="*/ 1129665 h 1204626"/>
                <a:gd name="GluePoint24X" fmla="*/ 0 w 1195101"/>
                <a:gd name="GluePoint24Y" fmla="*/ 1129665 h 1204626"/>
                <a:gd name="GluePoint25X" fmla="*/ 0 w 1195101"/>
                <a:gd name="GluePoint25Y" fmla="*/ 1204532 h 1204626"/>
                <a:gd name="GluePoint26X" fmla="*/ 278225 w 1195101"/>
                <a:gd name="GluePoint26Y" fmla="*/ 1197102 h 1204626"/>
                <a:gd name="GluePoint27X" fmla="*/ 540734 w 1195101"/>
                <a:gd name="GluePoint27Y" fmla="*/ 1204532 h 1204626"/>
                <a:gd name="GluePoint28X" fmla="*/ 540734 w 1195101"/>
                <a:gd name="GluePoint28Y" fmla="*/ 1129665 h 1204626"/>
                <a:gd name="GluePoint29X" fmla="*/ 525971 w 1195101"/>
                <a:gd name="GluePoint29Y" fmla="*/ 1129665 h 1204626"/>
                <a:gd name="GluePoint30X" fmla="*/ 388239 w 1195101"/>
                <a:gd name="GluePoint30Y" fmla="*/ 1075754 h 1204626"/>
                <a:gd name="GluePoint31X" fmla="*/ 379857 w 1195101"/>
                <a:gd name="GluePoint31Y" fmla="*/ 1034034 h 1204626"/>
                <a:gd name="GluePoint32X" fmla="*/ 372618 w 1195101"/>
                <a:gd name="GluePoint32Y" fmla="*/ 854297 h 1204626"/>
                <a:gd name="GluePoint33X" fmla="*/ 372618 w 1195101"/>
                <a:gd name="GluePoint33Y" fmla="*/ 653510 h 1204626"/>
                <a:gd name="GluePoint34X" fmla="*/ 479107 w 1195101"/>
                <a:gd name="GluePoint34Y" fmla="*/ 702469 h 1204626"/>
                <a:gd name="GluePoint35X" fmla="*/ 501110 w 1195101"/>
                <a:gd name="GluePoint35Y" fmla="*/ 728472 h 1204626"/>
                <a:gd name="GluePoint36X" fmla="*/ 797909 w 1195101"/>
                <a:gd name="GluePoint36Y" fmla="*/ 1096804 h 1204626"/>
                <a:gd name="GluePoint37X" fmla="*/ 885158 w 1195101"/>
                <a:gd name="GluePoint37Y" fmla="*/ 1204532 h 1204626"/>
                <a:gd name="GluePoint38X" fmla="*/ 1027366 w 1195101"/>
                <a:gd name="GluePoint38Y" fmla="*/ 1200436 h 1204626"/>
                <a:gd name="GluePoint39X" fmla="*/ 1195102 w 1195101"/>
                <a:gd name="GluePoint39Y" fmla="*/ 1204627 h 1204626"/>
                <a:gd name="GluePoint40X" fmla="*/ 1195102 w 1195101"/>
                <a:gd name="GluePoint40Y" fmla="*/ 1131094 h 1204626"/>
                <a:gd name="GluePoint41X" fmla="*/ 1186529 w 1195101"/>
                <a:gd name="GluePoint41Y" fmla="*/ 1129760 h 1204626"/>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 ang="0">
                  <a:pos x="GluePoint16X" y="GluePoint16Y"/>
                </a:cxn>
                <a:cxn ang="0">
                  <a:pos x="GluePoint17X" y="GluePoint17Y"/>
                </a:cxn>
                <a:cxn ang="0">
                  <a:pos x="GluePoint18X" y="GluePoint18Y"/>
                </a:cxn>
                <a:cxn ang="0">
                  <a:pos x="GluePoint19X" y="GluePoint19Y"/>
                </a:cxn>
                <a:cxn ang="0">
                  <a:pos x="GluePoint20X" y="GluePoint20Y"/>
                </a:cxn>
                <a:cxn ang="0">
                  <a:pos x="GluePoint21X" y="GluePoint21Y"/>
                </a:cxn>
                <a:cxn ang="0">
                  <a:pos x="GluePoint22X" y="GluePoint22Y"/>
                </a:cxn>
                <a:cxn ang="0">
                  <a:pos x="GluePoint23X" y="GluePoint23Y"/>
                </a:cxn>
                <a:cxn ang="0">
                  <a:pos x="GluePoint24X" y="GluePoint24Y"/>
                </a:cxn>
                <a:cxn ang="0">
                  <a:pos x="GluePoint25X" y="GluePoint25Y"/>
                </a:cxn>
                <a:cxn ang="0">
                  <a:pos x="GluePoint26X" y="GluePoint26Y"/>
                </a:cxn>
                <a:cxn ang="0">
                  <a:pos x="GluePoint27X" y="GluePoint27Y"/>
                </a:cxn>
                <a:cxn ang="0">
                  <a:pos x="GluePoint28X" y="GluePoint28Y"/>
                </a:cxn>
                <a:cxn ang="0">
                  <a:pos x="GluePoint29X" y="GluePoint29Y"/>
                </a:cxn>
                <a:cxn ang="0">
                  <a:pos x="GluePoint30X" y="GluePoint30Y"/>
                </a:cxn>
                <a:cxn ang="0">
                  <a:pos x="GluePoint31X" y="GluePoint31Y"/>
                </a:cxn>
                <a:cxn ang="0">
                  <a:pos x="GluePoint32X" y="GluePoint32Y"/>
                </a:cxn>
                <a:cxn ang="0">
                  <a:pos x="GluePoint33X" y="GluePoint33Y"/>
                </a:cxn>
                <a:cxn ang="0">
                  <a:pos x="GluePoint34X" y="GluePoint34Y"/>
                </a:cxn>
                <a:cxn ang="0">
                  <a:pos x="GluePoint35X" y="GluePoint35Y"/>
                </a:cxn>
                <a:cxn ang="0">
                  <a:pos x="GluePoint36X" y="GluePoint36Y"/>
                </a:cxn>
                <a:cxn ang="0">
                  <a:pos x="GluePoint37X" y="GluePoint37Y"/>
                </a:cxn>
                <a:cxn ang="0">
                  <a:pos x="GluePoint38X" y="GluePoint38Y"/>
                </a:cxn>
                <a:cxn ang="0">
                  <a:pos x="GluePoint39X" y="GluePoint39Y"/>
                </a:cxn>
                <a:cxn ang="0">
                  <a:pos x="GluePoint40X" y="GluePoint40Y"/>
                </a:cxn>
                <a:cxn ang="0">
                  <a:pos x="GluePoint41X" y="GluePoint41Y"/>
                </a:cxn>
              </a:cxnLst>
              <a:rect l="textAreaLeft" t="textAreaTop" r="textAreaRight" b="textAreaBottom"/>
              <a:pathLst>
                <a:path w="1195101" h="1204626">
                  <a:moveTo>
                    <a:pt x="372618" y="571786"/>
                  </a:moveTo>
                  <a:cubicBezTo>
                    <a:pt x="372618" y="571786"/>
                    <a:pt x="372618" y="136874"/>
                    <a:pt x="372523" y="134303"/>
                  </a:cubicBezTo>
                  <a:cubicBezTo>
                    <a:pt x="372237" y="116967"/>
                    <a:pt x="371761" y="93250"/>
                    <a:pt x="386239" y="86487"/>
                  </a:cubicBezTo>
                  <a:cubicBezTo>
                    <a:pt x="396240" y="82105"/>
                    <a:pt x="493014" y="85630"/>
                    <a:pt x="498348" y="85630"/>
                  </a:cubicBezTo>
                  <a:cubicBezTo>
                    <a:pt x="650938" y="85630"/>
                    <a:pt x="738473" y="174974"/>
                    <a:pt x="738473" y="330518"/>
                  </a:cubicBezTo>
                  <a:cubicBezTo>
                    <a:pt x="738473" y="443960"/>
                    <a:pt x="708374" y="509016"/>
                    <a:pt x="640747" y="541687"/>
                  </a:cubicBezTo>
                  <a:cubicBezTo>
                    <a:pt x="577691" y="571976"/>
                    <a:pt x="372618" y="571786"/>
                    <a:pt x="372618" y="571786"/>
                  </a:cubicBezTo>
                  <a:moveTo>
                    <a:pt x="1186529" y="1129760"/>
                  </a:moveTo>
                  <a:cubicBezTo>
                    <a:pt x="1100138" y="1116235"/>
                    <a:pt x="1074134" y="1106424"/>
                    <a:pt x="1017461" y="1040702"/>
                  </a:cubicBezTo>
                  <a:lnTo>
                    <a:pt x="661797" y="632460"/>
                  </a:lnTo>
                  <a:cubicBezTo>
                    <a:pt x="849059" y="608076"/>
                    <a:pt x="964597" y="484251"/>
                    <a:pt x="964597" y="305371"/>
                  </a:cubicBezTo>
                  <a:cubicBezTo>
                    <a:pt x="964597" y="188976"/>
                    <a:pt x="919544" y="105061"/>
                    <a:pt x="831056" y="55816"/>
                  </a:cubicBezTo>
                  <a:cubicBezTo>
                    <a:pt x="763619" y="18383"/>
                    <a:pt x="670084" y="190"/>
                    <a:pt x="544639" y="190"/>
                  </a:cubicBezTo>
                  <a:cubicBezTo>
                    <a:pt x="507206" y="1143"/>
                    <a:pt x="416909" y="4191"/>
                    <a:pt x="317468" y="4191"/>
                  </a:cubicBezTo>
                  <a:cubicBezTo>
                    <a:pt x="214313" y="4191"/>
                    <a:pt x="191" y="0"/>
                    <a:pt x="191" y="0"/>
                  </a:cubicBezTo>
                  <a:lnTo>
                    <a:pt x="191" y="74866"/>
                  </a:lnTo>
                  <a:lnTo>
                    <a:pt x="15050" y="74866"/>
                  </a:lnTo>
                  <a:cubicBezTo>
                    <a:pt x="71818" y="74486"/>
                    <a:pt x="135731" y="74771"/>
                    <a:pt x="152781" y="128683"/>
                  </a:cubicBezTo>
                  <a:cubicBezTo>
                    <a:pt x="168307" y="175355"/>
                    <a:pt x="168307" y="306896"/>
                    <a:pt x="168307" y="350139"/>
                  </a:cubicBezTo>
                  <a:lnTo>
                    <a:pt x="168307" y="841248"/>
                  </a:lnTo>
                  <a:cubicBezTo>
                    <a:pt x="168307" y="895445"/>
                    <a:pt x="168307" y="977837"/>
                    <a:pt x="161068" y="1034129"/>
                  </a:cubicBezTo>
                  <a:cubicBezTo>
                    <a:pt x="158972" y="1050798"/>
                    <a:pt x="156210" y="1065276"/>
                    <a:pt x="152686" y="1075944"/>
                  </a:cubicBezTo>
                  <a:cubicBezTo>
                    <a:pt x="135350" y="1129665"/>
                    <a:pt x="66104" y="1129665"/>
                    <a:pt x="10382" y="1129665"/>
                  </a:cubicBezTo>
                  <a:lnTo>
                    <a:pt x="0" y="1129665"/>
                  </a:lnTo>
                  <a:lnTo>
                    <a:pt x="0" y="1204532"/>
                  </a:lnTo>
                  <a:cubicBezTo>
                    <a:pt x="0" y="1204532"/>
                    <a:pt x="166783" y="1197102"/>
                    <a:pt x="278225" y="1197102"/>
                  </a:cubicBezTo>
                  <a:cubicBezTo>
                    <a:pt x="374047" y="1197102"/>
                    <a:pt x="540734" y="1204246"/>
                    <a:pt x="540734" y="1204532"/>
                  </a:cubicBezTo>
                  <a:lnTo>
                    <a:pt x="540734" y="1129665"/>
                  </a:lnTo>
                  <a:lnTo>
                    <a:pt x="525971" y="1129665"/>
                  </a:lnTo>
                  <a:cubicBezTo>
                    <a:pt x="470059" y="1129951"/>
                    <a:pt x="406813" y="1129760"/>
                    <a:pt x="388239" y="1075754"/>
                  </a:cubicBezTo>
                  <a:cubicBezTo>
                    <a:pt x="384620" y="1065086"/>
                    <a:pt x="381953" y="1050607"/>
                    <a:pt x="379857" y="1034034"/>
                  </a:cubicBezTo>
                  <a:cubicBezTo>
                    <a:pt x="372618" y="978122"/>
                    <a:pt x="372618" y="898017"/>
                    <a:pt x="372618" y="854297"/>
                  </a:cubicBezTo>
                  <a:lnTo>
                    <a:pt x="372618" y="653510"/>
                  </a:lnTo>
                  <a:cubicBezTo>
                    <a:pt x="439198" y="654082"/>
                    <a:pt x="444913" y="661035"/>
                    <a:pt x="479107" y="702469"/>
                  </a:cubicBezTo>
                  <a:cubicBezTo>
                    <a:pt x="485489" y="710089"/>
                    <a:pt x="492728" y="718756"/>
                    <a:pt x="501110" y="728472"/>
                  </a:cubicBezTo>
                  <a:lnTo>
                    <a:pt x="797909" y="1096804"/>
                  </a:lnTo>
                  <a:lnTo>
                    <a:pt x="885158" y="1204532"/>
                  </a:lnTo>
                  <a:cubicBezTo>
                    <a:pt x="885158" y="1204532"/>
                    <a:pt x="980885" y="1200436"/>
                    <a:pt x="1027366" y="1200436"/>
                  </a:cubicBezTo>
                  <a:cubicBezTo>
                    <a:pt x="1094994" y="1200436"/>
                    <a:pt x="1195102" y="1204627"/>
                    <a:pt x="1195102" y="1204627"/>
                  </a:cubicBezTo>
                  <a:lnTo>
                    <a:pt x="1195102" y="1131094"/>
                  </a:lnTo>
                  <a:lnTo>
                    <a:pt x="1186529" y="1129760"/>
                  </a:lnTo>
                  <a:close/>
                </a:path>
              </a:pathLst>
            </a:custGeom>
            <a:solidFill>
              <a:schemeClr val="bg1"/>
            </a:solidFill>
            <a:ln w="9525">
              <a:noFill/>
            </a:ln>
          </p:spPr>
          <p:style>
            <a:lnRef idx="0"/>
            <a:fillRef idx="0"/>
            <a:effectRef idx="0"/>
            <a:fontRef idx="minor"/>
          </p:style>
          <p:txBody>
            <a:bodyPr lIns="90000" tIns="45000" rIns="90000" bIns="45000" anchor="ctr">
              <a:noAutofit/>
            </a:bodyPr>
            <a:p>
              <a:endParaRPr lang="en-US" sz="1800" b="0" u="none" strike="noStrike">
                <a:solidFill>
                  <a:schemeClr val="dk1"/>
                </a:solidFill>
                <a:effectLst/>
                <a:uFillTx/>
                <a:latin typeface="Arial"/>
              </a:endParaRPr>
            </a:p>
          </p:txBody>
        </p:sp>
      </p:grpSp>
      <p:sp>
        <p:nvSpPr>
          <p:cNvPr id="328" name="PlaceHolder 3"/>
          <p:cNvSpPr>
            <a:spLocks noGrp="1"/>
          </p:cNvSpPr>
          <p:nvPr>
            <p:ph type="body"/>
          </p:nvPr>
        </p:nvSpPr>
        <p:spPr>
          <a:xfrm>
            <a:off x="330120" y="2299320"/>
            <a:ext cx="3457080" cy="2041200"/>
          </a:xfrm>
          <a:prstGeom prst="rect">
            <a:avLst/>
          </a:prstGeom>
          <a:noFill/>
          <a:ln w="0">
            <a:noFill/>
          </a:ln>
        </p:spPr>
        <p:txBody>
          <a:bodyPr lIns="90000" tIns="45000" rIns="90000" bIns="45000" anchor="t">
            <a:noAutofit/>
          </a:bodyPr>
          <a:lstStyle>
            <a:lvl1pPr algn="l" defTabSz="914400">
              <a:lnSpc>
                <a:spcPct val="90000"/>
              </a:lnSpc>
              <a:spcBef>
                <a:spcPts val="1001"/>
              </a:spcBef>
              <a:buClr>
                <a:srgbClr val="F86901"/>
              </a:buClr>
              <a:buFont typeface="Wingdings" charset="2"/>
              <a:buChar char=""/>
              <a:tabLst>
                <a:tab pos="0" algn="l"/>
              </a:tabLst>
              <a:defRPr lang="en-US" sz="2200" b="0" u="none" strike="noStrike">
                <a:solidFill>
                  <a:schemeClr val="dk1"/>
                </a:solidFill>
                <a:effectLst/>
                <a:uFillTx/>
                <a:latin typeface="Arial"/>
              </a:defRPr>
            </a:lvl1pPr>
            <a:lvl2pPr lvl="1" algn="l" defTabSz="914400">
              <a:lnSpc>
                <a:spcPct val="90000"/>
              </a:lnSpc>
              <a:spcBef>
                <a:spcPts val="499"/>
              </a:spcBef>
              <a:buClr>
                <a:srgbClr val="F86901"/>
              </a:buClr>
              <a:buFont typeface="Wingdings" charset="2"/>
              <a:buChar char=""/>
              <a:tabLst>
                <a:tab pos="0" algn="l"/>
              </a:tabLst>
              <a:defRPr lang="en-US" sz="2000" b="0" u="none" strike="noStrike">
                <a:solidFill>
                  <a:schemeClr val="dk1"/>
                </a:solidFill>
                <a:effectLst/>
                <a:uFillTx/>
                <a:latin typeface="Arial"/>
              </a:defRPr>
            </a:lvl2pPr>
            <a:lvl3pPr lvl="2" algn="l" defTabSz="914400">
              <a:lnSpc>
                <a:spcPct val="90000"/>
              </a:lnSpc>
              <a:spcBef>
                <a:spcPts val="499"/>
              </a:spcBef>
              <a:buClr>
                <a:srgbClr val="F86901"/>
              </a:buClr>
              <a:buFont typeface="Wingdings" charset="2"/>
              <a:buChar char=""/>
              <a:tabLst>
                <a:tab pos="0" algn="l"/>
              </a:tabLst>
              <a:defRPr lang="en-US" sz="1800" b="0" u="none" strike="noStrike">
                <a:solidFill>
                  <a:schemeClr val="dk1"/>
                </a:solidFill>
                <a:effectLst/>
                <a:uFillTx/>
                <a:latin typeface="Arial"/>
              </a:defRPr>
            </a:lvl3pPr>
            <a:lvl4pPr lvl="3" algn="l" defTabSz="914400">
              <a:lnSpc>
                <a:spcPct val="90000"/>
              </a:lnSpc>
              <a:spcBef>
                <a:spcPts val="499"/>
              </a:spcBef>
              <a:buClr>
                <a:srgbClr val="F86901"/>
              </a:buClr>
              <a:buFont typeface="Wingdings" charset="2"/>
              <a:buChar char=""/>
              <a:tabLst>
                <a:tab pos="0" algn="l"/>
              </a:tabLst>
              <a:defRPr lang="en-US" sz="1600" b="0" u="none" strike="noStrike">
                <a:solidFill>
                  <a:schemeClr val="dk1"/>
                </a:solidFill>
                <a:effectLst/>
                <a:uFillTx/>
                <a:latin typeface="Arial"/>
              </a:defRPr>
            </a:lvl4pPr>
            <a:lvl5pPr lvl="4" algn="l" defTabSz="914400">
              <a:lnSpc>
                <a:spcPct val="90000"/>
              </a:lnSpc>
              <a:spcBef>
                <a:spcPts val="499"/>
              </a:spcBef>
              <a:buClr>
                <a:srgbClr val="F86901"/>
              </a:buClr>
              <a:buFont typeface="Wingdings" charset="2"/>
              <a:buChar char=""/>
              <a:tabLst>
                <a:tab pos="0" algn="l"/>
              </a:tabLst>
              <a:defRPr lang="en-US" sz="1400" b="0" u="none" strike="noStrike">
                <a:solidFill>
                  <a:schemeClr val="dk1"/>
                </a:solidFill>
                <a:effectLst/>
                <a:uFillTx/>
                <a:latin typeface="Arial"/>
              </a:defRPr>
            </a:lvl5pPr>
          </a:lstStyle>
          <a:p>
            <a:pPr marL="228600" indent="-228600" algn="l" defTabSz="914400">
              <a:lnSpc>
                <a:spcPct val="90000"/>
              </a:lnSpc>
              <a:spcBef>
                <a:spcPts val="1001"/>
              </a:spcBef>
              <a:buClr>
                <a:srgbClr val="F86901"/>
              </a:buClr>
              <a:buFont typeface="Wingdings" charset="2"/>
              <a:buChar char=""/>
              <a:tabLst>
                <a:tab pos="0" algn="l"/>
              </a:tabLst>
            </a:pPr>
            <a:r>
              <a:rPr lang="en-US" sz="2200" b="0" u="none" strike="noStrike">
                <a:solidFill>
                  <a:schemeClr val="dk1"/>
                </a:solidFill>
                <a:effectLst/>
                <a:uFillTx/>
                <a:latin typeface="Arial"/>
              </a:rPr>
              <a:t>Click to edit Master text styles</a:t>
            </a:r>
            <a:endParaRPr lang="en-US" sz="2200" b="1" u="none" strike="noStrike">
              <a:solidFill>
                <a:srgbClr val="F86901"/>
              </a:solidFill>
              <a:effectLst/>
              <a:uFillTx/>
              <a:latin typeface="Arial"/>
            </a:endParaRPr>
          </a:p>
          <a:p>
            <a:pPr marL="685800" lvl="1" indent="-228600" algn="l" defTabSz="914400">
              <a:lnSpc>
                <a:spcPct val="90000"/>
              </a:lnSpc>
              <a:spcBef>
                <a:spcPts val="499"/>
              </a:spcBef>
              <a:buClr>
                <a:srgbClr val="F86901"/>
              </a:buClr>
              <a:buFont typeface="Wingdings" charset="2"/>
              <a:buChar char=""/>
              <a:tabLst>
                <a:tab pos="0" algn="l"/>
              </a:tabLst>
            </a:pPr>
            <a:r>
              <a:rPr lang="en-US" sz="2000" b="0" u="none" strike="noStrike">
                <a:solidFill>
                  <a:schemeClr val="dk1"/>
                </a:solidFill>
                <a:effectLst/>
                <a:uFillTx/>
                <a:latin typeface="Arial"/>
              </a:rPr>
              <a:t>Second level</a:t>
            </a:r>
            <a:endParaRPr lang="en-US" sz="2000" b="0" u="none" strike="noStrike">
              <a:solidFill>
                <a:schemeClr val="dk1"/>
              </a:solidFill>
              <a:effectLst/>
              <a:uFillTx/>
              <a:latin typeface="Arial"/>
            </a:endParaRPr>
          </a:p>
          <a:p>
            <a:pPr marL="1143000" lvl="2" indent="-228600" algn="l" defTabSz="914400">
              <a:lnSpc>
                <a:spcPct val="90000"/>
              </a:lnSpc>
              <a:spcBef>
                <a:spcPts val="499"/>
              </a:spcBef>
              <a:buClr>
                <a:srgbClr val="F86901"/>
              </a:buClr>
              <a:buFont typeface="Wingdings" charset="2"/>
              <a:buChar char=""/>
              <a:tabLst>
                <a:tab pos="0" algn="l"/>
              </a:tabLst>
            </a:pPr>
            <a:r>
              <a:rPr lang="en-US" sz="1800" b="0" u="none" strike="noStrike">
                <a:solidFill>
                  <a:schemeClr val="dk1"/>
                </a:solidFill>
                <a:effectLst/>
                <a:uFillTx/>
                <a:latin typeface="Arial"/>
              </a:rPr>
              <a:t>Third level</a:t>
            </a:r>
            <a:endParaRPr lang="en-US" sz="1800" b="0" u="none" strike="noStrike">
              <a:solidFill>
                <a:schemeClr val="dk1"/>
              </a:solidFill>
              <a:effectLst/>
              <a:uFillTx/>
              <a:latin typeface="Arial"/>
            </a:endParaRPr>
          </a:p>
          <a:p>
            <a:pPr marL="1600200" lvl="3" indent="-228600" algn="l" defTabSz="914400">
              <a:lnSpc>
                <a:spcPct val="90000"/>
              </a:lnSpc>
              <a:spcBef>
                <a:spcPts val="499"/>
              </a:spcBef>
              <a:buClr>
                <a:srgbClr val="F86901"/>
              </a:buClr>
              <a:buFont typeface="Wingdings" charset="2"/>
              <a:buChar char=""/>
              <a:tabLst>
                <a:tab pos="0" algn="l"/>
              </a:tabLst>
            </a:pPr>
            <a:r>
              <a:rPr lang="en-US" sz="1600" b="0" u="none" strike="noStrike">
                <a:solidFill>
                  <a:schemeClr val="dk1"/>
                </a:solidFill>
                <a:effectLst/>
                <a:uFillTx/>
                <a:latin typeface="Arial"/>
              </a:rPr>
              <a:t>Fourth level</a:t>
            </a:r>
            <a:endParaRPr lang="en-US" sz="1600" b="0" u="none" strike="noStrike">
              <a:solidFill>
                <a:schemeClr val="dk1"/>
              </a:solidFill>
              <a:effectLst/>
              <a:uFillTx/>
              <a:latin typeface="Arial"/>
            </a:endParaRPr>
          </a:p>
          <a:p>
            <a:pPr marL="2057400" lvl="4" indent="-228600" algn="l" defTabSz="914400">
              <a:lnSpc>
                <a:spcPct val="90000"/>
              </a:lnSpc>
              <a:spcBef>
                <a:spcPts val="499"/>
              </a:spcBef>
              <a:buClr>
                <a:srgbClr val="F86901"/>
              </a:buClr>
              <a:buFont typeface="Wingdings" charset="2"/>
              <a:buChar char=""/>
              <a:tabLst>
                <a:tab pos="0" algn="l"/>
              </a:tabLst>
            </a:pPr>
            <a:r>
              <a:rPr lang="en-US" sz="1400" b="0" u="none" strike="noStrike">
                <a:solidFill>
                  <a:schemeClr val="dk1"/>
                </a:solidFill>
                <a:effectLst/>
                <a:uFillTx/>
                <a:latin typeface="Arial"/>
              </a:rPr>
              <a:t>Fifth level</a:t>
            </a:r>
            <a:endParaRPr lang="en-US" sz="1400" b="0" u="none" strike="noStrike">
              <a:solidFill>
                <a:schemeClr val="dk1"/>
              </a:solidFill>
              <a:effectLst/>
              <a:uFillTx/>
              <a:latin typeface="Arial"/>
            </a:endParaRPr>
          </a:p>
        </p:txBody>
      </p:sp>
      <p:sp>
        <p:nvSpPr>
          <p:cNvPr id="329" name="PlaceHolder 4"/>
          <p:cNvSpPr>
            <a:spLocks noGrp="1"/>
          </p:cNvSpPr>
          <p:nvPr>
            <p:ph type="body" hasCustomPrompt="1"/>
          </p:nvPr>
        </p:nvSpPr>
        <p:spPr>
          <a:xfrm>
            <a:off x="330120" y="1780560"/>
            <a:ext cx="3513960" cy="498600"/>
          </a:xfrm>
          <a:prstGeom prst="rect">
            <a:avLst/>
          </a:prstGeom>
          <a:noFill/>
          <a:ln w="0">
            <a:noFill/>
          </a:ln>
        </p:spPr>
        <p:txBody>
          <a:bodyPr lIns="90000" tIns="45000" rIns="90000" bIns="45000" anchor="t">
            <a:noAutofit/>
          </a:bodyPr>
          <a:lstStyle>
            <a:lvl1pPr indent="0" algn="l" defTabSz="914400">
              <a:lnSpc>
                <a:spcPct val="90000"/>
              </a:lnSpc>
              <a:spcBef>
                <a:spcPts val="1001"/>
              </a:spcBef>
              <a:buNone/>
              <a:tabLst>
                <a:tab pos="0" algn="l"/>
              </a:tabLst>
              <a:defRPr lang="en-US" sz="2400" b="1" u="none" strike="noStrike">
                <a:solidFill>
                  <a:srgbClr val="F86901"/>
                </a:solidFill>
                <a:effectLst/>
                <a:uFillTx/>
                <a:latin typeface="Arial"/>
              </a:defRPr>
            </a:lvl1pPr>
          </a:lstStyle>
          <a:p>
            <a:pPr indent="0" algn="l" defTabSz="914400">
              <a:lnSpc>
                <a:spcPct val="90000"/>
              </a:lnSpc>
              <a:spcBef>
                <a:spcPts val="1001"/>
              </a:spcBef>
              <a:buNone/>
              <a:tabLst>
                <a:tab pos="0" algn="l"/>
              </a:tabLst>
            </a:pPr>
            <a:r>
              <a:rPr lang="en-US" sz="2400" b="1" u="none" strike="noStrike">
                <a:solidFill>
                  <a:srgbClr val="F86901"/>
                </a:solidFill>
                <a:effectLst/>
                <a:uFillTx/>
                <a:latin typeface="Arial"/>
              </a:rPr>
              <a:t>Click to add subhead</a:t>
            </a:r>
            <a:endParaRPr lang="en-US" sz="2400" b="1" u="none" strike="noStrike">
              <a:solidFill>
                <a:srgbClr val="F86901"/>
              </a:solidFill>
              <a:effectLst/>
              <a:uFillTx/>
              <a:latin typeface="Arial"/>
            </a:endParaRPr>
          </a:p>
        </p:txBody>
      </p:sp>
    </p:spTree>
  </p:cSld>
</p:sldLayout>
</file>

<file path=ppt/slideLayouts/slideLayout1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Layout 3 Header Bottom Reference">
    <p:bg>
      <p:bgPr>
        <a:solidFill>
          <a:srgbClr val="FFFFFF"/>
        </a:solidFill>
      </p:bgPr>
    </p:bg>
    <p:spTree>
      <p:nvGrpSpPr>
        <p:cNvPr id="1" name=""/>
        <p:cNvGrpSpPr/>
        <p:nvPr/>
      </p:nvGrpSpPr>
      <p:grpSpPr>
        <a:xfrm>
          <a:off x="0" y="0"/>
          <a:ext cx="0" cy="0"/>
          <a:chOff x="0" y="0"/>
          <a:chExt cx="0" cy="0"/>
        </a:xfrm>
      </p:grpSpPr>
      <p:sp>
        <p:nvSpPr>
          <p:cNvPr id="330" name="Rectangle 5"/>
          <p:cNvSpPr/>
          <p:nvPr/>
        </p:nvSpPr>
        <p:spPr>
          <a:xfrm>
            <a:off x="0" y="0"/>
            <a:ext cx="12190680" cy="666000"/>
          </a:xfrm>
          <a:prstGeom prst="rect">
            <a:avLst/>
          </a:prstGeom>
          <a:solidFill>
            <a:srgbClr val="F86901"/>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p>
            <a:endParaRPr lang="en-US" sz="1800" b="0" u="none" strike="noStrike">
              <a:solidFill>
                <a:schemeClr val="lt1"/>
              </a:solidFill>
              <a:effectLst/>
              <a:uFillTx/>
              <a:latin typeface="Arial"/>
            </a:endParaRPr>
          </a:p>
        </p:txBody>
      </p:sp>
      <p:sp>
        <p:nvSpPr>
          <p:cNvPr id="331" name="TextBox 10"/>
          <p:cNvSpPr/>
          <p:nvPr/>
        </p:nvSpPr>
        <p:spPr>
          <a:xfrm>
            <a:off x="11689200" y="269640"/>
            <a:ext cx="476280" cy="238680"/>
          </a:xfrm>
          <a:prstGeom prst="rect">
            <a:avLst/>
          </a:prstGeom>
          <a:noFill/>
          <a:ln w="0">
            <a:noFill/>
          </a:ln>
        </p:spPr>
        <p:style>
          <a:lnRef idx="0"/>
          <a:fillRef idx="0"/>
          <a:effectRef idx="0"/>
          <a:fontRef idx="minor"/>
        </p:style>
        <p:txBody>
          <a:bodyPr lIns="90000" tIns="45000" rIns="90000" bIns="45000" anchor="t">
            <a:spAutoFit/>
          </a:bodyPr>
          <a:p>
            <a:pPr defTabSz="914400">
              <a:lnSpc>
                <a:spcPct val="80000"/>
              </a:lnSpc>
            </a:pPr>
            <a:r>
              <a:rPr lang="en-US" sz="1200" b="0" u="none" strike="noStrike">
                <a:solidFill>
                  <a:srgbClr val="E56B2A"/>
                </a:solidFill>
                <a:effectLst/>
                <a:uFillTx/>
                <a:latin typeface="Georgia"/>
              </a:rPr>
              <a:t> </a:t>
            </a:r>
            <a:fld id="{CC2694F4-F97F-4D7E-B5BE-BE527BEB004B}" type="slidenum">
              <a:rPr lang="en-US" sz="1130" b="0" u="none" strike="noStrike">
                <a:solidFill>
                  <a:schemeClr val="lt1"/>
                </a:solidFill>
                <a:effectLst/>
                <a:uFillTx/>
                <a:latin typeface="Arial"/>
              </a:rPr>
              <a:t>&lt;number&gt;</a:t>
            </a:fld>
            <a:endParaRPr lang="en-US" sz="1130" b="0" u="none" strike="noStrike">
              <a:solidFill>
                <a:srgbClr val="000000"/>
              </a:solidFill>
              <a:effectLst/>
              <a:uFillTx/>
              <a:latin typeface="Arial"/>
            </a:endParaRPr>
          </a:p>
        </p:txBody>
      </p:sp>
      <p:pic>
        <p:nvPicPr>
          <p:cNvPr id="332" name="Graphic 11"/>
          <p:cNvPicPr/>
          <p:nvPr/>
        </p:nvPicPr>
        <p:blipFill>
          <a:blip r:embed="rId2">
            <a:extLst>
              <a:ext uri="{96DAC541-7B7A-43D3-8B79-37D633B846F1}">
                <asvg:svgBlip xmlns:asvg="http://schemas.microsoft.com/office/drawing/2016/SVG/main" r:embed="rId3"/>
              </a:ext>
            </a:extLst>
          </a:blip>
          <a:stretch/>
        </p:blipFill>
        <p:spPr>
          <a:xfrm>
            <a:off x="9069840" y="240840"/>
            <a:ext cx="2699280" cy="238680"/>
          </a:xfrm>
          <a:prstGeom prst="rect">
            <a:avLst/>
          </a:prstGeom>
          <a:noFill/>
          <a:ln w="0">
            <a:noFill/>
          </a:ln>
        </p:spPr>
      </p:pic>
      <p:grpSp>
        <p:nvGrpSpPr>
          <p:cNvPr id="333" name="Graphic 22"/>
          <p:cNvGrpSpPr/>
          <p:nvPr/>
        </p:nvGrpSpPr>
        <p:grpSpPr>
          <a:xfrm>
            <a:off x="201960" y="195840"/>
            <a:ext cx="797760" cy="300600"/>
            <a:chOff x="201960" y="195840"/>
            <a:chExt cx="797760" cy="300600"/>
          </a:xfrm>
        </p:grpSpPr>
        <p:sp>
          <p:nvSpPr>
            <p:cNvPr id="334" name="Freeform 2"/>
            <p:cNvSpPr/>
            <p:nvPr/>
          </p:nvSpPr>
          <p:spPr>
            <a:xfrm>
              <a:off x="540720" y="195840"/>
              <a:ext cx="135720" cy="300240"/>
            </a:xfrm>
            <a:custGeom>
              <a:avLst/>
              <a:gdLst>
                <a:gd name="textAreaLeft" fmla="*/ 0 w 135720"/>
                <a:gd name="textAreaRight" fmla="*/ 137160 w 135720"/>
                <a:gd name="textAreaTop" fmla="*/ 0 h 300240"/>
                <a:gd name="textAreaBottom" fmla="*/ 301680 h 300240"/>
                <a:gd name="GluePoint1X" fmla="*/ 393478 w 547877"/>
                <a:gd name="GluePoint1Y" fmla="*/ 129064 h 1204531"/>
                <a:gd name="GluePoint2X" fmla="*/ 537686 w 547877"/>
                <a:gd name="GluePoint2Y" fmla="*/ 74771 h 1204531"/>
                <a:gd name="GluePoint3X" fmla="*/ 547878 w 547877"/>
                <a:gd name="GluePoint3Y" fmla="*/ 74771 h 1204531"/>
                <a:gd name="GluePoint4X" fmla="*/ 547878 w 547877"/>
                <a:gd name="GluePoint4Y" fmla="*/ 0 h 1204531"/>
                <a:gd name="GluePoint5X" fmla="*/ 267938 w 547877"/>
                <a:gd name="GluePoint5Y" fmla="*/ 4667 h 1204531"/>
                <a:gd name="GluePoint6X" fmla="*/ 0 w 547877"/>
                <a:gd name="GluePoint6Y" fmla="*/ 0 h 1204531"/>
                <a:gd name="GluePoint7X" fmla="*/ 0 w 547877"/>
                <a:gd name="GluePoint7Y" fmla="*/ 74771 h 1204531"/>
                <a:gd name="GluePoint8X" fmla="*/ 10192 w 547877"/>
                <a:gd name="GluePoint8Y" fmla="*/ 74771 h 1204531"/>
                <a:gd name="GluePoint9X" fmla="*/ 154400 w 547877"/>
                <a:gd name="GluePoint9Y" fmla="*/ 128968 h 1204531"/>
                <a:gd name="GluePoint10X" fmla="*/ 171640 w 547877"/>
                <a:gd name="GluePoint10Y" fmla="*/ 363188 h 1204531"/>
                <a:gd name="GluePoint11X" fmla="*/ 171640 w 547877"/>
                <a:gd name="GluePoint11Y" fmla="*/ 841153 h 1204531"/>
                <a:gd name="GluePoint12X" fmla="*/ 154496 w 547877"/>
                <a:gd name="GluePoint12Y" fmla="*/ 1075373 h 1204531"/>
                <a:gd name="GluePoint13X" fmla="*/ 10192 w 547877"/>
                <a:gd name="GluePoint13Y" fmla="*/ 1129569 h 1204531"/>
                <a:gd name="GluePoint14X" fmla="*/ 0 w 547877"/>
                <a:gd name="GluePoint14Y" fmla="*/ 1129569 h 1204531"/>
                <a:gd name="GluePoint15X" fmla="*/ 0 w 547877"/>
                <a:gd name="GluePoint15Y" fmla="*/ 1204531 h 1204531"/>
                <a:gd name="GluePoint16X" fmla="*/ 268224 w 547877"/>
                <a:gd name="GluePoint16Y" fmla="*/ 1197102 h 1204531"/>
                <a:gd name="GluePoint17X" fmla="*/ 547878 w 547877"/>
                <a:gd name="GluePoint17Y" fmla="*/ 1204531 h 1204531"/>
                <a:gd name="GluePoint18X" fmla="*/ 547878 w 547877"/>
                <a:gd name="GluePoint18Y" fmla="*/ 1129569 h 1204531"/>
                <a:gd name="GluePoint19X" fmla="*/ 537686 w 547877"/>
                <a:gd name="GluePoint19Y" fmla="*/ 1129569 h 1204531"/>
                <a:gd name="GluePoint20X" fmla="*/ 393478 w 547877"/>
                <a:gd name="GluePoint20Y" fmla="*/ 1075468 h 1204531"/>
                <a:gd name="GluePoint21X" fmla="*/ 376333 w 547877"/>
                <a:gd name="GluePoint21Y" fmla="*/ 841153 h 1204531"/>
                <a:gd name="GluePoint22X" fmla="*/ 376333 w 547877"/>
                <a:gd name="GluePoint22Y" fmla="*/ 363188 h 1204531"/>
                <a:gd name="GluePoint23X" fmla="*/ 393478 w 547877"/>
                <a:gd name="GluePoint23Y" fmla="*/ 129064 h 1204531"/>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 ang="0">
                  <a:pos x="GluePoint16X" y="GluePoint16Y"/>
                </a:cxn>
                <a:cxn ang="0">
                  <a:pos x="GluePoint17X" y="GluePoint17Y"/>
                </a:cxn>
                <a:cxn ang="0">
                  <a:pos x="GluePoint18X" y="GluePoint18Y"/>
                </a:cxn>
                <a:cxn ang="0">
                  <a:pos x="GluePoint19X" y="GluePoint19Y"/>
                </a:cxn>
                <a:cxn ang="0">
                  <a:pos x="GluePoint20X" y="GluePoint20Y"/>
                </a:cxn>
                <a:cxn ang="0">
                  <a:pos x="GluePoint21X" y="GluePoint21Y"/>
                </a:cxn>
                <a:cxn ang="0">
                  <a:pos x="GluePoint22X" y="GluePoint22Y"/>
                </a:cxn>
                <a:cxn ang="0">
                  <a:pos x="GluePoint23X" y="GluePoint23Y"/>
                </a:cxn>
              </a:cxnLst>
              <a:rect l="textAreaLeft" t="textAreaTop" r="textAreaRight" b="textAreaBottom"/>
              <a:pathLst>
                <a:path w="547877" h="1204531">
                  <a:moveTo>
                    <a:pt x="393478" y="129064"/>
                  </a:moveTo>
                  <a:cubicBezTo>
                    <a:pt x="414242" y="74771"/>
                    <a:pt x="482727" y="74771"/>
                    <a:pt x="537686" y="74771"/>
                  </a:cubicBezTo>
                  <a:lnTo>
                    <a:pt x="547878" y="74771"/>
                  </a:lnTo>
                  <a:lnTo>
                    <a:pt x="547878" y="0"/>
                  </a:lnTo>
                  <a:cubicBezTo>
                    <a:pt x="547878" y="0"/>
                    <a:pt x="333565" y="4667"/>
                    <a:pt x="267938" y="4667"/>
                  </a:cubicBezTo>
                  <a:cubicBezTo>
                    <a:pt x="200406" y="4667"/>
                    <a:pt x="0" y="0"/>
                    <a:pt x="0" y="0"/>
                  </a:cubicBezTo>
                  <a:lnTo>
                    <a:pt x="0" y="74771"/>
                  </a:lnTo>
                  <a:lnTo>
                    <a:pt x="10192" y="74771"/>
                  </a:lnTo>
                  <a:cubicBezTo>
                    <a:pt x="65246" y="74771"/>
                    <a:pt x="133731" y="74771"/>
                    <a:pt x="154400" y="128968"/>
                  </a:cubicBezTo>
                  <a:cubicBezTo>
                    <a:pt x="171640" y="175450"/>
                    <a:pt x="171640" y="307086"/>
                    <a:pt x="171640" y="363188"/>
                  </a:cubicBezTo>
                  <a:lnTo>
                    <a:pt x="171640" y="841153"/>
                  </a:lnTo>
                  <a:cubicBezTo>
                    <a:pt x="171640" y="897350"/>
                    <a:pt x="171640" y="1028890"/>
                    <a:pt x="154496" y="1075373"/>
                  </a:cubicBezTo>
                  <a:cubicBezTo>
                    <a:pt x="133731" y="1129569"/>
                    <a:pt x="65246" y="1129569"/>
                    <a:pt x="10192" y="1129569"/>
                  </a:cubicBezTo>
                  <a:lnTo>
                    <a:pt x="0" y="1129569"/>
                  </a:lnTo>
                  <a:lnTo>
                    <a:pt x="0" y="1204531"/>
                  </a:lnTo>
                  <a:cubicBezTo>
                    <a:pt x="0" y="1204341"/>
                    <a:pt x="173260" y="1197102"/>
                    <a:pt x="268224" y="1197102"/>
                  </a:cubicBezTo>
                  <a:cubicBezTo>
                    <a:pt x="377476" y="1197102"/>
                    <a:pt x="547878" y="1204531"/>
                    <a:pt x="547878" y="1204531"/>
                  </a:cubicBezTo>
                  <a:lnTo>
                    <a:pt x="547878" y="1129569"/>
                  </a:lnTo>
                  <a:lnTo>
                    <a:pt x="537686" y="1129569"/>
                  </a:lnTo>
                  <a:cubicBezTo>
                    <a:pt x="482727" y="1129569"/>
                    <a:pt x="414242" y="1129569"/>
                    <a:pt x="393478" y="1075468"/>
                  </a:cubicBezTo>
                  <a:cubicBezTo>
                    <a:pt x="376333" y="1028890"/>
                    <a:pt x="376333" y="897350"/>
                    <a:pt x="376333" y="841153"/>
                  </a:cubicBezTo>
                  <a:lnTo>
                    <a:pt x="376333" y="363188"/>
                  </a:lnTo>
                  <a:cubicBezTo>
                    <a:pt x="376333" y="307086"/>
                    <a:pt x="376333" y="175450"/>
                    <a:pt x="393478" y="129064"/>
                  </a:cubicBezTo>
                </a:path>
              </a:pathLst>
            </a:custGeom>
            <a:solidFill>
              <a:schemeClr val="bg1"/>
            </a:solidFill>
            <a:ln w="9525">
              <a:noFill/>
            </a:ln>
          </p:spPr>
          <p:style>
            <a:lnRef idx="0"/>
            <a:fillRef idx="0"/>
            <a:effectRef idx="0"/>
            <a:fontRef idx="minor"/>
          </p:style>
          <p:txBody>
            <a:bodyPr lIns="68040" tIns="45000" rIns="68040" bIns="45000" anchor="ctr">
              <a:noAutofit/>
            </a:bodyPr>
            <a:p>
              <a:endParaRPr lang="en-US" sz="1800" b="0" u="none" strike="noStrike">
                <a:solidFill>
                  <a:schemeClr val="dk1"/>
                </a:solidFill>
                <a:effectLst/>
                <a:uFillTx/>
                <a:latin typeface="Arial"/>
              </a:endParaRPr>
            </a:p>
          </p:txBody>
        </p:sp>
        <p:sp>
          <p:nvSpPr>
            <p:cNvPr id="335" name="Freeform 3"/>
            <p:cNvSpPr/>
            <p:nvPr/>
          </p:nvSpPr>
          <p:spPr>
            <a:xfrm>
              <a:off x="718920" y="196200"/>
              <a:ext cx="280800" cy="300240"/>
            </a:xfrm>
            <a:custGeom>
              <a:avLst/>
              <a:gdLst>
                <a:gd name="textAreaLeft" fmla="*/ 0 w 280800"/>
                <a:gd name="textAreaRight" fmla="*/ 282240 w 280800"/>
                <a:gd name="textAreaTop" fmla="*/ 0 h 300240"/>
                <a:gd name="textAreaBottom" fmla="*/ 301680 h 300240"/>
                <a:gd name="GluePoint1X" fmla="*/ 0 w 1126902"/>
                <a:gd name="GluePoint1Y" fmla="*/ 0 h 1204245"/>
                <a:gd name="GluePoint2X" fmla="*/ 0 w 1126902"/>
                <a:gd name="GluePoint2Y" fmla="*/ 312420 h 1204245"/>
                <a:gd name="GluePoint3X" fmla="*/ 74295 w 1126902"/>
                <a:gd name="GluePoint3Y" fmla="*/ 312420 h 1204245"/>
                <a:gd name="GluePoint4X" fmla="*/ 74581 w 1126902"/>
                <a:gd name="GluePoint4Y" fmla="*/ 302609 h 1204245"/>
                <a:gd name="GluePoint5X" fmla="*/ 334328 w 1126902"/>
                <a:gd name="GluePoint5Y" fmla="*/ 90773 h 1204245"/>
                <a:gd name="GluePoint6X" fmla="*/ 352330 w 1126902"/>
                <a:gd name="GluePoint6Y" fmla="*/ 90678 h 1204245"/>
                <a:gd name="GluePoint7X" fmla="*/ 453200 w 1126902"/>
                <a:gd name="GluePoint7Y" fmla="*/ 106204 h 1204245"/>
                <a:gd name="GluePoint8X" fmla="*/ 461201 w 1126902"/>
                <a:gd name="GluePoint8Y" fmla="*/ 128873 h 1204245"/>
                <a:gd name="GluePoint9X" fmla="*/ 461201 w 1126902"/>
                <a:gd name="GluePoint9Y" fmla="*/ 950119 h 1204245"/>
                <a:gd name="GluePoint10X" fmla="*/ 272510 w 1126902"/>
                <a:gd name="GluePoint10Y" fmla="*/ 1129475 h 1204245"/>
                <a:gd name="GluePoint11X" fmla="*/ 262700 w 1126902"/>
                <a:gd name="GluePoint11Y" fmla="*/ 1129856 h 1204245"/>
                <a:gd name="GluePoint12X" fmla="*/ 262700 w 1126902"/>
                <a:gd name="GluePoint12Y" fmla="*/ 1204246 h 1204245"/>
                <a:gd name="GluePoint13X" fmla="*/ 578548 w 1126902"/>
                <a:gd name="GluePoint13Y" fmla="*/ 1196911 h 1204245"/>
                <a:gd name="GluePoint14X" fmla="*/ 864203 w 1126902"/>
                <a:gd name="GluePoint14Y" fmla="*/ 1204246 h 1204245"/>
                <a:gd name="GluePoint15X" fmla="*/ 864203 w 1126902"/>
                <a:gd name="GluePoint15Y" fmla="*/ 1129856 h 1204245"/>
                <a:gd name="GluePoint16X" fmla="*/ 854393 w 1126902"/>
                <a:gd name="GluePoint16Y" fmla="*/ 1129475 h 1204245"/>
                <a:gd name="GluePoint17X" fmla="*/ 665702 w 1126902"/>
                <a:gd name="GluePoint17Y" fmla="*/ 950119 h 1204245"/>
                <a:gd name="GluePoint18X" fmla="*/ 665702 w 1126902"/>
                <a:gd name="GluePoint18Y" fmla="*/ 128873 h 1204245"/>
                <a:gd name="GluePoint19X" fmla="*/ 673608 w 1126902"/>
                <a:gd name="GluePoint19Y" fmla="*/ 108490 h 1204245"/>
                <a:gd name="GluePoint20X" fmla="*/ 791718 w 1126902"/>
                <a:gd name="GluePoint20Y" fmla="*/ 90488 h 1204245"/>
                <a:gd name="GluePoint21X" fmla="*/ 815912 w 1126902"/>
                <a:gd name="GluePoint21Y" fmla="*/ 90773 h 1204245"/>
                <a:gd name="GluePoint22X" fmla="*/ 1052513 w 1126902"/>
                <a:gd name="GluePoint22Y" fmla="*/ 302895 h 1204245"/>
                <a:gd name="GluePoint23X" fmla="*/ 1053084 w 1126902"/>
                <a:gd name="GluePoint23Y" fmla="*/ 312420 h 1204245"/>
                <a:gd name="GluePoint24X" fmla="*/ 1126903 w 1126902"/>
                <a:gd name="GluePoint24Y" fmla="*/ 312420 h 1204245"/>
                <a:gd name="GluePoint25X" fmla="*/ 1126903 w 1126902"/>
                <a:gd name="GluePoint25Y" fmla="*/ 0 h 1204245"/>
                <a:gd name="GluePoint26X" fmla="*/ 563404 w 1126902"/>
                <a:gd name="GluePoint26Y" fmla="*/ 2857 h 1204245"/>
                <a:gd name="GluePoint27X" fmla="*/ 0 w 1126902"/>
                <a:gd name="GluePoint27Y" fmla="*/ 0 h 1204245"/>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 ang="0">
                  <a:pos x="GluePoint16X" y="GluePoint16Y"/>
                </a:cxn>
                <a:cxn ang="0">
                  <a:pos x="GluePoint17X" y="GluePoint17Y"/>
                </a:cxn>
                <a:cxn ang="0">
                  <a:pos x="GluePoint18X" y="GluePoint18Y"/>
                </a:cxn>
                <a:cxn ang="0">
                  <a:pos x="GluePoint19X" y="GluePoint19Y"/>
                </a:cxn>
                <a:cxn ang="0">
                  <a:pos x="GluePoint20X" y="GluePoint20Y"/>
                </a:cxn>
                <a:cxn ang="0">
                  <a:pos x="GluePoint21X" y="GluePoint21Y"/>
                </a:cxn>
                <a:cxn ang="0">
                  <a:pos x="GluePoint22X" y="GluePoint22Y"/>
                </a:cxn>
                <a:cxn ang="0">
                  <a:pos x="GluePoint23X" y="GluePoint23Y"/>
                </a:cxn>
                <a:cxn ang="0">
                  <a:pos x="GluePoint24X" y="GluePoint24Y"/>
                </a:cxn>
                <a:cxn ang="0">
                  <a:pos x="GluePoint25X" y="GluePoint25Y"/>
                </a:cxn>
                <a:cxn ang="0">
                  <a:pos x="GluePoint26X" y="GluePoint26Y"/>
                </a:cxn>
                <a:cxn ang="0">
                  <a:pos x="GluePoint27X" y="GluePoint27Y"/>
                </a:cxn>
              </a:cxnLst>
              <a:rect l="textAreaLeft" t="textAreaTop" r="textAreaRight" b="textAreaBottom"/>
              <a:pathLst>
                <a:path w="1126902" h="1204245">
                  <a:moveTo>
                    <a:pt x="0" y="0"/>
                  </a:moveTo>
                  <a:lnTo>
                    <a:pt x="0" y="312420"/>
                  </a:lnTo>
                  <a:lnTo>
                    <a:pt x="74295" y="312420"/>
                  </a:lnTo>
                  <a:lnTo>
                    <a:pt x="74581" y="302609"/>
                  </a:lnTo>
                  <a:cubicBezTo>
                    <a:pt x="81344" y="99346"/>
                    <a:pt x="159163" y="90773"/>
                    <a:pt x="334328" y="90773"/>
                  </a:cubicBezTo>
                  <a:cubicBezTo>
                    <a:pt x="340328" y="90773"/>
                    <a:pt x="346424" y="90773"/>
                    <a:pt x="352330" y="90678"/>
                  </a:cubicBezTo>
                  <a:cubicBezTo>
                    <a:pt x="395859" y="90392"/>
                    <a:pt x="437007" y="90106"/>
                    <a:pt x="453200" y="106204"/>
                  </a:cubicBezTo>
                  <a:cubicBezTo>
                    <a:pt x="458629" y="111538"/>
                    <a:pt x="461201" y="118967"/>
                    <a:pt x="461201" y="128873"/>
                  </a:cubicBezTo>
                  <a:lnTo>
                    <a:pt x="461201" y="950119"/>
                  </a:lnTo>
                  <a:cubicBezTo>
                    <a:pt x="461201" y="1072039"/>
                    <a:pt x="444151" y="1122426"/>
                    <a:pt x="272510" y="1129475"/>
                  </a:cubicBezTo>
                  <a:lnTo>
                    <a:pt x="262700" y="1129856"/>
                  </a:lnTo>
                  <a:lnTo>
                    <a:pt x="262700" y="1204246"/>
                  </a:lnTo>
                  <a:cubicBezTo>
                    <a:pt x="262700" y="1204246"/>
                    <a:pt x="462725" y="1196911"/>
                    <a:pt x="578548" y="1196911"/>
                  </a:cubicBezTo>
                  <a:cubicBezTo>
                    <a:pt x="666941" y="1196911"/>
                    <a:pt x="864203" y="1204246"/>
                    <a:pt x="864203" y="1204246"/>
                  </a:cubicBezTo>
                  <a:lnTo>
                    <a:pt x="864203" y="1129856"/>
                  </a:lnTo>
                  <a:lnTo>
                    <a:pt x="854393" y="1129475"/>
                  </a:lnTo>
                  <a:cubicBezTo>
                    <a:pt x="682752" y="1122426"/>
                    <a:pt x="665702" y="1072039"/>
                    <a:pt x="665702" y="950119"/>
                  </a:cubicBezTo>
                  <a:lnTo>
                    <a:pt x="665702" y="128873"/>
                  </a:lnTo>
                  <a:cubicBezTo>
                    <a:pt x="665702" y="120396"/>
                    <a:pt x="668369" y="113729"/>
                    <a:pt x="673608" y="108490"/>
                  </a:cubicBezTo>
                  <a:cubicBezTo>
                    <a:pt x="693420" y="89059"/>
                    <a:pt x="747903" y="89821"/>
                    <a:pt x="791718" y="90488"/>
                  </a:cubicBezTo>
                  <a:cubicBezTo>
                    <a:pt x="800005" y="90583"/>
                    <a:pt x="808196" y="90773"/>
                    <a:pt x="815912" y="90773"/>
                  </a:cubicBezTo>
                  <a:cubicBezTo>
                    <a:pt x="987267" y="90773"/>
                    <a:pt x="1042511" y="140303"/>
                    <a:pt x="1052513" y="302895"/>
                  </a:cubicBezTo>
                  <a:lnTo>
                    <a:pt x="1053084" y="312420"/>
                  </a:lnTo>
                  <a:lnTo>
                    <a:pt x="1126903" y="312420"/>
                  </a:lnTo>
                  <a:lnTo>
                    <a:pt x="1126903" y="0"/>
                  </a:lnTo>
                  <a:cubicBezTo>
                    <a:pt x="1126903" y="0"/>
                    <a:pt x="694468" y="2857"/>
                    <a:pt x="563404" y="2857"/>
                  </a:cubicBezTo>
                  <a:cubicBezTo>
                    <a:pt x="432340" y="2857"/>
                    <a:pt x="0" y="0"/>
                    <a:pt x="0" y="0"/>
                  </a:cubicBezTo>
                </a:path>
              </a:pathLst>
            </a:custGeom>
            <a:solidFill>
              <a:schemeClr val="bg1"/>
            </a:solidFill>
            <a:ln w="9525">
              <a:noFill/>
            </a:ln>
          </p:spPr>
          <p:style>
            <a:lnRef idx="0"/>
            <a:fillRef idx="0"/>
            <a:effectRef idx="0"/>
            <a:fontRef idx="minor"/>
          </p:style>
          <p:txBody>
            <a:bodyPr lIns="90000" tIns="45000" rIns="90000" bIns="45000" anchor="ctr">
              <a:noAutofit/>
            </a:bodyPr>
            <a:p>
              <a:endParaRPr lang="en-US" sz="1800" b="0" u="none" strike="noStrike">
                <a:solidFill>
                  <a:schemeClr val="dk1"/>
                </a:solidFill>
                <a:effectLst/>
                <a:uFillTx/>
                <a:latin typeface="Arial"/>
              </a:endParaRPr>
            </a:p>
          </p:txBody>
        </p:sp>
        <p:sp>
          <p:nvSpPr>
            <p:cNvPr id="336" name="Freeform 4"/>
            <p:cNvSpPr/>
            <p:nvPr/>
          </p:nvSpPr>
          <p:spPr>
            <a:xfrm>
              <a:off x="201960" y="195840"/>
              <a:ext cx="297720" cy="300240"/>
            </a:xfrm>
            <a:custGeom>
              <a:avLst/>
              <a:gdLst>
                <a:gd name="textAreaLeft" fmla="*/ 0 w 297720"/>
                <a:gd name="textAreaRight" fmla="*/ 299160 w 297720"/>
                <a:gd name="textAreaTop" fmla="*/ 0 h 300240"/>
                <a:gd name="textAreaBottom" fmla="*/ 301680 h 300240"/>
                <a:gd name="GluePoint1X" fmla="*/ 372618 w 1195101"/>
                <a:gd name="GluePoint1Y" fmla="*/ 571786 h 1204626"/>
                <a:gd name="GluePoint2X" fmla="*/ 372523 w 1195101"/>
                <a:gd name="GluePoint2Y" fmla="*/ 134303 h 1204626"/>
                <a:gd name="GluePoint3X" fmla="*/ 386239 w 1195101"/>
                <a:gd name="GluePoint3Y" fmla="*/ 86487 h 1204626"/>
                <a:gd name="GluePoint4X" fmla="*/ 498348 w 1195101"/>
                <a:gd name="GluePoint4Y" fmla="*/ 85630 h 1204626"/>
                <a:gd name="GluePoint5X" fmla="*/ 738473 w 1195101"/>
                <a:gd name="GluePoint5Y" fmla="*/ 330518 h 1204626"/>
                <a:gd name="GluePoint6X" fmla="*/ 640747 w 1195101"/>
                <a:gd name="GluePoint6Y" fmla="*/ 541687 h 1204626"/>
                <a:gd name="GluePoint7X" fmla="*/ 372618 w 1195101"/>
                <a:gd name="GluePoint7Y" fmla="*/ 571786 h 1204626"/>
                <a:gd name="GluePoint8X" fmla="*/ 1186529 w 1195101"/>
                <a:gd name="GluePoint8Y" fmla="*/ 1129760 h 1204626"/>
                <a:gd name="GluePoint9X" fmla="*/ 1017461 w 1195101"/>
                <a:gd name="GluePoint9Y" fmla="*/ 1040702 h 1204626"/>
                <a:gd name="GluePoint10X" fmla="*/ 661797 w 1195101"/>
                <a:gd name="GluePoint10Y" fmla="*/ 632460 h 1204626"/>
                <a:gd name="GluePoint11X" fmla="*/ 964597 w 1195101"/>
                <a:gd name="GluePoint11Y" fmla="*/ 305371 h 1204626"/>
                <a:gd name="GluePoint12X" fmla="*/ 831056 w 1195101"/>
                <a:gd name="GluePoint12Y" fmla="*/ 55816 h 1204626"/>
                <a:gd name="GluePoint13X" fmla="*/ 544639 w 1195101"/>
                <a:gd name="GluePoint13Y" fmla="*/ 190 h 1204626"/>
                <a:gd name="GluePoint14X" fmla="*/ 317468 w 1195101"/>
                <a:gd name="GluePoint14Y" fmla="*/ 4191 h 1204626"/>
                <a:gd name="GluePoint15X" fmla="*/ 191 w 1195101"/>
                <a:gd name="GluePoint15Y" fmla="*/ 0 h 1204626"/>
                <a:gd name="GluePoint16X" fmla="*/ 191 w 1195101"/>
                <a:gd name="GluePoint16Y" fmla="*/ 74866 h 1204626"/>
                <a:gd name="GluePoint17X" fmla="*/ 15050 w 1195101"/>
                <a:gd name="GluePoint17Y" fmla="*/ 74866 h 1204626"/>
                <a:gd name="GluePoint18X" fmla="*/ 152781 w 1195101"/>
                <a:gd name="GluePoint18Y" fmla="*/ 128683 h 1204626"/>
                <a:gd name="GluePoint19X" fmla="*/ 168307 w 1195101"/>
                <a:gd name="GluePoint19Y" fmla="*/ 350139 h 1204626"/>
                <a:gd name="GluePoint20X" fmla="*/ 168307 w 1195101"/>
                <a:gd name="GluePoint20Y" fmla="*/ 841248 h 1204626"/>
                <a:gd name="GluePoint21X" fmla="*/ 161068 w 1195101"/>
                <a:gd name="GluePoint21Y" fmla="*/ 1034129 h 1204626"/>
                <a:gd name="GluePoint22X" fmla="*/ 152686 w 1195101"/>
                <a:gd name="GluePoint22Y" fmla="*/ 1075944 h 1204626"/>
                <a:gd name="GluePoint23X" fmla="*/ 10382 w 1195101"/>
                <a:gd name="GluePoint23Y" fmla="*/ 1129665 h 1204626"/>
                <a:gd name="GluePoint24X" fmla="*/ 0 w 1195101"/>
                <a:gd name="GluePoint24Y" fmla="*/ 1129665 h 1204626"/>
                <a:gd name="GluePoint25X" fmla="*/ 0 w 1195101"/>
                <a:gd name="GluePoint25Y" fmla="*/ 1204532 h 1204626"/>
                <a:gd name="GluePoint26X" fmla="*/ 278225 w 1195101"/>
                <a:gd name="GluePoint26Y" fmla="*/ 1197102 h 1204626"/>
                <a:gd name="GluePoint27X" fmla="*/ 540734 w 1195101"/>
                <a:gd name="GluePoint27Y" fmla="*/ 1204532 h 1204626"/>
                <a:gd name="GluePoint28X" fmla="*/ 540734 w 1195101"/>
                <a:gd name="GluePoint28Y" fmla="*/ 1129665 h 1204626"/>
                <a:gd name="GluePoint29X" fmla="*/ 525971 w 1195101"/>
                <a:gd name="GluePoint29Y" fmla="*/ 1129665 h 1204626"/>
                <a:gd name="GluePoint30X" fmla="*/ 388239 w 1195101"/>
                <a:gd name="GluePoint30Y" fmla="*/ 1075754 h 1204626"/>
                <a:gd name="GluePoint31X" fmla="*/ 379857 w 1195101"/>
                <a:gd name="GluePoint31Y" fmla="*/ 1034034 h 1204626"/>
                <a:gd name="GluePoint32X" fmla="*/ 372618 w 1195101"/>
                <a:gd name="GluePoint32Y" fmla="*/ 854297 h 1204626"/>
                <a:gd name="GluePoint33X" fmla="*/ 372618 w 1195101"/>
                <a:gd name="GluePoint33Y" fmla="*/ 653510 h 1204626"/>
                <a:gd name="GluePoint34X" fmla="*/ 479107 w 1195101"/>
                <a:gd name="GluePoint34Y" fmla="*/ 702469 h 1204626"/>
                <a:gd name="GluePoint35X" fmla="*/ 501110 w 1195101"/>
                <a:gd name="GluePoint35Y" fmla="*/ 728472 h 1204626"/>
                <a:gd name="GluePoint36X" fmla="*/ 797909 w 1195101"/>
                <a:gd name="GluePoint36Y" fmla="*/ 1096804 h 1204626"/>
                <a:gd name="GluePoint37X" fmla="*/ 885158 w 1195101"/>
                <a:gd name="GluePoint37Y" fmla="*/ 1204532 h 1204626"/>
                <a:gd name="GluePoint38X" fmla="*/ 1027366 w 1195101"/>
                <a:gd name="GluePoint38Y" fmla="*/ 1200436 h 1204626"/>
                <a:gd name="GluePoint39X" fmla="*/ 1195102 w 1195101"/>
                <a:gd name="GluePoint39Y" fmla="*/ 1204627 h 1204626"/>
                <a:gd name="GluePoint40X" fmla="*/ 1195102 w 1195101"/>
                <a:gd name="GluePoint40Y" fmla="*/ 1131094 h 1204626"/>
                <a:gd name="GluePoint41X" fmla="*/ 1186529 w 1195101"/>
                <a:gd name="GluePoint41Y" fmla="*/ 1129760 h 1204626"/>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 ang="0">
                  <a:pos x="GluePoint16X" y="GluePoint16Y"/>
                </a:cxn>
                <a:cxn ang="0">
                  <a:pos x="GluePoint17X" y="GluePoint17Y"/>
                </a:cxn>
                <a:cxn ang="0">
                  <a:pos x="GluePoint18X" y="GluePoint18Y"/>
                </a:cxn>
                <a:cxn ang="0">
                  <a:pos x="GluePoint19X" y="GluePoint19Y"/>
                </a:cxn>
                <a:cxn ang="0">
                  <a:pos x="GluePoint20X" y="GluePoint20Y"/>
                </a:cxn>
                <a:cxn ang="0">
                  <a:pos x="GluePoint21X" y="GluePoint21Y"/>
                </a:cxn>
                <a:cxn ang="0">
                  <a:pos x="GluePoint22X" y="GluePoint22Y"/>
                </a:cxn>
                <a:cxn ang="0">
                  <a:pos x="GluePoint23X" y="GluePoint23Y"/>
                </a:cxn>
                <a:cxn ang="0">
                  <a:pos x="GluePoint24X" y="GluePoint24Y"/>
                </a:cxn>
                <a:cxn ang="0">
                  <a:pos x="GluePoint25X" y="GluePoint25Y"/>
                </a:cxn>
                <a:cxn ang="0">
                  <a:pos x="GluePoint26X" y="GluePoint26Y"/>
                </a:cxn>
                <a:cxn ang="0">
                  <a:pos x="GluePoint27X" y="GluePoint27Y"/>
                </a:cxn>
                <a:cxn ang="0">
                  <a:pos x="GluePoint28X" y="GluePoint28Y"/>
                </a:cxn>
                <a:cxn ang="0">
                  <a:pos x="GluePoint29X" y="GluePoint29Y"/>
                </a:cxn>
                <a:cxn ang="0">
                  <a:pos x="GluePoint30X" y="GluePoint30Y"/>
                </a:cxn>
                <a:cxn ang="0">
                  <a:pos x="GluePoint31X" y="GluePoint31Y"/>
                </a:cxn>
                <a:cxn ang="0">
                  <a:pos x="GluePoint32X" y="GluePoint32Y"/>
                </a:cxn>
                <a:cxn ang="0">
                  <a:pos x="GluePoint33X" y="GluePoint33Y"/>
                </a:cxn>
                <a:cxn ang="0">
                  <a:pos x="GluePoint34X" y="GluePoint34Y"/>
                </a:cxn>
                <a:cxn ang="0">
                  <a:pos x="GluePoint35X" y="GluePoint35Y"/>
                </a:cxn>
                <a:cxn ang="0">
                  <a:pos x="GluePoint36X" y="GluePoint36Y"/>
                </a:cxn>
                <a:cxn ang="0">
                  <a:pos x="GluePoint37X" y="GluePoint37Y"/>
                </a:cxn>
                <a:cxn ang="0">
                  <a:pos x="GluePoint38X" y="GluePoint38Y"/>
                </a:cxn>
                <a:cxn ang="0">
                  <a:pos x="GluePoint39X" y="GluePoint39Y"/>
                </a:cxn>
                <a:cxn ang="0">
                  <a:pos x="GluePoint40X" y="GluePoint40Y"/>
                </a:cxn>
                <a:cxn ang="0">
                  <a:pos x="GluePoint41X" y="GluePoint41Y"/>
                </a:cxn>
              </a:cxnLst>
              <a:rect l="textAreaLeft" t="textAreaTop" r="textAreaRight" b="textAreaBottom"/>
              <a:pathLst>
                <a:path w="1195101" h="1204626">
                  <a:moveTo>
                    <a:pt x="372618" y="571786"/>
                  </a:moveTo>
                  <a:cubicBezTo>
                    <a:pt x="372618" y="571786"/>
                    <a:pt x="372618" y="136874"/>
                    <a:pt x="372523" y="134303"/>
                  </a:cubicBezTo>
                  <a:cubicBezTo>
                    <a:pt x="372237" y="116967"/>
                    <a:pt x="371761" y="93250"/>
                    <a:pt x="386239" y="86487"/>
                  </a:cubicBezTo>
                  <a:cubicBezTo>
                    <a:pt x="396240" y="82105"/>
                    <a:pt x="493014" y="85630"/>
                    <a:pt x="498348" y="85630"/>
                  </a:cubicBezTo>
                  <a:cubicBezTo>
                    <a:pt x="650938" y="85630"/>
                    <a:pt x="738473" y="174974"/>
                    <a:pt x="738473" y="330518"/>
                  </a:cubicBezTo>
                  <a:cubicBezTo>
                    <a:pt x="738473" y="443960"/>
                    <a:pt x="708374" y="509016"/>
                    <a:pt x="640747" y="541687"/>
                  </a:cubicBezTo>
                  <a:cubicBezTo>
                    <a:pt x="577691" y="571976"/>
                    <a:pt x="372618" y="571786"/>
                    <a:pt x="372618" y="571786"/>
                  </a:cubicBezTo>
                  <a:moveTo>
                    <a:pt x="1186529" y="1129760"/>
                  </a:moveTo>
                  <a:cubicBezTo>
                    <a:pt x="1100138" y="1116235"/>
                    <a:pt x="1074134" y="1106424"/>
                    <a:pt x="1017461" y="1040702"/>
                  </a:cubicBezTo>
                  <a:lnTo>
                    <a:pt x="661797" y="632460"/>
                  </a:lnTo>
                  <a:cubicBezTo>
                    <a:pt x="849059" y="608076"/>
                    <a:pt x="964597" y="484251"/>
                    <a:pt x="964597" y="305371"/>
                  </a:cubicBezTo>
                  <a:cubicBezTo>
                    <a:pt x="964597" y="188976"/>
                    <a:pt x="919544" y="105061"/>
                    <a:pt x="831056" y="55816"/>
                  </a:cubicBezTo>
                  <a:cubicBezTo>
                    <a:pt x="763619" y="18383"/>
                    <a:pt x="670084" y="190"/>
                    <a:pt x="544639" y="190"/>
                  </a:cubicBezTo>
                  <a:cubicBezTo>
                    <a:pt x="507206" y="1143"/>
                    <a:pt x="416909" y="4191"/>
                    <a:pt x="317468" y="4191"/>
                  </a:cubicBezTo>
                  <a:cubicBezTo>
                    <a:pt x="214313" y="4191"/>
                    <a:pt x="191" y="0"/>
                    <a:pt x="191" y="0"/>
                  </a:cubicBezTo>
                  <a:lnTo>
                    <a:pt x="191" y="74866"/>
                  </a:lnTo>
                  <a:lnTo>
                    <a:pt x="15050" y="74866"/>
                  </a:lnTo>
                  <a:cubicBezTo>
                    <a:pt x="71818" y="74486"/>
                    <a:pt x="135731" y="74771"/>
                    <a:pt x="152781" y="128683"/>
                  </a:cubicBezTo>
                  <a:cubicBezTo>
                    <a:pt x="168307" y="175355"/>
                    <a:pt x="168307" y="306896"/>
                    <a:pt x="168307" y="350139"/>
                  </a:cubicBezTo>
                  <a:lnTo>
                    <a:pt x="168307" y="841248"/>
                  </a:lnTo>
                  <a:cubicBezTo>
                    <a:pt x="168307" y="895445"/>
                    <a:pt x="168307" y="977837"/>
                    <a:pt x="161068" y="1034129"/>
                  </a:cubicBezTo>
                  <a:cubicBezTo>
                    <a:pt x="158972" y="1050798"/>
                    <a:pt x="156210" y="1065276"/>
                    <a:pt x="152686" y="1075944"/>
                  </a:cubicBezTo>
                  <a:cubicBezTo>
                    <a:pt x="135350" y="1129665"/>
                    <a:pt x="66104" y="1129665"/>
                    <a:pt x="10382" y="1129665"/>
                  </a:cubicBezTo>
                  <a:lnTo>
                    <a:pt x="0" y="1129665"/>
                  </a:lnTo>
                  <a:lnTo>
                    <a:pt x="0" y="1204532"/>
                  </a:lnTo>
                  <a:cubicBezTo>
                    <a:pt x="0" y="1204532"/>
                    <a:pt x="166783" y="1197102"/>
                    <a:pt x="278225" y="1197102"/>
                  </a:cubicBezTo>
                  <a:cubicBezTo>
                    <a:pt x="374047" y="1197102"/>
                    <a:pt x="540734" y="1204246"/>
                    <a:pt x="540734" y="1204532"/>
                  </a:cubicBezTo>
                  <a:lnTo>
                    <a:pt x="540734" y="1129665"/>
                  </a:lnTo>
                  <a:lnTo>
                    <a:pt x="525971" y="1129665"/>
                  </a:lnTo>
                  <a:cubicBezTo>
                    <a:pt x="470059" y="1129951"/>
                    <a:pt x="406813" y="1129760"/>
                    <a:pt x="388239" y="1075754"/>
                  </a:cubicBezTo>
                  <a:cubicBezTo>
                    <a:pt x="384620" y="1065086"/>
                    <a:pt x="381953" y="1050607"/>
                    <a:pt x="379857" y="1034034"/>
                  </a:cubicBezTo>
                  <a:cubicBezTo>
                    <a:pt x="372618" y="978122"/>
                    <a:pt x="372618" y="898017"/>
                    <a:pt x="372618" y="854297"/>
                  </a:cubicBezTo>
                  <a:lnTo>
                    <a:pt x="372618" y="653510"/>
                  </a:lnTo>
                  <a:cubicBezTo>
                    <a:pt x="439198" y="654082"/>
                    <a:pt x="444913" y="661035"/>
                    <a:pt x="479107" y="702469"/>
                  </a:cubicBezTo>
                  <a:cubicBezTo>
                    <a:pt x="485489" y="710089"/>
                    <a:pt x="492728" y="718756"/>
                    <a:pt x="501110" y="728472"/>
                  </a:cubicBezTo>
                  <a:lnTo>
                    <a:pt x="797909" y="1096804"/>
                  </a:lnTo>
                  <a:lnTo>
                    <a:pt x="885158" y="1204532"/>
                  </a:lnTo>
                  <a:cubicBezTo>
                    <a:pt x="885158" y="1204532"/>
                    <a:pt x="980885" y="1200436"/>
                    <a:pt x="1027366" y="1200436"/>
                  </a:cubicBezTo>
                  <a:cubicBezTo>
                    <a:pt x="1094994" y="1200436"/>
                    <a:pt x="1195102" y="1204627"/>
                    <a:pt x="1195102" y="1204627"/>
                  </a:cubicBezTo>
                  <a:lnTo>
                    <a:pt x="1195102" y="1131094"/>
                  </a:lnTo>
                  <a:lnTo>
                    <a:pt x="1186529" y="1129760"/>
                  </a:lnTo>
                  <a:close/>
                </a:path>
              </a:pathLst>
            </a:custGeom>
            <a:solidFill>
              <a:schemeClr val="bg1"/>
            </a:solidFill>
            <a:ln w="9525">
              <a:noFill/>
            </a:ln>
          </p:spPr>
          <p:style>
            <a:lnRef idx="0"/>
            <a:fillRef idx="0"/>
            <a:effectRef idx="0"/>
            <a:fontRef idx="minor"/>
          </p:style>
          <p:txBody>
            <a:bodyPr lIns="90000" tIns="45000" rIns="90000" bIns="45000" anchor="ctr">
              <a:noAutofit/>
            </a:bodyPr>
            <a:p>
              <a:endParaRPr lang="en-US" sz="1800" b="0" u="none" strike="noStrike">
                <a:solidFill>
                  <a:schemeClr val="dk1"/>
                </a:solidFill>
                <a:effectLst/>
                <a:uFillTx/>
                <a:latin typeface="Arial"/>
              </a:endParaRPr>
            </a:p>
          </p:txBody>
        </p:sp>
      </p:grpSp>
      <p:sp>
        <p:nvSpPr>
          <p:cNvPr id="337" name="Text Placeholder 14"/>
          <p:cNvSpPr/>
          <p:nvPr/>
        </p:nvSpPr>
        <p:spPr>
          <a:xfrm>
            <a:off x="386640" y="3434040"/>
            <a:ext cx="2464560" cy="953280"/>
          </a:xfrm>
          <a:prstGeom prst="rect">
            <a:avLst/>
          </a:prstGeom>
          <a:noFill/>
          <a:ln w="0">
            <a:noFill/>
          </a:ln>
        </p:spPr>
        <p:style>
          <a:lnRef idx="0"/>
          <a:fillRef idx="0"/>
          <a:effectRef idx="0"/>
          <a:fontRef idx="minor"/>
        </p:style>
        <p:txBody>
          <a:bodyPr lIns="90000" tIns="45000" rIns="90000" bIns="45000" anchor="t">
            <a:noAutofit/>
          </a:bodyPr>
          <a:p>
            <a:endParaRPr lang="en-US" sz="2000" b="1" u="none" strike="noStrike">
              <a:solidFill>
                <a:srgbClr val="E56B2A"/>
              </a:solidFill>
              <a:effectLst/>
              <a:uFillTx/>
              <a:latin typeface="Arial"/>
            </a:endParaRPr>
          </a:p>
        </p:txBody>
      </p:sp>
      <p:sp>
        <p:nvSpPr>
          <p:cNvPr id="338" name="Rectangle 1"/>
          <p:cNvSpPr/>
          <p:nvPr/>
        </p:nvSpPr>
        <p:spPr>
          <a:xfrm>
            <a:off x="0" y="0"/>
            <a:ext cx="12190680" cy="685656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p>
            <a:endParaRPr lang="en-US" sz="1800" b="0" u="none" strike="noStrike">
              <a:solidFill>
                <a:schemeClr val="lt1"/>
              </a:solidFill>
              <a:effectLst/>
              <a:uFillTx/>
              <a:latin typeface="Arial"/>
            </a:endParaRPr>
          </a:p>
        </p:txBody>
      </p:sp>
      <p:sp>
        <p:nvSpPr>
          <p:cNvPr id="339" name="Rectangle 3"/>
          <p:cNvSpPr/>
          <p:nvPr/>
        </p:nvSpPr>
        <p:spPr>
          <a:xfrm>
            <a:off x="0" y="6218280"/>
            <a:ext cx="12190680" cy="638280"/>
          </a:xfrm>
          <a:prstGeom prst="rect">
            <a:avLst/>
          </a:prstGeom>
          <a:solidFill>
            <a:srgbClr val="F86901"/>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p>
            <a:endParaRPr lang="en-US" sz="1800" b="0" u="none" strike="noStrike">
              <a:solidFill>
                <a:schemeClr val="lt1"/>
              </a:solidFill>
              <a:effectLst/>
              <a:uFillTx/>
              <a:latin typeface="Arial"/>
            </a:endParaRPr>
          </a:p>
        </p:txBody>
      </p:sp>
      <p:sp>
        <p:nvSpPr>
          <p:cNvPr id="340" name="TextBox 4"/>
          <p:cNvSpPr/>
          <p:nvPr/>
        </p:nvSpPr>
        <p:spPr>
          <a:xfrm>
            <a:off x="11689200" y="6487920"/>
            <a:ext cx="476280" cy="238680"/>
          </a:xfrm>
          <a:prstGeom prst="rect">
            <a:avLst/>
          </a:prstGeom>
          <a:noFill/>
          <a:ln w="0">
            <a:noFill/>
          </a:ln>
        </p:spPr>
        <p:style>
          <a:lnRef idx="0"/>
          <a:fillRef idx="0"/>
          <a:effectRef idx="0"/>
          <a:fontRef idx="minor"/>
        </p:style>
        <p:txBody>
          <a:bodyPr lIns="90000" tIns="45000" rIns="90000" bIns="45000" anchor="t">
            <a:spAutoFit/>
          </a:bodyPr>
          <a:p>
            <a:pPr defTabSz="914400">
              <a:lnSpc>
                <a:spcPct val="80000"/>
              </a:lnSpc>
            </a:pPr>
            <a:r>
              <a:rPr lang="en-US" sz="1200" b="0" u="none" strike="noStrike">
                <a:solidFill>
                  <a:schemeClr val="lt1"/>
                </a:solidFill>
                <a:effectLst/>
                <a:uFillTx/>
                <a:latin typeface="Georgia"/>
              </a:rPr>
              <a:t> </a:t>
            </a:r>
            <a:fld id="{62F6B3CB-4C80-4D6C-8396-E00E89F070D4}" type="slidenum">
              <a:rPr lang="en-US" sz="1130" b="0" u="none" strike="noStrike">
                <a:solidFill>
                  <a:schemeClr val="lt1"/>
                </a:solidFill>
                <a:effectLst/>
                <a:uFillTx/>
                <a:latin typeface="Arial"/>
              </a:rPr>
              <a:t>&lt;number&gt;</a:t>
            </a:fld>
            <a:endParaRPr lang="en-US" sz="1130" b="0" u="none" strike="noStrike">
              <a:solidFill>
                <a:srgbClr val="000000"/>
              </a:solidFill>
              <a:effectLst/>
              <a:uFillTx/>
              <a:latin typeface="Arial"/>
            </a:endParaRPr>
          </a:p>
        </p:txBody>
      </p:sp>
      <p:pic>
        <p:nvPicPr>
          <p:cNvPr id="341" name="Graphic 5"/>
          <p:cNvPicPr/>
          <p:nvPr/>
        </p:nvPicPr>
        <p:blipFill>
          <a:blip r:embed="rId4">
            <a:extLst>
              <a:ext uri="{96DAC541-7B7A-43D3-8B79-37D633B846F1}">
                <asvg:svgBlip xmlns:asvg="http://schemas.microsoft.com/office/drawing/2016/SVG/main" r:embed="rId5"/>
              </a:ext>
            </a:extLst>
          </a:blip>
          <a:stretch/>
        </p:blipFill>
        <p:spPr>
          <a:xfrm>
            <a:off x="9069840" y="6459120"/>
            <a:ext cx="2699280" cy="238680"/>
          </a:xfrm>
          <a:prstGeom prst="rect">
            <a:avLst/>
          </a:prstGeom>
          <a:noFill/>
          <a:ln w="0">
            <a:noFill/>
          </a:ln>
        </p:spPr>
      </p:pic>
      <p:grpSp>
        <p:nvGrpSpPr>
          <p:cNvPr id="342" name="Graphic 22"/>
          <p:cNvGrpSpPr/>
          <p:nvPr/>
        </p:nvGrpSpPr>
        <p:grpSpPr>
          <a:xfrm>
            <a:off x="201960" y="6414120"/>
            <a:ext cx="797760" cy="300600"/>
            <a:chOff x="201960" y="6414120"/>
            <a:chExt cx="797760" cy="300600"/>
          </a:xfrm>
        </p:grpSpPr>
        <p:sp>
          <p:nvSpPr>
            <p:cNvPr id="343" name="Freeform 7"/>
            <p:cNvSpPr/>
            <p:nvPr/>
          </p:nvSpPr>
          <p:spPr>
            <a:xfrm>
              <a:off x="540720" y="6414120"/>
              <a:ext cx="135720" cy="300240"/>
            </a:xfrm>
            <a:custGeom>
              <a:avLst/>
              <a:gdLst>
                <a:gd name="textAreaLeft" fmla="*/ 0 w 135720"/>
                <a:gd name="textAreaRight" fmla="*/ 137160 w 135720"/>
                <a:gd name="textAreaTop" fmla="*/ 0 h 300240"/>
                <a:gd name="textAreaBottom" fmla="*/ 301680 h 300240"/>
                <a:gd name="GluePoint1X" fmla="*/ 393478 w 547877"/>
                <a:gd name="GluePoint1Y" fmla="*/ 129064 h 1204531"/>
                <a:gd name="GluePoint2X" fmla="*/ 537686 w 547877"/>
                <a:gd name="GluePoint2Y" fmla="*/ 74771 h 1204531"/>
                <a:gd name="GluePoint3X" fmla="*/ 547878 w 547877"/>
                <a:gd name="GluePoint3Y" fmla="*/ 74771 h 1204531"/>
                <a:gd name="GluePoint4X" fmla="*/ 547878 w 547877"/>
                <a:gd name="GluePoint4Y" fmla="*/ 0 h 1204531"/>
                <a:gd name="GluePoint5X" fmla="*/ 267938 w 547877"/>
                <a:gd name="GluePoint5Y" fmla="*/ 4667 h 1204531"/>
                <a:gd name="GluePoint6X" fmla="*/ 0 w 547877"/>
                <a:gd name="GluePoint6Y" fmla="*/ 0 h 1204531"/>
                <a:gd name="GluePoint7X" fmla="*/ 0 w 547877"/>
                <a:gd name="GluePoint7Y" fmla="*/ 74771 h 1204531"/>
                <a:gd name="GluePoint8X" fmla="*/ 10192 w 547877"/>
                <a:gd name="GluePoint8Y" fmla="*/ 74771 h 1204531"/>
                <a:gd name="GluePoint9X" fmla="*/ 154400 w 547877"/>
                <a:gd name="GluePoint9Y" fmla="*/ 128968 h 1204531"/>
                <a:gd name="GluePoint10X" fmla="*/ 171640 w 547877"/>
                <a:gd name="GluePoint10Y" fmla="*/ 363188 h 1204531"/>
                <a:gd name="GluePoint11X" fmla="*/ 171640 w 547877"/>
                <a:gd name="GluePoint11Y" fmla="*/ 841153 h 1204531"/>
                <a:gd name="GluePoint12X" fmla="*/ 154496 w 547877"/>
                <a:gd name="GluePoint12Y" fmla="*/ 1075373 h 1204531"/>
                <a:gd name="GluePoint13X" fmla="*/ 10192 w 547877"/>
                <a:gd name="GluePoint13Y" fmla="*/ 1129569 h 1204531"/>
                <a:gd name="GluePoint14X" fmla="*/ 0 w 547877"/>
                <a:gd name="GluePoint14Y" fmla="*/ 1129569 h 1204531"/>
                <a:gd name="GluePoint15X" fmla="*/ 0 w 547877"/>
                <a:gd name="GluePoint15Y" fmla="*/ 1204531 h 1204531"/>
                <a:gd name="GluePoint16X" fmla="*/ 268224 w 547877"/>
                <a:gd name="GluePoint16Y" fmla="*/ 1197102 h 1204531"/>
                <a:gd name="GluePoint17X" fmla="*/ 547878 w 547877"/>
                <a:gd name="GluePoint17Y" fmla="*/ 1204531 h 1204531"/>
                <a:gd name="GluePoint18X" fmla="*/ 547878 w 547877"/>
                <a:gd name="GluePoint18Y" fmla="*/ 1129569 h 1204531"/>
                <a:gd name="GluePoint19X" fmla="*/ 537686 w 547877"/>
                <a:gd name="GluePoint19Y" fmla="*/ 1129569 h 1204531"/>
                <a:gd name="GluePoint20X" fmla="*/ 393478 w 547877"/>
                <a:gd name="GluePoint20Y" fmla="*/ 1075468 h 1204531"/>
                <a:gd name="GluePoint21X" fmla="*/ 376333 w 547877"/>
                <a:gd name="GluePoint21Y" fmla="*/ 841153 h 1204531"/>
                <a:gd name="GluePoint22X" fmla="*/ 376333 w 547877"/>
                <a:gd name="GluePoint22Y" fmla="*/ 363188 h 1204531"/>
                <a:gd name="GluePoint23X" fmla="*/ 393478 w 547877"/>
                <a:gd name="GluePoint23Y" fmla="*/ 129064 h 1204531"/>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 ang="0">
                  <a:pos x="GluePoint16X" y="GluePoint16Y"/>
                </a:cxn>
                <a:cxn ang="0">
                  <a:pos x="GluePoint17X" y="GluePoint17Y"/>
                </a:cxn>
                <a:cxn ang="0">
                  <a:pos x="GluePoint18X" y="GluePoint18Y"/>
                </a:cxn>
                <a:cxn ang="0">
                  <a:pos x="GluePoint19X" y="GluePoint19Y"/>
                </a:cxn>
                <a:cxn ang="0">
                  <a:pos x="GluePoint20X" y="GluePoint20Y"/>
                </a:cxn>
                <a:cxn ang="0">
                  <a:pos x="GluePoint21X" y="GluePoint21Y"/>
                </a:cxn>
                <a:cxn ang="0">
                  <a:pos x="GluePoint22X" y="GluePoint22Y"/>
                </a:cxn>
                <a:cxn ang="0">
                  <a:pos x="GluePoint23X" y="GluePoint23Y"/>
                </a:cxn>
              </a:cxnLst>
              <a:rect l="textAreaLeft" t="textAreaTop" r="textAreaRight" b="textAreaBottom"/>
              <a:pathLst>
                <a:path w="547877" h="1204531">
                  <a:moveTo>
                    <a:pt x="393478" y="129064"/>
                  </a:moveTo>
                  <a:cubicBezTo>
                    <a:pt x="414242" y="74771"/>
                    <a:pt x="482727" y="74771"/>
                    <a:pt x="537686" y="74771"/>
                  </a:cubicBezTo>
                  <a:lnTo>
                    <a:pt x="547878" y="74771"/>
                  </a:lnTo>
                  <a:lnTo>
                    <a:pt x="547878" y="0"/>
                  </a:lnTo>
                  <a:cubicBezTo>
                    <a:pt x="547878" y="0"/>
                    <a:pt x="333565" y="4667"/>
                    <a:pt x="267938" y="4667"/>
                  </a:cubicBezTo>
                  <a:cubicBezTo>
                    <a:pt x="200406" y="4667"/>
                    <a:pt x="0" y="0"/>
                    <a:pt x="0" y="0"/>
                  </a:cubicBezTo>
                  <a:lnTo>
                    <a:pt x="0" y="74771"/>
                  </a:lnTo>
                  <a:lnTo>
                    <a:pt x="10192" y="74771"/>
                  </a:lnTo>
                  <a:cubicBezTo>
                    <a:pt x="65246" y="74771"/>
                    <a:pt x="133731" y="74771"/>
                    <a:pt x="154400" y="128968"/>
                  </a:cubicBezTo>
                  <a:cubicBezTo>
                    <a:pt x="171640" y="175450"/>
                    <a:pt x="171640" y="307086"/>
                    <a:pt x="171640" y="363188"/>
                  </a:cubicBezTo>
                  <a:lnTo>
                    <a:pt x="171640" y="841153"/>
                  </a:lnTo>
                  <a:cubicBezTo>
                    <a:pt x="171640" y="897350"/>
                    <a:pt x="171640" y="1028890"/>
                    <a:pt x="154496" y="1075373"/>
                  </a:cubicBezTo>
                  <a:cubicBezTo>
                    <a:pt x="133731" y="1129569"/>
                    <a:pt x="65246" y="1129569"/>
                    <a:pt x="10192" y="1129569"/>
                  </a:cubicBezTo>
                  <a:lnTo>
                    <a:pt x="0" y="1129569"/>
                  </a:lnTo>
                  <a:lnTo>
                    <a:pt x="0" y="1204531"/>
                  </a:lnTo>
                  <a:cubicBezTo>
                    <a:pt x="0" y="1204341"/>
                    <a:pt x="173260" y="1197102"/>
                    <a:pt x="268224" y="1197102"/>
                  </a:cubicBezTo>
                  <a:cubicBezTo>
                    <a:pt x="377476" y="1197102"/>
                    <a:pt x="547878" y="1204531"/>
                    <a:pt x="547878" y="1204531"/>
                  </a:cubicBezTo>
                  <a:lnTo>
                    <a:pt x="547878" y="1129569"/>
                  </a:lnTo>
                  <a:lnTo>
                    <a:pt x="537686" y="1129569"/>
                  </a:lnTo>
                  <a:cubicBezTo>
                    <a:pt x="482727" y="1129569"/>
                    <a:pt x="414242" y="1129569"/>
                    <a:pt x="393478" y="1075468"/>
                  </a:cubicBezTo>
                  <a:cubicBezTo>
                    <a:pt x="376333" y="1028890"/>
                    <a:pt x="376333" y="897350"/>
                    <a:pt x="376333" y="841153"/>
                  </a:cubicBezTo>
                  <a:lnTo>
                    <a:pt x="376333" y="363188"/>
                  </a:lnTo>
                  <a:cubicBezTo>
                    <a:pt x="376333" y="307086"/>
                    <a:pt x="376333" y="175450"/>
                    <a:pt x="393478" y="129064"/>
                  </a:cubicBezTo>
                </a:path>
              </a:pathLst>
            </a:custGeom>
            <a:solidFill>
              <a:schemeClr val="bg1"/>
            </a:solidFill>
            <a:ln w="9525">
              <a:noFill/>
            </a:ln>
          </p:spPr>
          <p:style>
            <a:lnRef idx="0"/>
            <a:fillRef idx="0"/>
            <a:effectRef idx="0"/>
            <a:fontRef idx="minor"/>
          </p:style>
          <p:txBody>
            <a:bodyPr lIns="68040" tIns="45000" rIns="68040" bIns="45000" anchor="ctr">
              <a:noAutofit/>
            </a:bodyPr>
            <a:p>
              <a:endParaRPr lang="en-US" sz="1800" b="0" u="none" strike="noStrike">
                <a:solidFill>
                  <a:schemeClr val="dk1"/>
                </a:solidFill>
                <a:effectLst/>
                <a:uFillTx/>
                <a:latin typeface="Arial"/>
              </a:endParaRPr>
            </a:p>
          </p:txBody>
        </p:sp>
        <p:sp>
          <p:nvSpPr>
            <p:cNvPr id="344" name="Freeform 8"/>
            <p:cNvSpPr/>
            <p:nvPr/>
          </p:nvSpPr>
          <p:spPr>
            <a:xfrm>
              <a:off x="718920" y="6414480"/>
              <a:ext cx="280800" cy="300240"/>
            </a:xfrm>
            <a:custGeom>
              <a:avLst/>
              <a:gdLst>
                <a:gd name="textAreaLeft" fmla="*/ 0 w 280800"/>
                <a:gd name="textAreaRight" fmla="*/ 282240 w 280800"/>
                <a:gd name="textAreaTop" fmla="*/ 0 h 300240"/>
                <a:gd name="textAreaBottom" fmla="*/ 301680 h 300240"/>
                <a:gd name="GluePoint1X" fmla="*/ 0 w 1126902"/>
                <a:gd name="GluePoint1Y" fmla="*/ 0 h 1204245"/>
                <a:gd name="GluePoint2X" fmla="*/ 0 w 1126902"/>
                <a:gd name="GluePoint2Y" fmla="*/ 312420 h 1204245"/>
                <a:gd name="GluePoint3X" fmla="*/ 74295 w 1126902"/>
                <a:gd name="GluePoint3Y" fmla="*/ 312420 h 1204245"/>
                <a:gd name="GluePoint4X" fmla="*/ 74581 w 1126902"/>
                <a:gd name="GluePoint4Y" fmla="*/ 302609 h 1204245"/>
                <a:gd name="GluePoint5X" fmla="*/ 334328 w 1126902"/>
                <a:gd name="GluePoint5Y" fmla="*/ 90773 h 1204245"/>
                <a:gd name="GluePoint6X" fmla="*/ 352330 w 1126902"/>
                <a:gd name="GluePoint6Y" fmla="*/ 90678 h 1204245"/>
                <a:gd name="GluePoint7X" fmla="*/ 453200 w 1126902"/>
                <a:gd name="GluePoint7Y" fmla="*/ 106204 h 1204245"/>
                <a:gd name="GluePoint8X" fmla="*/ 461201 w 1126902"/>
                <a:gd name="GluePoint8Y" fmla="*/ 128873 h 1204245"/>
                <a:gd name="GluePoint9X" fmla="*/ 461201 w 1126902"/>
                <a:gd name="GluePoint9Y" fmla="*/ 950119 h 1204245"/>
                <a:gd name="GluePoint10X" fmla="*/ 272510 w 1126902"/>
                <a:gd name="GluePoint10Y" fmla="*/ 1129475 h 1204245"/>
                <a:gd name="GluePoint11X" fmla="*/ 262700 w 1126902"/>
                <a:gd name="GluePoint11Y" fmla="*/ 1129856 h 1204245"/>
                <a:gd name="GluePoint12X" fmla="*/ 262700 w 1126902"/>
                <a:gd name="GluePoint12Y" fmla="*/ 1204246 h 1204245"/>
                <a:gd name="GluePoint13X" fmla="*/ 578548 w 1126902"/>
                <a:gd name="GluePoint13Y" fmla="*/ 1196911 h 1204245"/>
                <a:gd name="GluePoint14X" fmla="*/ 864203 w 1126902"/>
                <a:gd name="GluePoint14Y" fmla="*/ 1204246 h 1204245"/>
                <a:gd name="GluePoint15X" fmla="*/ 864203 w 1126902"/>
                <a:gd name="GluePoint15Y" fmla="*/ 1129856 h 1204245"/>
                <a:gd name="GluePoint16X" fmla="*/ 854393 w 1126902"/>
                <a:gd name="GluePoint16Y" fmla="*/ 1129475 h 1204245"/>
                <a:gd name="GluePoint17X" fmla="*/ 665702 w 1126902"/>
                <a:gd name="GluePoint17Y" fmla="*/ 950119 h 1204245"/>
                <a:gd name="GluePoint18X" fmla="*/ 665702 w 1126902"/>
                <a:gd name="GluePoint18Y" fmla="*/ 128873 h 1204245"/>
                <a:gd name="GluePoint19X" fmla="*/ 673608 w 1126902"/>
                <a:gd name="GluePoint19Y" fmla="*/ 108490 h 1204245"/>
                <a:gd name="GluePoint20X" fmla="*/ 791718 w 1126902"/>
                <a:gd name="GluePoint20Y" fmla="*/ 90488 h 1204245"/>
                <a:gd name="GluePoint21X" fmla="*/ 815912 w 1126902"/>
                <a:gd name="GluePoint21Y" fmla="*/ 90773 h 1204245"/>
                <a:gd name="GluePoint22X" fmla="*/ 1052513 w 1126902"/>
                <a:gd name="GluePoint22Y" fmla="*/ 302895 h 1204245"/>
                <a:gd name="GluePoint23X" fmla="*/ 1053084 w 1126902"/>
                <a:gd name="GluePoint23Y" fmla="*/ 312420 h 1204245"/>
                <a:gd name="GluePoint24X" fmla="*/ 1126903 w 1126902"/>
                <a:gd name="GluePoint24Y" fmla="*/ 312420 h 1204245"/>
                <a:gd name="GluePoint25X" fmla="*/ 1126903 w 1126902"/>
                <a:gd name="GluePoint25Y" fmla="*/ 0 h 1204245"/>
                <a:gd name="GluePoint26X" fmla="*/ 563404 w 1126902"/>
                <a:gd name="GluePoint26Y" fmla="*/ 2857 h 1204245"/>
                <a:gd name="GluePoint27X" fmla="*/ 0 w 1126902"/>
                <a:gd name="GluePoint27Y" fmla="*/ 0 h 1204245"/>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 ang="0">
                  <a:pos x="GluePoint16X" y="GluePoint16Y"/>
                </a:cxn>
                <a:cxn ang="0">
                  <a:pos x="GluePoint17X" y="GluePoint17Y"/>
                </a:cxn>
                <a:cxn ang="0">
                  <a:pos x="GluePoint18X" y="GluePoint18Y"/>
                </a:cxn>
                <a:cxn ang="0">
                  <a:pos x="GluePoint19X" y="GluePoint19Y"/>
                </a:cxn>
                <a:cxn ang="0">
                  <a:pos x="GluePoint20X" y="GluePoint20Y"/>
                </a:cxn>
                <a:cxn ang="0">
                  <a:pos x="GluePoint21X" y="GluePoint21Y"/>
                </a:cxn>
                <a:cxn ang="0">
                  <a:pos x="GluePoint22X" y="GluePoint22Y"/>
                </a:cxn>
                <a:cxn ang="0">
                  <a:pos x="GluePoint23X" y="GluePoint23Y"/>
                </a:cxn>
                <a:cxn ang="0">
                  <a:pos x="GluePoint24X" y="GluePoint24Y"/>
                </a:cxn>
                <a:cxn ang="0">
                  <a:pos x="GluePoint25X" y="GluePoint25Y"/>
                </a:cxn>
                <a:cxn ang="0">
                  <a:pos x="GluePoint26X" y="GluePoint26Y"/>
                </a:cxn>
                <a:cxn ang="0">
                  <a:pos x="GluePoint27X" y="GluePoint27Y"/>
                </a:cxn>
              </a:cxnLst>
              <a:rect l="textAreaLeft" t="textAreaTop" r="textAreaRight" b="textAreaBottom"/>
              <a:pathLst>
                <a:path w="1126902" h="1204245">
                  <a:moveTo>
                    <a:pt x="0" y="0"/>
                  </a:moveTo>
                  <a:lnTo>
                    <a:pt x="0" y="312420"/>
                  </a:lnTo>
                  <a:lnTo>
                    <a:pt x="74295" y="312420"/>
                  </a:lnTo>
                  <a:lnTo>
                    <a:pt x="74581" y="302609"/>
                  </a:lnTo>
                  <a:cubicBezTo>
                    <a:pt x="81344" y="99346"/>
                    <a:pt x="159163" y="90773"/>
                    <a:pt x="334328" y="90773"/>
                  </a:cubicBezTo>
                  <a:cubicBezTo>
                    <a:pt x="340328" y="90773"/>
                    <a:pt x="346424" y="90773"/>
                    <a:pt x="352330" y="90678"/>
                  </a:cubicBezTo>
                  <a:cubicBezTo>
                    <a:pt x="395859" y="90392"/>
                    <a:pt x="437007" y="90106"/>
                    <a:pt x="453200" y="106204"/>
                  </a:cubicBezTo>
                  <a:cubicBezTo>
                    <a:pt x="458629" y="111538"/>
                    <a:pt x="461201" y="118967"/>
                    <a:pt x="461201" y="128873"/>
                  </a:cubicBezTo>
                  <a:lnTo>
                    <a:pt x="461201" y="950119"/>
                  </a:lnTo>
                  <a:cubicBezTo>
                    <a:pt x="461201" y="1072039"/>
                    <a:pt x="444151" y="1122426"/>
                    <a:pt x="272510" y="1129475"/>
                  </a:cubicBezTo>
                  <a:lnTo>
                    <a:pt x="262700" y="1129856"/>
                  </a:lnTo>
                  <a:lnTo>
                    <a:pt x="262700" y="1204246"/>
                  </a:lnTo>
                  <a:cubicBezTo>
                    <a:pt x="262700" y="1204246"/>
                    <a:pt x="462725" y="1196911"/>
                    <a:pt x="578548" y="1196911"/>
                  </a:cubicBezTo>
                  <a:cubicBezTo>
                    <a:pt x="666941" y="1196911"/>
                    <a:pt x="864203" y="1204246"/>
                    <a:pt x="864203" y="1204246"/>
                  </a:cubicBezTo>
                  <a:lnTo>
                    <a:pt x="864203" y="1129856"/>
                  </a:lnTo>
                  <a:lnTo>
                    <a:pt x="854393" y="1129475"/>
                  </a:lnTo>
                  <a:cubicBezTo>
                    <a:pt x="682752" y="1122426"/>
                    <a:pt x="665702" y="1072039"/>
                    <a:pt x="665702" y="950119"/>
                  </a:cubicBezTo>
                  <a:lnTo>
                    <a:pt x="665702" y="128873"/>
                  </a:lnTo>
                  <a:cubicBezTo>
                    <a:pt x="665702" y="120396"/>
                    <a:pt x="668369" y="113729"/>
                    <a:pt x="673608" y="108490"/>
                  </a:cubicBezTo>
                  <a:cubicBezTo>
                    <a:pt x="693420" y="89059"/>
                    <a:pt x="747903" y="89821"/>
                    <a:pt x="791718" y="90488"/>
                  </a:cubicBezTo>
                  <a:cubicBezTo>
                    <a:pt x="800005" y="90583"/>
                    <a:pt x="808196" y="90773"/>
                    <a:pt x="815912" y="90773"/>
                  </a:cubicBezTo>
                  <a:cubicBezTo>
                    <a:pt x="987267" y="90773"/>
                    <a:pt x="1042511" y="140303"/>
                    <a:pt x="1052513" y="302895"/>
                  </a:cubicBezTo>
                  <a:lnTo>
                    <a:pt x="1053084" y="312420"/>
                  </a:lnTo>
                  <a:lnTo>
                    <a:pt x="1126903" y="312420"/>
                  </a:lnTo>
                  <a:lnTo>
                    <a:pt x="1126903" y="0"/>
                  </a:lnTo>
                  <a:cubicBezTo>
                    <a:pt x="1126903" y="0"/>
                    <a:pt x="694468" y="2857"/>
                    <a:pt x="563404" y="2857"/>
                  </a:cubicBezTo>
                  <a:cubicBezTo>
                    <a:pt x="432340" y="2857"/>
                    <a:pt x="0" y="0"/>
                    <a:pt x="0" y="0"/>
                  </a:cubicBezTo>
                </a:path>
              </a:pathLst>
            </a:custGeom>
            <a:solidFill>
              <a:schemeClr val="bg1"/>
            </a:solidFill>
            <a:ln w="9525">
              <a:noFill/>
            </a:ln>
          </p:spPr>
          <p:style>
            <a:lnRef idx="0"/>
            <a:fillRef idx="0"/>
            <a:effectRef idx="0"/>
            <a:fontRef idx="minor"/>
          </p:style>
          <p:txBody>
            <a:bodyPr lIns="90000" tIns="45000" rIns="90000" bIns="45000" anchor="ctr">
              <a:noAutofit/>
            </a:bodyPr>
            <a:p>
              <a:endParaRPr lang="en-US" sz="1800" b="0" u="none" strike="noStrike">
                <a:solidFill>
                  <a:schemeClr val="dk1"/>
                </a:solidFill>
                <a:effectLst/>
                <a:uFillTx/>
                <a:latin typeface="Arial"/>
              </a:endParaRPr>
            </a:p>
          </p:txBody>
        </p:sp>
        <p:sp>
          <p:nvSpPr>
            <p:cNvPr id="345" name="Freeform 9"/>
            <p:cNvSpPr/>
            <p:nvPr/>
          </p:nvSpPr>
          <p:spPr>
            <a:xfrm>
              <a:off x="201960" y="6414120"/>
              <a:ext cx="297720" cy="300240"/>
            </a:xfrm>
            <a:custGeom>
              <a:avLst/>
              <a:gdLst>
                <a:gd name="textAreaLeft" fmla="*/ 0 w 297720"/>
                <a:gd name="textAreaRight" fmla="*/ 299160 w 297720"/>
                <a:gd name="textAreaTop" fmla="*/ 0 h 300240"/>
                <a:gd name="textAreaBottom" fmla="*/ 301680 h 300240"/>
                <a:gd name="GluePoint1X" fmla="*/ 372618 w 1195101"/>
                <a:gd name="GluePoint1Y" fmla="*/ 571786 h 1204626"/>
                <a:gd name="GluePoint2X" fmla="*/ 372523 w 1195101"/>
                <a:gd name="GluePoint2Y" fmla="*/ 134303 h 1204626"/>
                <a:gd name="GluePoint3X" fmla="*/ 386239 w 1195101"/>
                <a:gd name="GluePoint3Y" fmla="*/ 86487 h 1204626"/>
                <a:gd name="GluePoint4X" fmla="*/ 498348 w 1195101"/>
                <a:gd name="GluePoint4Y" fmla="*/ 85630 h 1204626"/>
                <a:gd name="GluePoint5X" fmla="*/ 738473 w 1195101"/>
                <a:gd name="GluePoint5Y" fmla="*/ 330518 h 1204626"/>
                <a:gd name="GluePoint6X" fmla="*/ 640747 w 1195101"/>
                <a:gd name="GluePoint6Y" fmla="*/ 541687 h 1204626"/>
                <a:gd name="GluePoint7X" fmla="*/ 372618 w 1195101"/>
                <a:gd name="GluePoint7Y" fmla="*/ 571786 h 1204626"/>
                <a:gd name="GluePoint8X" fmla="*/ 1186529 w 1195101"/>
                <a:gd name="GluePoint8Y" fmla="*/ 1129760 h 1204626"/>
                <a:gd name="GluePoint9X" fmla="*/ 1017461 w 1195101"/>
                <a:gd name="GluePoint9Y" fmla="*/ 1040702 h 1204626"/>
                <a:gd name="GluePoint10X" fmla="*/ 661797 w 1195101"/>
                <a:gd name="GluePoint10Y" fmla="*/ 632460 h 1204626"/>
                <a:gd name="GluePoint11X" fmla="*/ 964597 w 1195101"/>
                <a:gd name="GluePoint11Y" fmla="*/ 305371 h 1204626"/>
                <a:gd name="GluePoint12X" fmla="*/ 831056 w 1195101"/>
                <a:gd name="GluePoint12Y" fmla="*/ 55816 h 1204626"/>
                <a:gd name="GluePoint13X" fmla="*/ 544639 w 1195101"/>
                <a:gd name="GluePoint13Y" fmla="*/ 190 h 1204626"/>
                <a:gd name="GluePoint14X" fmla="*/ 317468 w 1195101"/>
                <a:gd name="GluePoint14Y" fmla="*/ 4191 h 1204626"/>
                <a:gd name="GluePoint15X" fmla="*/ 191 w 1195101"/>
                <a:gd name="GluePoint15Y" fmla="*/ 0 h 1204626"/>
                <a:gd name="GluePoint16X" fmla="*/ 191 w 1195101"/>
                <a:gd name="GluePoint16Y" fmla="*/ 74866 h 1204626"/>
                <a:gd name="GluePoint17X" fmla="*/ 15050 w 1195101"/>
                <a:gd name="GluePoint17Y" fmla="*/ 74866 h 1204626"/>
                <a:gd name="GluePoint18X" fmla="*/ 152781 w 1195101"/>
                <a:gd name="GluePoint18Y" fmla="*/ 128683 h 1204626"/>
                <a:gd name="GluePoint19X" fmla="*/ 168307 w 1195101"/>
                <a:gd name="GluePoint19Y" fmla="*/ 350139 h 1204626"/>
                <a:gd name="GluePoint20X" fmla="*/ 168307 w 1195101"/>
                <a:gd name="GluePoint20Y" fmla="*/ 841248 h 1204626"/>
                <a:gd name="GluePoint21X" fmla="*/ 161068 w 1195101"/>
                <a:gd name="GluePoint21Y" fmla="*/ 1034129 h 1204626"/>
                <a:gd name="GluePoint22X" fmla="*/ 152686 w 1195101"/>
                <a:gd name="GluePoint22Y" fmla="*/ 1075944 h 1204626"/>
                <a:gd name="GluePoint23X" fmla="*/ 10382 w 1195101"/>
                <a:gd name="GluePoint23Y" fmla="*/ 1129665 h 1204626"/>
                <a:gd name="GluePoint24X" fmla="*/ 0 w 1195101"/>
                <a:gd name="GluePoint24Y" fmla="*/ 1129665 h 1204626"/>
                <a:gd name="GluePoint25X" fmla="*/ 0 w 1195101"/>
                <a:gd name="GluePoint25Y" fmla="*/ 1204532 h 1204626"/>
                <a:gd name="GluePoint26X" fmla="*/ 278225 w 1195101"/>
                <a:gd name="GluePoint26Y" fmla="*/ 1197102 h 1204626"/>
                <a:gd name="GluePoint27X" fmla="*/ 540734 w 1195101"/>
                <a:gd name="GluePoint27Y" fmla="*/ 1204532 h 1204626"/>
                <a:gd name="GluePoint28X" fmla="*/ 540734 w 1195101"/>
                <a:gd name="GluePoint28Y" fmla="*/ 1129665 h 1204626"/>
                <a:gd name="GluePoint29X" fmla="*/ 525971 w 1195101"/>
                <a:gd name="GluePoint29Y" fmla="*/ 1129665 h 1204626"/>
                <a:gd name="GluePoint30X" fmla="*/ 388239 w 1195101"/>
                <a:gd name="GluePoint30Y" fmla="*/ 1075754 h 1204626"/>
                <a:gd name="GluePoint31X" fmla="*/ 379857 w 1195101"/>
                <a:gd name="GluePoint31Y" fmla="*/ 1034034 h 1204626"/>
                <a:gd name="GluePoint32X" fmla="*/ 372618 w 1195101"/>
                <a:gd name="GluePoint32Y" fmla="*/ 854297 h 1204626"/>
                <a:gd name="GluePoint33X" fmla="*/ 372618 w 1195101"/>
                <a:gd name="GluePoint33Y" fmla="*/ 653510 h 1204626"/>
                <a:gd name="GluePoint34X" fmla="*/ 479107 w 1195101"/>
                <a:gd name="GluePoint34Y" fmla="*/ 702469 h 1204626"/>
                <a:gd name="GluePoint35X" fmla="*/ 501110 w 1195101"/>
                <a:gd name="GluePoint35Y" fmla="*/ 728472 h 1204626"/>
                <a:gd name="GluePoint36X" fmla="*/ 797909 w 1195101"/>
                <a:gd name="GluePoint36Y" fmla="*/ 1096804 h 1204626"/>
                <a:gd name="GluePoint37X" fmla="*/ 885158 w 1195101"/>
                <a:gd name="GluePoint37Y" fmla="*/ 1204532 h 1204626"/>
                <a:gd name="GluePoint38X" fmla="*/ 1027366 w 1195101"/>
                <a:gd name="GluePoint38Y" fmla="*/ 1200436 h 1204626"/>
                <a:gd name="GluePoint39X" fmla="*/ 1195102 w 1195101"/>
                <a:gd name="GluePoint39Y" fmla="*/ 1204627 h 1204626"/>
                <a:gd name="GluePoint40X" fmla="*/ 1195102 w 1195101"/>
                <a:gd name="GluePoint40Y" fmla="*/ 1131094 h 1204626"/>
                <a:gd name="GluePoint41X" fmla="*/ 1186529 w 1195101"/>
                <a:gd name="GluePoint41Y" fmla="*/ 1129760 h 1204626"/>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 ang="0">
                  <a:pos x="GluePoint16X" y="GluePoint16Y"/>
                </a:cxn>
                <a:cxn ang="0">
                  <a:pos x="GluePoint17X" y="GluePoint17Y"/>
                </a:cxn>
                <a:cxn ang="0">
                  <a:pos x="GluePoint18X" y="GluePoint18Y"/>
                </a:cxn>
                <a:cxn ang="0">
                  <a:pos x="GluePoint19X" y="GluePoint19Y"/>
                </a:cxn>
                <a:cxn ang="0">
                  <a:pos x="GluePoint20X" y="GluePoint20Y"/>
                </a:cxn>
                <a:cxn ang="0">
                  <a:pos x="GluePoint21X" y="GluePoint21Y"/>
                </a:cxn>
                <a:cxn ang="0">
                  <a:pos x="GluePoint22X" y="GluePoint22Y"/>
                </a:cxn>
                <a:cxn ang="0">
                  <a:pos x="GluePoint23X" y="GluePoint23Y"/>
                </a:cxn>
                <a:cxn ang="0">
                  <a:pos x="GluePoint24X" y="GluePoint24Y"/>
                </a:cxn>
                <a:cxn ang="0">
                  <a:pos x="GluePoint25X" y="GluePoint25Y"/>
                </a:cxn>
                <a:cxn ang="0">
                  <a:pos x="GluePoint26X" y="GluePoint26Y"/>
                </a:cxn>
                <a:cxn ang="0">
                  <a:pos x="GluePoint27X" y="GluePoint27Y"/>
                </a:cxn>
                <a:cxn ang="0">
                  <a:pos x="GluePoint28X" y="GluePoint28Y"/>
                </a:cxn>
                <a:cxn ang="0">
                  <a:pos x="GluePoint29X" y="GluePoint29Y"/>
                </a:cxn>
                <a:cxn ang="0">
                  <a:pos x="GluePoint30X" y="GluePoint30Y"/>
                </a:cxn>
                <a:cxn ang="0">
                  <a:pos x="GluePoint31X" y="GluePoint31Y"/>
                </a:cxn>
                <a:cxn ang="0">
                  <a:pos x="GluePoint32X" y="GluePoint32Y"/>
                </a:cxn>
                <a:cxn ang="0">
                  <a:pos x="GluePoint33X" y="GluePoint33Y"/>
                </a:cxn>
                <a:cxn ang="0">
                  <a:pos x="GluePoint34X" y="GluePoint34Y"/>
                </a:cxn>
                <a:cxn ang="0">
                  <a:pos x="GluePoint35X" y="GluePoint35Y"/>
                </a:cxn>
                <a:cxn ang="0">
                  <a:pos x="GluePoint36X" y="GluePoint36Y"/>
                </a:cxn>
                <a:cxn ang="0">
                  <a:pos x="GluePoint37X" y="GluePoint37Y"/>
                </a:cxn>
                <a:cxn ang="0">
                  <a:pos x="GluePoint38X" y="GluePoint38Y"/>
                </a:cxn>
                <a:cxn ang="0">
                  <a:pos x="GluePoint39X" y="GluePoint39Y"/>
                </a:cxn>
                <a:cxn ang="0">
                  <a:pos x="GluePoint40X" y="GluePoint40Y"/>
                </a:cxn>
                <a:cxn ang="0">
                  <a:pos x="GluePoint41X" y="GluePoint41Y"/>
                </a:cxn>
              </a:cxnLst>
              <a:rect l="textAreaLeft" t="textAreaTop" r="textAreaRight" b="textAreaBottom"/>
              <a:pathLst>
                <a:path w="1195101" h="1204626">
                  <a:moveTo>
                    <a:pt x="372618" y="571786"/>
                  </a:moveTo>
                  <a:cubicBezTo>
                    <a:pt x="372618" y="571786"/>
                    <a:pt x="372618" y="136874"/>
                    <a:pt x="372523" y="134303"/>
                  </a:cubicBezTo>
                  <a:cubicBezTo>
                    <a:pt x="372237" y="116967"/>
                    <a:pt x="371761" y="93250"/>
                    <a:pt x="386239" y="86487"/>
                  </a:cubicBezTo>
                  <a:cubicBezTo>
                    <a:pt x="396240" y="82105"/>
                    <a:pt x="493014" y="85630"/>
                    <a:pt x="498348" y="85630"/>
                  </a:cubicBezTo>
                  <a:cubicBezTo>
                    <a:pt x="650938" y="85630"/>
                    <a:pt x="738473" y="174974"/>
                    <a:pt x="738473" y="330518"/>
                  </a:cubicBezTo>
                  <a:cubicBezTo>
                    <a:pt x="738473" y="443960"/>
                    <a:pt x="708374" y="509016"/>
                    <a:pt x="640747" y="541687"/>
                  </a:cubicBezTo>
                  <a:cubicBezTo>
                    <a:pt x="577691" y="571976"/>
                    <a:pt x="372618" y="571786"/>
                    <a:pt x="372618" y="571786"/>
                  </a:cubicBezTo>
                  <a:moveTo>
                    <a:pt x="1186529" y="1129760"/>
                  </a:moveTo>
                  <a:cubicBezTo>
                    <a:pt x="1100138" y="1116235"/>
                    <a:pt x="1074134" y="1106424"/>
                    <a:pt x="1017461" y="1040702"/>
                  </a:cubicBezTo>
                  <a:lnTo>
                    <a:pt x="661797" y="632460"/>
                  </a:lnTo>
                  <a:cubicBezTo>
                    <a:pt x="849059" y="608076"/>
                    <a:pt x="964597" y="484251"/>
                    <a:pt x="964597" y="305371"/>
                  </a:cubicBezTo>
                  <a:cubicBezTo>
                    <a:pt x="964597" y="188976"/>
                    <a:pt x="919544" y="105061"/>
                    <a:pt x="831056" y="55816"/>
                  </a:cubicBezTo>
                  <a:cubicBezTo>
                    <a:pt x="763619" y="18383"/>
                    <a:pt x="670084" y="190"/>
                    <a:pt x="544639" y="190"/>
                  </a:cubicBezTo>
                  <a:cubicBezTo>
                    <a:pt x="507206" y="1143"/>
                    <a:pt x="416909" y="4191"/>
                    <a:pt x="317468" y="4191"/>
                  </a:cubicBezTo>
                  <a:cubicBezTo>
                    <a:pt x="214313" y="4191"/>
                    <a:pt x="191" y="0"/>
                    <a:pt x="191" y="0"/>
                  </a:cubicBezTo>
                  <a:lnTo>
                    <a:pt x="191" y="74866"/>
                  </a:lnTo>
                  <a:lnTo>
                    <a:pt x="15050" y="74866"/>
                  </a:lnTo>
                  <a:cubicBezTo>
                    <a:pt x="71818" y="74486"/>
                    <a:pt x="135731" y="74771"/>
                    <a:pt x="152781" y="128683"/>
                  </a:cubicBezTo>
                  <a:cubicBezTo>
                    <a:pt x="168307" y="175355"/>
                    <a:pt x="168307" y="306896"/>
                    <a:pt x="168307" y="350139"/>
                  </a:cubicBezTo>
                  <a:lnTo>
                    <a:pt x="168307" y="841248"/>
                  </a:lnTo>
                  <a:cubicBezTo>
                    <a:pt x="168307" y="895445"/>
                    <a:pt x="168307" y="977837"/>
                    <a:pt x="161068" y="1034129"/>
                  </a:cubicBezTo>
                  <a:cubicBezTo>
                    <a:pt x="158972" y="1050798"/>
                    <a:pt x="156210" y="1065276"/>
                    <a:pt x="152686" y="1075944"/>
                  </a:cubicBezTo>
                  <a:cubicBezTo>
                    <a:pt x="135350" y="1129665"/>
                    <a:pt x="66104" y="1129665"/>
                    <a:pt x="10382" y="1129665"/>
                  </a:cubicBezTo>
                  <a:lnTo>
                    <a:pt x="0" y="1129665"/>
                  </a:lnTo>
                  <a:lnTo>
                    <a:pt x="0" y="1204532"/>
                  </a:lnTo>
                  <a:cubicBezTo>
                    <a:pt x="0" y="1204532"/>
                    <a:pt x="166783" y="1197102"/>
                    <a:pt x="278225" y="1197102"/>
                  </a:cubicBezTo>
                  <a:cubicBezTo>
                    <a:pt x="374047" y="1197102"/>
                    <a:pt x="540734" y="1204246"/>
                    <a:pt x="540734" y="1204532"/>
                  </a:cubicBezTo>
                  <a:lnTo>
                    <a:pt x="540734" y="1129665"/>
                  </a:lnTo>
                  <a:lnTo>
                    <a:pt x="525971" y="1129665"/>
                  </a:lnTo>
                  <a:cubicBezTo>
                    <a:pt x="470059" y="1129951"/>
                    <a:pt x="406813" y="1129760"/>
                    <a:pt x="388239" y="1075754"/>
                  </a:cubicBezTo>
                  <a:cubicBezTo>
                    <a:pt x="384620" y="1065086"/>
                    <a:pt x="381953" y="1050607"/>
                    <a:pt x="379857" y="1034034"/>
                  </a:cubicBezTo>
                  <a:cubicBezTo>
                    <a:pt x="372618" y="978122"/>
                    <a:pt x="372618" y="898017"/>
                    <a:pt x="372618" y="854297"/>
                  </a:cubicBezTo>
                  <a:lnTo>
                    <a:pt x="372618" y="653510"/>
                  </a:lnTo>
                  <a:cubicBezTo>
                    <a:pt x="439198" y="654082"/>
                    <a:pt x="444913" y="661035"/>
                    <a:pt x="479107" y="702469"/>
                  </a:cubicBezTo>
                  <a:cubicBezTo>
                    <a:pt x="485489" y="710089"/>
                    <a:pt x="492728" y="718756"/>
                    <a:pt x="501110" y="728472"/>
                  </a:cubicBezTo>
                  <a:lnTo>
                    <a:pt x="797909" y="1096804"/>
                  </a:lnTo>
                  <a:lnTo>
                    <a:pt x="885158" y="1204532"/>
                  </a:lnTo>
                  <a:cubicBezTo>
                    <a:pt x="885158" y="1204532"/>
                    <a:pt x="980885" y="1200436"/>
                    <a:pt x="1027366" y="1200436"/>
                  </a:cubicBezTo>
                  <a:cubicBezTo>
                    <a:pt x="1094994" y="1200436"/>
                    <a:pt x="1195102" y="1204627"/>
                    <a:pt x="1195102" y="1204627"/>
                  </a:cubicBezTo>
                  <a:lnTo>
                    <a:pt x="1195102" y="1131094"/>
                  </a:lnTo>
                  <a:lnTo>
                    <a:pt x="1186529" y="1129760"/>
                  </a:lnTo>
                  <a:close/>
                </a:path>
              </a:pathLst>
            </a:custGeom>
            <a:solidFill>
              <a:schemeClr val="bg1"/>
            </a:solidFill>
            <a:ln w="9525">
              <a:noFill/>
            </a:ln>
          </p:spPr>
          <p:style>
            <a:lnRef idx="0"/>
            <a:fillRef idx="0"/>
            <a:effectRef idx="0"/>
            <a:fontRef idx="minor"/>
          </p:style>
          <p:txBody>
            <a:bodyPr lIns="90000" tIns="45000" rIns="90000" bIns="45000" anchor="ctr">
              <a:noAutofit/>
            </a:bodyPr>
            <a:p>
              <a:endParaRPr lang="en-US" sz="1800" b="0" u="none" strike="noStrike">
                <a:solidFill>
                  <a:schemeClr val="dk1"/>
                </a:solidFill>
                <a:effectLst/>
                <a:uFillTx/>
                <a:latin typeface="Arial"/>
              </a:endParaRPr>
            </a:p>
          </p:txBody>
        </p:sp>
      </p:grpSp>
      <p:sp>
        <p:nvSpPr>
          <p:cNvPr id="346" name="PlaceHolder 1"/>
          <p:cNvSpPr>
            <a:spLocks noGrp="1"/>
          </p:cNvSpPr>
          <p:nvPr>
            <p:ph type="title" hasCustomPrompt="1"/>
          </p:nvPr>
        </p:nvSpPr>
        <p:spPr>
          <a:xfrm>
            <a:off x="386640" y="449280"/>
            <a:ext cx="4674240" cy="1190520"/>
          </a:xfrm>
          <a:prstGeom prst="rect">
            <a:avLst/>
          </a:prstGeom>
          <a:noFill/>
          <a:ln w="0">
            <a:noFill/>
          </a:ln>
        </p:spPr>
        <p:txBody>
          <a:bodyPr lIns="0" tIns="0" rIns="0" bIns="0" anchor="t">
            <a:normAutofit lnSpcReduction="9999"/>
          </a:bodyPr>
          <a:lstStyle>
            <a:lvl1pPr indent="0" algn="l" defTabSz="914400">
              <a:lnSpc>
                <a:spcPct val="90000"/>
              </a:lnSpc>
              <a:buNone/>
              <a:tabLst>
                <a:tab pos="0" algn="l"/>
              </a:tabLst>
              <a:defRPr lang="en-US" sz="4400" b="1" u="none" strike="noStrike">
                <a:solidFill>
                  <a:schemeClr val="dk1"/>
                </a:solidFill>
                <a:effectLst/>
                <a:uFillTx/>
                <a:latin typeface="Arial"/>
              </a:defRPr>
            </a:lvl1pPr>
          </a:lstStyle>
          <a:p>
            <a:pPr indent="0" algn="l" defTabSz="914400">
              <a:lnSpc>
                <a:spcPct val="90000"/>
              </a:lnSpc>
              <a:buNone/>
              <a:tabLst>
                <a:tab pos="0" algn="l"/>
              </a:tabLst>
            </a:pPr>
            <a:r>
              <a:rPr lang="en-US" sz="4400" b="1" u="none" strike="noStrike">
                <a:solidFill>
                  <a:schemeClr val="dk1"/>
                </a:solidFill>
                <a:effectLst/>
                <a:uFillTx/>
                <a:latin typeface="Arial"/>
              </a:rPr>
              <a:t>Click to add Main Header</a:t>
            </a:r>
            <a:endParaRPr lang="en-US" sz="4400" b="1" u="none" strike="noStrike">
              <a:solidFill>
                <a:schemeClr val="dk1"/>
              </a:solidFill>
              <a:effectLst/>
              <a:uFillTx/>
              <a:latin typeface="Arial"/>
            </a:endParaRPr>
          </a:p>
        </p:txBody>
      </p:sp>
      <p:sp>
        <p:nvSpPr>
          <p:cNvPr id="347" name="PlaceHolder 2"/>
          <p:cNvSpPr>
            <a:spLocks noGrp="1"/>
          </p:cNvSpPr>
          <p:nvPr>
            <p:ph type="body" hasCustomPrompt="1"/>
          </p:nvPr>
        </p:nvSpPr>
        <p:spPr>
          <a:xfrm>
            <a:off x="5283360" y="445680"/>
            <a:ext cx="6577560" cy="4638600"/>
          </a:xfrm>
          <a:prstGeom prst="rect">
            <a:avLst/>
          </a:prstGeom>
          <a:solidFill>
            <a:schemeClr val="lt1">
              <a:lumMod val="95000"/>
            </a:schemeClr>
          </a:solidFill>
          <a:ln w="0">
            <a:noFill/>
          </a:ln>
        </p:spPr>
        <p:txBody>
          <a:bodyPr lIns="90000" tIns="45000" rIns="90000" bIns="45000" anchor="ctr" anchorCtr="1">
            <a:noAutofit/>
          </a:bodyPr>
          <a:lstStyle>
            <a:lvl1pPr indent="0" algn="l" defTabSz="914400">
              <a:lnSpc>
                <a:spcPct val="90000"/>
              </a:lnSpc>
              <a:spcBef>
                <a:spcPts val="1001"/>
              </a:spcBef>
              <a:buNone/>
              <a:tabLst>
                <a:tab pos="0" algn="l"/>
              </a:tabLst>
              <a:defRPr lang="en-US" sz="2800" b="0" u="none" strike="noStrike">
                <a:solidFill>
                  <a:schemeClr val="dk1"/>
                </a:solidFill>
                <a:effectLst/>
                <a:uFillTx/>
                <a:latin typeface="Arial"/>
              </a:defRPr>
            </a:lvl1pPr>
          </a:lstStyle>
          <a:p>
            <a:pPr indent="0" algn="l" defTabSz="914400">
              <a:lnSpc>
                <a:spcPct val="90000"/>
              </a:lnSpc>
              <a:spcBef>
                <a:spcPts val="1001"/>
              </a:spcBef>
              <a:buNone/>
              <a:tabLst>
                <a:tab pos="0" algn="l"/>
              </a:tabLst>
            </a:pPr>
            <a:r>
              <a:rPr lang="en-US" sz="2800" b="0" u="none" strike="noStrike">
                <a:solidFill>
                  <a:schemeClr val="dk1"/>
                </a:solidFill>
                <a:effectLst/>
                <a:uFillTx/>
                <a:latin typeface="Arial"/>
              </a:rPr>
              <a:t>Place image/chart here</a:t>
            </a:r>
            <a:endParaRPr lang="en-US" sz="2800" b="1" u="none" strike="noStrike">
              <a:solidFill>
                <a:srgbClr val="F86901"/>
              </a:solidFill>
              <a:effectLst/>
              <a:uFillTx/>
              <a:latin typeface="Arial"/>
            </a:endParaRPr>
          </a:p>
        </p:txBody>
      </p:sp>
      <p:sp>
        <p:nvSpPr>
          <p:cNvPr id="348" name="PlaceHolder 3"/>
          <p:cNvSpPr>
            <a:spLocks noGrp="1"/>
          </p:cNvSpPr>
          <p:nvPr>
            <p:ph type="body"/>
          </p:nvPr>
        </p:nvSpPr>
        <p:spPr>
          <a:xfrm>
            <a:off x="330120" y="2299320"/>
            <a:ext cx="4730760" cy="2041200"/>
          </a:xfrm>
          <a:prstGeom prst="rect">
            <a:avLst/>
          </a:prstGeom>
          <a:noFill/>
          <a:ln w="0">
            <a:noFill/>
          </a:ln>
        </p:spPr>
        <p:txBody>
          <a:bodyPr lIns="90000" tIns="45000" rIns="90000" bIns="45000" anchor="t">
            <a:noAutofit/>
          </a:bodyPr>
          <a:lstStyle>
            <a:lvl1pPr algn="l" defTabSz="914400">
              <a:lnSpc>
                <a:spcPct val="90000"/>
              </a:lnSpc>
              <a:spcBef>
                <a:spcPts val="1001"/>
              </a:spcBef>
              <a:buClr>
                <a:srgbClr val="F86901"/>
              </a:buClr>
              <a:buFont typeface="Wingdings" charset="2"/>
              <a:buChar char=""/>
              <a:tabLst>
                <a:tab pos="0" algn="l"/>
              </a:tabLst>
              <a:defRPr lang="en-US" sz="2200" b="0" u="none" strike="noStrike">
                <a:solidFill>
                  <a:schemeClr val="dk1"/>
                </a:solidFill>
                <a:effectLst/>
                <a:uFillTx/>
                <a:latin typeface="Arial"/>
              </a:defRPr>
            </a:lvl1pPr>
            <a:lvl2pPr lvl="1" algn="l" defTabSz="914400">
              <a:lnSpc>
                <a:spcPct val="90000"/>
              </a:lnSpc>
              <a:spcBef>
                <a:spcPts val="499"/>
              </a:spcBef>
              <a:buClr>
                <a:srgbClr val="F86901"/>
              </a:buClr>
              <a:buFont typeface="Wingdings" charset="2"/>
              <a:buChar char=""/>
              <a:tabLst>
                <a:tab pos="0" algn="l"/>
              </a:tabLst>
              <a:defRPr lang="en-US" sz="2000" b="0" u="none" strike="noStrike">
                <a:solidFill>
                  <a:schemeClr val="dk1"/>
                </a:solidFill>
                <a:effectLst/>
                <a:uFillTx/>
                <a:latin typeface="Arial"/>
              </a:defRPr>
            </a:lvl2pPr>
            <a:lvl3pPr lvl="2" algn="l" defTabSz="914400">
              <a:lnSpc>
                <a:spcPct val="90000"/>
              </a:lnSpc>
              <a:spcBef>
                <a:spcPts val="499"/>
              </a:spcBef>
              <a:buClr>
                <a:srgbClr val="F86901"/>
              </a:buClr>
              <a:buFont typeface="Wingdings" charset="2"/>
              <a:buChar char=""/>
              <a:tabLst>
                <a:tab pos="0" algn="l"/>
              </a:tabLst>
              <a:defRPr lang="en-US" sz="1800" b="0" u="none" strike="noStrike">
                <a:solidFill>
                  <a:schemeClr val="dk1"/>
                </a:solidFill>
                <a:effectLst/>
                <a:uFillTx/>
                <a:latin typeface="Arial"/>
              </a:defRPr>
            </a:lvl3pPr>
            <a:lvl4pPr lvl="3" algn="l" defTabSz="914400">
              <a:lnSpc>
                <a:spcPct val="90000"/>
              </a:lnSpc>
              <a:spcBef>
                <a:spcPts val="499"/>
              </a:spcBef>
              <a:buClr>
                <a:srgbClr val="F86901"/>
              </a:buClr>
              <a:buFont typeface="Wingdings" charset="2"/>
              <a:buChar char=""/>
              <a:tabLst>
                <a:tab pos="0" algn="l"/>
              </a:tabLst>
              <a:defRPr lang="en-US" sz="1600" b="0" u="none" strike="noStrike">
                <a:solidFill>
                  <a:schemeClr val="dk1"/>
                </a:solidFill>
                <a:effectLst/>
                <a:uFillTx/>
                <a:latin typeface="Arial"/>
              </a:defRPr>
            </a:lvl4pPr>
            <a:lvl5pPr lvl="4" algn="l" defTabSz="914400">
              <a:lnSpc>
                <a:spcPct val="90000"/>
              </a:lnSpc>
              <a:spcBef>
                <a:spcPts val="499"/>
              </a:spcBef>
              <a:buClr>
                <a:srgbClr val="F86901"/>
              </a:buClr>
              <a:buFont typeface="Wingdings" charset="2"/>
              <a:buChar char=""/>
              <a:tabLst>
                <a:tab pos="0" algn="l"/>
              </a:tabLst>
              <a:defRPr lang="en-US" sz="1400" b="0" u="none" strike="noStrike">
                <a:solidFill>
                  <a:schemeClr val="dk1"/>
                </a:solidFill>
                <a:effectLst/>
                <a:uFillTx/>
                <a:latin typeface="Arial"/>
              </a:defRPr>
            </a:lvl5pPr>
          </a:lstStyle>
          <a:p>
            <a:pPr marL="228600" indent="-228600" algn="l" defTabSz="914400">
              <a:lnSpc>
                <a:spcPct val="90000"/>
              </a:lnSpc>
              <a:spcBef>
                <a:spcPts val="1001"/>
              </a:spcBef>
              <a:buClr>
                <a:srgbClr val="F86901"/>
              </a:buClr>
              <a:buFont typeface="Wingdings" charset="2"/>
              <a:buChar char=""/>
              <a:tabLst>
                <a:tab pos="0" algn="l"/>
              </a:tabLst>
            </a:pPr>
            <a:r>
              <a:rPr lang="en-US" sz="2200" b="0" u="none" strike="noStrike">
                <a:solidFill>
                  <a:schemeClr val="dk1"/>
                </a:solidFill>
                <a:effectLst/>
                <a:uFillTx/>
                <a:latin typeface="Arial"/>
              </a:rPr>
              <a:t>Click to edit Master text styles</a:t>
            </a:r>
            <a:endParaRPr lang="en-US" sz="2200" b="1" u="none" strike="noStrike">
              <a:solidFill>
                <a:srgbClr val="F86901"/>
              </a:solidFill>
              <a:effectLst/>
              <a:uFillTx/>
              <a:latin typeface="Arial"/>
            </a:endParaRPr>
          </a:p>
          <a:p>
            <a:pPr marL="685800" lvl="1" indent="-228600" algn="l" defTabSz="914400">
              <a:lnSpc>
                <a:spcPct val="90000"/>
              </a:lnSpc>
              <a:spcBef>
                <a:spcPts val="499"/>
              </a:spcBef>
              <a:buClr>
                <a:srgbClr val="F86901"/>
              </a:buClr>
              <a:buFont typeface="Wingdings" charset="2"/>
              <a:buChar char=""/>
              <a:tabLst>
                <a:tab pos="0" algn="l"/>
              </a:tabLst>
            </a:pPr>
            <a:r>
              <a:rPr lang="en-US" sz="2000" b="0" u="none" strike="noStrike">
                <a:solidFill>
                  <a:schemeClr val="dk1"/>
                </a:solidFill>
                <a:effectLst/>
                <a:uFillTx/>
                <a:latin typeface="Arial"/>
              </a:rPr>
              <a:t>Second level</a:t>
            </a:r>
            <a:endParaRPr lang="en-US" sz="2000" b="0" u="none" strike="noStrike">
              <a:solidFill>
                <a:schemeClr val="dk1"/>
              </a:solidFill>
              <a:effectLst/>
              <a:uFillTx/>
              <a:latin typeface="Arial"/>
            </a:endParaRPr>
          </a:p>
          <a:p>
            <a:pPr marL="1143000" lvl="2" indent="-228600" algn="l" defTabSz="914400">
              <a:lnSpc>
                <a:spcPct val="90000"/>
              </a:lnSpc>
              <a:spcBef>
                <a:spcPts val="499"/>
              </a:spcBef>
              <a:buClr>
                <a:srgbClr val="F86901"/>
              </a:buClr>
              <a:buFont typeface="Wingdings" charset="2"/>
              <a:buChar char=""/>
              <a:tabLst>
                <a:tab pos="0" algn="l"/>
              </a:tabLst>
            </a:pPr>
            <a:r>
              <a:rPr lang="en-US" sz="1800" b="0" u="none" strike="noStrike">
                <a:solidFill>
                  <a:schemeClr val="dk1"/>
                </a:solidFill>
                <a:effectLst/>
                <a:uFillTx/>
                <a:latin typeface="Arial"/>
              </a:rPr>
              <a:t>Third level</a:t>
            </a:r>
            <a:endParaRPr lang="en-US" sz="1800" b="0" u="none" strike="noStrike">
              <a:solidFill>
                <a:schemeClr val="dk1"/>
              </a:solidFill>
              <a:effectLst/>
              <a:uFillTx/>
              <a:latin typeface="Arial"/>
            </a:endParaRPr>
          </a:p>
          <a:p>
            <a:pPr marL="1600200" lvl="3" indent="-228600" algn="l" defTabSz="914400">
              <a:lnSpc>
                <a:spcPct val="90000"/>
              </a:lnSpc>
              <a:spcBef>
                <a:spcPts val="499"/>
              </a:spcBef>
              <a:buClr>
                <a:srgbClr val="F86901"/>
              </a:buClr>
              <a:buFont typeface="Wingdings" charset="2"/>
              <a:buChar char=""/>
              <a:tabLst>
                <a:tab pos="0" algn="l"/>
              </a:tabLst>
            </a:pPr>
            <a:r>
              <a:rPr lang="en-US" sz="1600" b="0" u="none" strike="noStrike">
                <a:solidFill>
                  <a:schemeClr val="dk1"/>
                </a:solidFill>
                <a:effectLst/>
                <a:uFillTx/>
                <a:latin typeface="Arial"/>
              </a:rPr>
              <a:t>Fourth level</a:t>
            </a:r>
            <a:endParaRPr lang="en-US" sz="1600" b="0" u="none" strike="noStrike">
              <a:solidFill>
                <a:schemeClr val="dk1"/>
              </a:solidFill>
              <a:effectLst/>
              <a:uFillTx/>
              <a:latin typeface="Arial"/>
            </a:endParaRPr>
          </a:p>
          <a:p>
            <a:pPr marL="2057400" lvl="4" indent="-228600" algn="l" defTabSz="914400">
              <a:lnSpc>
                <a:spcPct val="90000"/>
              </a:lnSpc>
              <a:spcBef>
                <a:spcPts val="499"/>
              </a:spcBef>
              <a:buClr>
                <a:srgbClr val="F86901"/>
              </a:buClr>
              <a:buFont typeface="Wingdings" charset="2"/>
              <a:buChar char=""/>
              <a:tabLst>
                <a:tab pos="0" algn="l"/>
              </a:tabLst>
            </a:pPr>
            <a:r>
              <a:rPr lang="en-US" sz="1400" b="0" u="none" strike="noStrike">
                <a:solidFill>
                  <a:schemeClr val="dk1"/>
                </a:solidFill>
                <a:effectLst/>
                <a:uFillTx/>
                <a:latin typeface="Arial"/>
              </a:rPr>
              <a:t>Fifth level</a:t>
            </a:r>
            <a:endParaRPr lang="en-US" sz="1400" b="0" u="none" strike="noStrike">
              <a:solidFill>
                <a:schemeClr val="dk1"/>
              </a:solidFill>
              <a:effectLst/>
              <a:uFillTx/>
              <a:latin typeface="Arial"/>
            </a:endParaRPr>
          </a:p>
        </p:txBody>
      </p:sp>
      <p:sp>
        <p:nvSpPr>
          <p:cNvPr id="349" name="PlaceHolder 4"/>
          <p:cNvSpPr>
            <a:spLocks noGrp="1"/>
          </p:cNvSpPr>
          <p:nvPr>
            <p:ph type="body" hasCustomPrompt="1"/>
          </p:nvPr>
        </p:nvSpPr>
        <p:spPr>
          <a:xfrm>
            <a:off x="330120" y="1780560"/>
            <a:ext cx="4730760" cy="498600"/>
          </a:xfrm>
          <a:prstGeom prst="rect">
            <a:avLst/>
          </a:prstGeom>
          <a:noFill/>
          <a:ln w="0">
            <a:noFill/>
          </a:ln>
        </p:spPr>
        <p:txBody>
          <a:bodyPr lIns="90000" tIns="45000" rIns="90000" bIns="45000" anchor="t">
            <a:noAutofit/>
          </a:bodyPr>
          <a:lstStyle>
            <a:lvl1pPr indent="0" algn="l" defTabSz="914400">
              <a:lnSpc>
                <a:spcPct val="90000"/>
              </a:lnSpc>
              <a:spcBef>
                <a:spcPts val="1001"/>
              </a:spcBef>
              <a:buNone/>
              <a:tabLst>
                <a:tab pos="0" algn="l"/>
              </a:tabLst>
              <a:defRPr lang="en-US" sz="2400" b="1" u="none" strike="noStrike">
                <a:solidFill>
                  <a:srgbClr val="F86901"/>
                </a:solidFill>
                <a:effectLst/>
                <a:uFillTx/>
                <a:latin typeface="Arial"/>
              </a:defRPr>
            </a:lvl1pPr>
          </a:lstStyle>
          <a:p>
            <a:pPr indent="0" algn="l" defTabSz="914400">
              <a:lnSpc>
                <a:spcPct val="90000"/>
              </a:lnSpc>
              <a:spcBef>
                <a:spcPts val="1001"/>
              </a:spcBef>
              <a:buNone/>
              <a:tabLst>
                <a:tab pos="0" algn="l"/>
              </a:tabLst>
            </a:pPr>
            <a:r>
              <a:rPr lang="en-US" sz="2400" b="1" u="none" strike="noStrike">
                <a:solidFill>
                  <a:srgbClr val="F86901"/>
                </a:solidFill>
                <a:effectLst/>
                <a:uFillTx/>
                <a:latin typeface="Arial"/>
              </a:rPr>
              <a:t>Click to add subhead</a:t>
            </a:r>
            <a:endParaRPr lang="en-US" sz="2400" b="1" u="none" strike="noStrike">
              <a:solidFill>
                <a:srgbClr val="F86901"/>
              </a:solidFill>
              <a:effectLst/>
              <a:uFillTx/>
              <a:latin typeface="Arial"/>
            </a:endParaRPr>
          </a:p>
        </p:txBody>
      </p:sp>
    </p:spTree>
  </p:cSld>
</p:sldLayout>
</file>

<file path=ppt/slideLayouts/slideLayout1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Full Photo with White Border Header Bottom">
    <p:bg>
      <p:bgPr>
        <a:solidFill>
          <a:srgbClr val="FFFFFF"/>
        </a:solidFill>
      </p:bgPr>
    </p:bg>
    <p:spTree>
      <p:nvGrpSpPr>
        <p:cNvPr id="1" name=""/>
        <p:cNvGrpSpPr/>
        <p:nvPr/>
      </p:nvGrpSpPr>
      <p:grpSpPr>
        <a:xfrm>
          <a:off x="0" y="0"/>
          <a:ext cx="0" cy="0"/>
          <a:chOff x="0" y="0"/>
          <a:chExt cx="0" cy="0"/>
        </a:xfrm>
      </p:grpSpPr>
      <p:sp>
        <p:nvSpPr>
          <p:cNvPr id="350" name="Rectangle 5"/>
          <p:cNvSpPr/>
          <p:nvPr/>
        </p:nvSpPr>
        <p:spPr>
          <a:xfrm>
            <a:off x="0" y="0"/>
            <a:ext cx="12190680" cy="666000"/>
          </a:xfrm>
          <a:prstGeom prst="rect">
            <a:avLst/>
          </a:prstGeom>
          <a:solidFill>
            <a:srgbClr val="F86901"/>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p>
            <a:endParaRPr lang="en-US" sz="1800" b="0" u="none" strike="noStrike">
              <a:solidFill>
                <a:schemeClr val="lt1"/>
              </a:solidFill>
              <a:effectLst/>
              <a:uFillTx/>
              <a:latin typeface="Arial"/>
            </a:endParaRPr>
          </a:p>
        </p:txBody>
      </p:sp>
      <p:sp>
        <p:nvSpPr>
          <p:cNvPr id="351" name="TextBox 10"/>
          <p:cNvSpPr/>
          <p:nvPr/>
        </p:nvSpPr>
        <p:spPr>
          <a:xfrm>
            <a:off x="11689200" y="269640"/>
            <a:ext cx="476280" cy="238680"/>
          </a:xfrm>
          <a:prstGeom prst="rect">
            <a:avLst/>
          </a:prstGeom>
          <a:noFill/>
          <a:ln w="0">
            <a:noFill/>
          </a:ln>
        </p:spPr>
        <p:style>
          <a:lnRef idx="0"/>
          <a:fillRef idx="0"/>
          <a:effectRef idx="0"/>
          <a:fontRef idx="minor"/>
        </p:style>
        <p:txBody>
          <a:bodyPr lIns="90000" tIns="45000" rIns="90000" bIns="45000" anchor="t">
            <a:spAutoFit/>
          </a:bodyPr>
          <a:p>
            <a:pPr defTabSz="914400">
              <a:lnSpc>
                <a:spcPct val="80000"/>
              </a:lnSpc>
            </a:pPr>
            <a:r>
              <a:rPr lang="en-US" sz="1200" b="0" u="none" strike="noStrike">
                <a:solidFill>
                  <a:srgbClr val="E56B2A"/>
                </a:solidFill>
                <a:effectLst/>
                <a:uFillTx/>
                <a:latin typeface="Georgia"/>
              </a:rPr>
              <a:t> </a:t>
            </a:r>
            <a:fld id="{43EF99B1-2F68-4723-869E-C2AC15768420}" type="slidenum">
              <a:rPr lang="en-US" sz="1130" b="0" u="none" strike="noStrike">
                <a:solidFill>
                  <a:schemeClr val="lt1"/>
                </a:solidFill>
                <a:effectLst/>
                <a:uFillTx/>
                <a:latin typeface="Arial"/>
              </a:rPr>
              <a:t>&lt;number&gt;</a:t>
            </a:fld>
            <a:endParaRPr lang="en-US" sz="1130" b="0" u="none" strike="noStrike">
              <a:solidFill>
                <a:srgbClr val="000000"/>
              </a:solidFill>
              <a:effectLst/>
              <a:uFillTx/>
              <a:latin typeface="Arial"/>
            </a:endParaRPr>
          </a:p>
        </p:txBody>
      </p:sp>
      <p:pic>
        <p:nvPicPr>
          <p:cNvPr id="352" name="Graphic 11"/>
          <p:cNvPicPr/>
          <p:nvPr/>
        </p:nvPicPr>
        <p:blipFill>
          <a:blip r:embed="rId2">
            <a:extLst>
              <a:ext uri="{96DAC541-7B7A-43D3-8B79-37D633B846F1}">
                <asvg:svgBlip xmlns:asvg="http://schemas.microsoft.com/office/drawing/2016/SVG/main" r:embed="rId3"/>
              </a:ext>
            </a:extLst>
          </a:blip>
          <a:stretch/>
        </p:blipFill>
        <p:spPr>
          <a:xfrm>
            <a:off x="9069840" y="240840"/>
            <a:ext cx="2699280" cy="238680"/>
          </a:xfrm>
          <a:prstGeom prst="rect">
            <a:avLst/>
          </a:prstGeom>
          <a:noFill/>
          <a:ln w="0">
            <a:noFill/>
          </a:ln>
        </p:spPr>
      </p:pic>
      <p:grpSp>
        <p:nvGrpSpPr>
          <p:cNvPr id="353" name="Graphic 22"/>
          <p:cNvGrpSpPr/>
          <p:nvPr/>
        </p:nvGrpSpPr>
        <p:grpSpPr>
          <a:xfrm>
            <a:off x="201960" y="195840"/>
            <a:ext cx="797760" cy="300600"/>
            <a:chOff x="201960" y="195840"/>
            <a:chExt cx="797760" cy="300600"/>
          </a:xfrm>
        </p:grpSpPr>
        <p:sp>
          <p:nvSpPr>
            <p:cNvPr id="354" name="Freeform 2"/>
            <p:cNvSpPr/>
            <p:nvPr/>
          </p:nvSpPr>
          <p:spPr>
            <a:xfrm>
              <a:off x="540720" y="195840"/>
              <a:ext cx="135720" cy="300240"/>
            </a:xfrm>
            <a:custGeom>
              <a:avLst/>
              <a:gdLst>
                <a:gd name="textAreaLeft" fmla="*/ 0 w 135720"/>
                <a:gd name="textAreaRight" fmla="*/ 137160 w 135720"/>
                <a:gd name="textAreaTop" fmla="*/ 0 h 300240"/>
                <a:gd name="textAreaBottom" fmla="*/ 301680 h 300240"/>
                <a:gd name="GluePoint1X" fmla="*/ 393478 w 547877"/>
                <a:gd name="GluePoint1Y" fmla="*/ 129064 h 1204531"/>
                <a:gd name="GluePoint2X" fmla="*/ 537686 w 547877"/>
                <a:gd name="GluePoint2Y" fmla="*/ 74771 h 1204531"/>
                <a:gd name="GluePoint3X" fmla="*/ 547878 w 547877"/>
                <a:gd name="GluePoint3Y" fmla="*/ 74771 h 1204531"/>
                <a:gd name="GluePoint4X" fmla="*/ 547878 w 547877"/>
                <a:gd name="GluePoint4Y" fmla="*/ 0 h 1204531"/>
                <a:gd name="GluePoint5X" fmla="*/ 267938 w 547877"/>
                <a:gd name="GluePoint5Y" fmla="*/ 4667 h 1204531"/>
                <a:gd name="GluePoint6X" fmla="*/ 0 w 547877"/>
                <a:gd name="GluePoint6Y" fmla="*/ 0 h 1204531"/>
                <a:gd name="GluePoint7X" fmla="*/ 0 w 547877"/>
                <a:gd name="GluePoint7Y" fmla="*/ 74771 h 1204531"/>
                <a:gd name="GluePoint8X" fmla="*/ 10192 w 547877"/>
                <a:gd name="GluePoint8Y" fmla="*/ 74771 h 1204531"/>
                <a:gd name="GluePoint9X" fmla="*/ 154400 w 547877"/>
                <a:gd name="GluePoint9Y" fmla="*/ 128968 h 1204531"/>
                <a:gd name="GluePoint10X" fmla="*/ 171640 w 547877"/>
                <a:gd name="GluePoint10Y" fmla="*/ 363188 h 1204531"/>
                <a:gd name="GluePoint11X" fmla="*/ 171640 w 547877"/>
                <a:gd name="GluePoint11Y" fmla="*/ 841153 h 1204531"/>
                <a:gd name="GluePoint12X" fmla="*/ 154496 w 547877"/>
                <a:gd name="GluePoint12Y" fmla="*/ 1075373 h 1204531"/>
                <a:gd name="GluePoint13X" fmla="*/ 10192 w 547877"/>
                <a:gd name="GluePoint13Y" fmla="*/ 1129569 h 1204531"/>
                <a:gd name="GluePoint14X" fmla="*/ 0 w 547877"/>
                <a:gd name="GluePoint14Y" fmla="*/ 1129569 h 1204531"/>
                <a:gd name="GluePoint15X" fmla="*/ 0 w 547877"/>
                <a:gd name="GluePoint15Y" fmla="*/ 1204531 h 1204531"/>
                <a:gd name="GluePoint16X" fmla="*/ 268224 w 547877"/>
                <a:gd name="GluePoint16Y" fmla="*/ 1197102 h 1204531"/>
                <a:gd name="GluePoint17X" fmla="*/ 547878 w 547877"/>
                <a:gd name="GluePoint17Y" fmla="*/ 1204531 h 1204531"/>
                <a:gd name="GluePoint18X" fmla="*/ 547878 w 547877"/>
                <a:gd name="GluePoint18Y" fmla="*/ 1129569 h 1204531"/>
                <a:gd name="GluePoint19X" fmla="*/ 537686 w 547877"/>
                <a:gd name="GluePoint19Y" fmla="*/ 1129569 h 1204531"/>
                <a:gd name="GluePoint20X" fmla="*/ 393478 w 547877"/>
                <a:gd name="GluePoint20Y" fmla="*/ 1075468 h 1204531"/>
                <a:gd name="GluePoint21X" fmla="*/ 376333 w 547877"/>
                <a:gd name="GluePoint21Y" fmla="*/ 841153 h 1204531"/>
                <a:gd name="GluePoint22X" fmla="*/ 376333 w 547877"/>
                <a:gd name="GluePoint22Y" fmla="*/ 363188 h 1204531"/>
                <a:gd name="GluePoint23X" fmla="*/ 393478 w 547877"/>
                <a:gd name="GluePoint23Y" fmla="*/ 129064 h 1204531"/>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 ang="0">
                  <a:pos x="GluePoint16X" y="GluePoint16Y"/>
                </a:cxn>
                <a:cxn ang="0">
                  <a:pos x="GluePoint17X" y="GluePoint17Y"/>
                </a:cxn>
                <a:cxn ang="0">
                  <a:pos x="GluePoint18X" y="GluePoint18Y"/>
                </a:cxn>
                <a:cxn ang="0">
                  <a:pos x="GluePoint19X" y="GluePoint19Y"/>
                </a:cxn>
                <a:cxn ang="0">
                  <a:pos x="GluePoint20X" y="GluePoint20Y"/>
                </a:cxn>
                <a:cxn ang="0">
                  <a:pos x="GluePoint21X" y="GluePoint21Y"/>
                </a:cxn>
                <a:cxn ang="0">
                  <a:pos x="GluePoint22X" y="GluePoint22Y"/>
                </a:cxn>
                <a:cxn ang="0">
                  <a:pos x="GluePoint23X" y="GluePoint23Y"/>
                </a:cxn>
              </a:cxnLst>
              <a:rect l="textAreaLeft" t="textAreaTop" r="textAreaRight" b="textAreaBottom"/>
              <a:pathLst>
                <a:path w="547877" h="1204531">
                  <a:moveTo>
                    <a:pt x="393478" y="129064"/>
                  </a:moveTo>
                  <a:cubicBezTo>
                    <a:pt x="414242" y="74771"/>
                    <a:pt x="482727" y="74771"/>
                    <a:pt x="537686" y="74771"/>
                  </a:cubicBezTo>
                  <a:lnTo>
                    <a:pt x="547878" y="74771"/>
                  </a:lnTo>
                  <a:lnTo>
                    <a:pt x="547878" y="0"/>
                  </a:lnTo>
                  <a:cubicBezTo>
                    <a:pt x="547878" y="0"/>
                    <a:pt x="333565" y="4667"/>
                    <a:pt x="267938" y="4667"/>
                  </a:cubicBezTo>
                  <a:cubicBezTo>
                    <a:pt x="200406" y="4667"/>
                    <a:pt x="0" y="0"/>
                    <a:pt x="0" y="0"/>
                  </a:cubicBezTo>
                  <a:lnTo>
                    <a:pt x="0" y="74771"/>
                  </a:lnTo>
                  <a:lnTo>
                    <a:pt x="10192" y="74771"/>
                  </a:lnTo>
                  <a:cubicBezTo>
                    <a:pt x="65246" y="74771"/>
                    <a:pt x="133731" y="74771"/>
                    <a:pt x="154400" y="128968"/>
                  </a:cubicBezTo>
                  <a:cubicBezTo>
                    <a:pt x="171640" y="175450"/>
                    <a:pt x="171640" y="307086"/>
                    <a:pt x="171640" y="363188"/>
                  </a:cubicBezTo>
                  <a:lnTo>
                    <a:pt x="171640" y="841153"/>
                  </a:lnTo>
                  <a:cubicBezTo>
                    <a:pt x="171640" y="897350"/>
                    <a:pt x="171640" y="1028890"/>
                    <a:pt x="154496" y="1075373"/>
                  </a:cubicBezTo>
                  <a:cubicBezTo>
                    <a:pt x="133731" y="1129569"/>
                    <a:pt x="65246" y="1129569"/>
                    <a:pt x="10192" y="1129569"/>
                  </a:cubicBezTo>
                  <a:lnTo>
                    <a:pt x="0" y="1129569"/>
                  </a:lnTo>
                  <a:lnTo>
                    <a:pt x="0" y="1204531"/>
                  </a:lnTo>
                  <a:cubicBezTo>
                    <a:pt x="0" y="1204341"/>
                    <a:pt x="173260" y="1197102"/>
                    <a:pt x="268224" y="1197102"/>
                  </a:cubicBezTo>
                  <a:cubicBezTo>
                    <a:pt x="377476" y="1197102"/>
                    <a:pt x="547878" y="1204531"/>
                    <a:pt x="547878" y="1204531"/>
                  </a:cubicBezTo>
                  <a:lnTo>
                    <a:pt x="547878" y="1129569"/>
                  </a:lnTo>
                  <a:lnTo>
                    <a:pt x="537686" y="1129569"/>
                  </a:lnTo>
                  <a:cubicBezTo>
                    <a:pt x="482727" y="1129569"/>
                    <a:pt x="414242" y="1129569"/>
                    <a:pt x="393478" y="1075468"/>
                  </a:cubicBezTo>
                  <a:cubicBezTo>
                    <a:pt x="376333" y="1028890"/>
                    <a:pt x="376333" y="897350"/>
                    <a:pt x="376333" y="841153"/>
                  </a:cubicBezTo>
                  <a:lnTo>
                    <a:pt x="376333" y="363188"/>
                  </a:lnTo>
                  <a:cubicBezTo>
                    <a:pt x="376333" y="307086"/>
                    <a:pt x="376333" y="175450"/>
                    <a:pt x="393478" y="129064"/>
                  </a:cubicBezTo>
                </a:path>
              </a:pathLst>
            </a:custGeom>
            <a:solidFill>
              <a:schemeClr val="bg1"/>
            </a:solidFill>
            <a:ln w="9525">
              <a:noFill/>
            </a:ln>
          </p:spPr>
          <p:style>
            <a:lnRef idx="0"/>
            <a:fillRef idx="0"/>
            <a:effectRef idx="0"/>
            <a:fontRef idx="minor"/>
          </p:style>
          <p:txBody>
            <a:bodyPr lIns="68040" tIns="45000" rIns="68040" bIns="45000" anchor="ctr">
              <a:noAutofit/>
            </a:bodyPr>
            <a:p>
              <a:endParaRPr lang="en-US" sz="1800" b="0" u="none" strike="noStrike">
                <a:solidFill>
                  <a:schemeClr val="dk1"/>
                </a:solidFill>
                <a:effectLst/>
                <a:uFillTx/>
                <a:latin typeface="Arial"/>
              </a:endParaRPr>
            </a:p>
          </p:txBody>
        </p:sp>
        <p:sp>
          <p:nvSpPr>
            <p:cNvPr id="355" name="Freeform 3"/>
            <p:cNvSpPr/>
            <p:nvPr/>
          </p:nvSpPr>
          <p:spPr>
            <a:xfrm>
              <a:off x="718920" y="196200"/>
              <a:ext cx="280800" cy="300240"/>
            </a:xfrm>
            <a:custGeom>
              <a:avLst/>
              <a:gdLst>
                <a:gd name="textAreaLeft" fmla="*/ 0 w 280800"/>
                <a:gd name="textAreaRight" fmla="*/ 282240 w 280800"/>
                <a:gd name="textAreaTop" fmla="*/ 0 h 300240"/>
                <a:gd name="textAreaBottom" fmla="*/ 301680 h 300240"/>
                <a:gd name="GluePoint1X" fmla="*/ 0 w 1126902"/>
                <a:gd name="GluePoint1Y" fmla="*/ 0 h 1204245"/>
                <a:gd name="GluePoint2X" fmla="*/ 0 w 1126902"/>
                <a:gd name="GluePoint2Y" fmla="*/ 312420 h 1204245"/>
                <a:gd name="GluePoint3X" fmla="*/ 74295 w 1126902"/>
                <a:gd name="GluePoint3Y" fmla="*/ 312420 h 1204245"/>
                <a:gd name="GluePoint4X" fmla="*/ 74581 w 1126902"/>
                <a:gd name="GluePoint4Y" fmla="*/ 302609 h 1204245"/>
                <a:gd name="GluePoint5X" fmla="*/ 334328 w 1126902"/>
                <a:gd name="GluePoint5Y" fmla="*/ 90773 h 1204245"/>
                <a:gd name="GluePoint6X" fmla="*/ 352330 w 1126902"/>
                <a:gd name="GluePoint6Y" fmla="*/ 90678 h 1204245"/>
                <a:gd name="GluePoint7X" fmla="*/ 453200 w 1126902"/>
                <a:gd name="GluePoint7Y" fmla="*/ 106204 h 1204245"/>
                <a:gd name="GluePoint8X" fmla="*/ 461201 w 1126902"/>
                <a:gd name="GluePoint8Y" fmla="*/ 128873 h 1204245"/>
                <a:gd name="GluePoint9X" fmla="*/ 461201 w 1126902"/>
                <a:gd name="GluePoint9Y" fmla="*/ 950119 h 1204245"/>
                <a:gd name="GluePoint10X" fmla="*/ 272510 w 1126902"/>
                <a:gd name="GluePoint10Y" fmla="*/ 1129475 h 1204245"/>
                <a:gd name="GluePoint11X" fmla="*/ 262700 w 1126902"/>
                <a:gd name="GluePoint11Y" fmla="*/ 1129856 h 1204245"/>
                <a:gd name="GluePoint12X" fmla="*/ 262700 w 1126902"/>
                <a:gd name="GluePoint12Y" fmla="*/ 1204246 h 1204245"/>
                <a:gd name="GluePoint13X" fmla="*/ 578548 w 1126902"/>
                <a:gd name="GluePoint13Y" fmla="*/ 1196911 h 1204245"/>
                <a:gd name="GluePoint14X" fmla="*/ 864203 w 1126902"/>
                <a:gd name="GluePoint14Y" fmla="*/ 1204246 h 1204245"/>
                <a:gd name="GluePoint15X" fmla="*/ 864203 w 1126902"/>
                <a:gd name="GluePoint15Y" fmla="*/ 1129856 h 1204245"/>
                <a:gd name="GluePoint16X" fmla="*/ 854393 w 1126902"/>
                <a:gd name="GluePoint16Y" fmla="*/ 1129475 h 1204245"/>
                <a:gd name="GluePoint17X" fmla="*/ 665702 w 1126902"/>
                <a:gd name="GluePoint17Y" fmla="*/ 950119 h 1204245"/>
                <a:gd name="GluePoint18X" fmla="*/ 665702 w 1126902"/>
                <a:gd name="GluePoint18Y" fmla="*/ 128873 h 1204245"/>
                <a:gd name="GluePoint19X" fmla="*/ 673608 w 1126902"/>
                <a:gd name="GluePoint19Y" fmla="*/ 108490 h 1204245"/>
                <a:gd name="GluePoint20X" fmla="*/ 791718 w 1126902"/>
                <a:gd name="GluePoint20Y" fmla="*/ 90488 h 1204245"/>
                <a:gd name="GluePoint21X" fmla="*/ 815912 w 1126902"/>
                <a:gd name="GluePoint21Y" fmla="*/ 90773 h 1204245"/>
                <a:gd name="GluePoint22X" fmla="*/ 1052513 w 1126902"/>
                <a:gd name="GluePoint22Y" fmla="*/ 302895 h 1204245"/>
                <a:gd name="GluePoint23X" fmla="*/ 1053084 w 1126902"/>
                <a:gd name="GluePoint23Y" fmla="*/ 312420 h 1204245"/>
                <a:gd name="GluePoint24X" fmla="*/ 1126903 w 1126902"/>
                <a:gd name="GluePoint24Y" fmla="*/ 312420 h 1204245"/>
                <a:gd name="GluePoint25X" fmla="*/ 1126903 w 1126902"/>
                <a:gd name="GluePoint25Y" fmla="*/ 0 h 1204245"/>
                <a:gd name="GluePoint26X" fmla="*/ 563404 w 1126902"/>
                <a:gd name="GluePoint26Y" fmla="*/ 2857 h 1204245"/>
                <a:gd name="GluePoint27X" fmla="*/ 0 w 1126902"/>
                <a:gd name="GluePoint27Y" fmla="*/ 0 h 1204245"/>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 ang="0">
                  <a:pos x="GluePoint16X" y="GluePoint16Y"/>
                </a:cxn>
                <a:cxn ang="0">
                  <a:pos x="GluePoint17X" y="GluePoint17Y"/>
                </a:cxn>
                <a:cxn ang="0">
                  <a:pos x="GluePoint18X" y="GluePoint18Y"/>
                </a:cxn>
                <a:cxn ang="0">
                  <a:pos x="GluePoint19X" y="GluePoint19Y"/>
                </a:cxn>
                <a:cxn ang="0">
                  <a:pos x="GluePoint20X" y="GluePoint20Y"/>
                </a:cxn>
                <a:cxn ang="0">
                  <a:pos x="GluePoint21X" y="GluePoint21Y"/>
                </a:cxn>
                <a:cxn ang="0">
                  <a:pos x="GluePoint22X" y="GluePoint22Y"/>
                </a:cxn>
                <a:cxn ang="0">
                  <a:pos x="GluePoint23X" y="GluePoint23Y"/>
                </a:cxn>
                <a:cxn ang="0">
                  <a:pos x="GluePoint24X" y="GluePoint24Y"/>
                </a:cxn>
                <a:cxn ang="0">
                  <a:pos x="GluePoint25X" y="GluePoint25Y"/>
                </a:cxn>
                <a:cxn ang="0">
                  <a:pos x="GluePoint26X" y="GluePoint26Y"/>
                </a:cxn>
                <a:cxn ang="0">
                  <a:pos x="GluePoint27X" y="GluePoint27Y"/>
                </a:cxn>
              </a:cxnLst>
              <a:rect l="textAreaLeft" t="textAreaTop" r="textAreaRight" b="textAreaBottom"/>
              <a:pathLst>
                <a:path w="1126902" h="1204245">
                  <a:moveTo>
                    <a:pt x="0" y="0"/>
                  </a:moveTo>
                  <a:lnTo>
                    <a:pt x="0" y="312420"/>
                  </a:lnTo>
                  <a:lnTo>
                    <a:pt x="74295" y="312420"/>
                  </a:lnTo>
                  <a:lnTo>
                    <a:pt x="74581" y="302609"/>
                  </a:lnTo>
                  <a:cubicBezTo>
                    <a:pt x="81344" y="99346"/>
                    <a:pt x="159163" y="90773"/>
                    <a:pt x="334328" y="90773"/>
                  </a:cubicBezTo>
                  <a:cubicBezTo>
                    <a:pt x="340328" y="90773"/>
                    <a:pt x="346424" y="90773"/>
                    <a:pt x="352330" y="90678"/>
                  </a:cubicBezTo>
                  <a:cubicBezTo>
                    <a:pt x="395859" y="90392"/>
                    <a:pt x="437007" y="90106"/>
                    <a:pt x="453200" y="106204"/>
                  </a:cubicBezTo>
                  <a:cubicBezTo>
                    <a:pt x="458629" y="111538"/>
                    <a:pt x="461201" y="118967"/>
                    <a:pt x="461201" y="128873"/>
                  </a:cubicBezTo>
                  <a:lnTo>
                    <a:pt x="461201" y="950119"/>
                  </a:lnTo>
                  <a:cubicBezTo>
                    <a:pt x="461201" y="1072039"/>
                    <a:pt x="444151" y="1122426"/>
                    <a:pt x="272510" y="1129475"/>
                  </a:cubicBezTo>
                  <a:lnTo>
                    <a:pt x="262700" y="1129856"/>
                  </a:lnTo>
                  <a:lnTo>
                    <a:pt x="262700" y="1204246"/>
                  </a:lnTo>
                  <a:cubicBezTo>
                    <a:pt x="262700" y="1204246"/>
                    <a:pt x="462725" y="1196911"/>
                    <a:pt x="578548" y="1196911"/>
                  </a:cubicBezTo>
                  <a:cubicBezTo>
                    <a:pt x="666941" y="1196911"/>
                    <a:pt x="864203" y="1204246"/>
                    <a:pt x="864203" y="1204246"/>
                  </a:cubicBezTo>
                  <a:lnTo>
                    <a:pt x="864203" y="1129856"/>
                  </a:lnTo>
                  <a:lnTo>
                    <a:pt x="854393" y="1129475"/>
                  </a:lnTo>
                  <a:cubicBezTo>
                    <a:pt x="682752" y="1122426"/>
                    <a:pt x="665702" y="1072039"/>
                    <a:pt x="665702" y="950119"/>
                  </a:cubicBezTo>
                  <a:lnTo>
                    <a:pt x="665702" y="128873"/>
                  </a:lnTo>
                  <a:cubicBezTo>
                    <a:pt x="665702" y="120396"/>
                    <a:pt x="668369" y="113729"/>
                    <a:pt x="673608" y="108490"/>
                  </a:cubicBezTo>
                  <a:cubicBezTo>
                    <a:pt x="693420" y="89059"/>
                    <a:pt x="747903" y="89821"/>
                    <a:pt x="791718" y="90488"/>
                  </a:cubicBezTo>
                  <a:cubicBezTo>
                    <a:pt x="800005" y="90583"/>
                    <a:pt x="808196" y="90773"/>
                    <a:pt x="815912" y="90773"/>
                  </a:cubicBezTo>
                  <a:cubicBezTo>
                    <a:pt x="987267" y="90773"/>
                    <a:pt x="1042511" y="140303"/>
                    <a:pt x="1052513" y="302895"/>
                  </a:cubicBezTo>
                  <a:lnTo>
                    <a:pt x="1053084" y="312420"/>
                  </a:lnTo>
                  <a:lnTo>
                    <a:pt x="1126903" y="312420"/>
                  </a:lnTo>
                  <a:lnTo>
                    <a:pt x="1126903" y="0"/>
                  </a:lnTo>
                  <a:cubicBezTo>
                    <a:pt x="1126903" y="0"/>
                    <a:pt x="694468" y="2857"/>
                    <a:pt x="563404" y="2857"/>
                  </a:cubicBezTo>
                  <a:cubicBezTo>
                    <a:pt x="432340" y="2857"/>
                    <a:pt x="0" y="0"/>
                    <a:pt x="0" y="0"/>
                  </a:cubicBezTo>
                </a:path>
              </a:pathLst>
            </a:custGeom>
            <a:solidFill>
              <a:schemeClr val="bg1"/>
            </a:solidFill>
            <a:ln w="9525">
              <a:noFill/>
            </a:ln>
          </p:spPr>
          <p:style>
            <a:lnRef idx="0"/>
            <a:fillRef idx="0"/>
            <a:effectRef idx="0"/>
            <a:fontRef idx="minor"/>
          </p:style>
          <p:txBody>
            <a:bodyPr lIns="90000" tIns="45000" rIns="90000" bIns="45000" anchor="ctr">
              <a:noAutofit/>
            </a:bodyPr>
            <a:p>
              <a:endParaRPr lang="en-US" sz="1800" b="0" u="none" strike="noStrike">
                <a:solidFill>
                  <a:schemeClr val="dk1"/>
                </a:solidFill>
                <a:effectLst/>
                <a:uFillTx/>
                <a:latin typeface="Arial"/>
              </a:endParaRPr>
            </a:p>
          </p:txBody>
        </p:sp>
        <p:sp>
          <p:nvSpPr>
            <p:cNvPr id="356" name="Freeform 4"/>
            <p:cNvSpPr/>
            <p:nvPr/>
          </p:nvSpPr>
          <p:spPr>
            <a:xfrm>
              <a:off x="201960" y="195840"/>
              <a:ext cx="297720" cy="300240"/>
            </a:xfrm>
            <a:custGeom>
              <a:avLst/>
              <a:gdLst>
                <a:gd name="textAreaLeft" fmla="*/ 0 w 297720"/>
                <a:gd name="textAreaRight" fmla="*/ 299160 w 297720"/>
                <a:gd name="textAreaTop" fmla="*/ 0 h 300240"/>
                <a:gd name="textAreaBottom" fmla="*/ 301680 h 300240"/>
                <a:gd name="GluePoint1X" fmla="*/ 372618 w 1195101"/>
                <a:gd name="GluePoint1Y" fmla="*/ 571786 h 1204626"/>
                <a:gd name="GluePoint2X" fmla="*/ 372523 w 1195101"/>
                <a:gd name="GluePoint2Y" fmla="*/ 134303 h 1204626"/>
                <a:gd name="GluePoint3X" fmla="*/ 386239 w 1195101"/>
                <a:gd name="GluePoint3Y" fmla="*/ 86487 h 1204626"/>
                <a:gd name="GluePoint4X" fmla="*/ 498348 w 1195101"/>
                <a:gd name="GluePoint4Y" fmla="*/ 85630 h 1204626"/>
                <a:gd name="GluePoint5X" fmla="*/ 738473 w 1195101"/>
                <a:gd name="GluePoint5Y" fmla="*/ 330518 h 1204626"/>
                <a:gd name="GluePoint6X" fmla="*/ 640747 w 1195101"/>
                <a:gd name="GluePoint6Y" fmla="*/ 541687 h 1204626"/>
                <a:gd name="GluePoint7X" fmla="*/ 372618 w 1195101"/>
                <a:gd name="GluePoint7Y" fmla="*/ 571786 h 1204626"/>
                <a:gd name="GluePoint8X" fmla="*/ 1186529 w 1195101"/>
                <a:gd name="GluePoint8Y" fmla="*/ 1129760 h 1204626"/>
                <a:gd name="GluePoint9X" fmla="*/ 1017461 w 1195101"/>
                <a:gd name="GluePoint9Y" fmla="*/ 1040702 h 1204626"/>
                <a:gd name="GluePoint10X" fmla="*/ 661797 w 1195101"/>
                <a:gd name="GluePoint10Y" fmla="*/ 632460 h 1204626"/>
                <a:gd name="GluePoint11X" fmla="*/ 964597 w 1195101"/>
                <a:gd name="GluePoint11Y" fmla="*/ 305371 h 1204626"/>
                <a:gd name="GluePoint12X" fmla="*/ 831056 w 1195101"/>
                <a:gd name="GluePoint12Y" fmla="*/ 55816 h 1204626"/>
                <a:gd name="GluePoint13X" fmla="*/ 544639 w 1195101"/>
                <a:gd name="GluePoint13Y" fmla="*/ 190 h 1204626"/>
                <a:gd name="GluePoint14X" fmla="*/ 317468 w 1195101"/>
                <a:gd name="GluePoint14Y" fmla="*/ 4191 h 1204626"/>
                <a:gd name="GluePoint15X" fmla="*/ 191 w 1195101"/>
                <a:gd name="GluePoint15Y" fmla="*/ 0 h 1204626"/>
                <a:gd name="GluePoint16X" fmla="*/ 191 w 1195101"/>
                <a:gd name="GluePoint16Y" fmla="*/ 74866 h 1204626"/>
                <a:gd name="GluePoint17X" fmla="*/ 15050 w 1195101"/>
                <a:gd name="GluePoint17Y" fmla="*/ 74866 h 1204626"/>
                <a:gd name="GluePoint18X" fmla="*/ 152781 w 1195101"/>
                <a:gd name="GluePoint18Y" fmla="*/ 128683 h 1204626"/>
                <a:gd name="GluePoint19X" fmla="*/ 168307 w 1195101"/>
                <a:gd name="GluePoint19Y" fmla="*/ 350139 h 1204626"/>
                <a:gd name="GluePoint20X" fmla="*/ 168307 w 1195101"/>
                <a:gd name="GluePoint20Y" fmla="*/ 841248 h 1204626"/>
                <a:gd name="GluePoint21X" fmla="*/ 161068 w 1195101"/>
                <a:gd name="GluePoint21Y" fmla="*/ 1034129 h 1204626"/>
                <a:gd name="GluePoint22X" fmla="*/ 152686 w 1195101"/>
                <a:gd name="GluePoint22Y" fmla="*/ 1075944 h 1204626"/>
                <a:gd name="GluePoint23X" fmla="*/ 10382 w 1195101"/>
                <a:gd name="GluePoint23Y" fmla="*/ 1129665 h 1204626"/>
                <a:gd name="GluePoint24X" fmla="*/ 0 w 1195101"/>
                <a:gd name="GluePoint24Y" fmla="*/ 1129665 h 1204626"/>
                <a:gd name="GluePoint25X" fmla="*/ 0 w 1195101"/>
                <a:gd name="GluePoint25Y" fmla="*/ 1204532 h 1204626"/>
                <a:gd name="GluePoint26X" fmla="*/ 278225 w 1195101"/>
                <a:gd name="GluePoint26Y" fmla="*/ 1197102 h 1204626"/>
                <a:gd name="GluePoint27X" fmla="*/ 540734 w 1195101"/>
                <a:gd name="GluePoint27Y" fmla="*/ 1204532 h 1204626"/>
                <a:gd name="GluePoint28X" fmla="*/ 540734 w 1195101"/>
                <a:gd name="GluePoint28Y" fmla="*/ 1129665 h 1204626"/>
                <a:gd name="GluePoint29X" fmla="*/ 525971 w 1195101"/>
                <a:gd name="GluePoint29Y" fmla="*/ 1129665 h 1204626"/>
                <a:gd name="GluePoint30X" fmla="*/ 388239 w 1195101"/>
                <a:gd name="GluePoint30Y" fmla="*/ 1075754 h 1204626"/>
                <a:gd name="GluePoint31X" fmla="*/ 379857 w 1195101"/>
                <a:gd name="GluePoint31Y" fmla="*/ 1034034 h 1204626"/>
                <a:gd name="GluePoint32X" fmla="*/ 372618 w 1195101"/>
                <a:gd name="GluePoint32Y" fmla="*/ 854297 h 1204626"/>
                <a:gd name="GluePoint33X" fmla="*/ 372618 w 1195101"/>
                <a:gd name="GluePoint33Y" fmla="*/ 653510 h 1204626"/>
                <a:gd name="GluePoint34X" fmla="*/ 479107 w 1195101"/>
                <a:gd name="GluePoint34Y" fmla="*/ 702469 h 1204626"/>
                <a:gd name="GluePoint35X" fmla="*/ 501110 w 1195101"/>
                <a:gd name="GluePoint35Y" fmla="*/ 728472 h 1204626"/>
                <a:gd name="GluePoint36X" fmla="*/ 797909 w 1195101"/>
                <a:gd name="GluePoint36Y" fmla="*/ 1096804 h 1204626"/>
                <a:gd name="GluePoint37X" fmla="*/ 885158 w 1195101"/>
                <a:gd name="GluePoint37Y" fmla="*/ 1204532 h 1204626"/>
                <a:gd name="GluePoint38X" fmla="*/ 1027366 w 1195101"/>
                <a:gd name="GluePoint38Y" fmla="*/ 1200436 h 1204626"/>
                <a:gd name="GluePoint39X" fmla="*/ 1195102 w 1195101"/>
                <a:gd name="GluePoint39Y" fmla="*/ 1204627 h 1204626"/>
                <a:gd name="GluePoint40X" fmla="*/ 1195102 w 1195101"/>
                <a:gd name="GluePoint40Y" fmla="*/ 1131094 h 1204626"/>
                <a:gd name="GluePoint41X" fmla="*/ 1186529 w 1195101"/>
                <a:gd name="GluePoint41Y" fmla="*/ 1129760 h 1204626"/>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 ang="0">
                  <a:pos x="GluePoint16X" y="GluePoint16Y"/>
                </a:cxn>
                <a:cxn ang="0">
                  <a:pos x="GluePoint17X" y="GluePoint17Y"/>
                </a:cxn>
                <a:cxn ang="0">
                  <a:pos x="GluePoint18X" y="GluePoint18Y"/>
                </a:cxn>
                <a:cxn ang="0">
                  <a:pos x="GluePoint19X" y="GluePoint19Y"/>
                </a:cxn>
                <a:cxn ang="0">
                  <a:pos x="GluePoint20X" y="GluePoint20Y"/>
                </a:cxn>
                <a:cxn ang="0">
                  <a:pos x="GluePoint21X" y="GluePoint21Y"/>
                </a:cxn>
                <a:cxn ang="0">
                  <a:pos x="GluePoint22X" y="GluePoint22Y"/>
                </a:cxn>
                <a:cxn ang="0">
                  <a:pos x="GluePoint23X" y="GluePoint23Y"/>
                </a:cxn>
                <a:cxn ang="0">
                  <a:pos x="GluePoint24X" y="GluePoint24Y"/>
                </a:cxn>
                <a:cxn ang="0">
                  <a:pos x="GluePoint25X" y="GluePoint25Y"/>
                </a:cxn>
                <a:cxn ang="0">
                  <a:pos x="GluePoint26X" y="GluePoint26Y"/>
                </a:cxn>
                <a:cxn ang="0">
                  <a:pos x="GluePoint27X" y="GluePoint27Y"/>
                </a:cxn>
                <a:cxn ang="0">
                  <a:pos x="GluePoint28X" y="GluePoint28Y"/>
                </a:cxn>
                <a:cxn ang="0">
                  <a:pos x="GluePoint29X" y="GluePoint29Y"/>
                </a:cxn>
                <a:cxn ang="0">
                  <a:pos x="GluePoint30X" y="GluePoint30Y"/>
                </a:cxn>
                <a:cxn ang="0">
                  <a:pos x="GluePoint31X" y="GluePoint31Y"/>
                </a:cxn>
                <a:cxn ang="0">
                  <a:pos x="GluePoint32X" y="GluePoint32Y"/>
                </a:cxn>
                <a:cxn ang="0">
                  <a:pos x="GluePoint33X" y="GluePoint33Y"/>
                </a:cxn>
                <a:cxn ang="0">
                  <a:pos x="GluePoint34X" y="GluePoint34Y"/>
                </a:cxn>
                <a:cxn ang="0">
                  <a:pos x="GluePoint35X" y="GluePoint35Y"/>
                </a:cxn>
                <a:cxn ang="0">
                  <a:pos x="GluePoint36X" y="GluePoint36Y"/>
                </a:cxn>
                <a:cxn ang="0">
                  <a:pos x="GluePoint37X" y="GluePoint37Y"/>
                </a:cxn>
                <a:cxn ang="0">
                  <a:pos x="GluePoint38X" y="GluePoint38Y"/>
                </a:cxn>
                <a:cxn ang="0">
                  <a:pos x="GluePoint39X" y="GluePoint39Y"/>
                </a:cxn>
                <a:cxn ang="0">
                  <a:pos x="GluePoint40X" y="GluePoint40Y"/>
                </a:cxn>
                <a:cxn ang="0">
                  <a:pos x="GluePoint41X" y="GluePoint41Y"/>
                </a:cxn>
              </a:cxnLst>
              <a:rect l="textAreaLeft" t="textAreaTop" r="textAreaRight" b="textAreaBottom"/>
              <a:pathLst>
                <a:path w="1195101" h="1204626">
                  <a:moveTo>
                    <a:pt x="372618" y="571786"/>
                  </a:moveTo>
                  <a:cubicBezTo>
                    <a:pt x="372618" y="571786"/>
                    <a:pt x="372618" y="136874"/>
                    <a:pt x="372523" y="134303"/>
                  </a:cubicBezTo>
                  <a:cubicBezTo>
                    <a:pt x="372237" y="116967"/>
                    <a:pt x="371761" y="93250"/>
                    <a:pt x="386239" y="86487"/>
                  </a:cubicBezTo>
                  <a:cubicBezTo>
                    <a:pt x="396240" y="82105"/>
                    <a:pt x="493014" y="85630"/>
                    <a:pt x="498348" y="85630"/>
                  </a:cubicBezTo>
                  <a:cubicBezTo>
                    <a:pt x="650938" y="85630"/>
                    <a:pt x="738473" y="174974"/>
                    <a:pt x="738473" y="330518"/>
                  </a:cubicBezTo>
                  <a:cubicBezTo>
                    <a:pt x="738473" y="443960"/>
                    <a:pt x="708374" y="509016"/>
                    <a:pt x="640747" y="541687"/>
                  </a:cubicBezTo>
                  <a:cubicBezTo>
                    <a:pt x="577691" y="571976"/>
                    <a:pt x="372618" y="571786"/>
                    <a:pt x="372618" y="571786"/>
                  </a:cubicBezTo>
                  <a:moveTo>
                    <a:pt x="1186529" y="1129760"/>
                  </a:moveTo>
                  <a:cubicBezTo>
                    <a:pt x="1100138" y="1116235"/>
                    <a:pt x="1074134" y="1106424"/>
                    <a:pt x="1017461" y="1040702"/>
                  </a:cubicBezTo>
                  <a:lnTo>
                    <a:pt x="661797" y="632460"/>
                  </a:lnTo>
                  <a:cubicBezTo>
                    <a:pt x="849059" y="608076"/>
                    <a:pt x="964597" y="484251"/>
                    <a:pt x="964597" y="305371"/>
                  </a:cubicBezTo>
                  <a:cubicBezTo>
                    <a:pt x="964597" y="188976"/>
                    <a:pt x="919544" y="105061"/>
                    <a:pt x="831056" y="55816"/>
                  </a:cubicBezTo>
                  <a:cubicBezTo>
                    <a:pt x="763619" y="18383"/>
                    <a:pt x="670084" y="190"/>
                    <a:pt x="544639" y="190"/>
                  </a:cubicBezTo>
                  <a:cubicBezTo>
                    <a:pt x="507206" y="1143"/>
                    <a:pt x="416909" y="4191"/>
                    <a:pt x="317468" y="4191"/>
                  </a:cubicBezTo>
                  <a:cubicBezTo>
                    <a:pt x="214313" y="4191"/>
                    <a:pt x="191" y="0"/>
                    <a:pt x="191" y="0"/>
                  </a:cubicBezTo>
                  <a:lnTo>
                    <a:pt x="191" y="74866"/>
                  </a:lnTo>
                  <a:lnTo>
                    <a:pt x="15050" y="74866"/>
                  </a:lnTo>
                  <a:cubicBezTo>
                    <a:pt x="71818" y="74486"/>
                    <a:pt x="135731" y="74771"/>
                    <a:pt x="152781" y="128683"/>
                  </a:cubicBezTo>
                  <a:cubicBezTo>
                    <a:pt x="168307" y="175355"/>
                    <a:pt x="168307" y="306896"/>
                    <a:pt x="168307" y="350139"/>
                  </a:cubicBezTo>
                  <a:lnTo>
                    <a:pt x="168307" y="841248"/>
                  </a:lnTo>
                  <a:cubicBezTo>
                    <a:pt x="168307" y="895445"/>
                    <a:pt x="168307" y="977837"/>
                    <a:pt x="161068" y="1034129"/>
                  </a:cubicBezTo>
                  <a:cubicBezTo>
                    <a:pt x="158972" y="1050798"/>
                    <a:pt x="156210" y="1065276"/>
                    <a:pt x="152686" y="1075944"/>
                  </a:cubicBezTo>
                  <a:cubicBezTo>
                    <a:pt x="135350" y="1129665"/>
                    <a:pt x="66104" y="1129665"/>
                    <a:pt x="10382" y="1129665"/>
                  </a:cubicBezTo>
                  <a:lnTo>
                    <a:pt x="0" y="1129665"/>
                  </a:lnTo>
                  <a:lnTo>
                    <a:pt x="0" y="1204532"/>
                  </a:lnTo>
                  <a:cubicBezTo>
                    <a:pt x="0" y="1204532"/>
                    <a:pt x="166783" y="1197102"/>
                    <a:pt x="278225" y="1197102"/>
                  </a:cubicBezTo>
                  <a:cubicBezTo>
                    <a:pt x="374047" y="1197102"/>
                    <a:pt x="540734" y="1204246"/>
                    <a:pt x="540734" y="1204532"/>
                  </a:cubicBezTo>
                  <a:lnTo>
                    <a:pt x="540734" y="1129665"/>
                  </a:lnTo>
                  <a:lnTo>
                    <a:pt x="525971" y="1129665"/>
                  </a:lnTo>
                  <a:cubicBezTo>
                    <a:pt x="470059" y="1129951"/>
                    <a:pt x="406813" y="1129760"/>
                    <a:pt x="388239" y="1075754"/>
                  </a:cubicBezTo>
                  <a:cubicBezTo>
                    <a:pt x="384620" y="1065086"/>
                    <a:pt x="381953" y="1050607"/>
                    <a:pt x="379857" y="1034034"/>
                  </a:cubicBezTo>
                  <a:cubicBezTo>
                    <a:pt x="372618" y="978122"/>
                    <a:pt x="372618" y="898017"/>
                    <a:pt x="372618" y="854297"/>
                  </a:cubicBezTo>
                  <a:lnTo>
                    <a:pt x="372618" y="653510"/>
                  </a:lnTo>
                  <a:cubicBezTo>
                    <a:pt x="439198" y="654082"/>
                    <a:pt x="444913" y="661035"/>
                    <a:pt x="479107" y="702469"/>
                  </a:cubicBezTo>
                  <a:cubicBezTo>
                    <a:pt x="485489" y="710089"/>
                    <a:pt x="492728" y="718756"/>
                    <a:pt x="501110" y="728472"/>
                  </a:cubicBezTo>
                  <a:lnTo>
                    <a:pt x="797909" y="1096804"/>
                  </a:lnTo>
                  <a:lnTo>
                    <a:pt x="885158" y="1204532"/>
                  </a:lnTo>
                  <a:cubicBezTo>
                    <a:pt x="885158" y="1204532"/>
                    <a:pt x="980885" y="1200436"/>
                    <a:pt x="1027366" y="1200436"/>
                  </a:cubicBezTo>
                  <a:cubicBezTo>
                    <a:pt x="1094994" y="1200436"/>
                    <a:pt x="1195102" y="1204627"/>
                    <a:pt x="1195102" y="1204627"/>
                  </a:cubicBezTo>
                  <a:lnTo>
                    <a:pt x="1195102" y="1131094"/>
                  </a:lnTo>
                  <a:lnTo>
                    <a:pt x="1186529" y="1129760"/>
                  </a:lnTo>
                  <a:close/>
                </a:path>
              </a:pathLst>
            </a:custGeom>
            <a:solidFill>
              <a:schemeClr val="bg1"/>
            </a:solidFill>
            <a:ln w="9525">
              <a:noFill/>
            </a:ln>
          </p:spPr>
          <p:style>
            <a:lnRef idx="0"/>
            <a:fillRef idx="0"/>
            <a:effectRef idx="0"/>
            <a:fontRef idx="minor"/>
          </p:style>
          <p:txBody>
            <a:bodyPr lIns="90000" tIns="45000" rIns="90000" bIns="45000" anchor="ctr">
              <a:noAutofit/>
            </a:bodyPr>
            <a:p>
              <a:endParaRPr lang="en-US" sz="1800" b="0" u="none" strike="noStrike">
                <a:solidFill>
                  <a:schemeClr val="dk1"/>
                </a:solidFill>
                <a:effectLst/>
                <a:uFillTx/>
                <a:latin typeface="Arial"/>
              </a:endParaRPr>
            </a:p>
          </p:txBody>
        </p:sp>
      </p:grpSp>
      <p:sp>
        <p:nvSpPr>
          <p:cNvPr id="357" name="Text Placeholder 14"/>
          <p:cNvSpPr/>
          <p:nvPr/>
        </p:nvSpPr>
        <p:spPr>
          <a:xfrm>
            <a:off x="386640" y="3434040"/>
            <a:ext cx="2464560" cy="953280"/>
          </a:xfrm>
          <a:prstGeom prst="rect">
            <a:avLst/>
          </a:prstGeom>
          <a:noFill/>
          <a:ln w="0">
            <a:noFill/>
          </a:ln>
        </p:spPr>
        <p:style>
          <a:lnRef idx="0"/>
          <a:fillRef idx="0"/>
          <a:effectRef idx="0"/>
          <a:fontRef idx="minor"/>
        </p:style>
        <p:txBody>
          <a:bodyPr lIns="90000" tIns="45000" rIns="90000" bIns="45000" anchor="t">
            <a:noAutofit/>
          </a:bodyPr>
          <a:p>
            <a:endParaRPr lang="en-US" sz="2000" b="1" u="none" strike="noStrike">
              <a:solidFill>
                <a:srgbClr val="E56B2A"/>
              </a:solidFill>
              <a:effectLst/>
              <a:uFillTx/>
              <a:latin typeface="Arial"/>
            </a:endParaRPr>
          </a:p>
        </p:txBody>
      </p:sp>
      <p:sp>
        <p:nvSpPr>
          <p:cNvPr id="358" name="Rectangle 5"/>
          <p:cNvSpPr/>
          <p:nvPr/>
        </p:nvSpPr>
        <p:spPr>
          <a:xfrm>
            <a:off x="0" y="0"/>
            <a:ext cx="12190680" cy="685656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p>
            <a:endParaRPr lang="en-US" sz="1800" b="0" u="none" strike="noStrike">
              <a:solidFill>
                <a:schemeClr val="lt1"/>
              </a:solidFill>
              <a:effectLst/>
              <a:uFillTx/>
              <a:latin typeface="Arial"/>
            </a:endParaRPr>
          </a:p>
        </p:txBody>
      </p:sp>
      <p:sp>
        <p:nvSpPr>
          <p:cNvPr id="359" name="Rectangle 10"/>
          <p:cNvSpPr/>
          <p:nvPr/>
        </p:nvSpPr>
        <p:spPr>
          <a:xfrm>
            <a:off x="0" y="6218280"/>
            <a:ext cx="12190680" cy="638280"/>
          </a:xfrm>
          <a:prstGeom prst="rect">
            <a:avLst/>
          </a:prstGeom>
          <a:solidFill>
            <a:srgbClr val="F86901"/>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p>
            <a:endParaRPr lang="en-US" sz="1800" b="0" u="none" strike="noStrike">
              <a:solidFill>
                <a:schemeClr val="lt1"/>
              </a:solidFill>
              <a:effectLst/>
              <a:uFillTx/>
              <a:latin typeface="Arial"/>
            </a:endParaRPr>
          </a:p>
        </p:txBody>
      </p:sp>
      <p:sp>
        <p:nvSpPr>
          <p:cNvPr id="360" name="TextBox 11"/>
          <p:cNvSpPr/>
          <p:nvPr/>
        </p:nvSpPr>
        <p:spPr>
          <a:xfrm>
            <a:off x="11689200" y="6487920"/>
            <a:ext cx="476280" cy="238680"/>
          </a:xfrm>
          <a:prstGeom prst="rect">
            <a:avLst/>
          </a:prstGeom>
          <a:noFill/>
          <a:ln w="0">
            <a:noFill/>
          </a:ln>
        </p:spPr>
        <p:style>
          <a:lnRef idx="0"/>
          <a:fillRef idx="0"/>
          <a:effectRef idx="0"/>
          <a:fontRef idx="minor"/>
        </p:style>
        <p:txBody>
          <a:bodyPr lIns="90000" tIns="45000" rIns="90000" bIns="45000" anchor="t">
            <a:spAutoFit/>
          </a:bodyPr>
          <a:p>
            <a:pPr defTabSz="914400">
              <a:lnSpc>
                <a:spcPct val="80000"/>
              </a:lnSpc>
            </a:pPr>
            <a:r>
              <a:rPr lang="en-US" sz="1200" b="0" u="none" strike="noStrike">
                <a:solidFill>
                  <a:schemeClr val="lt1"/>
                </a:solidFill>
                <a:effectLst/>
                <a:uFillTx/>
                <a:latin typeface="Georgia"/>
              </a:rPr>
              <a:t> </a:t>
            </a:r>
            <a:fld id="{46AD0D27-A811-45C5-BA09-839D948CCF06}" type="slidenum">
              <a:rPr lang="en-US" sz="1130" b="0" u="none" strike="noStrike">
                <a:solidFill>
                  <a:schemeClr val="lt1"/>
                </a:solidFill>
                <a:effectLst/>
                <a:uFillTx/>
                <a:latin typeface="Arial"/>
              </a:rPr>
              <a:t>&lt;number&gt;</a:t>
            </a:fld>
            <a:endParaRPr lang="en-US" sz="1130" b="0" u="none" strike="noStrike">
              <a:solidFill>
                <a:srgbClr val="000000"/>
              </a:solidFill>
              <a:effectLst/>
              <a:uFillTx/>
              <a:latin typeface="Arial"/>
            </a:endParaRPr>
          </a:p>
        </p:txBody>
      </p:sp>
      <p:pic>
        <p:nvPicPr>
          <p:cNvPr id="361" name="Graphic 12"/>
          <p:cNvPicPr/>
          <p:nvPr/>
        </p:nvPicPr>
        <p:blipFill>
          <a:blip r:embed="rId4">
            <a:extLst>
              <a:ext uri="{96DAC541-7B7A-43D3-8B79-37D633B846F1}">
                <asvg:svgBlip xmlns:asvg="http://schemas.microsoft.com/office/drawing/2016/SVG/main" r:embed="rId5"/>
              </a:ext>
            </a:extLst>
          </a:blip>
          <a:stretch/>
        </p:blipFill>
        <p:spPr>
          <a:xfrm>
            <a:off x="9069840" y="6459120"/>
            <a:ext cx="2699280" cy="238680"/>
          </a:xfrm>
          <a:prstGeom prst="rect">
            <a:avLst/>
          </a:prstGeom>
          <a:noFill/>
          <a:ln w="0">
            <a:noFill/>
          </a:ln>
        </p:spPr>
      </p:pic>
      <p:grpSp>
        <p:nvGrpSpPr>
          <p:cNvPr id="362" name="Graphic 22"/>
          <p:cNvGrpSpPr/>
          <p:nvPr/>
        </p:nvGrpSpPr>
        <p:grpSpPr>
          <a:xfrm>
            <a:off x="201960" y="6414120"/>
            <a:ext cx="797760" cy="300600"/>
            <a:chOff x="201960" y="6414120"/>
            <a:chExt cx="797760" cy="300600"/>
          </a:xfrm>
        </p:grpSpPr>
        <p:sp>
          <p:nvSpPr>
            <p:cNvPr id="363" name="Freeform 14"/>
            <p:cNvSpPr/>
            <p:nvPr/>
          </p:nvSpPr>
          <p:spPr>
            <a:xfrm>
              <a:off x="540720" y="6414120"/>
              <a:ext cx="135720" cy="300240"/>
            </a:xfrm>
            <a:custGeom>
              <a:avLst/>
              <a:gdLst>
                <a:gd name="textAreaLeft" fmla="*/ 0 w 135720"/>
                <a:gd name="textAreaRight" fmla="*/ 137160 w 135720"/>
                <a:gd name="textAreaTop" fmla="*/ 0 h 300240"/>
                <a:gd name="textAreaBottom" fmla="*/ 301680 h 300240"/>
                <a:gd name="GluePoint1X" fmla="*/ 393478 w 547877"/>
                <a:gd name="GluePoint1Y" fmla="*/ 129064 h 1204531"/>
                <a:gd name="GluePoint2X" fmla="*/ 537686 w 547877"/>
                <a:gd name="GluePoint2Y" fmla="*/ 74771 h 1204531"/>
                <a:gd name="GluePoint3X" fmla="*/ 547878 w 547877"/>
                <a:gd name="GluePoint3Y" fmla="*/ 74771 h 1204531"/>
                <a:gd name="GluePoint4X" fmla="*/ 547878 w 547877"/>
                <a:gd name="GluePoint4Y" fmla="*/ 0 h 1204531"/>
                <a:gd name="GluePoint5X" fmla="*/ 267938 w 547877"/>
                <a:gd name="GluePoint5Y" fmla="*/ 4667 h 1204531"/>
                <a:gd name="GluePoint6X" fmla="*/ 0 w 547877"/>
                <a:gd name="GluePoint6Y" fmla="*/ 0 h 1204531"/>
                <a:gd name="GluePoint7X" fmla="*/ 0 w 547877"/>
                <a:gd name="GluePoint7Y" fmla="*/ 74771 h 1204531"/>
                <a:gd name="GluePoint8X" fmla="*/ 10192 w 547877"/>
                <a:gd name="GluePoint8Y" fmla="*/ 74771 h 1204531"/>
                <a:gd name="GluePoint9X" fmla="*/ 154400 w 547877"/>
                <a:gd name="GluePoint9Y" fmla="*/ 128968 h 1204531"/>
                <a:gd name="GluePoint10X" fmla="*/ 171640 w 547877"/>
                <a:gd name="GluePoint10Y" fmla="*/ 363188 h 1204531"/>
                <a:gd name="GluePoint11X" fmla="*/ 171640 w 547877"/>
                <a:gd name="GluePoint11Y" fmla="*/ 841153 h 1204531"/>
                <a:gd name="GluePoint12X" fmla="*/ 154496 w 547877"/>
                <a:gd name="GluePoint12Y" fmla="*/ 1075373 h 1204531"/>
                <a:gd name="GluePoint13X" fmla="*/ 10192 w 547877"/>
                <a:gd name="GluePoint13Y" fmla="*/ 1129569 h 1204531"/>
                <a:gd name="GluePoint14X" fmla="*/ 0 w 547877"/>
                <a:gd name="GluePoint14Y" fmla="*/ 1129569 h 1204531"/>
                <a:gd name="GluePoint15X" fmla="*/ 0 w 547877"/>
                <a:gd name="GluePoint15Y" fmla="*/ 1204531 h 1204531"/>
                <a:gd name="GluePoint16X" fmla="*/ 268224 w 547877"/>
                <a:gd name="GluePoint16Y" fmla="*/ 1197102 h 1204531"/>
                <a:gd name="GluePoint17X" fmla="*/ 547878 w 547877"/>
                <a:gd name="GluePoint17Y" fmla="*/ 1204531 h 1204531"/>
                <a:gd name="GluePoint18X" fmla="*/ 547878 w 547877"/>
                <a:gd name="GluePoint18Y" fmla="*/ 1129569 h 1204531"/>
                <a:gd name="GluePoint19X" fmla="*/ 537686 w 547877"/>
                <a:gd name="GluePoint19Y" fmla="*/ 1129569 h 1204531"/>
                <a:gd name="GluePoint20X" fmla="*/ 393478 w 547877"/>
                <a:gd name="GluePoint20Y" fmla="*/ 1075468 h 1204531"/>
                <a:gd name="GluePoint21X" fmla="*/ 376333 w 547877"/>
                <a:gd name="GluePoint21Y" fmla="*/ 841153 h 1204531"/>
                <a:gd name="GluePoint22X" fmla="*/ 376333 w 547877"/>
                <a:gd name="GluePoint22Y" fmla="*/ 363188 h 1204531"/>
                <a:gd name="GluePoint23X" fmla="*/ 393478 w 547877"/>
                <a:gd name="GluePoint23Y" fmla="*/ 129064 h 1204531"/>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 ang="0">
                  <a:pos x="GluePoint16X" y="GluePoint16Y"/>
                </a:cxn>
                <a:cxn ang="0">
                  <a:pos x="GluePoint17X" y="GluePoint17Y"/>
                </a:cxn>
                <a:cxn ang="0">
                  <a:pos x="GluePoint18X" y="GluePoint18Y"/>
                </a:cxn>
                <a:cxn ang="0">
                  <a:pos x="GluePoint19X" y="GluePoint19Y"/>
                </a:cxn>
                <a:cxn ang="0">
                  <a:pos x="GluePoint20X" y="GluePoint20Y"/>
                </a:cxn>
                <a:cxn ang="0">
                  <a:pos x="GluePoint21X" y="GluePoint21Y"/>
                </a:cxn>
                <a:cxn ang="0">
                  <a:pos x="GluePoint22X" y="GluePoint22Y"/>
                </a:cxn>
                <a:cxn ang="0">
                  <a:pos x="GluePoint23X" y="GluePoint23Y"/>
                </a:cxn>
              </a:cxnLst>
              <a:rect l="textAreaLeft" t="textAreaTop" r="textAreaRight" b="textAreaBottom"/>
              <a:pathLst>
                <a:path w="547877" h="1204531">
                  <a:moveTo>
                    <a:pt x="393478" y="129064"/>
                  </a:moveTo>
                  <a:cubicBezTo>
                    <a:pt x="414242" y="74771"/>
                    <a:pt x="482727" y="74771"/>
                    <a:pt x="537686" y="74771"/>
                  </a:cubicBezTo>
                  <a:lnTo>
                    <a:pt x="547878" y="74771"/>
                  </a:lnTo>
                  <a:lnTo>
                    <a:pt x="547878" y="0"/>
                  </a:lnTo>
                  <a:cubicBezTo>
                    <a:pt x="547878" y="0"/>
                    <a:pt x="333565" y="4667"/>
                    <a:pt x="267938" y="4667"/>
                  </a:cubicBezTo>
                  <a:cubicBezTo>
                    <a:pt x="200406" y="4667"/>
                    <a:pt x="0" y="0"/>
                    <a:pt x="0" y="0"/>
                  </a:cubicBezTo>
                  <a:lnTo>
                    <a:pt x="0" y="74771"/>
                  </a:lnTo>
                  <a:lnTo>
                    <a:pt x="10192" y="74771"/>
                  </a:lnTo>
                  <a:cubicBezTo>
                    <a:pt x="65246" y="74771"/>
                    <a:pt x="133731" y="74771"/>
                    <a:pt x="154400" y="128968"/>
                  </a:cubicBezTo>
                  <a:cubicBezTo>
                    <a:pt x="171640" y="175450"/>
                    <a:pt x="171640" y="307086"/>
                    <a:pt x="171640" y="363188"/>
                  </a:cubicBezTo>
                  <a:lnTo>
                    <a:pt x="171640" y="841153"/>
                  </a:lnTo>
                  <a:cubicBezTo>
                    <a:pt x="171640" y="897350"/>
                    <a:pt x="171640" y="1028890"/>
                    <a:pt x="154496" y="1075373"/>
                  </a:cubicBezTo>
                  <a:cubicBezTo>
                    <a:pt x="133731" y="1129569"/>
                    <a:pt x="65246" y="1129569"/>
                    <a:pt x="10192" y="1129569"/>
                  </a:cubicBezTo>
                  <a:lnTo>
                    <a:pt x="0" y="1129569"/>
                  </a:lnTo>
                  <a:lnTo>
                    <a:pt x="0" y="1204531"/>
                  </a:lnTo>
                  <a:cubicBezTo>
                    <a:pt x="0" y="1204341"/>
                    <a:pt x="173260" y="1197102"/>
                    <a:pt x="268224" y="1197102"/>
                  </a:cubicBezTo>
                  <a:cubicBezTo>
                    <a:pt x="377476" y="1197102"/>
                    <a:pt x="547878" y="1204531"/>
                    <a:pt x="547878" y="1204531"/>
                  </a:cubicBezTo>
                  <a:lnTo>
                    <a:pt x="547878" y="1129569"/>
                  </a:lnTo>
                  <a:lnTo>
                    <a:pt x="537686" y="1129569"/>
                  </a:lnTo>
                  <a:cubicBezTo>
                    <a:pt x="482727" y="1129569"/>
                    <a:pt x="414242" y="1129569"/>
                    <a:pt x="393478" y="1075468"/>
                  </a:cubicBezTo>
                  <a:cubicBezTo>
                    <a:pt x="376333" y="1028890"/>
                    <a:pt x="376333" y="897350"/>
                    <a:pt x="376333" y="841153"/>
                  </a:cubicBezTo>
                  <a:lnTo>
                    <a:pt x="376333" y="363188"/>
                  </a:lnTo>
                  <a:cubicBezTo>
                    <a:pt x="376333" y="307086"/>
                    <a:pt x="376333" y="175450"/>
                    <a:pt x="393478" y="129064"/>
                  </a:cubicBezTo>
                </a:path>
              </a:pathLst>
            </a:custGeom>
            <a:solidFill>
              <a:schemeClr val="bg1"/>
            </a:solidFill>
            <a:ln w="9525">
              <a:noFill/>
            </a:ln>
          </p:spPr>
          <p:style>
            <a:lnRef idx="0"/>
            <a:fillRef idx="0"/>
            <a:effectRef idx="0"/>
            <a:fontRef idx="minor"/>
          </p:style>
          <p:txBody>
            <a:bodyPr lIns="68040" tIns="45000" rIns="68040" bIns="45000" anchor="ctr">
              <a:noAutofit/>
            </a:bodyPr>
            <a:p>
              <a:endParaRPr lang="en-US" sz="1800" b="0" u="none" strike="noStrike">
                <a:solidFill>
                  <a:schemeClr val="dk1"/>
                </a:solidFill>
                <a:effectLst/>
                <a:uFillTx/>
                <a:latin typeface="Arial"/>
              </a:endParaRPr>
            </a:p>
          </p:txBody>
        </p:sp>
        <p:sp>
          <p:nvSpPr>
            <p:cNvPr id="364" name="Freeform 15"/>
            <p:cNvSpPr/>
            <p:nvPr/>
          </p:nvSpPr>
          <p:spPr>
            <a:xfrm>
              <a:off x="718920" y="6414480"/>
              <a:ext cx="280800" cy="300240"/>
            </a:xfrm>
            <a:custGeom>
              <a:avLst/>
              <a:gdLst>
                <a:gd name="textAreaLeft" fmla="*/ 0 w 280800"/>
                <a:gd name="textAreaRight" fmla="*/ 282240 w 280800"/>
                <a:gd name="textAreaTop" fmla="*/ 0 h 300240"/>
                <a:gd name="textAreaBottom" fmla="*/ 301680 h 300240"/>
                <a:gd name="GluePoint1X" fmla="*/ 0 w 1126902"/>
                <a:gd name="GluePoint1Y" fmla="*/ 0 h 1204245"/>
                <a:gd name="GluePoint2X" fmla="*/ 0 w 1126902"/>
                <a:gd name="GluePoint2Y" fmla="*/ 312420 h 1204245"/>
                <a:gd name="GluePoint3X" fmla="*/ 74295 w 1126902"/>
                <a:gd name="GluePoint3Y" fmla="*/ 312420 h 1204245"/>
                <a:gd name="GluePoint4X" fmla="*/ 74581 w 1126902"/>
                <a:gd name="GluePoint4Y" fmla="*/ 302609 h 1204245"/>
                <a:gd name="GluePoint5X" fmla="*/ 334328 w 1126902"/>
                <a:gd name="GluePoint5Y" fmla="*/ 90773 h 1204245"/>
                <a:gd name="GluePoint6X" fmla="*/ 352330 w 1126902"/>
                <a:gd name="GluePoint6Y" fmla="*/ 90678 h 1204245"/>
                <a:gd name="GluePoint7X" fmla="*/ 453200 w 1126902"/>
                <a:gd name="GluePoint7Y" fmla="*/ 106204 h 1204245"/>
                <a:gd name="GluePoint8X" fmla="*/ 461201 w 1126902"/>
                <a:gd name="GluePoint8Y" fmla="*/ 128873 h 1204245"/>
                <a:gd name="GluePoint9X" fmla="*/ 461201 w 1126902"/>
                <a:gd name="GluePoint9Y" fmla="*/ 950119 h 1204245"/>
                <a:gd name="GluePoint10X" fmla="*/ 272510 w 1126902"/>
                <a:gd name="GluePoint10Y" fmla="*/ 1129475 h 1204245"/>
                <a:gd name="GluePoint11X" fmla="*/ 262700 w 1126902"/>
                <a:gd name="GluePoint11Y" fmla="*/ 1129856 h 1204245"/>
                <a:gd name="GluePoint12X" fmla="*/ 262700 w 1126902"/>
                <a:gd name="GluePoint12Y" fmla="*/ 1204246 h 1204245"/>
                <a:gd name="GluePoint13X" fmla="*/ 578548 w 1126902"/>
                <a:gd name="GluePoint13Y" fmla="*/ 1196911 h 1204245"/>
                <a:gd name="GluePoint14X" fmla="*/ 864203 w 1126902"/>
                <a:gd name="GluePoint14Y" fmla="*/ 1204246 h 1204245"/>
                <a:gd name="GluePoint15X" fmla="*/ 864203 w 1126902"/>
                <a:gd name="GluePoint15Y" fmla="*/ 1129856 h 1204245"/>
                <a:gd name="GluePoint16X" fmla="*/ 854393 w 1126902"/>
                <a:gd name="GluePoint16Y" fmla="*/ 1129475 h 1204245"/>
                <a:gd name="GluePoint17X" fmla="*/ 665702 w 1126902"/>
                <a:gd name="GluePoint17Y" fmla="*/ 950119 h 1204245"/>
                <a:gd name="GluePoint18X" fmla="*/ 665702 w 1126902"/>
                <a:gd name="GluePoint18Y" fmla="*/ 128873 h 1204245"/>
                <a:gd name="GluePoint19X" fmla="*/ 673608 w 1126902"/>
                <a:gd name="GluePoint19Y" fmla="*/ 108490 h 1204245"/>
                <a:gd name="GluePoint20X" fmla="*/ 791718 w 1126902"/>
                <a:gd name="GluePoint20Y" fmla="*/ 90488 h 1204245"/>
                <a:gd name="GluePoint21X" fmla="*/ 815912 w 1126902"/>
                <a:gd name="GluePoint21Y" fmla="*/ 90773 h 1204245"/>
                <a:gd name="GluePoint22X" fmla="*/ 1052513 w 1126902"/>
                <a:gd name="GluePoint22Y" fmla="*/ 302895 h 1204245"/>
                <a:gd name="GluePoint23X" fmla="*/ 1053084 w 1126902"/>
                <a:gd name="GluePoint23Y" fmla="*/ 312420 h 1204245"/>
                <a:gd name="GluePoint24X" fmla="*/ 1126903 w 1126902"/>
                <a:gd name="GluePoint24Y" fmla="*/ 312420 h 1204245"/>
                <a:gd name="GluePoint25X" fmla="*/ 1126903 w 1126902"/>
                <a:gd name="GluePoint25Y" fmla="*/ 0 h 1204245"/>
                <a:gd name="GluePoint26X" fmla="*/ 563404 w 1126902"/>
                <a:gd name="GluePoint26Y" fmla="*/ 2857 h 1204245"/>
                <a:gd name="GluePoint27X" fmla="*/ 0 w 1126902"/>
                <a:gd name="GluePoint27Y" fmla="*/ 0 h 1204245"/>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 ang="0">
                  <a:pos x="GluePoint16X" y="GluePoint16Y"/>
                </a:cxn>
                <a:cxn ang="0">
                  <a:pos x="GluePoint17X" y="GluePoint17Y"/>
                </a:cxn>
                <a:cxn ang="0">
                  <a:pos x="GluePoint18X" y="GluePoint18Y"/>
                </a:cxn>
                <a:cxn ang="0">
                  <a:pos x="GluePoint19X" y="GluePoint19Y"/>
                </a:cxn>
                <a:cxn ang="0">
                  <a:pos x="GluePoint20X" y="GluePoint20Y"/>
                </a:cxn>
                <a:cxn ang="0">
                  <a:pos x="GluePoint21X" y="GluePoint21Y"/>
                </a:cxn>
                <a:cxn ang="0">
                  <a:pos x="GluePoint22X" y="GluePoint22Y"/>
                </a:cxn>
                <a:cxn ang="0">
                  <a:pos x="GluePoint23X" y="GluePoint23Y"/>
                </a:cxn>
                <a:cxn ang="0">
                  <a:pos x="GluePoint24X" y="GluePoint24Y"/>
                </a:cxn>
                <a:cxn ang="0">
                  <a:pos x="GluePoint25X" y="GluePoint25Y"/>
                </a:cxn>
                <a:cxn ang="0">
                  <a:pos x="GluePoint26X" y="GluePoint26Y"/>
                </a:cxn>
                <a:cxn ang="0">
                  <a:pos x="GluePoint27X" y="GluePoint27Y"/>
                </a:cxn>
              </a:cxnLst>
              <a:rect l="textAreaLeft" t="textAreaTop" r="textAreaRight" b="textAreaBottom"/>
              <a:pathLst>
                <a:path w="1126902" h="1204245">
                  <a:moveTo>
                    <a:pt x="0" y="0"/>
                  </a:moveTo>
                  <a:lnTo>
                    <a:pt x="0" y="312420"/>
                  </a:lnTo>
                  <a:lnTo>
                    <a:pt x="74295" y="312420"/>
                  </a:lnTo>
                  <a:lnTo>
                    <a:pt x="74581" y="302609"/>
                  </a:lnTo>
                  <a:cubicBezTo>
                    <a:pt x="81344" y="99346"/>
                    <a:pt x="159163" y="90773"/>
                    <a:pt x="334328" y="90773"/>
                  </a:cubicBezTo>
                  <a:cubicBezTo>
                    <a:pt x="340328" y="90773"/>
                    <a:pt x="346424" y="90773"/>
                    <a:pt x="352330" y="90678"/>
                  </a:cubicBezTo>
                  <a:cubicBezTo>
                    <a:pt x="395859" y="90392"/>
                    <a:pt x="437007" y="90106"/>
                    <a:pt x="453200" y="106204"/>
                  </a:cubicBezTo>
                  <a:cubicBezTo>
                    <a:pt x="458629" y="111538"/>
                    <a:pt x="461201" y="118967"/>
                    <a:pt x="461201" y="128873"/>
                  </a:cubicBezTo>
                  <a:lnTo>
                    <a:pt x="461201" y="950119"/>
                  </a:lnTo>
                  <a:cubicBezTo>
                    <a:pt x="461201" y="1072039"/>
                    <a:pt x="444151" y="1122426"/>
                    <a:pt x="272510" y="1129475"/>
                  </a:cubicBezTo>
                  <a:lnTo>
                    <a:pt x="262700" y="1129856"/>
                  </a:lnTo>
                  <a:lnTo>
                    <a:pt x="262700" y="1204246"/>
                  </a:lnTo>
                  <a:cubicBezTo>
                    <a:pt x="262700" y="1204246"/>
                    <a:pt x="462725" y="1196911"/>
                    <a:pt x="578548" y="1196911"/>
                  </a:cubicBezTo>
                  <a:cubicBezTo>
                    <a:pt x="666941" y="1196911"/>
                    <a:pt x="864203" y="1204246"/>
                    <a:pt x="864203" y="1204246"/>
                  </a:cubicBezTo>
                  <a:lnTo>
                    <a:pt x="864203" y="1129856"/>
                  </a:lnTo>
                  <a:lnTo>
                    <a:pt x="854393" y="1129475"/>
                  </a:lnTo>
                  <a:cubicBezTo>
                    <a:pt x="682752" y="1122426"/>
                    <a:pt x="665702" y="1072039"/>
                    <a:pt x="665702" y="950119"/>
                  </a:cubicBezTo>
                  <a:lnTo>
                    <a:pt x="665702" y="128873"/>
                  </a:lnTo>
                  <a:cubicBezTo>
                    <a:pt x="665702" y="120396"/>
                    <a:pt x="668369" y="113729"/>
                    <a:pt x="673608" y="108490"/>
                  </a:cubicBezTo>
                  <a:cubicBezTo>
                    <a:pt x="693420" y="89059"/>
                    <a:pt x="747903" y="89821"/>
                    <a:pt x="791718" y="90488"/>
                  </a:cubicBezTo>
                  <a:cubicBezTo>
                    <a:pt x="800005" y="90583"/>
                    <a:pt x="808196" y="90773"/>
                    <a:pt x="815912" y="90773"/>
                  </a:cubicBezTo>
                  <a:cubicBezTo>
                    <a:pt x="987267" y="90773"/>
                    <a:pt x="1042511" y="140303"/>
                    <a:pt x="1052513" y="302895"/>
                  </a:cubicBezTo>
                  <a:lnTo>
                    <a:pt x="1053084" y="312420"/>
                  </a:lnTo>
                  <a:lnTo>
                    <a:pt x="1126903" y="312420"/>
                  </a:lnTo>
                  <a:lnTo>
                    <a:pt x="1126903" y="0"/>
                  </a:lnTo>
                  <a:cubicBezTo>
                    <a:pt x="1126903" y="0"/>
                    <a:pt x="694468" y="2857"/>
                    <a:pt x="563404" y="2857"/>
                  </a:cubicBezTo>
                  <a:cubicBezTo>
                    <a:pt x="432340" y="2857"/>
                    <a:pt x="0" y="0"/>
                    <a:pt x="0" y="0"/>
                  </a:cubicBezTo>
                </a:path>
              </a:pathLst>
            </a:custGeom>
            <a:solidFill>
              <a:schemeClr val="bg1"/>
            </a:solidFill>
            <a:ln w="9525">
              <a:noFill/>
            </a:ln>
          </p:spPr>
          <p:style>
            <a:lnRef idx="0"/>
            <a:fillRef idx="0"/>
            <a:effectRef idx="0"/>
            <a:fontRef idx="minor"/>
          </p:style>
          <p:txBody>
            <a:bodyPr lIns="90000" tIns="45000" rIns="90000" bIns="45000" anchor="ctr">
              <a:noAutofit/>
            </a:bodyPr>
            <a:p>
              <a:endParaRPr lang="en-US" sz="1800" b="0" u="none" strike="noStrike">
                <a:solidFill>
                  <a:schemeClr val="dk1"/>
                </a:solidFill>
                <a:effectLst/>
                <a:uFillTx/>
                <a:latin typeface="Arial"/>
              </a:endParaRPr>
            </a:p>
          </p:txBody>
        </p:sp>
        <p:sp>
          <p:nvSpPr>
            <p:cNvPr id="365" name="Freeform 17"/>
            <p:cNvSpPr/>
            <p:nvPr/>
          </p:nvSpPr>
          <p:spPr>
            <a:xfrm>
              <a:off x="201960" y="6414120"/>
              <a:ext cx="297720" cy="300240"/>
            </a:xfrm>
            <a:custGeom>
              <a:avLst/>
              <a:gdLst>
                <a:gd name="textAreaLeft" fmla="*/ 0 w 297720"/>
                <a:gd name="textAreaRight" fmla="*/ 299160 w 297720"/>
                <a:gd name="textAreaTop" fmla="*/ 0 h 300240"/>
                <a:gd name="textAreaBottom" fmla="*/ 301680 h 300240"/>
                <a:gd name="GluePoint1X" fmla="*/ 372618 w 1195101"/>
                <a:gd name="GluePoint1Y" fmla="*/ 571786 h 1204626"/>
                <a:gd name="GluePoint2X" fmla="*/ 372523 w 1195101"/>
                <a:gd name="GluePoint2Y" fmla="*/ 134303 h 1204626"/>
                <a:gd name="GluePoint3X" fmla="*/ 386239 w 1195101"/>
                <a:gd name="GluePoint3Y" fmla="*/ 86487 h 1204626"/>
                <a:gd name="GluePoint4X" fmla="*/ 498348 w 1195101"/>
                <a:gd name="GluePoint4Y" fmla="*/ 85630 h 1204626"/>
                <a:gd name="GluePoint5X" fmla="*/ 738473 w 1195101"/>
                <a:gd name="GluePoint5Y" fmla="*/ 330518 h 1204626"/>
                <a:gd name="GluePoint6X" fmla="*/ 640747 w 1195101"/>
                <a:gd name="GluePoint6Y" fmla="*/ 541687 h 1204626"/>
                <a:gd name="GluePoint7X" fmla="*/ 372618 w 1195101"/>
                <a:gd name="GluePoint7Y" fmla="*/ 571786 h 1204626"/>
                <a:gd name="GluePoint8X" fmla="*/ 1186529 w 1195101"/>
                <a:gd name="GluePoint8Y" fmla="*/ 1129760 h 1204626"/>
                <a:gd name="GluePoint9X" fmla="*/ 1017461 w 1195101"/>
                <a:gd name="GluePoint9Y" fmla="*/ 1040702 h 1204626"/>
                <a:gd name="GluePoint10X" fmla="*/ 661797 w 1195101"/>
                <a:gd name="GluePoint10Y" fmla="*/ 632460 h 1204626"/>
                <a:gd name="GluePoint11X" fmla="*/ 964597 w 1195101"/>
                <a:gd name="GluePoint11Y" fmla="*/ 305371 h 1204626"/>
                <a:gd name="GluePoint12X" fmla="*/ 831056 w 1195101"/>
                <a:gd name="GluePoint12Y" fmla="*/ 55816 h 1204626"/>
                <a:gd name="GluePoint13X" fmla="*/ 544639 w 1195101"/>
                <a:gd name="GluePoint13Y" fmla="*/ 190 h 1204626"/>
                <a:gd name="GluePoint14X" fmla="*/ 317468 w 1195101"/>
                <a:gd name="GluePoint14Y" fmla="*/ 4191 h 1204626"/>
                <a:gd name="GluePoint15X" fmla="*/ 191 w 1195101"/>
                <a:gd name="GluePoint15Y" fmla="*/ 0 h 1204626"/>
                <a:gd name="GluePoint16X" fmla="*/ 191 w 1195101"/>
                <a:gd name="GluePoint16Y" fmla="*/ 74866 h 1204626"/>
                <a:gd name="GluePoint17X" fmla="*/ 15050 w 1195101"/>
                <a:gd name="GluePoint17Y" fmla="*/ 74866 h 1204626"/>
                <a:gd name="GluePoint18X" fmla="*/ 152781 w 1195101"/>
                <a:gd name="GluePoint18Y" fmla="*/ 128683 h 1204626"/>
                <a:gd name="GluePoint19X" fmla="*/ 168307 w 1195101"/>
                <a:gd name="GluePoint19Y" fmla="*/ 350139 h 1204626"/>
                <a:gd name="GluePoint20X" fmla="*/ 168307 w 1195101"/>
                <a:gd name="GluePoint20Y" fmla="*/ 841248 h 1204626"/>
                <a:gd name="GluePoint21X" fmla="*/ 161068 w 1195101"/>
                <a:gd name="GluePoint21Y" fmla="*/ 1034129 h 1204626"/>
                <a:gd name="GluePoint22X" fmla="*/ 152686 w 1195101"/>
                <a:gd name="GluePoint22Y" fmla="*/ 1075944 h 1204626"/>
                <a:gd name="GluePoint23X" fmla="*/ 10382 w 1195101"/>
                <a:gd name="GluePoint23Y" fmla="*/ 1129665 h 1204626"/>
                <a:gd name="GluePoint24X" fmla="*/ 0 w 1195101"/>
                <a:gd name="GluePoint24Y" fmla="*/ 1129665 h 1204626"/>
                <a:gd name="GluePoint25X" fmla="*/ 0 w 1195101"/>
                <a:gd name="GluePoint25Y" fmla="*/ 1204532 h 1204626"/>
                <a:gd name="GluePoint26X" fmla="*/ 278225 w 1195101"/>
                <a:gd name="GluePoint26Y" fmla="*/ 1197102 h 1204626"/>
                <a:gd name="GluePoint27X" fmla="*/ 540734 w 1195101"/>
                <a:gd name="GluePoint27Y" fmla="*/ 1204532 h 1204626"/>
                <a:gd name="GluePoint28X" fmla="*/ 540734 w 1195101"/>
                <a:gd name="GluePoint28Y" fmla="*/ 1129665 h 1204626"/>
                <a:gd name="GluePoint29X" fmla="*/ 525971 w 1195101"/>
                <a:gd name="GluePoint29Y" fmla="*/ 1129665 h 1204626"/>
                <a:gd name="GluePoint30X" fmla="*/ 388239 w 1195101"/>
                <a:gd name="GluePoint30Y" fmla="*/ 1075754 h 1204626"/>
                <a:gd name="GluePoint31X" fmla="*/ 379857 w 1195101"/>
                <a:gd name="GluePoint31Y" fmla="*/ 1034034 h 1204626"/>
                <a:gd name="GluePoint32X" fmla="*/ 372618 w 1195101"/>
                <a:gd name="GluePoint32Y" fmla="*/ 854297 h 1204626"/>
                <a:gd name="GluePoint33X" fmla="*/ 372618 w 1195101"/>
                <a:gd name="GluePoint33Y" fmla="*/ 653510 h 1204626"/>
                <a:gd name="GluePoint34X" fmla="*/ 479107 w 1195101"/>
                <a:gd name="GluePoint34Y" fmla="*/ 702469 h 1204626"/>
                <a:gd name="GluePoint35X" fmla="*/ 501110 w 1195101"/>
                <a:gd name="GluePoint35Y" fmla="*/ 728472 h 1204626"/>
                <a:gd name="GluePoint36X" fmla="*/ 797909 w 1195101"/>
                <a:gd name="GluePoint36Y" fmla="*/ 1096804 h 1204626"/>
                <a:gd name="GluePoint37X" fmla="*/ 885158 w 1195101"/>
                <a:gd name="GluePoint37Y" fmla="*/ 1204532 h 1204626"/>
                <a:gd name="GluePoint38X" fmla="*/ 1027366 w 1195101"/>
                <a:gd name="GluePoint38Y" fmla="*/ 1200436 h 1204626"/>
                <a:gd name="GluePoint39X" fmla="*/ 1195102 w 1195101"/>
                <a:gd name="GluePoint39Y" fmla="*/ 1204627 h 1204626"/>
                <a:gd name="GluePoint40X" fmla="*/ 1195102 w 1195101"/>
                <a:gd name="GluePoint40Y" fmla="*/ 1131094 h 1204626"/>
                <a:gd name="GluePoint41X" fmla="*/ 1186529 w 1195101"/>
                <a:gd name="GluePoint41Y" fmla="*/ 1129760 h 1204626"/>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 ang="0">
                  <a:pos x="GluePoint16X" y="GluePoint16Y"/>
                </a:cxn>
                <a:cxn ang="0">
                  <a:pos x="GluePoint17X" y="GluePoint17Y"/>
                </a:cxn>
                <a:cxn ang="0">
                  <a:pos x="GluePoint18X" y="GluePoint18Y"/>
                </a:cxn>
                <a:cxn ang="0">
                  <a:pos x="GluePoint19X" y="GluePoint19Y"/>
                </a:cxn>
                <a:cxn ang="0">
                  <a:pos x="GluePoint20X" y="GluePoint20Y"/>
                </a:cxn>
                <a:cxn ang="0">
                  <a:pos x="GluePoint21X" y="GluePoint21Y"/>
                </a:cxn>
                <a:cxn ang="0">
                  <a:pos x="GluePoint22X" y="GluePoint22Y"/>
                </a:cxn>
                <a:cxn ang="0">
                  <a:pos x="GluePoint23X" y="GluePoint23Y"/>
                </a:cxn>
                <a:cxn ang="0">
                  <a:pos x="GluePoint24X" y="GluePoint24Y"/>
                </a:cxn>
                <a:cxn ang="0">
                  <a:pos x="GluePoint25X" y="GluePoint25Y"/>
                </a:cxn>
                <a:cxn ang="0">
                  <a:pos x="GluePoint26X" y="GluePoint26Y"/>
                </a:cxn>
                <a:cxn ang="0">
                  <a:pos x="GluePoint27X" y="GluePoint27Y"/>
                </a:cxn>
                <a:cxn ang="0">
                  <a:pos x="GluePoint28X" y="GluePoint28Y"/>
                </a:cxn>
                <a:cxn ang="0">
                  <a:pos x="GluePoint29X" y="GluePoint29Y"/>
                </a:cxn>
                <a:cxn ang="0">
                  <a:pos x="GluePoint30X" y="GluePoint30Y"/>
                </a:cxn>
                <a:cxn ang="0">
                  <a:pos x="GluePoint31X" y="GluePoint31Y"/>
                </a:cxn>
                <a:cxn ang="0">
                  <a:pos x="GluePoint32X" y="GluePoint32Y"/>
                </a:cxn>
                <a:cxn ang="0">
                  <a:pos x="GluePoint33X" y="GluePoint33Y"/>
                </a:cxn>
                <a:cxn ang="0">
                  <a:pos x="GluePoint34X" y="GluePoint34Y"/>
                </a:cxn>
                <a:cxn ang="0">
                  <a:pos x="GluePoint35X" y="GluePoint35Y"/>
                </a:cxn>
                <a:cxn ang="0">
                  <a:pos x="GluePoint36X" y="GluePoint36Y"/>
                </a:cxn>
                <a:cxn ang="0">
                  <a:pos x="GluePoint37X" y="GluePoint37Y"/>
                </a:cxn>
                <a:cxn ang="0">
                  <a:pos x="GluePoint38X" y="GluePoint38Y"/>
                </a:cxn>
                <a:cxn ang="0">
                  <a:pos x="GluePoint39X" y="GluePoint39Y"/>
                </a:cxn>
                <a:cxn ang="0">
                  <a:pos x="GluePoint40X" y="GluePoint40Y"/>
                </a:cxn>
                <a:cxn ang="0">
                  <a:pos x="GluePoint41X" y="GluePoint41Y"/>
                </a:cxn>
              </a:cxnLst>
              <a:rect l="textAreaLeft" t="textAreaTop" r="textAreaRight" b="textAreaBottom"/>
              <a:pathLst>
                <a:path w="1195101" h="1204626">
                  <a:moveTo>
                    <a:pt x="372618" y="571786"/>
                  </a:moveTo>
                  <a:cubicBezTo>
                    <a:pt x="372618" y="571786"/>
                    <a:pt x="372618" y="136874"/>
                    <a:pt x="372523" y="134303"/>
                  </a:cubicBezTo>
                  <a:cubicBezTo>
                    <a:pt x="372237" y="116967"/>
                    <a:pt x="371761" y="93250"/>
                    <a:pt x="386239" y="86487"/>
                  </a:cubicBezTo>
                  <a:cubicBezTo>
                    <a:pt x="396240" y="82105"/>
                    <a:pt x="493014" y="85630"/>
                    <a:pt x="498348" y="85630"/>
                  </a:cubicBezTo>
                  <a:cubicBezTo>
                    <a:pt x="650938" y="85630"/>
                    <a:pt x="738473" y="174974"/>
                    <a:pt x="738473" y="330518"/>
                  </a:cubicBezTo>
                  <a:cubicBezTo>
                    <a:pt x="738473" y="443960"/>
                    <a:pt x="708374" y="509016"/>
                    <a:pt x="640747" y="541687"/>
                  </a:cubicBezTo>
                  <a:cubicBezTo>
                    <a:pt x="577691" y="571976"/>
                    <a:pt x="372618" y="571786"/>
                    <a:pt x="372618" y="571786"/>
                  </a:cubicBezTo>
                  <a:moveTo>
                    <a:pt x="1186529" y="1129760"/>
                  </a:moveTo>
                  <a:cubicBezTo>
                    <a:pt x="1100138" y="1116235"/>
                    <a:pt x="1074134" y="1106424"/>
                    <a:pt x="1017461" y="1040702"/>
                  </a:cubicBezTo>
                  <a:lnTo>
                    <a:pt x="661797" y="632460"/>
                  </a:lnTo>
                  <a:cubicBezTo>
                    <a:pt x="849059" y="608076"/>
                    <a:pt x="964597" y="484251"/>
                    <a:pt x="964597" y="305371"/>
                  </a:cubicBezTo>
                  <a:cubicBezTo>
                    <a:pt x="964597" y="188976"/>
                    <a:pt x="919544" y="105061"/>
                    <a:pt x="831056" y="55816"/>
                  </a:cubicBezTo>
                  <a:cubicBezTo>
                    <a:pt x="763619" y="18383"/>
                    <a:pt x="670084" y="190"/>
                    <a:pt x="544639" y="190"/>
                  </a:cubicBezTo>
                  <a:cubicBezTo>
                    <a:pt x="507206" y="1143"/>
                    <a:pt x="416909" y="4191"/>
                    <a:pt x="317468" y="4191"/>
                  </a:cubicBezTo>
                  <a:cubicBezTo>
                    <a:pt x="214313" y="4191"/>
                    <a:pt x="191" y="0"/>
                    <a:pt x="191" y="0"/>
                  </a:cubicBezTo>
                  <a:lnTo>
                    <a:pt x="191" y="74866"/>
                  </a:lnTo>
                  <a:lnTo>
                    <a:pt x="15050" y="74866"/>
                  </a:lnTo>
                  <a:cubicBezTo>
                    <a:pt x="71818" y="74486"/>
                    <a:pt x="135731" y="74771"/>
                    <a:pt x="152781" y="128683"/>
                  </a:cubicBezTo>
                  <a:cubicBezTo>
                    <a:pt x="168307" y="175355"/>
                    <a:pt x="168307" y="306896"/>
                    <a:pt x="168307" y="350139"/>
                  </a:cubicBezTo>
                  <a:lnTo>
                    <a:pt x="168307" y="841248"/>
                  </a:lnTo>
                  <a:cubicBezTo>
                    <a:pt x="168307" y="895445"/>
                    <a:pt x="168307" y="977837"/>
                    <a:pt x="161068" y="1034129"/>
                  </a:cubicBezTo>
                  <a:cubicBezTo>
                    <a:pt x="158972" y="1050798"/>
                    <a:pt x="156210" y="1065276"/>
                    <a:pt x="152686" y="1075944"/>
                  </a:cubicBezTo>
                  <a:cubicBezTo>
                    <a:pt x="135350" y="1129665"/>
                    <a:pt x="66104" y="1129665"/>
                    <a:pt x="10382" y="1129665"/>
                  </a:cubicBezTo>
                  <a:lnTo>
                    <a:pt x="0" y="1129665"/>
                  </a:lnTo>
                  <a:lnTo>
                    <a:pt x="0" y="1204532"/>
                  </a:lnTo>
                  <a:cubicBezTo>
                    <a:pt x="0" y="1204532"/>
                    <a:pt x="166783" y="1197102"/>
                    <a:pt x="278225" y="1197102"/>
                  </a:cubicBezTo>
                  <a:cubicBezTo>
                    <a:pt x="374047" y="1197102"/>
                    <a:pt x="540734" y="1204246"/>
                    <a:pt x="540734" y="1204532"/>
                  </a:cubicBezTo>
                  <a:lnTo>
                    <a:pt x="540734" y="1129665"/>
                  </a:lnTo>
                  <a:lnTo>
                    <a:pt x="525971" y="1129665"/>
                  </a:lnTo>
                  <a:cubicBezTo>
                    <a:pt x="470059" y="1129951"/>
                    <a:pt x="406813" y="1129760"/>
                    <a:pt x="388239" y="1075754"/>
                  </a:cubicBezTo>
                  <a:cubicBezTo>
                    <a:pt x="384620" y="1065086"/>
                    <a:pt x="381953" y="1050607"/>
                    <a:pt x="379857" y="1034034"/>
                  </a:cubicBezTo>
                  <a:cubicBezTo>
                    <a:pt x="372618" y="978122"/>
                    <a:pt x="372618" y="898017"/>
                    <a:pt x="372618" y="854297"/>
                  </a:cubicBezTo>
                  <a:lnTo>
                    <a:pt x="372618" y="653510"/>
                  </a:lnTo>
                  <a:cubicBezTo>
                    <a:pt x="439198" y="654082"/>
                    <a:pt x="444913" y="661035"/>
                    <a:pt x="479107" y="702469"/>
                  </a:cubicBezTo>
                  <a:cubicBezTo>
                    <a:pt x="485489" y="710089"/>
                    <a:pt x="492728" y="718756"/>
                    <a:pt x="501110" y="728472"/>
                  </a:cubicBezTo>
                  <a:lnTo>
                    <a:pt x="797909" y="1096804"/>
                  </a:lnTo>
                  <a:lnTo>
                    <a:pt x="885158" y="1204532"/>
                  </a:lnTo>
                  <a:cubicBezTo>
                    <a:pt x="885158" y="1204532"/>
                    <a:pt x="980885" y="1200436"/>
                    <a:pt x="1027366" y="1200436"/>
                  </a:cubicBezTo>
                  <a:cubicBezTo>
                    <a:pt x="1094994" y="1200436"/>
                    <a:pt x="1195102" y="1204627"/>
                    <a:pt x="1195102" y="1204627"/>
                  </a:cubicBezTo>
                  <a:lnTo>
                    <a:pt x="1195102" y="1131094"/>
                  </a:lnTo>
                  <a:lnTo>
                    <a:pt x="1186529" y="1129760"/>
                  </a:lnTo>
                  <a:close/>
                </a:path>
              </a:pathLst>
            </a:custGeom>
            <a:solidFill>
              <a:schemeClr val="bg1"/>
            </a:solidFill>
            <a:ln w="9525">
              <a:noFill/>
            </a:ln>
          </p:spPr>
          <p:style>
            <a:lnRef idx="0"/>
            <a:fillRef idx="0"/>
            <a:effectRef idx="0"/>
            <a:fontRef idx="minor"/>
          </p:style>
          <p:txBody>
            <a:bodyPr lIns="90000" tIns="45000" rIns="90000" bIns="45000" anchor="ctr">
              <a:noAutofit/>
            </a:bodyPr>
            <a:p>
              <a:endParaRPr lang="en-US" sz="1800" b="0" u="none" strike="noStrike">
                <a:solidFill>
                  <a:schemeClr val="dk1"/>
                </a:solidFill>
                <a:effectLst/>
                <a:uFillTx/>
                <a:latin typeface="Arial"/>
              </a:endParaRPr>
            </a:p>
          </p:txBody>
        </p:sp>
      </p:grpSp>
      <p:sp>
        <p:nvSpPr>
          <p:cNvPr id="366" name="PlaceHolder 1"/>
          <p:cNvSpPr>
            <a:spLocks noGrp="1"/>
          </p:cNvSpPr>
          <p:nvPr>
            <p:ph type="body" hasCustomPrompt="1"/>
          </p:nvPr>
        </p:nvSpPr>
        <p:spPr>
          <a:xfrm>
            <a:off x="272160" y="279720"/>
            <a:ext cx="11741400" cy="5040000"/>
          </a:xfrm>
          <a:prstGeom prst="rect">
            <a:avLst/>
          </a:prstGeom>
          <a:solidFill>
            <a:schemeClr val="lt1">
              <a:lumMod val="95000"/>
            </a:schemeClr>
          </a:solidFill>
          <a:ln w="0">
            <a:noFill/>
          </a:ln>
        </p:spPr>
        <p:txBody>
          <a:bodyPr lIns="90000" tIns="45000" rIns="90000" bIns="45000" anchor="ctr" anchorCtr="1">
            <a:noAutofit/>
          </a:bodyPr>
          <a:lstStyle>
            <a:lvl1pPr indent="0" algn="l" defTabSz="914400">
              <a:lnSpc>
                <a:spcPct val="90000"/>
              </a:lnSpc>
              <a:spcBef>
                <a:spcPts val="1001"/>
              </a:spcBef>
              <a:buNone/>
              <a:tabLst>
                <a:tab pos="0" algn="l"/>
              </a:tabLst>
              <a:defRPr lang="en-US" sz="2800" b="0" u="none" strike="noStrike">
                <a:solidFill>
                  <a:schemeClr val="dk1"/>
                </a:solidFill>
                <a:effectLst/>
                <a:uFillTx/>
                <a:latin typeface="Arial"/>
              </a:defRPr>
            </a:lvl1pPr>
          </a:lstStyle>
          <a:p>
            <a:pPr indent="0" algn="l" defTabSz="914400">
              <a:lnSpc>
                <a:spcPct val="90000"/>
              </a:lnSpc>
              <a:spcBef>
                <a:spcPts val="1001"/>
              </a:spcBef>
              <a:buNone/>
              <a:tabLst>
                <a:tab pos="0" algn="l"/>
              </a:tabLst>
            </a:pPr>
            <a:r>
              <a:rPr lang="en-US" sz="2800" b="0" u="none" strike="noStrike">
                <a:solidFill>
                  <a:schemeClr val="dk1"/>
                </a:solidFill>
                <a:effectLst/>
                <a:uFillTx/>
                <a:latin typeface="Arial"/>
              </a:rPr>
              <a:t>Place image/chart here</a:t>
            </a:r>
            <a:endParaRPr lang="en-US" sz="2800" b="0" u="none" strike="noStrike">
              <a:solidFill>
                <a:schemeClr val="dk1"/>
              </a:solidFill>
              <a:effectLst/>
              <a:uFillTx/>
              <a:latin typeface="Arial"/>
            </a:endParaRPr>
          </a:p>
        </p:txBody>
      </p:sp>
      <p:sp>
        <p:nvSpPr>
          <p:cNvPr id="367" name="PlaceHolder 2"/>
          <p:cNvSpPr>
            <a:spLocks noGrp="1"/>
          </p:cNvSpPr>
          <p:nvPr>
            <p:ph type="title"/>
          </p:nvPr>
        </p:nvSpPr>
        <p:spPr>
          <a:xfrm>
            <a:off x="609480" y="273600"/>
            <a:ext cx="10971360" cy="1143720"/>
          </a:xfrm>
          <a:prstGeom prst="rect">
            <a:avLst/>
          </a:prstGeom>
          <a:noFill/>
          <a:ln w="0">
            <a:noFill/>
          </a:ln>
        </p:spPr>
        <p:txBody>
          <a:bodyPr lIns="0" tIns="0" rIns="0" bIns="0" anchor="ctr">
            <a:noAutofit/>
          </a:bodyPr>
          <a:lstStyle>
            <a:lvl1pPr indent="0" algn="l">
              <a:lnSpc>
                <a:spcPct val="100000"/>
              </a:lnSpc>
              <a:buNone/>
              <a:tabLst>
                <a:tab pos="0" algn="l"/>
              </a:tabLst>
              <a:defRPr lang="en-US" sz="1800" b="0" u="none" strike="noStrike">
                <a:solidFill>
                  <a:schemeClr val="dk1"/>
                </a:solidFill>
                <a:effectLst/>
                <a:uFillTx/>
                <a:latin typeface="Arial"/>
              </a:defRPr>
            </a:lvl1pPr>
          </a:lstStyle>
          <a:p>
            <a:pPr indent="0" algn="l">
              <a:lnSpc>
                <a:spcPct val="100000"/>
              </a:lnSpc>
              <a:buNone/>
              <a:tabLst>
                <a:tab pos="0" algn="l"/>
              </a:tabLst>
            </a:pPr>
            <a:r>
              <a:rPr lang="en-US" sz="1800" b="0" u="none" strike="noStrike">
                <a:solidFill>
                  <a:schemeClr val="dk1"/>
                </a:solidFill>
                <a:effectLst/>
                <a:uFillTx/>
                <a:latin typeface="Arial"/>
              </a:rPr>
              <a:t>Click to edit the title text format</a:t>
            </a:r>
            <a:endParaRPr lang="en-US" sz="1800" b="0" u="none" strike="noStrike">
              <a:solidFill>
                <a:schemeClr val="dk1"/>
              </a:solidFill>
              <a:effectLst/>
              <a:uFillTx/>
              <a:latin typeface="Arial"/>
            </a:endParaRPr>
          </a:p>
        </p:txBody>
      </p:sp>
    </p:spTree>
  </p:cSld>
</p:sldLayout>
</file>

<file path=ppt/slideLayouts/slideLayout2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1_Full Photo with White Border Header Bottom">
    <p:bg>
      <p:bgPr>
        <a:solidFill>
          <a:srgbClr val="FFFFFF"/>
        </a:solidFill>
      </p:bgPr>
    </p:bg>
    <p:spTree>
      <p:nvGrpSpPr>
        <p:cNvPr id="1" name=""/>
        <p:cNvGrpSpPr/>
        <p:nvPr/>
      </p:nvGrpSpPr>
      <p:grpSpPr>
        <a:xfrm>
          <a:off x="0" y="0"/>
          <a:ext cx="0" cy="0"/>
          <a:chOff x="0" y="0"/>
          <a:chExt cx="0" cy="0"/>
        </a:xfrm>
      </p:grpSpPr>
      <p:sp>
        <p:nvSpPr>
          <p:cNvPr id="368" name="Rectangle 5"/>
          <p:cNvSpPr/>
          <p:nvPr/>
        </p:nvSpPr>
        <p:spPr>
          <a:xfrm>
            <a:off x="0" y="0"/>
            <a:ext cx="12190680" cy="666000"/>
          </a:xfrm>
          <a:prstGeom prst="rect">
            <a:avLst/>
          </a:prstGeom>
          <a:solidFill>
            <a:srgbClr val="F86901"/>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p>
            <a:endParaRPr lang="en-US" sz="1800" b="0" u="none" strike="noStrike">
              <a:solidFill>
                <a:schemeClr val="lt1"/>
              </a:solidFill>
              <a:effectLst/>
              <a:uFillTx/>
              <a:latin typeface="Arial"/>
            </a:endParaRPr>
          </a:p>
        </p:txBody>
      </p:sp>
      <p:sp>
        <p:nvSpPr>
          <p:cNvPr id="369" name="TextBox 10"/>
          <p:cNvSpPr/>
          <p:nvPr/>
        </p:nvSpPr>
        <p:spPr>
          <a:xfrm>
            <a:off x="11689200" y="269640"/>
            <a:ext cx="476280" cy="238680"/>
          </a:xfrm>
          <a:prstGeom prst="rect">
            <a:avLst/>
          </a:prstGeom>
          <a:noFill/>
          <a:ln w="0">
            <a:noFill/>
          </a:ln>
        </p:spPr>
        <p:style>
          <a:lnRef idx="0"/>
          <a:fillRef idx="0"/>
          <a:effectRef idx="0"/>
          <a:fontRef idx="minor"/>
        </p:style>
        <p:txBody>
          <a:bodyPr lIns="90000" tIns="45000" rIns="90000" bIns="45000" anchor="t">
            <a:spAutoFit/>
          </a:bodyPr>
          <a:p>
            <a:pPr defTabSz="914400">
              <a:lnSpc>
                <a:spcPct val="80000"/>
              </a:lnSpc>
            </a:pPr>
            <a:r>
              <a:rPr lang="en-US" sz="1200" b="0" u="none" strike="noStrike">
                <a:solidFill>
                  <a:srgbClr val="E56B2A"/>
                </a:solidFill>
                <a:effectLst/>
                <a:uFillTx/>
                <a:latin typeface="Georgia"/>
              </a:rPr>
              <a:t> </a:t>
            </a:r>
            <a:fld id="{DA67DDF3-40FA-45BB-8153-CCE8B53352FA}" type="slidenum">
              <a:rPr lang="en-US" sz="1130" b="0" u="none" strike="noStrike">
                <a:solidFill>
                  <a:schemeClr val="lt1"/>
                </a:solidFill>
                <a:effectLst/>
                <a:uFillTx/>
                <a:latin typeface="Arial"/>
              </a:rPr>
              <a:t>&lt;number&gt;</a:t>
            </a:fld>
            <a:endParaRPr lang="en-US" sz="1130" b="0" u="none" strike="noStrike">
              <a:solidFill>
                <a:srgbClr val="000000"/>
              </a:solidFill>
              <a:effectLst/>
              <a:uFillTx/>
              <a:latin typeface="Arial"/>
            </a:endParaRPr>
          </a:p>
        </p:txBody>
      </p:sp>
      <p:pic>
        <p:nvPicPr>
          <p:cNvPr id="370" name="Graphic 11"/>
          <p:cNvPicPr/>
          <p:nvPr/>
        </p:nvPicPr>
        <p:blipFill>
          <a:blip r:embed="rId2">
            <a:extLst>
              <a:ext uri="{96DAC541-7B7A-43D3-8B79-37D633B846F1}">
                <asvg:svgBlip xmlns:asvg="http://schemas.microsoft.com/office/drawing/2016/SVG/main" r:embed="rId3"/>
              </a:ext>
            </a:extLst>
          </a:blip>
          <a:stretch/>
        </p:blipFill>
        <p:spPr>
          <a:xfrm>
            <a:off x="9069840" y="240840"/>
            <a:ext cx="2699280" cy="238680"/>
          </a:xfrm>
          <a:prstGeom prst="rect">
            <a:avLst/>
          </a:prstGeom>
          <a:noFill/>
          <a:ln w="0">
            <a:noFill/>
          </a:ln>
        </p:spPr>
      </p:pic>
      <p:grpSp>
        <p:nvGrpSpPr>
          <p:cNvPr id="371" name="Graphic 22"/>
          <p:cNvGrpSpPr/>
          <p:nvPr/>
        </p:nvGrpSpPr>
        <p:grpSpPr>
          <a:xfrm>
            <a:off x="201960" y="195840"/>
            <a:ext cx="797760" cy="300600"/>
            <a:chOff x="201960" y="195840"/>
            <a:chExt cx="797760" cy="300600"/>
          </a:xfrm>
        </p:grpSpPr>
        <p:sp>
          <p:nvSpPr>
            <p:cNvPr id="372" name="Freeform 2"/>
            <p:cNvSpPr/>
            <p:nvPr/>
          </p:nvSpPr>
          <p:spPr>
            <a:xfrm>
              <a:off x="540720" y="195840"/>
              <a:ext cx="135720" cy="300240"/>
            </a:xfrm>
            <a:custGeom>
              <a:avLst/>
              <a:gdLst>
                <a:gd name="textAreaLeft" fmla="*/ 0 w 135720"/>
                <a:gd name="textAreaRight" fmla="*/ 137160 w 135720"/>
                <a:gd name="textAreaTop" fmla="*/ 0 h 300240"/>
                <a:gd name="textAreaBottom" fmla="*/ 301680 h 300240"/>
                <a:gd name="GluePoint1X" fmla="*/ 393478 w 547877"/>
                <a:gd name="GluePoint1Y" fmla="*/ 129064 h 1204531"/>
                <a:gd name="GluePoint2X" fmla="*/ 537686 w 547877"/>
                <a:gd name="GluePoint2Y" fmla="*/ 74771 h 1204531"/>
                <a:gd name="GluePoint3X" fmla="*/ 547878 w 547877"/>
                <a:gd name="GluePoint3Y" fmla="*/ 74771 h 1204531"/>
                <a:gd name="GluePoint4X" fmla="*/ 547878 w 547877"/>
                <a:gd name="GluePoint4Y" fmla="*/ 0 h 1204531"/>
                <a:gd name="GluePoint5X" fmla="*/ 267938 w 547877"/>
                <a:gd name="GluePoint5Y" fmla="*/ 4667 h 1204531"/>
                <a:gd name="GluePoint6X" fmla="*/ 0 w 547877"/>
                <a:gd name="GluePoint6Y" fmla="*/ 0 h 1204531"/>
                <a:gd name="GluePoint7X" fmla="*/ 0 w 547877"/>
                <a:gd name="GluePoint7Y" fmla="*/ 74771 h 1204531"/>
                <a:gd name="GluePoint8X" fmla="*/ 10192 w 547877"/>
                <a:gd name="GluePoint8Y" fmla="*/ 74771 h 1204531"/>
                <a:gd name="GluePoint9X" fmla="*/ 154400 w 547877"/>
                <a:gd name="GluePoint9Y" fmla="*/ 128968 h 1204531"/>
                <a:gd name="GluePoint10X" fmla="*/ 171640 w 547877"/>
                <a:gd name="GluePoint10Y" fmla="*/ 363188 h 1204531"/>
                <a:gd name="GluePoint11X" fmla="*/ 171640 w 547877"/>
                <a:gd name="GluePoint11Y" fmla="*/ 841153 h 1204531"/>
                <a:gd name="GluePoint12X" fmla="*/ 154496 w 547877"/>
                <a:gd name="GluePoint12Y" fmla="*/ 1075373 h 1204531"/>
                <a:gd name="GluePoint13X" fmla="*/ 10192 w 547877"/>
                <a:gd name="GluePoint13Y" fmla="*/ 1129569 h 1204531"/>
                <a:gd name="GluePoint14X" fmla="*/ 0 w 547877"/>
                <a:gd name="GluePoint14Y" fmla="*/ 1129569 h 1204531"/>
                <a:gd name="GluePoint15X" fmla="*/ 0 w 547877"/>
                <a:gd name="GluePoint15Y" fmla="*/ 1204531 h 1204531"/>
                <a:gd name="GluePoint16X" fmla="*/ 268224 w 547877"/>
                <a:gd name="GluePoint16Y" fmla="*/ 1197102 h 1204531"/>
                <a:gd name="GluePoint17X" fmla="*/ 547878 w 547877"/>
                <a:gd name="GluePoint17Y" fmla="*/ 1204531 h 1204531"/>
                <a:gd name="GluePoint18X" fmla="*/ 547878 w 547877"/>
                <a:gd name="GluePoint18Y" fmla="*/ 1129569 h 1204531"/>
                <a:gd name="GluePoint19X" fmla="*/ 537686 w 547877"/>
                <a:gd name="GluePoint19Y" fmla="*/ 1129569 h 1204531"/>
                <a:gd name="GluePoint20X" fmla="*/ 393478 w 547877"/>
                <a:gd name="GluePoint20Y" fmla="*/ 1075468 h 1204531"/>
                <a:gd name="GluePoint21X" fmla="*/ 376333 w 547877"/>
                <a:gd name="GluePoint21Y" fmla="*/ 841153 h 1204531"/>
                <a:gd name="GluePoint22X" fmla="*/ 376333 w 547877"/>
                <a:gd name="GluePoint22Y" fmla="*/ 363188 h 1204531"/>
                <a:gd name="GluePoint23X" fmla="*/ 393478 w 547877"/>
                <a:gd name="GluePoint23Y" fmla="*/ 129064 h 1204531"/>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 ang="0">
                  <a:pos x="GluePoint16X" y="GluePoint16Y"/>
                </a:cxn>
                <a:cxn ang="0">
                  <a:pos x="GluePoint17X" y="GluePoint17Y"/>
                </a:cxn>
                <a:cxn ang="0">
                  <a:pos x="GluePoint18X" y="GluePoint18Y"/>
                </a:cxn>
                <a:cxn ang="0">
                  <a:pos x="GluePoint19X" y="GluePoint19Y"/>
                </a:cxn>
                <a:cxn ang="0">
                  <a:pos x="GluePoint20X" y="GluePoint20Y"/>
                </a:cxn>
                <a:cxn ang="0">
                  <a:pos x="GluePoint21X" y="GluePoint21Y"/>
                </a:cxn>
                <a:cxn ang="0">
                  <a:pos x="GluePoint22X" y="GluePoint22Y"/>
                </a:cxn>
                <a:cxn ang="0">
                  <a:pos x="GluePoint23X" y="GluePoint23Y"/>
                </a:cxn>
              </a:cxnLst>
              <a:rect l="textAreaLeft" t="textAreaTop" r="textAreaRight" b="textAreaBottom"/>
              <a:pathLst>
                <a:path w="547877" h="1204531">
                  <a:moveTo>
                    <a:pt x="393478" y="129064"/>
                  </a:moveTo>
                  <a:cubicBezTo>
                    <a:pt x="414242" y="74771"/>
                    <a:pt x="482727" y="74771"/>
                    <a:pt x="537686" y="74771"/>
                  </a:cubicBezTo>
                  <a:lnTo>
                    <a:pt x="547878" y="74771"/>
                  </a:lnTo>
                  <a:lnTo>
                    <a:pt x="547878" y="0"/>
                  </a:lnTo>
                  <a:cubicBezTo>
                    <a:pt x="547878" y="0"/>
                    <a:pt x="333565" y="4667"/>
                    <a:pt x="267938" y="4667"/>
                  </a:cubicBezTo>
                  <a:cubicBezTo>
                    <a:pt x="200406" y="4667"/>
                    <a:pt x="0" y="0"/>
                    <a:pt x="0" y="0"/>
                  </a:cubicBezTo>
                  <a:lnTo>
                    <a:pt x="0" y="74771"/>
                  </a:lnTo>
                  <a:lnTo>
                    <a:pt x="10192" y="74771"/>
                  </a:lnTo>
                  <a:cubicBezTo>
                    <a:pt x="65246" y="74771"/>
                    <a:pt x="133731" y="74771"/>
                    <a:pt x="154400" y="128968"/>
                  </a:cubicBezTo>
                  <a:cubicBezTo>
                    <a:pt x="171640" y="175450"/>
                    <a:pt x="171640" y="307086"/>
                    <a:pt x="171640" y="363188"/>
                  </a:cubicBezTo>
                  <a:lnTo>
                    <a:pt x="171640" y="841153"/>
                  </a:lnTo>
                  <a:cubicBezTo>
                    <a:pt x="171640" y="897350"/>
                    <a:pt x="171640" y="1028890"/>
                    <a:pt x="154496" y="1075373"/>
                  </a:cubicBezTo>
                  <a:cubicBezTo>
                    <a:pt x="133731" y="1129569"/>
                    <a:pt x="65246" y="1129569"/>
                    <a:pt x="10192" y="1129569"/>
                  </a:cubicBezTo>
                  <a:lnTo>
                    <a:pt x="0" y="1129569"/>
                  </a:lnTo>
                  <a:lnTo>
                    <a:pt x="0" y="1204531"/>
                  </a:lnTo>
                  <a:cubicBezTo>
                    <a:pt x="0" y="1204341"/>
                    <a:pt x="173260" y="1197102"/>
                    <a:pt x="268224" y="1197102"/>
                  </a:cubicBezTo>
                  <a:cubicBezTo>
                    <a:pt x="377476" y="1197102"/>
                    <a:pt x="547878" y="1204531"/>
                    <a:pt x="547878" y="1204531"/>
                  </a:cubicBezTo>
                  <a:lnTo>
                    <a:pt x="547878" y="1129569"/>
                  </a:lnTo>
                  <a:lnTo>
                    <a:pt x="537686" y="1129569"/>
                  </a:lnTo>
                  <a:cubicBezTo>
                    <a:pt x="482727" y="1129569"/>
                    <a:pt x="414242" y="1129569"/>
                    <a:pt x="393478" y="1075468"/>
                  </a:cubicBezTo>
                  <a:cubicBezTo>
                    <a:pt x="376333" y="1028890"/>
                    <a:pt x="376333" y="897350"/>
                    <a:pt x="376333" y="841153"/>
                  </a:cubicBezTo>
                  <a:lnTo>
                    <a:pt x="376333" y="363188"/>
                  </a:lnTo>
                  <a:cubicBezTo>
                    <a:pt x="376333" y="307086"/>
                    <a:pt x="376333" y="175450"/>
                    <a:pt x="393478" y="129064"/>
                  </a:cubicBezTo>
                </a:path>
              </a:pathLst>
            </a:custGeom>
            <a:solidFill>
              <a:schemeClr val="bg1"/>
            </a:solidFill>
            <a:ln w="9525">
              <a:noFill/>
            </a:ln>
          </p:spPr>
          <p:style>
            <a:lnRef idx="0"/>
            <a:fillRef idx="0"/>
            <a:effectRef idx="0"/>
            <a:fontRef idx="minor"/>
          </p:style>
          <p:txBody>
            <a:bodyPr lIns="68040" tIns="45000" rIns="68040" bIns="45000" anchor="ctr">
              <a:noAutofit/>
            </a:bodyPr>
            <a:p>
              <a:endParaRPr lang="en-US" sz="1800" b="0" u="none" strike="noStrike">
                <a:solidFill>
                  <a:schemeClr val="dk1"/>
                </a:solidFill>
                <a:effectLst/>
                <a:uFillTx/>
                <a:latin typeface="Arial"/>
              </a:endParaRPr>
            </a:p>
          </p:txBody>
        </p:sp>
        <p:sp>
          <p:nvSpPr>
            <p:cNvPr id="373" name="Freeform 3"/>
            <p:cNvSpPr/>
            <p:nvPr/>
          </p:nvSpPr>
          <p:spPr>
            <a:xfrm>
              <a:off x="718920" y="196200"/>
              <a:ext cx="280800" cy="300240"/>
            </a:xfrm>
            <a:custGeom>
              <a:avLst/>
              <a:gdLst>
                <a:gd name="textAreaLeft" fmla="*/ 0 w 280800"/>
                <a:gd name="textAreaRight" fmla="*/ 282240 w 280800"/>
                <a:gd name="textAreaTop" fmla="*/ 0 h 300240"/>
                <a:gd name="textAreaBottom" fmla="*/ 301680 h 300240"/>
                <a:gd name="GluePoint1X" fmla="*/ 0 w 1126902"/>
                <a:gd name="GluePoint1Y" fmla="*/ 0 h 1204245"/>
                <a:gd name="GluePoint2X" fmla="*/ 0 w 1126902"/>
                <a:gd name="GluePoint2Y" fmla="*/ 312420 h 1204245"/>
                <a:gd name="GluePoint3X" fmla="*/ 74295 w 1126902"/>
                <a:gd name="GluePoint3Y" fmla="*/ 312420 h 1204245"/>
                <a:gd name="GluePoint4X" fmla="*/ 74581 w 1126902"/>
                <a:gd name="GluePoint4Y" fmla="*/ 302609 h 1204245"/>
                <a:gd name="GluePoint5X" fmla="*/ 334328 w 1126902"/>
                <a:gd name="GluePoint5Y" fmla="*/ 90773 h 1204245"/>
                <a:gd name="GluePoint6X" fmla="*/ 352330 w 1126902"/>
                <a:gd name="GluePoint6Y" fmla="*/ 90678 h 1204245"/>
                <a:gd name="GluePoint7X" fmla="*/ 453200 w 1126902"/>
                <a:gd name="GluePoint7Y" fmla="*/ 106204 h 1204245"/>
                <a:gd name="GluePoint8X" fmla="*/ 461201 w 1126902"/>
                <a:gd name="GluePoint8Y" fmla="*/ 128873 h 1204245"/>
                <a:gd name="GluePoint9X" fmla="*/ 461201 w 1126902"/>
                <a:gd name="GluePoint9Y" fmla="*/ 950119 h 1204245"/>
                <a:gd name="GluePoint10X" fmla="*/ 272510 w 1126902"/>
                <a:gd name="GluePoint10Y" fmla="*/ 1129475 h 1204245"/>
                <a:gd name="GluePoint11X" fmla="*/ 262700 w 1126902"/>
                <a:gd name="GluePoint11Y" fmla="*/ 1129856 h 1204245"/>
                <a:gd name="GluePoint12X" fmla="*/ 262700 w 1126902"/>
                <a:gd name="GluePoint12Y" fmla="*/ 1204246 h 1204245"/>
                <a:gd name="GluePoint13X" fmla="*/ 578548 w 1126902"/>
                <a:gd name="GluePoint13Y" fmla="*/ 1196911 h 1204245"/>
                <a:gd name="GluePoint14X" fmla="*/ 864203 w 1126902"/>
                <a:gd name="GluePoint14Y" fmla="*/ 1204246 h 1204245"/>
                <a:gd name="GluePoint15X" fmla="*/ 864203 w 1126902"/>
                <a:gd name="GluePoint15Y" fmla="*/ 1129856 h 1204245"/>
                <a:gd name="GluePoint16X" fmla="*/ 854393 w 1126902"/>
                <a:gd name="GluePoint16Y" fmla="*/ 1129475 h 1204245"/>
                <a:gd name="GluePoint17X" fmla="*/ 665702 w 1126902"/>
                <a:gd name="GluePoint17Y" fmla="*/ 950119 h 1204245"/>
                <a:gd name="GluePoint18X" fmla="*/ 665702 w 1126902"/>
                <a:gd name="GluePoint18Y" fmla="*/ 128873 h 1204245"/>
                <a:gd name="GluePoint19X" fmla="*/ 673608 w 1126902"/>
                <a:gd name="GluePoint19Y" fmla="*/ 108490 h 1204245"/>
                <a:gd name="GluePoint20X" fmla="*/ 791718 w 1126902"/>
                <a:gd name="GluePoint20Y" fmla="*/ 90488 h 1204245"/>
                <a:gd name="GluePoint21X" fmla="*/ 815912 w 1126902"/>
                <a:gd name="GluePoint21Y" fmla="*/ 90773 h 1204245"/>
                <a:gd name="GluePoint22X" fmla="*/ 1052513 w 1126902"/>
                <a:gd name="GluePoint22Y" fmla="*/ 302895 h 1204245"/>
                <a:gd name="GluePoint23X" fmla="*/ 1053084 w 1126902"/>
                <a:gd name="GluePoint23Y" fmla="*/ 312420 h 1204245"/>
                <a:gd name="GluePoint24X" fmla="*/ 1126903 w 1126902"/>
                <a:gd name="GluePoint24Y" fmla="*/ 312420 h 1204245"/>
                <a:gd name="GluePoint25X" fmla="*/ 1126903 w 1126902"/>
                <a:gd name="GluePoint25Y" fmla="*/ 0 h 1204245"/>
                <a:gd name="GluePoint26X" fmla="*/ 563404 w 1126902"/>
                <a:gd name="GluePoint26Y" fmla="*/ 2857 h 1204245"/>
                <a:gd name="GluePoint27X" fmla="*/ 0 w 1126902"/>
                <a:gd name="GluePoint27Y" fmla="*/ 0 h 1204245"/>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 ang="0">
                  <a:pos x="GluePoint16X" y="GluePoint16Y"/>
                </a:cxn>
                <a:cxn ang="0">
                  <a:pos x="GluePoint17X" y="GluePoint17Y"/>
                </a:cxn>
                <a:cxn ang="0">
                  <a:pos x="GluePoint18X" y="GluePoint18Y"/>
                </a:cxn>
                <a:cxn ang="0">
                  <a:pos x="GluePoint19X" y="GluePoint19Y"/>
                </a:cxn>
                <a:cxn ang="0">
                  <a:pos x="GluePoint20X" y="GluePoint20Y"/>
                </a:cxn>
                <a:cxn ang="0">
                  <a:pos x="GluePoint21X" y="GluePoint21Y"/>
                </a:cxn>
                <a:cxn ang="0">
                  <a:pos x="GluePoint22X" y="GluePoint22Y"/>
                </a:cxn>
                <a:cxn ang="0">
                  <a:pos x="GluePoint23X" y="GluePoint23Y"/>
                </a:cxn>
                <a:cxn ang="0">
                  <a:pos x="GluePoint24X" y="GluePoint24Y"/>
                </a:cxn>
                <a:cxn ang="0">
                  <a:pos x="GluePoint25X" y="GluePoint25Y"/>
                </a:cxn>
                <a:cxn ang="0">
                  <a:pos x="GluePoint26X" y="GluePoint26Y"/>
                </a:cxn>
                <a:cxn ang="0">
                  <a:pos x="GluePoint27X" y="GluePoint27Y"/>
                </a:cxn>
              </a:cxnLst>
              <a:rect l="textAreaLeft" t="textAreaTop" r="textAreaRight" b="textAreaBottom"/>
              <a:pathLst>
                <a:path w="1126902" h="1204245">
                  <a:moveTo>
                    <a:pt x="0" y="0"/>
                  </a:moveTo>
                  <a:lnTo>
                    <a:pt x="0" y="312420"/>
                  </a:lnTo>
                  <a:lnTo>
                    <a:pt x="74295" y="312420"/>
                  </a:lnTo>
                  <a:lnTo>
                    <a:pt x="74581" y="302609"/>
                  </a:lnTo>
                  <a:cubicBezTo>
                    <a:pt x="81344" y="99346"/>
                    <a:pt x="159163" y="90773"/>
                    <a:pt x="334328" y="90773"/>
                  </a:cubicBezTo>
                  <a:cubicBezTo>
                    <a:pt x="340328" y="90773"/>
                    <a:pt x="346424" y="90773"/>
                    <a:pt x="352330" y="90678"/>
                  </a:cubicBezTo>
                  <a:cubicBezTo>
                    <a:pt x="395859" y="90392"/>
                    <a:pt x="437007" y="90106"/>
                    <a:pt x="453200" y="106204"/>
                  </a:cubicBezTo>
                  <a:cubicBezTo>
                    <a:pt x="458629" y="111538"/>
                    <a:pt x="461201" y="118967"/>
                    <a:pt x="461201" y="128873"/>
                  </a:cubicBezTo>
                  <a:lnTo>
                    <a:pt x="461201" y="950119"/>
                  </a:lnTo>
                  <a:cubicBezTo>
                    <a:pt x="461201" y="1072039"/>
                    <a:pt x="444151" y="1122426"/>
                    <a:pt x="272510" y="1129475"/>
                  </a:cubicBezTo>
                  <a:lnTo>
                    <a:pt x="262700" y="1129856"/>
                  </a:lnTo>
                  <a:lnTo>
                    <a:pt x="262700" y="1204246"/>
                  </a:lnTo>
                  <a:cubicBezTo>
                    <a:pt x="262700" y="1204246"/>
                    <a:pt x="462725" y="1196911"/>
                    <a:pt x="578548" y="1196911"/>
                  </a:cubicBezTo>
                  <a:cubicBezTo>
                    <a:pt x="666941" y="1196911"/>
                    <a:pt x="864203" y="1204246"/>
                    <a:pt x="864203" y="1204246"/>
                  </a:cubicBezTo>
                  <a:lnTo>
                    <a:pt x="864203" y="1129856"/>
                  </a:lnTo>
                  <a:lnTo>
                    <a:pt x="854393" y="1129475"/>
                  </a:lnTo>
                  <a:cubicBezTo>
                    <a:pt x="682752" y="1122426"/>
                    <a:pt x="665702" y="1072039"/>
                    <a:pt x="665702" y="950119"/>
                  </a:cubicBezTo>
                  <a:lnTo>
                    <a:pt x="665702" y="128873"/>
                  </a:lnTo>
                  <a:cubicBezTo>
                    <a:pt x="665702" y="120396"/>
                    <a:pt x="668369" y="113729"/>
                    <a:pt x="673608" y="108490"/>
                  </a:cubicBezTo>
                  <a:cubicBezTo>
                    <a:pt x="693420" y="89059"/>
                    <a:pt x="747903" y="89821"/>
                    <a:pt x="791718" y="90488"/>
                  </a:cubicBezTo>
                  <a:cubicBezTo>
                    <a:pt x="800005" y="90583"/>
                    <a:pt x="808196" y="90773"/>
                    <a:pt x="815912" y="90773"/>
                  </a:cubicBezTo>
                  <a:cubicBezTo>
                    <a:pt x="987267" y="90773"/>
                    <a:pt x="1042511" y="140303"/>
                    <a:pt x="1052513" y="302895"/>
                  </a:cubicBezTo>
                  <a:lnTo>
                    <a:pt x="1053084" y="312420"/>
                  </a:lnTo>
                  <a:lnTo>
                    <a:pt x="1126903" y="312420"/>
                  </a:lnTo>
                  <a:lnTo>
                    <a:pt x="1126903" y="0"/>
                  </a:lnTo>
                  <a:cubicBezTo>
                    <a:pt x="1126903" y="0"/>
                    <a:pt x="694468" y="2857"/>
                    <a:pt x="563404" y="2857"/>
                  </a:cubicBezTo>
                  <a:cubicBezTo>
                    <a:pt x="432340" y="2857"/>
                    <a:pt x="0" y="0"/>
                    <a:pt x="0" y="0"/>
                  </a:cubicBezTo>
                </a:path>
              </a:pathLst>
            </a:custGeom>
            <a:solidFill>
              <a:schemeClr val="bg1"/>
            </a:solidFill>
            <a:ln w="9525">
              <a:noFill/>
            </a:ln>
          </p:spPr>
          <p:style>
            <a:lnRef idx="0"/>
            <a:fillRef idx="0"/>
            <a:effectRef idx="0"/>
            <a:fontRef idx="minor"/>
          </p:style>
          <p:txBody>
            <a:bodyPr lIns="90000" tIns="45000" rIns="90000" bIns="45000" anchor="ctr">
              <a:noAutofit/>
            </a:bodyPr>
            <a:p>
              <a:endParaRPr lang="en-US" sz="1800" b="0" u="none" strike="noStrike">
                <a:solidFill>
                  <a:schemeClr val="dk1"/>
                </a:solidFill>
                <a:effectLst/>
                <a:uFillTx/>
                <a:latin typeface="Arial"/>
              </a:endParaRPr>
            </a:p>
          </p:txBody>
        </p:sp>
        <p:sp>
          <p:nvSpPr>
            <p:cNvPr id="374" name="Freeform 4"/>
            <p:cNvSpPr/>
            <p:nvPr/>
          </p:nvSpPr>
          <p:spPr>
            <a:xfrm>
              <a:off x="201960" y="195840"/>
              <a:ext cx="297720" cy="300240"/>
            </a:xfrm>
            <a:custGeom>
              <a:avLst/>
              <a:gdLst>
                <a:gd name="textAreaLeft" fmla="*/ 0 w 297720"/>
                <a:gd name="textAreaRight" fmla="*/ 299160 w 297720"/>
                <a:gd name="textAreaTop" fmla="*/ 0 h 300240"/>
                <a:gd name="textAreaBottom" fmla="*/ 301680 h 300240"/>
                <a:gd name="GluePoint1X" fmla="*/ 372618 w 1195101"/>
                <a:gd name="GluePoint1Y" fmla="*/ 571786 h 1204626"/>
                <a:gd name="GluePoint2X" fmla="*/ 372523 w 1195101"/>
                <a:gd name="GluePoint2Y" fmla="*/ 134303 h 1204626"/>
                <a:gd name="GluePoint3X" fmla="*/ 386239 w 1195101"/>
                <a:gd name="GluePoint3Y" fmla="*/ 86487 h 1204626"/>
                <a:gd name="GluePoint4X" fmla="*/ 498348 w 1195101"/>
                <a:gd name="GluePoint4Y" fmla="*/ 85630 h 1204626"/>
                <a:gd name="GluePoint5X" fmla="*/ 738473 w 1195101"/>
                <a:gd name="GluePoint5Y" fmla="*/ 330518 h 1204626"/>
                <a:gd name="GluePoint6X" fmla="*/ 640747 w 1195101"/>
                <a:gd name="GluePoint6Y" fmla="*/ 541687 h 1204626"/>
                <a:gd name="GluePoint7X" fmla="*/ 372618 w 1195101"/>
                <a:gd name="GluePoint7Y" fmla="*/ 571786 h 1204626"/>
                <a:gd name="GluePoint8X" fmla="*/ 1186529 w 1195101"/>
                <a:gd name="GluePoint8Y" fmla="*/ 1129760 h 1204626"/>
                <a:gd name="GluePoint9X" fmla="*/ 1017461 w 1195101"/>
                <a:gd name="GluePoint9Y" fmla="*/ 1040702 h 1204626"/>
                <a:gd name="GluePoint10X" fmla="*/ 661797 w 1195101"/>
                <a:gd name="GluePoint10Y" fmla="*/ 632460 h 1204626"/>
                <a:gd name="GluePoint11X" fmla="*/ 964597 w 1195101"/>
                <a:gd name="GluePoint11Y" fmla="*/ 305371 h 1204626"/>
                <a:gd name="GluePoint12X" fmla="*/ 831056 w 1195101"/>
                <a:gd name="GluePoint12Y" fmla="*/ 55816 h 1204626"/>
                <a:gd name="GluePoint13X" fmla="*/ 544639 w 1195101"/>
                <a:gd name="GluePoint13Y" fmla="*/ 190 h 1204626"/>
                <a:gd name="GluePoint14X" fmla="*/ 317468 w 1195101"/>
                <a:gd name="GluePoint14Y" fmla="*/ 4191 h 1204626"/>
                <a:gd name="GluePoint15X" fmla="*/ 191 w 1195101"/>
                <a:gd name="GluePoint15Y" fmla="*/ 0 h 1204626"/>
                <a:gd name="GluePoint16X" fmla="*/ 191 w 1195101"/>
                <a:gd name="GluePoint16Y" fmla="*/ 74866 h 1204626"/>
                <a:gd name="GluePoint17X" fmla="*/ 15050 w 1195101"/>
                <a:gd name="GluePoint17Y" fmla="*/ 74866 h 1204626"/>
                <a:gd name="GluePoint18X" fmla="*/ 152781 w 1195101"/>
                <a:gd name="GluePoint18Y" fmla="*/ 128683 h 1204626"/>
                <a:gd name="GluePoint19X" fmla="*/ 168307 w 1195101"/>
                <a:gd name="GluePoint19Y" fmla="*/ 350139 h 1204626"/>
                <a:gd name="GluePoint20X" fmla="*/ 168307 w 1195101"/>
                <a:gd name="GluePoint20Y" fmla="*/ 841248 h 1204626"/>
                <a:gd name="GluePoint21X" fmla="*/ 161068 w 1195101"/>
                <a:gd name="GluePoint21Y" fmla="*/ 1034129 h 1204626"/>
                <a:gd name="GluePoint22X" fmla="*/ 152686 w 1195101"/>
                <a:gd name="GluePoint22Y" fmla="*/ 1075944 h 1204626"/>
                <a:gd name="GluePoint23X" fmla="*/ 10382 w 1195101"/>
                <a:gd name="GluePoint23Y" fmla="*/ 1129665 h 1204626"/>
                <a:gd name="GluePoint24X" fmla="*/ 0 w 1195101"/>
                <a:gd name="GluePoint24Y" fmla="*/ 1129665 h 1204626"/>
                <a:gd name="GluePoint25X" fmla="*/ 0 w 1195101"/>
                <a:gd name="GluePoint25Y" fmla="*/ 1204532 h 1204626"/>
                <a:gd name="GluePoint26X" fmla="*/ 278225 w 1195101"/>
                <a:gd name="GluePoint26Y" fmla="*/ 1197102 h 1204626"/>
                <a:gd name="GluePoint27X" fmla="*/ 540734 w 1195101"/>
                <a:gd name="GluePoint27Y" fmla="*/ 1204532 h 1204626"/>
                <a:gd name="GluePoint28X" fmla="*/ 540734 w 1195101"/>
                <a:gd name="GluePoint28Y" fmla="*/ 1129665 h 1204626"/>
                <a:gd name="GluePoint29X" fmla="*/ 525971 w 1195101"/>
                <a:gd name="GluePoint29Y" fmla="*/ 1129665 h 1204626"/>
                <a:gd name="GluePoint30X" fmla="*/ 388239 w 1195101"/>
                <a:gd name="GluePoint30Y" fmla="*/ 1075754 h 1204626"/>
                <a:gd name="GluePoint31X" fmla="*/ 379857 w 1195101"/>
                <a:gd name="GluePoint31Y" fmla="*/ 1034034 h 1204626"/>
                <a:gd name="GluePoint32X" fmla="*/ 372618 w 1195101"/>
                <a:gd name="GluePoint32Y" fmla="*/ 854297 h 1204626"/>
                <a:gd name="GluePoint33X" fmla="*/ 372618 w 1195101"/>
                <a:gd name="GluePoint33Y" fmla="*/ 653510 h 1204626"/>
                <a:gd name="GluePoint34X" fmla="*/ 479107 w 1195101"/>
                <a:gd name="GluePoint34Y" fmla="*/ 702469 h 1204626"/>
                <a:gd name="GluePoint35X" fmla="*/ 501110 w 1195101"/>
                <a:gd name="GluePoint35Y" fmla="*/ 728472 h 1204626"/>
                <a:gd name="GluePoint36X" fmla="*/ 797909 w 1195101"/>
                <a:gd name="GluePoint36Y" fmla="*/ 1096804 h 1204626"/>
                <a:gd name="GluePoint37X" fmla="*/ 885158 w 1195101"/>
                <a:gd name="GluePoint37Y" fmla="*/ 1204532 h 1204626"/>
                <a:gd name="GluePoint38X" fmla="*/ 1027366 w 1195101"/>
                <a:gd name="GluePoint38Y" fmla="*/ 1200436 h 1204626"/>
                <a:gd name="GluePoint39X" fmla="*/ 1195102 w 1195101"/>
                <a:gd name="GluePoint39Y" fmla="*/ 1204627 h 1204626"/>
                <a:gd name="GluePoint40X" fmla="*/ 1195102 w 1195101"/>
                <a:gd name="GluePoint40Y" fmla="*/ 1131094 h 1204626"/>
                <a:gd name="GluePoint41X" fmla="*/ 1186529 w 1195101"/>
                <a:gd name="GluePoint41Y" fmla="*/ 1129760 h 1204626"/>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 ang="0">
                  <a:pos x="GluePoint16X" y="GluePoint16Y"/>
                </a:cxn>
                <a:cxn ang="0">
                  <a:pos x="GluePoint17X" y="GluePoint17Y"/>
                </a:cxn>
                <a:cxn ang="0">
                  <a:pos x="GluePoint18X" y="GluePoint18Y"/>
                </a:cxn>
                <a:cxn ang="0">
                  <a:pos x="GluePoint19X" y="GluePoint19Y"/>
                </a:cxn>
                <a:cxn ang="0">
                  <a:pos x="GluePoint20X" y="GluePoint20Y"/>
                </a:cxn>
                <a:cxn ang="0">
                  <a:pos x="GluePoint21X" y="GluePoint21Y"/>
                </a:cxn>
                <a:cxn ang="0">
                  <a:pos x="GluePoint22X" y="GluePoint22Y"/>
                </a:cxn>
                <a:cxn ang="0">
                  <a:pos x="GluePoint23X" y="GluePoint23Y"/>
                </a:cxn>
                <a:cxn ang="0">
                  <a:pos x="GluePoint24X" y="GluePoint24Y"/>
                </a:cxn>
                <a:cxn ang="0">
                  <a:pos x="GluePoint25X" y="GluePoint25Y"/>
                </a:cxn>
                <a:cxn ang="0">
                  <a:pos x="GluePoint26X" y="GluePoint26Y"/>
                </a:cxn>
                <a:cxn ang="0">
                  <a:pos x="GluePoint27X" y="GluePoint27Y"/>
                </a:cxn>
                <a:cxn ang="0">
                  <a:pos x="GluePoint28X" y="GluePoint28Y"/>
                </a:cxn>
                <a:cxn ang="0">
                  <a:pos x="GluePoint29X" y="GluePoint29Y"/>
                </a:cxn>
                <a:cxn ang="0">
                  <a:pos x="GluePoint30X" y="GluePoint30Y"/>
                </a:cxn>
                <a:cxn ang="0">
                  <a:pos x="GluePoint31X" y="GluePoint31Y"/>
                </a:cxn>
                <a:cxn ang="0">
                  <a:pos x="GluePoint32X" y="GluePoint32Y"/>
                </a:cxn>
                <a:cxn ang="0">
                  <a:pos x="GluePoint33X" y="GluePoint33Y"/>
                </a:cxn>
                <a:cxn ang="0">
                  <a:pos x="GluePoint34X" y="GluePoint34Y"/>
                </a:cxn>
                <a:cxn ang="0">
                  <a:pos x="GluePoint35X" y="GluePoint35Y"/>
                </a:cxn>
                <a:cxn ang="0">
                  <a:pos x="GluePoint36X" y="GluePoint36Y"/>
                </a:cxn>
                <a:cxn ang="0">
                  <a:pos x="GluePoint37X" y="GluePoint37Y"/>
                </a:cxn>
                <a:cxn ang="0">
                  <a:pos x="GluePoint38X" y="GluePoint38Y"/>
                </a:cxn>
                <a:cxn ang="0">
                  <a:pos x="GluePoint39X" y="GluePoint39Y"/>
                </a:cxn>
                <a:cxn ang="0">
                  <a:pos x="GluePoint40X" y="GluePoint40Y"/>
                </a:cxn>
                <a:cxn ang="0">
                  <a:pos x="GluePoint41X" y="GluePoint41Y"/>
                </a:cxn>
              </a:cxnLst>
              <a:rect l="textAreaLeft" t="textAreaTop" r="textAreaRight" b="textAreaBottom"/>
              <a:pathLst>
                <a:path w="1195101" h="1204626">
                  <a:moveTo>
                    <a:pt x="372618" y="571786"/>
                  </a:moveTo>
                  <a:cubicBezTo>
                    <a:pt x="372618" y="571786"/>
                    <a:pt x="372618" y="136874"/>
                    <a:pt x="372523" y="134303"/>
                  </a:cubicBezTo>
                  <a:cubicBezTo>
                    <a:pt x="372237" y="116967"/>
                    <a:pt x="371761" y="93250"/>
                    <a:pt x="386239" y="86487"/>
                  </a:cubicBezTo>
                  <a:cubicBezTo>
                    <a:pt x="396240" y="82105"/>
                    <a:pt x="493014" y="85630"/>
                    <a:pt x="498348" y="85630"/>
                  </a:cubicBezTo>
                  <a:cubicBezTo>
                    <a:pt x="650938" y="85630"/>
                    <a:pt x="738473" y="174974"/>
                    <a:pt x="738473" y="330518"/>
                  </a:cubicBezTo>
                  <a:cubicBezTo>
                    <a:pt x="738473" y="443960"/>
                    <a:pt x="708374" y="509016"/>
                    <a:pt x="640747" y="541687"/>
                  </a:cubicBezTo>
                  <a:cubicBezTo>
                    <a:pt x="577691" y="571976"/>
                    <a:pt x="372618" y="571786"/>
                    <a:pt x="372618" y="571786"/>
                  </a:cubicBezTo>
                  <a:moveTo>
                    <a:pt x="1186529" y="1129760"/>
                  </a:moveTo>
                  <a:cubicBezTo>
                    <a:pt x="1100138" y="1116235"/>
                    <a:pt x="1074134" y="1106424"/>
                    <a:pt x="1017461" y="1040702"/>
                  </a:cubicBezTo>
                  <a:lnTo>
                    <a:pt x="661797" y="632460"/>
                  </a:lnTo>
                  <a:cubicBezTo>
                    <a:pt x="849059" y="608076"/>
                    <a:pt x="964597" y="484251"/>
                    <a:pt x="964597" y="305371"/>
                  </a:cubicBezTo>
                  <a:cubicBezTo>
                    <a:pt x="964597" y="188976"/>
                    <a:pt x="919544" y="105061"/>
                    <a:pt x="831056" y="55816"/>
                  </a:cubicBezTo>
                  <a:cubicBezTo>
                    <a:pt x="763619" y="18383"/>
                    <a:pt x="670084" y="190"/>
                    <a:pt x="544639" y="190"/>
                  </a:cubicBezTo>
                  <a:cubicBezTo>
                    <a:pt x="507206" y="1143"/>
                    <a:pt x="416909" y="4191"/>
                    <a:pt x="317468" y="4191"/>
                  </a:cubicBezTo>
                  <a:cubicBezTo>
                    <a:pt x="214313" y="4191"/>
                    <a:pt x="191" y="0"/>
                    <a:pt x="191" y="0"/>
                  </a:cubicBezTo>
                  <a:lnTo>
                    <a:pt x="191" y="74866"/>
                  </a:lnTo>
                  <a:lnTo>
                    <a:pt x="15050" y="74866"/>
                  </a:lnTo>
                  <a:cubicBezTo>
                    <a:pt x="71818" y="74486"/>
                    <a:pt x="135731" y="74771"/>
                    <a:pt x="152781" y="128683"/>
                  </a:cubicBezTo>
                  <a:cubicBezTo>
                    <a:pt x="168307" y="175355"/>
                    <a:pt x="168307" y="306896"/>
                    <a:pt x="168307" y="350139"/>
                  </a:cubicBezTo>
                  <a:lnTo>
                    <a:pt x="168307" y="841248"/>
                  </a:lnTo>
                  <a:cubicBezTo>
                    <a:pt x="168307" y="895445"/>
                    <a:pt x="168307" y="977837"/>
                    <a:pt x="161068" y="1034129"/>
                  </a:cubicBezTo>
                  <a:cubicBezTo>
                    <a:pt x="158972" y="1050798"/>
                    <a:pt x="156210" y="1065276"/>
                    <a:pt x="152686" y="1075944"/>
                  </a:cubicBezTo>
                  <a:cubicBezTo>
                    <a:pt x="135350" y="1129665"/>
                    <a:pt x="66104" y="1129665"/>
                    <a:pt x="10382" y="1129665"/>
                  </a:cubicBezTo>
                  <a:lnTo>
                    <a:pt x="0" y="1129665"/>
                  </a:lnTo>
                  <a:lnTo>
                    <a:pt x="0" y="1204532"/>
                  </a:lnTo>
                  <a:cubicBezTo>
                    <a:pt x="0" y="1204532"/>
                    <a:pt x="166783" y="1197102"/>
                    <a:pt x="278225" y="1197102"/>
                  </a:cubicBezTo>
                  <a:cubicBezTo>
                    <a:pt x="374047" y="1197102"/>
                    <a:pt x="540734" y="1204246"/>
                    <a:pt x="540734" y="1204532"/>
                  </a:cubicBezTo>
                  <a:lnTo>
                    <a:pt x="540734" y="1129665"/>
                  </a:lnTo>
                  <a:lnTo>
                    <a:pt x="525971" y="1129665"/>
                  </a:lnTo>
                  <a:cubicBezTo>
                    <a:pt x="470059" y="1129951"/>
                    <a:pt x="406813" y="1129760"/>
                    <a:pt x="388239" y="1075754"/>
                  </a:cubicBezTo>
                  <a:cubicBezTo>
                    <a:pt x="384620" y="1065086"/>
                    <a:pt x="381953" y="1050607"/>
                    <a:pt x="379857" y="1034034"/>
                  </a:cubicBezTo>
                  <a:cubicBezTo>
                    <a:pt x="372618" y="978122"/>
                    <a:pt x="372618" y="898017"/>
                    <a:pt x="372618" y="854297"/>
                  </a:cubicBezTo>
                  <a:lnTo>
                    <a:pt x="372618" y="653510"/>
                  </a:lnTo>
                  <a:cubicBezTo>
                    <a:pt x="439198" y="654082"/>
                    <a:pt x="444913" y="661035"/>
                    <a:pt x="479107" y="702469"/>
                  </a:cubicBezTo>
                  <a:cubicBezTo>
                    <a:pt x="485489" y="710089"/>
                    <a:pt x="492728" y="718756"/>
                    <a:pt x="501110" y="728472"/>
                  </a:cubicBezTo>
                  <a:lnTo>
                    <a:pt x="797909" y="1096804"/>
                  </a:lnTo>
                  <a:lnTo>
                    <a:pt x="885158" y="1204532"/>
                  </a:lnTo>
                  <a:cubicBezTo>
                    <a:pt x="885158" y="1204532"/>
                    <a:pt x="980885" y="1200436"/>
                    <a:pt x="1027366" y="1200436"/>
                  </a:cubicBezTo>
                  <a:cubicBezTo>
                    <a:pt x="1094994" y="1200436"/>
                    <a:pt x="1195102" y="1204627"/>
                    <a:pt x="1195102" y="1204627"/>
                  </a:cubicBezTo>
                  <a:lnTo>
                    <a:pt x="1195102" y="1131094"/>
                  </a:lnTo>
                  <a:lnTo>
                    <a:pt x="1186529" y="1129760"/>
                  </a:lnTo>
                  <a:close/>
                </a:path>
              </a:pathLst>
            </a:custGeom>
            <a:solidFill>
              <a:schemeClr val="bg1"/>
            </a:solidFill>
            <a:ln w="9525">
              <a:noFill/>
            </a:ln>
          </p:spPr>
          <p:style>
            <a:lnRef idx="0"/>
            <a:fillRef idx="0"/>
            <a:effectRef idx="0"/>
            <a:fontRef idx="minor"/>
          </p:style>
          <p:txBody>
            <a:bodyPr lIns="90000" tIns="45000" rIns="90000" bIns="45000" anchor="ctr">
              <a:noAutofit/>
            </a:bodyPr>
            <a:p>
              <a:endParaRPr lang="en-US" sz="1800" b="0" u="none" strike="noStrike">
                <a:solidFill>
                  <a:schemeClr val="dk1"/>
                </a:solidFill>
                <a:effectLst/>
                <a:uFillTx/>
                <a:latin typeface="Arial"/>
              </a:endParaRPr>
            </a:p>
          </p:txBody>
        </p:sp>
      </p:grpSp>
      <p:sp>
        <p:nvSpPr>
          <p:cNvPr id="375" name="Text Placeholder 14"/>
          <p:cNvSpPr/>
          <p:nvPr/>
        </p:nvSpPr>
        <p:spPr>
          <a:xfrm>
            <a:off x="386640" y="3434040"/>
            <a:ext cx="2464560" cy="953280"/>
          </a:xfrm>
          <a:prstGeom prst="rect">
            <a:avLst/>
          </a:prstGeom>
          <a:noFill/>
          <a:ln w="0">
            <a:noFill/>
          </a:ln>
        </p:spPr>
        <p:style>
          <a:lnRef idx="0"/>
          <a:fillRef idx="0"/>
          <a:effectRef idx="0"/>
          <a:fontRef idx="minor"/>
        </p:style>
        <p:txBody>
          <a:bodyPr lIns="90000" tIns="45000" rIns="90000" bIns="45000" anchor="t">
            <a:noAutofit/>
          </a:bodyPr>
          <a:p>
            <a:endParaRPr lang="en-US" sz="2000" b="1" u="none" strike="noStrike">
              <a:solidFill>
                <a:srgbClr val="E56B2A"/>
              </a:solidFill>
              <a:effectLst/>
              <a:uFillTx/>
              <a:latin typeface="Arial"/>
            </a:endParaRPr>
          </a:p>
        </p:txBody>
      </p:sp>
      <p:sp>
        <p:nvSpPr>
          <p:cNvPr id="376" name="Rectangle 5"/>
          <p:cNvSpPr/>
          <p:nvPr/>
        </p:nvSpPr>
        <p:spPr>
          <a:xfrm>
            <a:off x="-5040" y="0"/>
            <a:ext cx="12190680" cy="685656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p>
            <a:endParaRPr lang="en-US" sz="1800" b="0" u="none" strike="noStrike">
              <a:solidFill>
                <a:schemeClr val="lt1"/>
              </a:solidFill>
              <a:effectLst/>
              <a:uFillTx/>
              <a:latin typeface="Arial"/>
            </a:endParaRPr>
          </a:p>
        </p:txBody>
      </p:sp>
      <p:sp>
        <p:nvSpPr>
          <p:cNvPr id="377" name="Rectangle 10"/>
          <p:cNvSpPr/>
          <p:nvPr/>
        </p:nvSpPr>
        <p:spPr>
          <a:xfrm>
            <a:off x="-5040" y="6218280"/>
            <a:ext cx="12195360" cy="638280"/>
          </a:xfrm>
          <a:prstGeom prst="rect">
            <a:avLst/>
          </a:prstGeom>
          <a:solidFill>
            <a:srgbClr val="F86901"/>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p>
            <a:endParaRPr lang="en-US" sz="1800" b="0" u="none" strike="noStrike">
              <a:solidFill>
                <a:schemeClr val="lt1"/>
              </a:solidFill>
              <a:effectLst/>
              <a:uFillTx/>
              <a:latin typeface="Arial"/>
            </a:endParaRPr>
          </a:p>
        </p:txBody>
      </p:sp>
      <p:sp>
        <p:nvSpPr>
          <p:cNvPr id="378" name="TextBox 11"/>
          <p:cNvSpPr/>
          <p:nvPr/>
        </p:nvSpPr>
        <p:spPr>
          <a:xfrm>
            <a:off x="11689200" y="6487920"/>
            <a:ext cx="476280" cy="238680"/>
          </a:xfrm>
          <a:prstGeom prst="rect">
            <a:avLst/>
          </a:prstGeom>
          <a:noFill/>
          <a:ln w="0">
            <a:noFill/>
          </a:ln>
        </p:spPr>
        <p:style>
          <a:lnRef idx="0"/>
          <a:fillRef idx="0"/>
          <a:effectRef idx="0"/>
          <a:fontRef idx="minor"/>
        </p:style>
        <p:txBody>
          <a:bodyPr lIns="90000" tIns="45000" rIns="90000" bIns="45000" anchor="t">
            <a:spAutoFit/>
          </a:bodyPr>
          <a:p>
            <a:pPr defTabSz="914400">
              <a:lnSpc>
                <a:spcPct val="80000"/>
              </a:lnSpc>
            </a:pPr>
            <a:r>
              <a:rPr lang="en-US" sz="1200" b="0" u="none" strike="noStrike">
                <a:solidFill>
                  <a:schemeClr val="lt1"/>
                </a:solidFill>
                <a:effectLst/>
                <a:uFillTx/>
                <a:latin typeface="Georgia"/>
              </a:rPr>
              <a:t> </a:t>
            </a:r>
            <a:fld id="{F6938AED-EA78-4A8B-9B6A-F9D4E5F4157F}" type="slidenum">
              <a:rPr lang="en-US" sz="1130" b="0" u="none" strike="noStrike">
                <a:solidFill>
                  <a:schemeClr val="lt1"/>
                </a:solidFill>
                <a:effectLst/>
                <a:uFillTx/>
                <a:latin typeface="Arial"/>
              </a:rPr>
              <a:t>&lt;number&gt;</a:t>
            </a:fld>
            <a:endParaRPr lang="en-US" sz="1130" b="0" u="none" strike="noStrike">
              <a:solidFill>
                <a:srgbClr val="000000"/>
              </a:solidFill>
              <a:effectLst/>
              <a:uFillTx/>
              <a:latin typeface="Arial"/>
            </a:endParaRPr>
          </a:p>
        </p:txBody>
      </p:sp>
      <p:pic>
        <p:nvPicPr>
          <p:cNvPr id="379" name="Graphic 12"/>
          <p:cNvPicPr/>
          <p:nvPr/>
        </p:nvPicPr>
        <p:blipFill>
          <a:blip r:embed="rId4">
            <a:extLst>
              <a:ext uri="{96DAC541-7B7A-43D3-8B79-37D633B846F1}">
                <asvg:svgBlip xmlns:asvg="http://schemas.microsoft.com/office/drawing/2016/SVG/main" r:embed="rId5"/>
              </a:ext>
            </a:extLst>
          </a:blip>
          <a:stretch/>
        </p:blipFill>
        <p:spPr>
          <a:xfrm>
            <a:off x="9069840" y="6459120"/>
            <a:ext cx="2699280" cy="238680"/>
          </a:xfrm>
          <a:prstGeom prst="rect">
            <a:avLst/>
          </a:prstGeom>
          <a:noFill/>
          <a:ln w="0">
            <a:noFill/>
          </a:ln>
        </p:spPr>
      </p:pic>
      <p:grpSp>
        <p:nvGrpSpPr>
          <p:cNvPr id="380" name="Graphic 22"/>
          <p:cNvGrpSpPr/>
          <p:nvPr/>
        </p:nvGrpSpPr>
        <p:grpSpPr>
          <a:xfrm>
            <a:off x="201960" y="6414120"/>
            <a:ext cx="797760" cy="300600"/>
            <a:chOff x="201960" y="6414120"/>
            <a:chExt cx="797760" cy="300600"/>
          </a:xfrm>
        </p:grpSpPr>
        <p:sp>
          <p:nvSpPr>
            <p:cNvPr id="381" name="Freeform 14"/>
            <p:cNvSpPr/>
            <p:nvPr/>
          </p:nvSpPr>
          <p:spPr>
            <a:xfrm>
              <a:off x="540720" y="6414120"/>
              <a:ext cx="135720" cy="300240"/>
            </a:xfrm>
            <a:custGeom>
              <a:avLst/>
              <a:gdLst>
                <a:gd name="textAreaLeft" fmla="*/ 0 w 135720"/>
                <a:gd name="textAreaRight" fmla="*/ 137160 w 135720"/>
                <a:gd name="textAreaTop" fmla="*/ 0 h 300240"/>
                <a:gd name="textAreaBottom" fmla="*/ 301680 h 300240"/>
                <a:gd name="GluePoint1X" fmla="*/ 393478 w 547877"/>
                <a:gd name="GluePoint1Y" fmla="*/ 129064 h 1204531"/>
                <a:gd name="GluePoint2X" fmla="*/ 537686 w 547877"/>
                <a:gd name="GluePoint2Y" fmla="*/ 74771 h 1204531"/>
                <a:gd name="GluePoint3X" fmla="*/ 547878 w 547877"/>
                <a:gd name="GluePoint3Y" fmla="*/ 74771 h 1204531"/>
                <a:gd name="GluePoint4X" fmla="*/ 547878 w 547877"/>
                <a:gd name="GluePoint4Y" fmla="*/ 0 h 1204531"/>
                <a:gd name="GluePoint5X" fmla="*/ 267938 w 547877"/>
                <a:gd name="GluePoint5Y" fmla="*/ 4667 h 1204531"/>
                <a:gd name="GluePoint6X" fmla="*/ 0 w 547877"/>
                <a:gd name="GluePoint6Y" fmla="*/ 0 h 1204531"/>
                <a:gd name="GluePoint7X" fmla="*/ 0 w 547877"/>
                <a:gd name="GluePoint7Y" fmla="*/ 74771 h 1204531"/>
                <a:gd name="GluePoint8X" fmla="*/ 10192 w 547877"/>
                <a:gd name="GluePoint8Y" fmla="*/ 74771 h 1204531"/>
                <a:gd name="GluePoint9X" fmla="*/ 154400 w 547877"/>
                <a:gd name="GluePoint9Y" fmla="*/ 128968 h 1204531"/>
                <a:gd name="GluePoint10X" fmla="*/ 171640 w 547877"/>
                <a:gd name="GluePoint10Y" fmla="*/ 363188 h 1204531"/>
                <a:gd name="GluePoint11X" fmla="*/ 171640 w 547877"/>
                <a:gd name="GluePoint11Y" fmla="*/ 841153 h 1204531"/>
                <a:gd name="GluePoint12X" fmla="*/ 154496 w 547877"/>
                <a:gd name="GluePoint12Y" fmla="*/ 1075373 h 1204531"/>
                <a:gd name="GluePoint13X" fmla="*/ 10192 w 547877"/>
                <a:gd name="GluePoint13Y" fmla="*/ 1129569 h 1204531"/>
                <a:gd name="GluePoint14X" fmla="*/ 0 w 547877"/>
                <a:gd name="GluePoint14Y" fmla="*/ 1129569 h 1204531"/>
                <a:gd name="GluePoint15X" fmla="*/ 0 w 547877"/>
                <a:gd name="GluePoint15Y" fmla="*/ 1204531 h 1204531"/>
                <a:gd name="GluePoint16X" fmla="*/ 268224 w 547877"/>
                <a:gd name="GluePoint16Y" fmla="*/ 1197102 h 1204531"/>
                <a:gd name="GluePoint17X" fmla="*/ 547878 w 547877"/>
                <a:gd name="GluePoint17Y" fmla="*/ 1204531 h 1204531"/>
                <a:gd name="GluePoint18X" fmla="*/ 547878 w 547877"/>
                <a:gd name="GluePoint18Y" fmla="*/ 1129569 h 1204531"/>
                <a:gd name="GluePoint19X" fmla="*/ 537686 w 547877"/>
                <a:gd name="GluePoint19Y" fmla="*/ 1129569 h 1204531"/>
                <a:gd name="GluePoint20X" fmla="*/ 393478 w 547877"/>
                <a:gd name="GluePoint20Y" fmla="*/ 1075468 h 1204531"/>
                <a:gd name="GluePoint21X" fmla="*/ 376333 w 547877"/>
                <a:gd name="GluePoint21Y" fmla="*/ 841153 h 1204531"/>
                <a:gd name="GluePoint22X" fmla="*/ 376333 w 547877"/>
                <a:gd name="GluePoint22Y" fmla="*/ 363188 h 1204531"/>
                <a:gd name="GluePoint23X" fmla="*/ 393478 w 547877"/>
                <a:gd name="GluePoint23Y" fmla="*/ 129064 h 1204531"/>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 ang="0">
                  <a:pos x="GluePoint16X" y="GluePoint16Y"/>
                </a:cxn>
                <a:cxn ang="0">
                  <a:pos x="GluePoint17X" y="GluePoint17Y"/>
                </a:cxn>
                <a:cxn ang="0">
                  <a:pos x="GluePoint18X" y="GluePoint18Y"/>
                </a:cxn>
                <a:cxn ang="0">
                  <a:pos x="GluePoint19X" y="GluePoint19Y"/>
                </a:cxn>
                <a:cxn ang="0">
                  <a:pos x="GluePoint20X" y="GluePoint20Y"/>
                </a:cxn>
                <a:cxn ang="0">
                  <a:pos x="GluePoint21X" y="GluePoint21Y"/>
                </a:cxn>
                <a:cxn ang="0">
                  <a:pos x="GluePoint22X" y="GluePoint22Y"/>
                </a:cxn>
                <a:cxn ang="0">
                  <a:pos x="GluePoint23X" y="GluePoint23Y"/>
                </a:cxn>
              </a:cxnLst>
              <a:rect l="textAreaLeft" t="textAreaTop" r="textAreaRight" b="textAreaBottom"/>
              <a:pathLst>
                <a:path w="547877" h="1204531">
                  <a:moveTo>
                    <a:pt x="393478" y="129064"/>
                  </a:moveTo>
                  <a:cubicBezTo>
                    <a:pt x="414242" y="74771"/>
                    <a:pt x="482727" y="74771"/>
                    <a:pt x="537686" y="74771"/>
                  </a:cubicBezTo>
                  <a:lnTo>
                    <a:pt x="547878" y="74771"/>
                  </a:lnTo>
                  <a:lnTo>
                    <a:pt x="547878" y="0"/>
                  </a:lnTo>
                  <a:cubicBezTo>
                    <a:pt x="547878" y="0"/>
                    <a:pt x="333565" y="4667"/>
                    <a:pt x="267938" y="4667"/>
                  </a:cubicBezTo>
                  <a:cubicBezTo>
                    <a:pt x="200406" y="4667"/>
                    <a:pt x="0" y="0"/>
                    <a:pt x="0" y="0"/>
                  </a:cubicBezTo>
                  <a:lnTo>
                    <a:pt x="0" y="74771"/>
                  </a:lnTo>
                  <a:lnTo>
                    <a:pt x="10192" y="74771"/>
                  </a:lnTo>
                  <a:cubicBezTo>
                    <a:pt x="65246" y="74771"/>
                    <a:pt x="133731" y="74771"/>
                    <a:pt x="154400" y="128968"/>
                  </a:cubicBezTo>
                  <a:cubicBezTo>
                    <a:pt x="171640" y="175450"/>
                    <a:pt x="171640" y="307086"/>
                    <a:pt x="171640" y="363188"/>
                  </a:cubicBezTo>
                  <a:lnTo>
                    <a:pt x="171640" y="841153"/>
                  </a:lnTo>
                  <a:cubicBezTo>
                    <a:pt x="171640" y="897350"/>
                    <a:pt x="171640" y="1028890"/>
                    <a:pt x="154496" y="1075373"/>
                  </a:cubicBezTo>
                  <a:cubicBezTo>
                    <a:pt x="133731" y="1129569"/>
                    <a:pt x="65246" y="1129569"/>
                    <a:pt x="10192" y="1129569"/>
                  </a:cubicBezTo>
                  <a:lnTo>
                    <a:pt x="0" y="1129569"/>
                  </a:lnTo>
                  <a:lnTo>
                    <a:pt x="0" y="1204531"/>
                  </a:lnTo>
                  <a:cubicBezTo>
                    <a:pt x="0" y="1204341"/>
                    <a:pt x="173260" y="1197102"/>
                    <a:pt x="268224" y="1197102"/>
                  </a:cubicBezTo>
                  <a:cubicBezTo>
                    <a:pt x="377476" y="1197102"/>
                    <a:pt x="547878" y="1204531"/>
                    <a:pt x="547878" y="1204531"/>
                  </a:cubicBezTo>
                  <a:lnTo>
                    <a:pt x="547878" y="1129569"/>
                  </a:lnTo>
                  <a:lnTo>
                    <a:pt x="537686" y="1129569"/>
                  </a:lnTo>
                  <a:cubicBezTo>
                    <a:pt x="482727" y="1129569"/>
                    <a:pt x="414242" y="1129569"/>
                    <a:pt x="393478" y="1075468"/>
                  </a:cubicBezTo>
                  <a:cubicBezTo>
                    <a:pt x="376333" y="1028890"/>
                    <a:pt x="376333" y="897350"/>
                    <a:pt x="376333" y="841153"/>
                  </a:cubicBezTo>
                  <a:lnTo>
                    <a:pt x="376333" y="363188"/>
                  </a:lnTo>
                  <a:cubicBezTo>
                    <a:pt x="376333" y="307086"/>
                    <a:pt x="376333" y="175450"/>
                    <a:pt x="393478" y="129064"/>
                  </a:cubicBezTo>
                </a:path>
              </a:pathLst>
            </a:custGeom>
            <a:solidFill>
              <a:schemeClr val="bg1"/>
            </a:solidFill>
            <a:ln w="9525">
              <a:noFill/>
            </a:ln>
          </p:spPr>
          <p:style>
            <a:lnRef idx="0"/>
            <a:fillRef idx="0"/>
            <a:effectRef idx="0"/>
            <a:fontRef idx="minor"/>
          </p:style>
          <p:txBody>
            <a:bodyPr lIns="68040" tIns="45000" rIns="68040" bIns="45000" anchor="ctr">
              <a:noAutofit/>
            </a:bodyPr>
            <a:p>
              <a:endParaRPr lang="en-US" sz="1800" b="0" u="none" strike="noStrike">
                <a:solidFill>
                  <a:schemeClr val="dk1"/>
                </a:solidFill>
                <a:effectLst/>
                <a:uFillTx/>
                <a:latin typeface="Arial"/>
              </a:endParaRPr>
            </a:p>
          </p:txBody>
        </p:sp>
        <p:sp>
          <p:nvSpPr>
            <p:cNvPr id="382" name="Freeform 15"/>
            <p:cNvSpPr/>
            <p:nvPr/>
          </p:nvSpPr>
          <p:spPr>
            <a:xfrm>
              <a:off x="718920" y="6414480"/>
              <a:ext cx="280800" cy="300240"/>
            </a:xfrm>
            <a:custGeom>
              <a:avLst/>
              <a:gdLst>
                <a:gd name="textAreaLeft" fmla="*/ 0 w 280800"/>
                <a:gd name="textAreaRight" fmla="*/ 282240 w 280800"/>
                <a:gd name="textAreaTop" fmla="*/ 0 h 300240"/>
                <a:gd name="textAreaBottom" fmla="*/ 301680 h 300240"/>
                <a:gd name="GluePoint1X" fmla="*/ 0 w 1126902"/>
                <a:gd name="GluePoint1Y" fmla="*/ 0 h 1204245"/>
                <a:gd name="GluePoint2X" fmla="*/ 0 w 1126902"/>
                <a:gd name="GluePoint2Y" fmla="*/ 312420 h 1204245"/>
                <a:gd name="GluePoint3X" fmla="*/ 74295 w 1126902"/>
                <a:gd name="GluePoint3Y" fmla="*/ 312420 h 1204245"/>
                <a:gd name="GluePoint4X" fmla="*/ 74581 w 1126902"/>
                <a:gd name="GluePoint4Y" fmla="*/ 302609 h 1204245"/>
                <a:gd name="GluePoint5X" fmla="*/ 334328 w 1126902"/>
                <a:gd name="GluePoint5Y" fmla="*/ 90773 h 1204245"/>
                <a:gd name="GluePoint6X" fmla="*/ 352330 w 1126902"/>
                <a:gd name="GluePoint6Y" fmla="*/ 90678 h 1204245"/>
                <a:gd name="GluePoint7X" fmla="*/ 453200 w 1126902"/>
                <a:gd name="GluePoint7Y" fmla="*/ 106204 h 1204245"/>
                <a:gd name="GluePoint8X" fmla="*/ 461201 w 1126902"/>
                <a:gd name="GluePoint8Y" fmla="*/ 128873 h 1204245"/>
                <a:gd name="GluePoint9X" fmla="*/ 461201 w 1126902"/>
                <a:gd name="GluePoint9Y" fmla="*/ 950119 h 1204245"/>
                <a:gd name="GluePoint10X" fmla="*/ 272510 w 1126902"/>
                <a:gd name="GluePoint10Y" fmla="*/ 1129475 h 1204245"/>
                <a:gd name="GluePoint11X" fmla="*/ 262700 w 1126902"/>
                <a:gd name="GluePoint11Y" fmla="*/ 1129856 h 1204245"/>
                <a:gd name="GluePoint12X" fmla="*/ 262700 w 1126902"/>
                <a:gd name="GluePoint12Y" fmla="*/ 1204246 h 1204245"/>
                <a:gd name="GluePoint13X" fmla="*/ 578548 w 1126902"/>
                <a:gd name="GluePoint13Y" fmla="*/ 1196911 h 1204245"/>
                <a:gd name="GluePoint14X" fmla="*/ 864203 w 1126902"/>
                <a:gd name="GluePoint14Y" fmla="*/ 1204246 h 1204245"/>
                <a:gd name="GluePoint15X" fmla="*/ 864203 w 1126902"/>
                <a:gd name="GluePoint15Y" fmla="*/ 1129856 h 1204245"/>
                <a:gd name="GluePoint16X" fmla="*/ 854393 w 1126902"/>
                <a:gd name="GluePoint16Y" fmla="*/ 1129475 h 1204245"/>
                <a:gd name="GluePoint17X" fmla="*/ 665702 w 1126902"/>
                <a:gd name="GluePoint17Y" fmla="*/ 950119 h 1204245"/>
                <a:gd name="GluePoint18X" fmla="*/ 665702 w 1126902"/>
                <a:gd name="GluePoint18Y" fmla="*/ 128873 h 1204245"/>
                <a:gd name="GluePoint19X" fmla="*/ 673608 w 1126902"/>
                <a:gd name="GluePoint19Y" fmla="*/ 108490 h 1204245"/>
                <a:gd name="GluePoint20X" fmla="*/ 791718 w 1126902"/>
                <a:gd name="GluePoint20Y" fmla="*/ 90488 h 1204245"/>
                <a:gd name="GluePoint21X" fmla="*/ 815912 w 1126902"/>
                <a:gd name="GluePoint21Y" fmla="*/ 90773 h 1204245"/>
                <a:gd name="GluePoint22X" fmla="*/ 1052513 w 1126902"/>
                <a:gd name="GluePoint22Y" fmla="*/ 302895 h 1204245"/>
                <a:gd name="GluePoint23X" fmla="*/ 1053084 w 1126902"/>
                <a:gd name="GluePoint23Y" fmla="*/ 312420 h 1204245"/>
                <a:gd name="GluePoint24X" fmla="*/ 1126903 w 1126902"/>
                <a:gd name="GluePoint24Y" fmla="*/ 312420 h 1204245"/>
                <a:gd name="GluePoint25X" fmla="*/ 1126903 w 1126902"/>
                <a:gd name="GluePoint25Y" fmla="*/ 0 h 1204245"/>
                <a:gd name="GluePoint26X" fmla="*/ 563404 w 1126902"/>
                <a:gd name="GluePoint26Y" fmla="*/ 2857 h 1204245"/>
                <a:gd name="GluePoint27X" fmla="*/ 0 w 1126902"/>
                <a:gd name="GluePoint27Y" fmla="*/ 0 h 1204245"/>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 ang="0">
                  <a:pos x="GluePoint16X" y="GluePoint16Y"/>
                </a:cxn>
                <a:cxn ang="0">
                  <a:pos x="GluePoint17X" y="GluePoint17Y"/>
                </a:cxn>
                <a:cxn ang="0">
                  <a:pos x="GluePoint18X" y="GluePoint18Y"/>
                </a:cxn>
                <a:cxn ang="0">
                  <a:pos x="GluePoint19X" y="GluePoint19Y"/>
                </a:cxn>
                <a:cxn ang="0">
                  <a:pos x="GluePoint20X" y="GluePoint20Y"/>
                </a:cxn>
                <a:cxn ang="0">
                  <a:pos x="GluePoint21X" y="GluePoint21Y"/>
                </a:cxn>
                <a:cxn ang="0">
                  <a:pos x="GluePoint22X" y="GluePoint22Y"/>
                </a:cxn>
                <a:cxn ang="0">
                  <a:pos x="GluePoint23X" y="GluePoint23Y"/>
                </a:cxn>
                <a:cxn ang="0">
                  <a:pos x="GluePoint24X" y="GluePoint24Y"/>
                </a:cxn>
                <a:cxn ang="0">
                  <a:pos x="GluePoint25X" y="GluePoint25Y"/>
                </a:cxn>
                <a:cxn ang="0">
                  <a:pos x="GluePoint26X" y="GluePoint26Y"/>
                </a:cxn>
                <a:cxn ang="0">
                  <a:pos x="GluePoint27X" y="GluePoint27Y"/>
                </a:cxn>
              </a:cxnLst>
              <a:rect l="textAreaLeft" t="textAreaTop" r="textAreaRight" b="textAreaBottom"/>
              <a:pathLst>
                <a:path w="1126902" h="1204245">
                  <a:moveTo>
                    <a:pt x="0" y="0"/>
                  </a:moveTo>
                  <a:lnTo>
                    <a:pt x="0" y="312420"/>
                  </a:lnTo>
                  <a:lnTo>
                    <a:pt x="74295" y="312420"/>
                  </a:lnTo>
                  <a:lnTo>
                    <a:pt x="74581" y="302609"/>
                  </a:lnTo>
                  <a:cubicBezTo>
                    <a:pt x="81344" y="99346"/>
                    <a:pt x="159163" y="90773"/>
                    <a:pt x="334328" y="90773"/>
                  </a:cubicBezTo>
                  <a:cubicBezTo>
                    <a:pt x="340328" y="90773"/>
                    <a:pt x="346424" y="90773"/>
                    <a:pt x="352330" y="90678"/>
                  </a:cubicBezTo>
                  <a:cubicBezTo>
                    <a:pt x="395859" y="90392"/>
                    <a:pt x="437007" y="90106"/>
                    <a:pt x="453200" y="106204"/>
                  </a:cubicBezTo>
                  <a:cubicBezTo>
                    <a:pt x="458629" y="111538"/>
                    <a:pt x="461201" y="118967"/>
                    <a:pt x="461201" y="128873"/>
                  </a:cubicBezTo>
                  <a:lnTo>
                    <a:pt x="461201" y="950119"/>
                  </a:lnTo>
                  <a:cubicBezTo>
                    <a:pt x="461201" y="1072039"/>
                    <a:pt x="444151" y="1122426"/>
                    <a:pt x="272510" y="1129475"/>
                  </a:cubicBezTo>
                  <a:lnTo>
                    <a:pt x="262700" y="1129856"/>
                  </a:lnTo>
                  <a:lnTo>
                    <a:pt x="262700" y="1204246"/>
                  </a:lnTo>
                  <a:cubicBezTo>
                    <a:pt x="262700" y="1204246"/>
                    <a:pt x="462725" y="1196911"/>
                    <a:pt x="578548" y="1196911"/>
                  </a:cubicBezTo>
                  <a:cubicBezTo>
                    <a:pt x="666941" y="1196911"/>
                    <a:pt x="864203" y="1204246"/>
                    <a:pt x="864203" y="1204246"/>
                  </a:cubicBezTo>
                  <a:lnTo>
                    <a:pt x="864203" y="1129856"/>
                  </a:lnTo>
                  <a:lnTo>
                    <a:pt x="854393" y="1129475"/>
                  </a:lnTo>
                  <a:cubicBezTo>
                    <a:pt x="682752" y="1122426"/>
                    <a:pt x="665702" y="1072039"/>
                    <a:pt x="665702" y="950119"/>
                  </a:cubicBezTo>
                  <a:lnTo>
                    <a:pt x="665702" y="128873"/>
                  </a:lnTo>
                  <a:cubicBezTo>
                    <a:pt x="665702" y="120396"/>
                    <a:pt x="668369" y="113729"/>
                    <a:pt x="673608" y="108490"/>
                  </a:cubicBezTo>
                  <a:cubicBezTo>
                    <a:pt x="693420" y="89059"/>
                    <a:pt x="747903" y="89821"/>
                    <a:pt x="791718" y="90488"/>
                  </a:cubicBezTo>
                  <a:cubicBezTo>
                    <a:pt x="800005" y="90583"/>
                    <a:pt x="808196" y="90773"/>
                    <a:pt x="815912" y="90773"/>
                  </a:cubicBezTo>
                  <a:cubicBezTo>
                    <a:pt x="987267" y="90773"/>
                    <a:pt x="1042511" y="140303"/>
                    <a:pt x="1052513" y="302895"/>
                  </a:cubicBezTo>
                  <a:lnTo>
                    <a:pt x="1053084" y="312420"/>
                  </a:lnTo>
                  <a:lnTo>
                    <a:pt x="1126903" y="312420"/>
                  </a:lnTo>
                  <a:lnTo>
                    <a:pt x="1126903" y="0"/>
                  </a:lnTo>
                  <a:cubicBezTo>
                    <a:pt x="1126903" y="0"/>
                    <a:pt x="694468" y="2857"/>
                    <a:pt x="563404" y="2857"/>
                  </a:cubicBezTo>
                  <a:cubicBezTo>
                    <a:pt x="432340" y="2857"/>
                    <a:pt x="0" y="0"/>
                    <a:pt x="0" y="0"/>
                  </a:cubicBezTo>
                </a:path>
              </a:pathLst>
            </a:custGeom>
            <a:solidFill>
              <a:schemeClr val="bg1"/>
            </a:solidFill>
            <a:ln w="9525">
              <a:noFill/>
            </a:ln>
          </p:spPr>
          <p:style>
            <a:lnRef idx="0"/>
            <a:fillRef idx="0"/>
            <a:effectRef idx="0"/>
            <a:fontRef idx="minor"/>
          </p:style>
          <p:txBody>
            <a:bodyPr lIns="90000" tIns="45000" rIns="90000" bIns="45000" anchor="ctr">
              <a:noAutofit/>
            </a:bodyPr>
            <a:p>
              <a:endParaRPr lang="en-US" sz="1800" b="0" u="none" strike="noStrike">
                <a:solidFill>
                  <a:schemeClr val="dk1"/>
                </a:solidFill>
                <a:effectLst/>
                <a:uFillTx/>
                <a:latin typeface="Arial"/>
              </a:endParaRPr>
            </a:p>
          </p:txBody>
        </p:sp>
        <p:sp>
          <p:nvSpPr>
            <p:cNvPr id="383" name="Freeform 17"/>
            <p:cNvSpPr/>
            <p:nvPr/>
          </p:nvSpPr>
          <p:spPr>
            <a:xfrm>
              <a:off x="201960" y="6414120"/>
              <a:ext cx="297720" cy="300240"/>
            </a:xfrm>
            <a:custGeom>
              <a:avLst/>
              <a:gdLst>
                <a:gd name="textAreaLeft" fmla="*/ 0 w 297720"/>
                <a:gd name="textAreaRight" fmla="*/ 299160 w 297720"/>
                <a:gd name="textAreaTop" fmla="*/ 0 h 300240"/>
                <a:gd name="textAreaBottom" fmla="*/ 301680 h 300240"/>
                <a:gd name="GluePoint1X" fmla="*/ 372618 w 1195101"/>
                <a:gd name="GluePoint1Y" fmla="*/ 571786 h 1204626"/>
                <a:gd name="GluePoint2X" fmla="*/ 372523 w 1195101"/>
                <a:gd name="GluePoint2Y" fmla="*/ 134303 h 1204626"/>
                <a:gd name="GluePoint3X" fmla="*/ 386239 w 1195101"/>
                <a:gd name="GluePoint3Y" fmla="*/ 86487 h 1204626"/>
                <a:gd name="GluePoint4X" fmla="*/ 498348 w 1195101"/>
                <a:gd name="GluePoint4Y" fmla="*/ 85630 h 1204626"/>
                <a:gd name="GluePoint5X" fmla="*/ 738473 w 1195101"/>
                <a:gd name="GluePoint5Y" fmla="*/ 330518 h 1204626"/>
                <a:gd name="GluePoint6X" fmla="*/ 640747 w 1195101"/>
                <a:gd name="GluePoint6Y" fmla="*/ 541687 h 1204626"/>
                <a:gd name="GluePoint7X" fmla="*/ 372618 w 1195101"/>
                <a:gd name="GluePoint7Y" fmla="*/ 571786 h 1204626"/>
                <a:gd name="GluePoint8X" fmla="*/ 1186529 w 1195101"/>
                <a:gd name="GluePoint8Y" fmla="*/ 1129760 h 1204626"/>
                <a:gd name="GluePoint9X" fmla="*/ 1017461 w 1195101"/>
                <a:gd name="GluePoint9Y" fmla="*/ 1040702 h 1204626"/>
                <a:gd name="GluePoint10X" fmla="*/ 661797 w 1195101"/>
                <a:gd name="GluePoint10Y" fmla="*/ 632460 h 1204626"/>
                <a:gd name="GluePoint11X" fmla="*/ 964597 w 1195101"/>
                <a:gd name="GluePoint11Y" fmla="*/ 305371 h 1204626"/>
                <a:gd name="GluePoint12X" fmla="*/ 831056 w 1195101"/>
                <a:gd name="GluePoint12Y" fmla="*/ 55816 h 1204626"/>
                <a:gd name="GluePoint13X" fmla="*/ 544639 w 1195101"/>
                <a:gd name="GluePoint13Y" fmla="*/ 190 h 1204626"/>
                <a:gd name="GluePoint14X" fmla="*/ 317468 w 1195101"/>
                <a:gd name="GluePoint14Y" fmla="*/ 4191 h 1204626"/>
                <a:gd name="GluePoint15X" fmla="*/ 191 w 1195101"/>
                <a:gd name="GluePoint15Y" fmla="*/ 0 h 1204626"/>
                <a:gd name="GluePoint16X" fmla="*/ 191 w 1195101"/>
                <a:gd name="GluePoint16Y" fmla="*/ 74866 h 1204626"/>
                <a:gd name="GluePoint17X" fmla="*/ 15050 w 1195101"/>
                <a:gd name="GluePoint17Y" fmla="*/ 74866 h 1204626"/>
                <a:gd name="GluePoint18X" fmla="*/ 152781 w 1195101"/>
                <a:gd name="GluePoint18Y" fmla="*/ 128683 h 1204626"/>
                <a:gd name="GluePoint19X" fmla="*/ 168307 w 1195101"/>
                <a:gd name="GluePoint19Y" fmla="*/ 350139 h 1204626"/>
                <a:gd name="GluePoint20X" fmla="*/ 168307 w 1195101"/>
                <a:gd name="GluePoint20Y" fmla="*/ 841248 h 1204626"/>
                <a:gd name="GluePoint21X" fmla="*/ 161068 w 1195101"/>
                <a:gd name="GluePoint21Y" fmla="*/ 1034129 h 1204626"/>
                <a:gd name="GluePoint22X" fmla="*/ 152686 w 1195101"/>
                <a:gd name="GluePoint22Y" fmla="*/ 1075944 h 1204626"/>
                <a:gd name="GluePoint23X" fmla="*/ 10382 w 1195101"/>
                <a:gd name="GluePoint23Y" fmla="*/ 1129665 h 1204626"/>
                <a:gd name="GluePoint24X" fmla="*/ 0 w 1195101"/>
                <a:gd name="GluePoint24Y" fmla="*/ 1129665 h 1204626"/>
                <a:gd name="GluePoint25X" fmla="*/ 0 w 1195101"/>
                <a:gd name="GluePoint25Y" fmla="*/ 1204532 h 1204626"/>
                <a:gd name="GluePoint26X" fmla="*/ 278225 w 1195101"/>
                <a:gd name="GluePoint26Y" fmla="*/ 1197102 h 1204626"/>
                <a:gd name="GluePoint27X" fmla="*/ 540734 w 1195101"/>
                <a:gd name="GluePoint27Y" fmla="*/ 1204532 h 1204626"/>
                <a:gd name="GluePoint28X" fmla="*/ 540734 w 1195101"/>
                <a:gd name="GluePoint28Y" fmla="*/ 1129665 h 1204626"/>
                <a:gd name="GluePoint29X" fmla="*/ 525971 w 1195101"/>
                <a:gd name="GluePoint29Y" fmla="*/ 1129665 h 1204626"/>
                <a:gd name="GluePoint30X" fmla="*/ 388239 w 1195101"/>
                <a:gd name="GluePoint30Y" fmla="*/ 1075754 h 1204626"/>
                <a:gd name="GluePoint31X" fmla="*/ 379857 w 1195101"/>
                <a:gd name="GluePoint31Y" fmla="*/ 1034034 h 1204626"/>
                <a:gd name="GluePoint32X" fmla="*/ 372618 w 1195101"/>
                <a:gd name="GluePoint32Y" fmla="*/ 854297 h 1204626"/>
                <a:gd name="GluePoint33X" fmla="*/ 372618 w 1195101"/>
                <a:gd name="GluePoint33Y" fmla="*/ 653510 h 1204626"/>
                <a:gd name="GluePoint34X" fmla="*/ 479107 w 1195101"/>
                <a:gd name="GluePoint34Y" fmla="*/ 702469 h 1204626"/>
                <a:gd name="GluePoint35X" fmla="*/ 501110 w 1195101"/>
                <a:gd name="GluePoint35Y" fmla="*/ 728472 h 1204626"/>
                <a:gd name="GluePoint36X" fmla="*/ 797909 w 1195101"/>
                <a:gd name="GluePoint36Y" fmla="*/ 1096804 h 1204626"/>
                <a:gd name="GluePoint37X" fmla="*/ 885158 w 1195101"/>
                <a:gd name="GluePoint37Y" fmla="*/ 1204532 h 1204626"/>
                <a:gd name="GluePoint38X" fmla="*/ 1027366 w 1195101"/>
                <a:gd name="GluePoint38Y" fmla="*/ 1200436 h 1204626"/>
                <a:gd name="GluePoint39X" fmla="*/ 1195102 w 1195101"/>
                <a:gd name="GluePoint39Y" fmla="*/ 1204627 h 1204626"/>
                <a:gd name="GluePoint40X" fmla="*/ 1195102 w 1195101"/>
                <a:gd name="GluePoint40Y" fmla="*/ 1131094 h 1204626"/>
                <a:gd name="GluePoint41X" fmla="*/ 1186529 w 1195101"/>
                <a:gd name="GluePoint41Y" fmla="*/ 1129760 h 1204626"/>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 ang="0">
                  <a:pos x="GluePoint16X" y="GluePoint16Y"/>
                </a:cxn>
                <a:cxn ang="0">
                  <a:pos x="GluePoint17X" y="GluePoint17Y"/>
                </a:cxn>
                <a:cxn ang="0">
                  <a:pos x="GluePoint18X" y="GluePoint18Y"/>
                </a:cxn>
                <a:cxn ang="0">
                  <a:pos x="GluePoint19X" y="GluePoint19Y"/>
                </a:cxn>
                <a:cxn ang="0">
                  <a:pos x="GluePoint20X" y="GluePoint20Y"/>
                </a:cxn>
                <a:cxn ang="0">
                  <a:pos x="GluePoint21X" y="GluePoint21Y"/>
                </a:cxn>
                <a:cxn ang="0">
                  <a:pos x="GluePoint22X" y="GluePoint22Y"/>
                </a:cxn>
                <a:cxn ang="0">
                  <a:pos x="GluePoint23X" y="GluePoint23Y"/>
                </a:cxn>
                <a:cxn ang="0">
                  <a:pos x="GluePoint24X" y="GluePoint24Y"/>
                </a:cxn>
                <a:cxn ang="0">
                  <a:pos x="GluePoint25X" y="GluePoint25Y"/>
                </a:cxn>
                <a:cxn ang="0">
                  <a:pos x="GluePoint26X" y="GluePoint26Y"/>
                </a:cxn>
                <a:cxn ang="0">
                  <a:pos x="GluePoint27X" y="GluePoint27Y"/>
                </a:cxn>
                <a:cxn ang="0">
                  <a:pos x="GluePoint28X" y="GluePoint28Y"/>
                </a:cxn>
                <a:cxn ang="0">
                  <a:pos x="GluePoint29X" y="GluePoint29Y"/>
                </a:cxn>
                <a:cxn ang="0">
                  <a:pos x="GluePoint30X" y="GluePoint30Y"/>
                </a:cxn>
                <a:cxn ang="0">
                  <a:pos x="GluePoint31X" y="GluePoint31Y"/>
                </a:cxn>
                <a:cxn ang="0">
                  <a:pos x="GluePoint32X" y="GluePoint32Y"/>
                </a:cxn>
                <a:cxn ang="0">
                  <a:pos x="GluePoint33X" y="GluePoint33Y"/>
                </a:cxn>
                <a:cxn ang="0">
                  <a:pos x="GluePoint34X" y="GluePoint34Y"/>
                </a:cxn>
                <a:cxn ang="0">
                  <a:pos x="GluePoint35X" y="GluePoint35Y"/>
                </a:cxn>
                <a:cxn ang="0">
                  <a:pos x="GluePoint36X" y="GluePoint36Y"/>
                </a:cxn>
                <a:cxn ang="0">
                  <a:pos x="GluePoint37X" y="GluePoint37Y"/>
                </a:cxn>
                <a:cxn ang="0">
                  <a:pos x="GluePoint38X" y="GluePoint38Y"/>
                </a:cxn>
                <a:cxn ang="0">
                  <a:pos x="GluePoint39X" y="GluePoint39Y"/>
                </a:cxn>
                <a:cxn ang="0">
                  <a:pos x="GluePoint40X" y="GluePoint40Y"/>
                </a:cxn>
                <a:cxn ang="0">
                  <a:pos x="GluePoint41X" y="GluePoint41Y"/>
                </a:cxn>
              </a:cxnLst>
              <a:rect l="textAreaLeft" t="textAreaTop" r="textAreaRight" b="textAreaBottom"/>
              <a:pathLst>
                <a:path w="1195101" h="1204626">
                  <a:moveTo>
                    <a:pt x="372618" y="571786"/>
                  </a:moveTo>
                  <a:cubicBezTo>
                    <a:pt x="372618" y="571786"/>
                    <a:pt x="372618" y="136874"/>
                    <a:pt x="372523" y="134303"/>
                  </a:cubicBezTo>
                  <a:cubicBezTo>
                    <a:pt x="372237" y="116967"/>
                    <a:pt x="371761" y="93250"/>
                    <a:pt x="386239" y="86487"/>
                  </a:cubicBezTo>
                  <a:cubicBezTo>
                    <a:pt x="396240" y="82105"/>
                    <a:pt x="493014" y="85630"/>
                    <a:pt x="498348" y="85630"/>
                  </a:cubicBezTo>
                  <a:cubicBezTo>
                    <a:pt x="650938" y="85630"/>
                    <a:pt x="738473" y="174974"/>
                    <a:pt x="738473" y="330518"/>
                  </a:cubicBezTo>
                  <a:cubicBezTo>
                    <a:pt x="738473" y="443960"/>
                    <a:pt x="708374" y="509016"/>
                    <a:pt x="640747" y="541687"/>
                  </a:cubicBezTo>
                  <a:cubicBezTo>
                    <a:pt x="577691" y="571976"/>
                    <a:pt x="372618" y="571786"/>
                    <a:pt x="372618" y="571786"/>
                  </a:cubicBezTo>
                  <a:moveTo>
                    <a:pt x="1186529" y="1129760"/>
                  </a:moveTo>
                  <a:cubicBezTo>
                    <a:pt x="1100138" y="1116235"/>
                    <a:pt x="1074134" y="1106424"/>
                    <a:pt x="1017461" y="1040702"/>
                  </a:cubicBezTo>
                  <a:lnTo>
                    <a:pt x="661797" y="632460"/>
                  </a:lnTo>
                  <a:cubicBezTo>
                    <a:pt x="849059" y="608076"/>
                    <a:pt x="964597" y="484251"/>
                    <a:pt x="964597" y="305371"/>
                  </a:cubicBezTo>
                  <a:cubicBezTo>
                    <a:pt x="964597" y="188976"/>
                    <a:pt x="919544" y="105061"/>
                    <a:pt x="831056" y="55816"/>
                  </a:cubicBezTo>
                  <a:cubicBezTo>
                    <a:pt x="763619" y="18383"/>
                    <a:pt x="670084" y="190"/>
                    <a:pt x="544639" y="190"/>
                  </a:cubicBezTo>
                  <a:cubicBezTo>
                    <a:pt x="507206" y="1143"/>
                    <a:pt x="416909" y="4191"/>
                    <a:pt x="317468" y="4191"/>
                  </a:cubicBezTo>
                  <a:cubicBezTo>
                    <a:pt x="214313" y="4191"/>
                    <a:pt x="191" y="0"/>
                    <a:pt x="191" y="0"/>
                  </a:cubicBezTo>
                  <a:lnTo>
                    <a:pt x="191" y="74866"/>
                  </a:lnTo>
                  <a:lnTo>
                    <a:pt x="15050" y="74866"/>
                  </a:lnTo>
                  <a:cubicBezTo>
                    <a:pt x="71818" y="74486"/>
                    <a:pt x="135731" y="74771"/>
                    <a:pt x="152781" y="128683"/>
                  </a:cubicBezTo>
                  <a:cubicBezTo>
                    <a:pt x="168307" y="175355"/>
                    <a:pt x="168307" y="306896"/>
                    <a:pt x="168307" y="350139"/>
                  </a:cubicBezTo>
                  <a:lnTo>
                    <a:pt x="168307" y="841248"/>
                  </a:lnTo>
                  <a:cubicBezTo>
                    <a:pt x="168307" y="895445"/>
                    <a:pt x="168307" y="977837"/>
                    <a:pt x="161068" y="1034129"/>
                  </a:cubicBezTo>
                  <a:cubicBezTo>
                    <a:pt x="158972" y="1050798"/>
                    <a:pt x="156210" y="1065276"/>
                    <a:pt x="152686" y="1075944"/>
                  </a:cubicBezTo>
                  <a:cubicBezTo>
                    <a:pt x="135350" y="1129665"/>
                    <a:pt x="66104" y="1129665"/>
                    <a:pt x="10382" y="1129665"/>
                  </a:cubicBezTo>
                  <a:lnTo>
                    <a:pt x="0" y="1129665"/>
                  </a:lnTo>
                  <a:lnTo>
                    <a:pt x="0" y="1204532"/>
                  </a:lnTo>
                  <a:cubicBezTo>
                    <a:pt x="0" y="1204532"/>
                    <a:pt x="166783" y="1197102"/>
                    <a:pt x="278225" y="1197102"/>
                  </a:cubicBezTo>
                  <a:cubicBezTo>
                    <a:pt x="374047" y="1197102"/>
                    <a:pt x="540734" y="1204246"/>
                    <a:pt x="540734" y="1204532"/>
                  </a:cubicBezTo>
                  <a:lnTo>
                    <a:pt x="540734" y="1129665"/>
                  </a:lnTo>
                  <a:lnTo>
                    <a:pt x="525971" y="1129665"/>
                  </a:lnTo>
                  <a:cubicBezTo>
                    <a:pt x="470059" y="1129951"/>
                    <a:pt x="406813" y="1129760"/>
                    <a:pt x="388239" y="1075754"/>
                  </a:cubicBezTo>
                  <a:cubicBezTo>
                    <a:pt x="384620" y="1065086"/>
                    <a:pt x="381953" y="1050607"/>
                    <a:pt x="379857" y="1034034"/>
                  </a:cubicBezTo>
                  <a:cubicBezTo>
                    <a:pt x="372618" y="978122"/>
                    <a:pt x="372618" y="898017"/>
                    <a:pt x="372618" y="854297"/>
                  </a:cubicBezTo>
                  <a:lnTo>
                    <a:pt x="372618" y="653510"/>
                  </a:lnTo>
                  <a:cubicBezTo>
                    <a:pt x="439198" y="654082"/>
                    <a:pt x="444913" y="661035"/>
                    <a:pt x="479107" y="702469"/>
                  </a:cubicBezTo>
                  <a:cubicBezTo>
                    <a:pt x="485489" y="710089"/>
                    <a:pt x="492728" y="718756"/>
                    <a:pt x="501110" y="728472"/>
                  </a:cubicBezTo>
                  <a:lnTo>
                    <a:pt x="797909" y="1096804"/>
                  </a:lnTo>
                  <a:lnTo>
                    <a:pt x="885158" y="1204532"/>
                  </a:lnTo>
                  <a:cubicBezTo>
                    <a:pt x="885158" y="1204532"/>
                    <a:pt x="980885" y="1200436"/>
                    <a:pt x="1027366" y="1200436"/>
                  </a:cubicBezTo>
                  <a:cubicBezTo>
                    <a:pt x="1094994" y="1200436"/>
                    <a:pt x="1195102" y="1204627"/>
                    <a:pt x="1195102" y="1204627"/>
                  </a:cubicBezTo>
                  <a:lnTo>
                    <a:pt x="1195102" y="1131094"/>
                  </a:lnTo>
                  <a:lnTo>
                    <a:pt x="1186529" y="1129760"/>
                  </a:lnTo>
                  <a:close/>
                </a:path>
              </a:pathLst>
            </a:custGeom>
            <a:solidFill>
              <a:schemeClr val="bg1"/>
            </a:solidFill>
            <a:ln w="9525">
              <a:noFill/>
            </a:ln>
          </p:spPr>
          <p:style>
            <a:lnRef idx="0"/>
            <a:fillRef idx="0"/>
            <a:effectRef idx="0"/>
            <a:fontRef idx="minor"/>
          </p:style>
          <p:txBody>
            <a:bodyPr lIns="90000" tIns="45000" rIns="90000" bIns="45000" anchor="ctr">
              <a:noAutofit/>
            </a:bodyPr>
            <a:p>
              <a:endParaRPr lang="en-US" sz="1800" b="0" u="none" strike="noStrike">
                <a:solidFill>
                  <a:schemeClr val="dk1"/>
                </a:solidFill>
                <a:effectLst/>
                <a:uFillTx/>
                <a:latin typeface="Arial"/>
              </a:endParaRPr>
            </a:p>
          </p:txBody>
        </p:sp>
      </p:grpSp>
      <p:sp>
        <p:nvSpPr>
          <p:cNvPr id="384" name="PlaceHolder 1"/>
          <p:cNvSpPr>
            <a:spLocks noGrp="1"/>
          </p:cNvSpPr>
          <p:nvPr>
            <p:ph type="body" hasCustomPrompt="1"/>
          </p:nvPr>
        </p:nvSpPr>
        <p:spPr>
          <a:xfrm>
            <a:off x="272160" y="941760"/>
            <a:ext cx="11741400" cy="5040000"/>
          </a:xfrm>
          <a:prstGeom prst="rect">
            <a:avLst/>
          </a:prstGeom>
          <a:solidFill>
            <a:schemeClr val="lt1">
              <a:lumMod val="95000"/>
            </a:schemeClr>
          </a:solidFill>
          <a:ln w="0">
            <a:noFill/>
          </a:ln>
        </p:spPr>
        <p:txBody>
          <a:bodyPr lIns="90000" tIns="45000" rIns="90000" bIns="45000" anchor="ctr" anchorCtr="1">
            <a:noAutofit/>
          </a:bodyPr>
          <a:lstStyle>
            <a:lvl1pPr indent="0" algn="l" defTabSz="914400">
              <a:lnSpc>
                <a:spcPct val="90000"/>
              </a:lnSpc>
              <a:spcBef>
                <a:spcPts val="1001"/>
              </a:spcBef>
              <a:buNone/>
              <a:tabLst>
                <a:tab pos="0" algn="l"/>
              </a:tabLst>
              <a:defRPr lang="en-US" sz="2800" b="0" u="none" strike="noStrike">
                <a:solidFill>
                  <a:schemeClr val="dk1"/>
                </a:solidFill>
                <a:effectLst/>
                <a:uFillTx/>
                <a:latin typeface="Arial"/>
              </a:defRPr>
            </a:lvl1pPr>
          </a:lstStyle>
          <a:p>
            <a:pPr indent="0" algn="l" defTabSz="914400">
              <a:lnSpc>
                <a:spcPct val="90000"/>
              </a:lnSpc>
              <a:spcBef>
                <a:spcPts val="1001"/>
              </a:spcBef>
              <a:buNone/>
              <a:tabLst>
                <a:tab pos="0" algn="l"/>
              </a:tabLst>
            </a:pPr>
            <a:r>
              <a:rPr lang="en-US" sz="2800" b="0" u="none" strike="noStrike">
                <a:solidFill>
                  <a:schemeClr val="dk1"/>
                </a:solidFill>
                <a:effectLst/>
                <a:uFillTx/>
                <a:latin typeface="Arial"/>
              </a:rPr>
              <a:t>Place image/chart here</a:t>
            </a:r>
            <a:endParaRPr lang="en-US" sz="2800" b="0" u="none" strike="noStrike">
              <a:solidFill>
                <a:schemeClr val="dk1"/>
              </a:solidFill>
              <a:effectLst/>
              <a:uFillTx/>
              <a:latin typeface="Arial"/>
            </a:endParaRPr>
          </a:p>
        </p:txBody>
      </p:sp>
      <p:sp>
        <p:nvSpPr>
          <p:cNvPr id="385" name="PlaceHolder 2"/>
          <p:cNvSpPr>
            <a:spLocks noGrp="1"/>
          </p:cNvSpPr>
          <p:nvPr>
            <p:ph type="title" hasCustomPrompt="1"/>
          </p:nvPr>
        </p:nvSpPr>
        <p:spPr>
          <a:xfrm>
            <a:off x="272160" y="169920"/>
            <a:ext cx="11741400" cy="692280"/>
          </a:xfrm>
          <a:prstGeom prst="rect">
            <a:avLst/>
          </a:prstGeom>
          <a:noFill/>
          <a:ln w="0">
            <a:noFill/>
          </a:ln>
        </p:spPr>
        <p:txBody>
          <a:bodyPr lIns="0" tIns="45000" rIns="90000" bIns="45000" anchor="t">
            <a:normAutofit lnSpcReduction="9999"/>
          </a:bodyPr>
          <a:lstStyle>
            <a:lvl1pPr indent="0" algn="l" defTabSz="914400">
              <a:lnSpc>
                <a:spcPct val="90000"/>
              </a:lnSpc>
              <a:buNone/>
              <a:tabLst>
                <a:tab pos="0" algn="l"/>
              </a:tabLst>
              <a:defRPr lang="en-US" sz="4400" b="1" u="none" strike="noStrike">
                <a:solidFill>
                  <a:schemeClr val="dk1"/>
                </a:solidFill>
                <a:effectLst/>
                <a:uFillTx/>
                <a:latin typeface="Arial"/>
              </a:defRPr>
            </a:lvl1pPr>
          </a:lstStyle>
          <a:p>
            <a:pPr indent="0" algn="l" defTabSz="914400">
              <a:lnSpc>
                <a:spcPct val="90000"/>
              </a:lnSpc>
              <a:buNone/>
              <a:tabLst>
                <a:tab pos="0" algn="l"/>
              </a:tabLst>
            </a:pPr>
            <a:r>
              <a:rPr lang="en-US" sz="4400" b="1" u="none" strike="noStrike">
                <a:solidFill>
                  <a:schemeClr val="dk1"/>
                </a:solidFill>
                <a:effectLst/>
                <a:uFillTx/>
                <a:latin typeface="Arial"/>
              </a:rPr>
              <a:t>Click to add Main Header</a:t>
            </a:r>
            <a:endParaRPr lang="en-US" sz="4400" b="1" u="none" strike="noStrike">
              <a:solidFill>
                <a:schemeClr val="dk1"/>
              </a:solidFill>
              <a:effectLst/>
              <a:uFillTx/>
              <a:latin typeface="Arial"/>
            </a:endParaRPr>
          </a:p>
        </p:txBody>
      </p:sp>
    </p:spTree>
  </p:cSld>
</p:sldLayout>
</file>

<file path=ppt/slideLayouts/slideLayout2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Full Photo With Bar On Bottom">
    <p:bg>
      <p:bgPr>
        <a:solidFill>
          <a:srgbClr val="FFFFFF"/>
        </a:solidFill>
      </p:bgPr>
    </p:bg>
    <p:spTree>
      <p:nvGrpSpPr>
        <p:cNvPr id="1" name=""/>
        <p:cNvGrpSpPr/>
        <p:nvPr/>
      </p:nvGrpSpPr>
      <p:grpSpPr>
        <a:xfrm>
          <a:off x="0" y="0"/>
          <a:ext cx="0" cy="0"/>
          <a:chOff x="0" y="0"/>
          <a:chExt cx="0" cy="0"/>
        </a:xfrm>
      </p:grpSpPr>
      <p:sp>
        <p:nvSpPr>
          <p:cNvPr id="386" name="Rectangle 5"/>
          <p:cNvSpPr/>
          <p:nvPr/>
        </p:nvSpPr>
        <p:spPr>
          <a:xfrm>
            <a:off x="0" y="0"/>
            <a:ext cx="12190680" cy="666000"/>
          </a:xfrm>
          <a:prstGeom prst="rect">
            <a:avLst/>
          </a:prstGeom>
          <a:solidFill>
            <a:srgbClr val="F86901"/>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p>
            <a:endParaRPr lang="en-US" sz="1800" b="0" u="none" strike="noStrike">
              <a:solidFill>
                <a:schemeClr val="lt1"/>
              </a:solidFill>
              <a:effectLst/>
              <a:uFillTx/>
              <a:latin typeface="Arial"/>
            </a:endParaRPr>
          </a:p>
        </p:txBody>
      </p:sp>
      <p:sp>
        <p:nvSpPr>
          <p:cNvPr id="387" name="TextBox 10"/>
          <p:cNvSpPr/>
          <p:nvPr/>
        </p:nvSpPr>
        <p:spPr>
          <a:xfrm>
            <a:off x="11689200" y="269640"/>
            <a:ext cx="476280" cy="238680"/>
          </a:xfrm>
          <a:prstGeom prst="rect">
            <a:avLst/>
          </a:prstGeom>
          <a:noFill/>
          <a:ln w="0">
            <a:noFill/>
          </a:ln>
        </p:spPr>
        <p:style>
          <a:lnRef idx="0"/>
          <a:fillRef idx="0"/>
          <a:effectRef idx="0"/>
          <a:fontRef idx="minor"/>
        </p:style>
        <p:txBody>
          <a:bodyPr lIns="90000" tIns="45000" rIns="90000" bIns="45000" anchor="t">
            <a:spAutoFit/>
          </a:bodyPr>
          <a:p>
            <a:pPr defTabSz="914400">
              <a:lnSpc>
                <a:spcPct val="80000"/>
              </a:lnSpc>
            </a:pPr>
            <a:r>
              <a:rPr lang="en-US" sz="1200" b="0" u="none" strike="noStrike">
                <a:solidFill>
                  <a:srgbClr val="E56B2A"/>
                </a:solidFill>
                <a:effectLst/>
                <a:uFillTx/>
                <a:latin typeface="Georgia"/>
              </a:rPr>
              <a:t> </a:t>
            </a:r>
            <a:fld id="{98F97B8F-990F-450C-863B-981596985D3D}" type="slidenum">
              <a:rPr lang="en-US" sz="1130" b="0" u="none" strike="noStrike">
                <a:solidFill>
                  <a:schemeClr val="lt1"/>
                </a:solidFill>
                <a:effectLst/>
                <a:uFillTx/>
                <a:latin typeface="Arial"/>
              </a:rPr>
              <a:t>&lt;number&gt;</a:t>
            </a:fld>
            <a:endParaRPr lang="en-US" sz="1130" b="0" u="none" strike="noStrike">
              <a:solidFill>
                <a:srgbClr val="000000"/>
              </a:solidFill>
              <a:effectLst/>
              <a:uFillTx/>
              <a:latin typeface="Arial"/>
            </a:endParaRPr>
          </a:p>
        </p:txBody>
      </p:sp>
      <p:pic>
        <p:nvPicPr>
          <p:cNvPr id="388" name="Graphic 11"/>
          <p:cNvPicPr/>
          <p:nvPr/>
        </p:nvPicPr>
        <p:blipFill>
          <a:blip r:embed="rId2">
            <a:extLst>
              <a:ext uri="{96DAC541-7B7A-43D3-8B79-37D633B846F1}">
                <asvg:svgBlip xmlns:asvg="http://schemas.microsoft.com/office/drawing/2016/SVG/main" r:embed="rId3"/>
              </a:ext>
            </a:extLst>
          </a:blip>
          <a:stretch/>
        </p:blipFill>
        <p:spPr>
          <a:xfrm>
            <a:off x="9069840" y="240840"/>
            <a:ext cx="2699280" cy="238680"/>
          </a:xfrm>
          <a:prstGeom prst="rect">
            <a:avLst/>
          </a:prstGeom>
          <a:noFill/>
          <a:ln w="0">
            <a:noFill/>
          </a:ln>
        </p:spPr>
      </p:pic>
      <p:grpSp>
        <p:nvGrpSpPr>
          <p:cNvPr id="389" name="Graphic 22"/>
          <p:cNvGrpSpPr/>
          <p:nvPr/>
        </p:nvGrpSpPr>
        <p:grpSpPr>
          <a:xfrm>
            <a:off x="201960" y="195840"/>
            <a:ext cx="797760" cy="300600"/>
            <a:chOff x="201960" y="195840"/>
            <a:chExt cx="797760" cy="300600"/>
          </a:xfrm>
        </p:grpSpPr>
        <p:sp>
          <p:nvSpPr>
            <p:cNvPr id="390" name="Freeform 2"/>
            <p:cNvSpPr/>
            <p:nvPr/>
          </p:nvSpPr>
          <p:spPr>
            <a:xfrm>
              <a:off x="540720" y="195840"/>
              <a:ext cx="135720" cy="300240"/>
            </a:xfrm>
            <a:custGeom>
              <a:avLst/>
              <a:gdLst>
                <a:gd name="textAreaLeft" fmla="*/ 0 w 135720"/>
                <a:gd name="textAreaRight" fmla="*/ 137160 w 135720"/>
                <a:gd name="textAreaTop" fmla="*/ 0 h 300240"/>
                <a:gd name="textAreaBottom" fmla="*/ 301680 h 300240"/>
                <a:gd name="GluePoint1X" fmla="*/ 393478 w 547877"/>
                <a:gd name="GluePoint1Y" fmla="*/ 129064 h 1204531"/>
                <a:gd name="GluePoint2X" fmla="*/ 537686 w 547877"/>
                <a:gd name="GluePoint2Y" fmla="*/ 74771 h 1204531"/>
                <a:gd name="GluePoint3X" fmla="*/ 547878 w 547877"/>
                <a:gd name="GluePoint3Y" fmla="*/ 74771 h 1204531"/>
                <a:gd name="GluePoint4X" fmla="*/ 547878 w 547877"/>
                <a:gd name="GluePoint4Y" fmla="*/ 0 h 1204531"/>
                <a:gd name="GluePoint5X" fmla="*/ 267938 w 547877"/>
                <a:gd name="GluePoint5Y" fmla="*/ 4667 h 1204531"/>
                <a:gd name="GluePoint6X" fmla="*/ 0 w 547877"/>
                <a:gd name="GluePoint6Y" fmla="*/ 0 h 1204531"/>
                <a:gd name="GluePoint7X" fmla="*/ 0 w 547877"/>
                <a:gd name="GluePoint7Y" fmla="*/ 74771 h 1204531"/>
                <a:gd name="GluePoint8X" fmla="*/ 10192 w 547877"/>
                <a:gd name="GluePoint8Y" fmla="*/ 74771 h 1204531"/>
                <a:gd name="GluePoint9X" fmla="*/ 154400 w 547877"/>
                <a:gd name="GluePoint9Y" fmla="*/ 128968 h 1204531"/>
                <a:gd name="GluePoint10X" fmla="*/ 171640 w 547877"/>
                <a:gd name="GluePoint10Y" fmla="*/ 363188 h 1204531"/>
                <a:gd name="GluePoint11X" fmla="*/ 171640 w 547877"/>
                <a:gd name="GluePoint11Y" fmla="*/ 841153 h 1204531"/>
                <a:gd name="GluePoint12X" fmla="*/ 154496 w 547877"/>
                <a:gd name="GluePoint12Y" fmla="*/ 1075373 h 1204531"/>
                <a:gd name="GluePoint13X" fmla="*/ 10192 w 547877"/>
                <a:gd name="GluePoint13Y" fmla="*/ 1129569 h 1204531"/>
                <a:gd name="GluePoint14X" fmla="*/ 0 w 547877"/>
                <a:gd name="GluePoint14Y" fmla="*/ 1129569 h 1204531"/>
                <a:gd name="GluePoint15X" fmla="*/ 0 w 547877"/>
                <a:gd name="GluePoint15Y" fmla="*/ 1204531 h 1204531"/>
                <a:gd name="GluePoint16X" fmla="*/ 268224 w 547877"/>
                <a:gd name="GluePoint16Y" fmla="*/ 1197102 h 1204531"/>
                <a:gd name="GluePoint17X" fmla="*/ 547878 w 547877"/>
                <a:gd name="GluePoint17Y" fmla="*/ 1204531 h 1204531"/>
                <a:gd name="GluePoint18X" fmla="*/ 547878 w 547877"/>
                <a:gd name="GluePoint18Y" fmla="*/ 1129569 h 1204531"/>
                <a:gd name="GluePoint19X" fmla="*/ 537686 w 547877"/>
                <a:gd name="GluePoint19Y" fmla="*/ 1129569 h 1204531"/>
                <a:gd name="GluePoint20X" fmla="*/ 393478 w 547877"/>
                <a:gd name="GluePoint20Y" fmla="*/ 1075468 h 1204531"/>
                <a:gd name="GluePoint21X" fmla="*/ 376333 w 547877"/>
                <a:gd name="GluePoint21Y" fmla="*/ 841153 h 1204531"/>
                <a:gd name="GluePoint22X" fmla="*/ 376333 w 547877"/>
                <a:gd name="GluePoint22Y" fmla="*/ 363188 h 1204531"/>
                <a:gd name="GluePoint23X" fmla="*/ 393478 w 547877"/>
                <a:gd name="GluePoint23Y" fmla="*/ 129064 h 1204531"/>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 ang="0">
                  <a:pos x="GluePoint16X" y="GluePoint16Y"/>
                </a:cxn>
                <a:cxn ang="0">
                  <a:pos x="GluePoint17X" y="GluePoint17Y"/>
                </a:cxn>
                <a:cxn ang="0">
                  <a:pos x="GluePoint18X" y="GluePoint18Y"/>
                </a:cxn>
                <a:cxn ang="0">
                  <a:pos x="GluePoint19X" y="GluePoint19Y"/>
                </a:cxn>
                <a:cxn ang="0">
                  <a:pos x="GluePoint20X" y="GluePoint20Y"/>
                </a:cxn>
                <a:cxn ang="0">
                  <a:pos x="GluePoint21X" y="GluePoint21Y"/>
                </a:cxn>
                <a:cxn ang="0">
                  <a:pos x="GluePoint22X" y="GluePoint22Y"/>
                </a:cxn>
                <a:cxn ang="0">
                  <a:pos x="GluePoint23X" y="GluePoint23Y"/>
                </a:cxn>
              </a:cxnLst>
              <a:rect l="textAreaLeft" t="textAreaTop" r="textAreaRight" b="textAreaBottom"/>
              <a:pathLst>
                <a:path w="547877" h="1204531">
                  <a:moveTo>
                    <a:pt x="393478" y="129064"/>
                  </a:moveTo>
                  <a:cubicBezTo>
                    <a:pt x="414242" y="74771"/>
                    <a:pt x="482727" y="74771"/>
                    <a:pt x="537686" y="74771"/>
                  </a:cubicBezTo>
                  <a:lnTo>
                    <a:pt x="547878" y="74771"/>
                  </a:lnTo>
                  <a:lnTo>
                    <a:pt x="547878" y="0"/>
                  </a:lnTo>
                  <a:cubicBezTo>
                    <a:pt x="547878" y="0"/>
                    <a:pt x="333565" y="4667"/>
                    <a:pt x="267938" y="4667"/>
                  </a:cubicBezTo>
                  <a:cubicBezTo>
                    <a:pt x="200406" y="4667"/>
                    <a:pt x="0" y="0"/>
                    <a:pt x="0" y="0"/>
                  </a:cubicBezTo>
                  <a:lnTo>
                    <a:pt x="0" y="74771"/>
                  </a:lnTo>
                  <a:lnTo>
                    <a:pt x="10192" y="74771"/>
                  </a:lnTo>
                  <a:cubicBezTo>
                    <a:pt x="65246" y="74771"/>
                    <a:pt x="133731" y="74771"/>
                    <a:pt x="154400" y="128968"/>
                  </a:cubicBezTo>
                  <a:cubicBezTo>
                    <a:pt x="171640" y="175450"/>
                    <a:pt x="171640" y="307086"/>
                    <a:pt x="171640" y="363188"/>
                  </a:cubicBezTo>
                  <a:lnTo>
                    <a:pt x="171640" y="841153"/>
                  </a:lnTo>
                  <a:cubicBezTo>
                    <a:pt x="171640" y="897350"/>
                    <a:pt x="171640" y="1028890"/>
                    <a:pt x="154496" y="1075373"/>
                  </a:cubicBezTo>
                  <a:cubicBezTo>
                    <a:pt x="133731" y="1129569"/>
                    <a:pt x="65246" y="1129569"/>
                    <a:pt x="10192" y="1129569"/>
                  </a:cubicBezTo>
                  <a:lnTo>
                    <a:pt x="0" y="1129569"/>
                  </a:lnTo>
                  <a:lnTo>
                    <a:pt x="0" y="1204531"/>
                  </a:lnTo>
                  <a:cubicBezTo>
                    <a:pt x="0" y="1204341"/>
                    <a:pt x="173260" y="1197102"/>
                    <a:pt x="268224" y="1197102"/>
                  </a:cubicBezTo>
                  <a:cubicBezTo>
                    <a:pt x="377476" y="1197102"/>
                    <a:pt x="547878" y="1204531"/>
                    <a:pt x="547878" y="1204531"/>
                  </a:cubicBezTo>
                  <a:lnTo>
                    <a:pt x="547878" y="1129569"/>
                  </a:lnTo>
                  <a:lnTo>
                    <a:pt x="537686" y="1129569"/>
                  </a:lnTo>
                  <a:cubicBezTo>
                    <a:pt x="482727" y="1129569"/>
                    <a:pt x="414242" y="1129569"/>
                    <a:pt x="393478" y="1075468"/>
                  </a:cubicBezTo>
                  <a:cubicBezTo>
                    <a:pt x="376333" y="1028890"/>
                    <a:pt x="376333" y="897350"/>
                    <a:pt x="376333" y="841153"/>
                  </a:cubicBezTo>
                  <a:lnTo>
                    <a:pt x="376333" y="363188"/>
                  </a:lnTo>
                  <a:cubicBezTo>
                    <a:pt x="376333" y="307086"/>
                    <a:pt x="376333" y="175450"/>
                    <a:pt x="393478" y="129064"/>
                  </a:cubicBezTo>
                </a:path>
              </a:pathLst>
            </a:custGeom>
            <a:solidFill>
              <a:schemeClr val="bg1"/>
            </a:solidFill>
            <a:ln w="9525">
              <a:noFill/>
            </a:ln>
          </p:spPr>
          <p:style>
            <a:lnRef idx="0"/>
            <a:fillRef idx="0"/>
            <a:effectRef idx="0"/>
            <a:fontRef idx="minor"/>
          </p:style>
          <p:txBody>
            <a:bodyPr lIns="68040" tIns="45000" rIns="68040" bIns="45000" anchor="ctr">
              <a:noAutofit/>
            </a:bodyPr>
            <a:p>
              <a:endParaRPr lang="en-US" sz="1800" b="0" u="none" strike="noStrike">
                <a:solidFill>
                  <a:schemeClr val="dk1"/>
                </a:solidFill>
                <a:effectLst/>
                <a:uFillTx/>
                <a:latin typeface="Arial"/>
              </a:endParaRPr>
            </a:p>
          </p:txBody>
        </p:sp>
        <p:sp>
          <p:nvSpPr>
            <p:cNvPr id="391" name="Freeform 3"/>
            <p:cNvSpPr/>
            <p:nvPr/>
          </p:nvSpPr>
          <p:spPr>
            <a:xfrm>
              <a:off x="718920" y="196200"/>
              <a:ext cx="280800" cy="300240"/>
            </a:xfrm>
            <a:custGeom>
              <a:avLst/>
              <a:gdLst>
                <a:gd name="textAreaLeft" fmla="*/ 0 w 280800"/>
                <a:gd name="textAreaRight" fmla="*/ 282240 w 280800"/>
                <a:gd name="textAreaTop" fmla="*/ 0 h 300240"/>
                <a:gd name="textAreaBottom" fmla="*/ 301680 h 300240"/>
                <a:gd name="GluePoint1X" fmla="*/ 0 w 1126902"/>
                <a:gd name="GluePoint1Y" fmla="*/ 0 h 1204245"/>
                <a:gd name="GluePoint2X" fmla="*/ 0 w 1126902"/>
                <a:gd name="GluePoint2Y" fmla="*/ 312420 h 1204245"/>
                <a:gd name="GluePoint3X" fmla="*/ 74295 w 1126902"/>
                <a:gd name="GluePoint3Y" fmla="*/ 312420 h 1204245"/>
                <a:gd name="GluePoint4X" fmla="*/ 74581 w 1126902"/>
                <a:gd name="GluePoint4Y" fmla="*/ 302609 h 1204245"/>
                <a:gd name="GluePoint5X" fmla="*/ 334328 w 1126902"/>
                <a:gd name="GluePoint5Y" fmla="*/ 90773 h 1204245"/>
                <a:gd name="GluePoint6X" fmla="*/ 352330 w 1126902"/>
                <a:gd name="GluePoint6Y" fmla="*/ 90678 h 1204245"/>
                <a:gd name="GluePoint7X" fmla="*/ 453200 w 1126902"/>
                <a:gd name="GluePoint7Y" fmla="*/ 106204 h 1204245"/>
                <a:gd name="GluePoint8X" fmla="*/ 461201 w 1126902"/>
                <a:gd name="GluePoint8Y" fmla="*/ 128873 h 1204245"/>
                <a:gd name="GluePoint9X" fmla="*/ 461201 w 1126902"/>
                <a:gd name="GluePoint9Y" fmla="*/ 950119 h 1204245"/>
                <a:gd name="GluePoint10X" fmla="*/ 272510 w 1126902"/>
                <a:gd name="GluePoint10Y" fmla="*/ 1129475 h 1204245"/>
                <a:gd name="GluePoint11X" fmla="*/ 262700 w 1126902"/>
                <a:gd name="GluePoint11Y" fmla="*/ 1129856 h 1204245"/>
                <a:gd name="GluePoint12X" fmla="*/ 262700 w 1126902"/>
                <a:gd name="GluePoint12Y" fmla="*/ 1204246 h 1204245"/>
                <a:gd name="GluePoint13X" fmla="*/ 578548 w 1126902"/>
                <a:gd name="GluePoint13Y" fmla="*/ 1196911 h 1204245"/>
                <a:gd name="GluePoint14X" fmla="*/ 864203 w 1126902"/>
                <a:gd name="GluePoint14Y" fmla="*/ 1204246 h 1204245"/>
                <a:gd name="GluePoint15X" fmla="*/ 864203 w 1126902"/>
                <a:gd name="GluePoint15Y" fmla="*/ 1129856 h 1204245"/>
                <a:gd name="GluePoint16X" fmla="*/ 854393 w 1126902"/>
                <a:gd name="GluePoint16Y" fmla="*/ 1129475 h 1204245"/>
                <a:gd name="GluePoint17X" fmla="*/ 665702 w 1126902"/>
                <a:gd name="GluePoint17Y" fmla="*/ 950119 h 1204245"/>
                <a:gd name="GluePoint18X" fmla="*/ 665702 w 1126902"/>
                <a:gd name="GluePoint18Y" fmla="*/ 128873 h 1204245"/>
                <a:gd name="GluePoint19X" fmla="*/ 673608 w 1126902"/>
                <a:gd name="GluePoint19Y" fmla="*/ 108490 h 1204245"/>
                <a:gd name="GluePoint20X" fmla="*/ 791718 w 1126902"/>
                <a:gd name="GluePoint20Y" fmla="*/ 90488 h 1204245"/>
                <a:gd name="GluePoint21X" fmla="*/ 815912 w 1126902"/>
                <a:gd name="GluePoint21Y" fmla="*/ 90773 h 1204245"/>
                <a:gd name="GluePoint22X" fmla="*/ 1052513 w 1126902"/>
                <a:gd name="GluePoint22Y" fmla="*/ 302895 h 1204245"/>
                <a:gd name="GluePoint23X" fmla="*/ 1053084 w 1126902"/>
                <a:gd name="GluePoint23Y" fmla="*/ 312420 h 1204245"/>
                <a:gd name="GluePoint24X" fmla="*/ 1126903 w 1126902"/>
                <a:gd name="GluePoint24Y" fmla="*/ 312420 h 1204245"/>
                <a:gd name="GluePoint25X" fmla="*/ 1126903 w 1126902"/>
                <a:gd name="GluePoint25Y" fmla="*/ 0 h 1204245"/>
                <a:gd name="GluePoint26X" fmla="*/ 563404 w 1126902"/>
                <a:gd name="GluePoint26Y" fmla="*/ 2857 h 1204245"/>
                <a:gd name="GluePoint27X" fmla="*/ 0 w 1126902"/>
                <a:gd name="GluePoint27Y" fmla="*/ 0 h 1204245"/>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 ang="0">
                  <a:pos x="GluePoint16X" y="GluePoint16Y"/>
                </a:cxn>
                <a:cxn ang="0">
                  <a:pos x="GluePoint17X" y="GluePoint17Y"/>
                </a:cxn>
                <a:cxn ang="0">
                  <a:pos x="GluePoint18X" y="GluePoint18Y"/>
                </a:cxn>
                <a:cxn ang="0">
                  <a:pos x="GluePoint19X" y="GluePoint19Y"/>
                </a:cxn>
                <a:cxn ang="0">
                  <a:pos x="GluePoint20X" y="GluePoint20Y"/>
                </a:cxn>
                <a:cxn ang="0">
                  <a:pos x="GluePoint21X" y="GluePoint21Y"/>
                </a:cxn>
                <a:cxn ang="0">
                  <a:pos x="GluePoint22X" y="GluePoint22Y"/>
                </a:cxn>
                <a:cxn ang="0">
                  <a:pos x="GluePoint23X" y="GluePoint23Y"/>
                </a:cxn>
                <a:cxn ang="0">
                  <a:pos x="GluePoint24X" y="GluePoint24Y"/>
                </a:cxn>
                <a:cxn ang="0">
                  <a:pos x="GluePoint25X" y="GluePoint25Y"/>
                </a:cxn>
                <a:cxn ang="0">
                  <a:pos x="GluePoint26X" y="GluePoint26Y"/>
                </a:cxn>
                <a:cxn ang="0">
                  <a:pos x="GluePoint27X" y="GluePoint27Y"/>
                </a:cxn>
              </a:cxnLst>
              <a:rect l="textAreaLeft" t="textAreaTop" r="textAreaRight" b="textAreaBottom"/>
              <a:pathLst>
                <a:path w="1126902" h="1204245">
                  <a:moveTo>
                    <a:pt x="0" y="0"/>
                  </a:moveTo>
                  <a:lnTo>
                    <a:pt x="0" y="312420"/>
                  </a:lnTo>
                  <a:lnTo>
                    <a:pt x="74295" y="312420"/>
                  </a:lnTo>
                  <a:lnTo>
                    <a:pt x="74581" y="302609"/>
                  </a:lnTo>
                  <a:cubicBezTo>
                    <a:pt x="81344" y="99346"/>
                    <a:pt x="159163" y="90773"/>
                    <a:pt x="334328" y="90773"/>
                  </a:cubicBezTo>
                  <a:cubicBezTo>
                    <a:pt x="340328" y="90773"/>
                    <a:pt x="346424" y="90773"/>
                    <a:pt x="352330" y="90678"/>
                  </a:cubicBezTo>
                  <a:cubicBezTo>
                    <a:pt x="395859" y="90392"/>
                    <a:pt x="437007" y="90106"/>
                    <a:pt x="453200" y="106204"/>
                  </a:cubicBezTo>
                  <a:cubicBezTo>
                    <a:pt x="458629" y="111538"/>
                    <a:pt x="461201" y="118967"/>
                    <a:pt x="461201" y="128873"/>
                  </a:cubicBezTo>
                  <a:lnTo>
                    <a:pt x="461201" y="950119"/>
                  </a:lnTo>
                  <a:cubicBezTo>
                    <a:pt x="461201" y="1072039"/>
                    <a:pt x="444151" y="1122426"/>
                    <a:pt x="272510" y="1129475"/>
                  </a:cubicBezTo>
                  <a:lnTo>
                    <a:pt x="262700" y="1129856"/>
                  </a:lnTo>
                  <a:lnTo>
                    <a:pt x="262700" y="1204246"/>
                  </a:lnTo>
                  <a:cubicBezTo>
                    <a:pt x="262700" y="1204246"/>
                    <a:pt x="462725" y="1196911"/>
                    <a:pt x="578548" y="1196911"/>
                  </a:cubicBezTo>
                  <a:cubicBezTo>
                    <a:pt x="666941" y="1196911"/>
                    <a:pt x="864203" y="1204246"/>
                    <a:pt x="864203" y="1204246"/>
                  </a:cubicBezTo>
                  <a:lnTo>
                    <a:pt x="864203" y="1129856"/>
                  </a:lnTo>
                  <a:lnTo>
                    <a:pt x="854393" y="1129475"/>
                  </a:lnTo>
                  <a:cubicBezTo>
                    <a:pt x="682752" y="1122426"/>
                    <a:pt x="665702" y="1072039"/>
                    <a:pt x="665702" y="950119"/>
                  </a:cubicBezTo>
                  <a:lnTo>
                    <a:pt x="665702" y="128873"/>
                  </a:lnTo>
                  <a:cubicBezTo>
                    <a:pt x="665702" y="120396"/>
                    <a:pt x="668369" y="113729"/>
                    <a:pt x="673608" y="108490"/>
                  </a:cubicBezTo>
                  <a:cubicBezTo>
                    <a:pt x="693420" y="89059"/>
                    <a:pt x="747903" y="89821"/>
                    <a:pt x="791718" y="90488"/>
                  </a:cubicBezTo>
                  <a:cubicBezTo>
                    <a:pt x="800005" y="90583"/>
                    <a:pt x="808196" y="90773"/>
                    <a:pt x="815912" y="90773"/>
                  </a:cubicBezTo>
                  <a:cubicBezTo>
                    <a:pt x="987267" y="90773"/>
                    <a:pt x="1042511" y="140303"/>
                    <a:pt x="1052513" y="302895"/>
                  </a:cubicBezTo>
                  <a:lnTo>
                    <a:pt x="1053084" y="312420"/>
                  </a:lnTo>
                  <a:lnTo>
                    <a:pt x="1126903" y="312420"/>
                  </a:lnTo>
                  <a:lnTo>
                    <a:pt x="1126903" y="0"/>
                  </a:lnTo>
                  <a:cubicBezTo>
                    <a:pt x="1126903" y="0"/>
                    <a:pt x="694468" y="2857"/>
                    <a:pt x="563404" y="2857"/>
                  </a:cubicBezTo>
                  <a:cubicBezTo>
                    <a:pt x="432340" y="2857"/>
                    <a:pt x="0" y="0"/>
                    <a:pt x="0" y="0"/>
                  </a:cubicBezTo>
                </a:path>
              </a:pathLst>
            </a:custGeom>
            <a:solidFill>
              <a:schemeClr val="bg1"/>
            </a:solidFill>
            <a:ln w="9525">
              <a:noFill/>
            </a:ln>
          </p:spPr>
          <p:style>
            <a:lnRef idx="0"/>
            <a:fillRef idx="0"/>
            <a:effectRef idx="0"/>
            <a:fontRef idx="minor"/>
          </p:style>
          <p:txBody>
            <a:bodyPr lIns="90000" tIns="45000" rIns="90000" bIns="45000" anchor="ctr">
              <a:noAutofit/>
            </a:bodyPr>
            <a:p>
              <a:endParaRPr lang="en-US" sz="1800" b="0" u="none" strike="noStrike">
                <a:solidFill>
                  <a:schemeClr val="dk1"/>
                </a:solidFill>
                <a:effectLst/>
                <a:uFillTx/>
                <a:latin typeface="Arial"/>
              </a:endParaRPr>
            </a:p>
          </p:txBody>
        </p:sp>
        <p:sp>
          <p:nvSpPr>
            <p:cNvPr id="392" name="Freeform 4"/>
            <p:cNvSpPr/>
            <p:nvPr/>
          </p:nvSpPr>
          <p:spPr>
            <a:xfrm>
              <a:off x="201960" y="195840"/>
              <a:ext cx="297720" cy="300240"/>
            </a:xfrm>
            <a:custGeom>
              <a:avLst/>
              <a:gdLst>
                <a:gd name="textAreaLeft" fmla="*/ 0 w 297720"/>
                <a:gd name="textAreaRight" fmla="*/ 299160 w 297720"/>
                <a:gd name="textAreaTop" fmla="*/ 0 h 300240"/>
                <a:gd name="textAreaBottom" fmla="*/ 301680 h 300240"/>
                <a:gd name="GluePoint1X" fmla="*/ 372618 w 1195101"/>
                <a:gd name="GluePoint1Y" fmla="*/ 571786 h 1204626"/>
                <a:gd name="GluePoint2X" fmla="*/ 372523 w 1195101"/>
                <a:gd name="GluePoint2Y" fmla="*/ 134303 h 1204626"/>
                <a:gd name="GluePoint3X" fmla="*/ 386239 w 1195101"/>
                <a:gd name="GluePoint3Y" fmla="*/ 86487 h 1204626"/>
                <a:gd name="GluePoint4X" fmla="*/ 498348 w 1195101"/>
                <a:gd name="GluePoint4Y" fmla="*/ 85630 h 1204626"/>
                <a:gd name="GluePoint5X" fmla="*/ 738473 w 1195101"/>
                <a:gd name="GluePoint5Y" fmla="*/ 330518 h 1204626"/>
                <a:gd name="GluePoint6X" fmla="*/ 640747 w 1195101"/>
                <a:gd name="GluePoint6Y" fmla="*/ 541687 h 1204626"/>
                <a:gd name="GluePoint7X" fmla="*/ 372618 w 1195101"/>
                <a:gd name="GluePoint7Y" fmla="*/ 571786 h 1204626"/>
                <a:gd name="GluePoint8X" fmla="*/ 1186529 w 1195101"/>
                <a:gd name="GluePoint8Y" fmla="*/ 1129760 h 1204626"/>
                <a:gd name="GluePoint9X" fmla="*/ 1017461 w 1195101"/>
                <a:gd name="GluePoint9Y" fmla="*/ 1040702 h 1204626"/>
                <a:gd name="GluePoint10X" fmla="*/ 661797 w 1195101"/>
                <a:gd name="GluePoint10Y" fmla="*/ 632460 h 1204626"/>
                <a:gd name="GluePoint11X" fmla="*/ 964597 w 1195101"/>
                <a:gd name="GluePoint11Y" fmla="*/ 305371 h 1204626"/>
                <a:gd name="GluePoint12X" fmla="*/ 831056 w 1195101"/>
                <a:gd name="GluePoint12Y" fmla="*/ 55816 h 1204626"/>
                <a:gd name="GluePoint13X" fmla="*/ 544639 w 1195101"/>
                <a:gd name="GluePoint13Y" fmla="*/ 190 h 1204626"/>
                <a:gd name="GluePoint14X" fmla="*/ 317468 w 1195101"/>
                <a:gd name="GluePoint14Y" fmla="*/ 4191 h 1204626"/>
                <a:gd name="GluePoint15X" fmla="*/ 191 w 1195101"/>
                <a:gd name="GluePoint15Y" fmla="*/ 0 h 1204626"/>
                <a:gd name="GluePoint16X" fmla="*/ 191 w 1195101"/>
                <a:gd name="GluePoint16Y" fmla="*/ 74866 h 1204626"/>
                <a:gd name="GluePoint17X" fmla="*/ 15050 w 1195101"/>
                <a:gd name="GluePoint17Y" fmla="*/ 74866 h 1204626"/>
                <a:gd name="GluePoint18X" fmla="*/ 152781 w 1195101"/>
                <a:gd name="GluePoint18Y" fmla="*/ 128683 h 1204626"/>
                <a:gd name="GluePoint19X" fmla="*/ 168307 w 1195101"/>
                <a:gd name="GluePoint19Y" fmla="*/ 350139 h 1204626"/>
                <a:gd name="GluePoint20X" fmla="*/ 168307 w 1195101"/>
                <a:gd name="GluePoint20Y" fmla="*/ 841248 h 1204626"/>
                <a:gd name="GluePoint21X" fmla="*/ 161068 w 1195101"/>
                <a:gd name="GluePoint21Y" fmla="*/ 1034129 h 1204626"/>
                <a:gd name="GluePoint22X" fmla="*/ 152686 w 1195101"/>
                <a:gd name="GluePoint22Y" fmla="*/ 1075944 h 1204626"/>
                <a:gd name="GluePoint23X" fmla="*/ 10382 w 1195101"/>
                <a:gd name="GluePoint23Y" fmla="*/ 1129665 h 1204626"/>
                <a:gd name="GluePoint24X" fmla="*/ 0 w 1195101"/>
                <a:gd name="GluePoint24Y" fmla="*/ 1129665 h 1204626"/>
                <a:gd name="GluePoint25X" fmla="*/ 0 w 1195101"/>
                <a:gd name="GluePoint25Y" fmla="*/ 1204532 h 1204626"/>
                <a:gd name="GluePoint26X" fmla="*/ 278225 w 1195101"/>
                <a:gd name="GluePoint26Y" fmla="*/ 1197102 h 1204626"/>
                <a:gd name="GluePoint27X" fmla="*/ 540734 w 1195101"/>
                <a:gd name="GluePoint27Y" fmla="*/ 1204532 h 1204626"/>
                <a:gd name="GluePoint28X" fmla="*/ 540734 w 1195101"/>
                <a:gd name="GluePoint28Y" fmla="*/ 1129665 h 1204626"/>
                <a:gd name="GluePoint29X" fmla="*/ 525971 w 1195101"/>
                <a:gd name="GluePoint29Y" fmla="*/ 1129665 h 1204626"/>
                <a:gd name="GluePoint30X" fmla="*/ 388239 w 1195101"/>
                <a:gd name="GluePoint30Y" fmla="*/ 1075754 h 1204626"/>
                <a:gd name="GluePoint31X" fmla="*/ 379857 w 1195101"/>
                <a:gd name="GluePoint31Y" fmla="*/ 1034034 h 1204626"/>
                <a:gd name="GluePoint32X" fmla="*/ 372618 w 1195101"/>
                <a:gd name="GluePoint32Y" fmla="*/ 854297 h 1204626"/>
                <a:gd name="GluePoint33X" fmla="*/ 372618 w 1195101"/>
                <a:gd name="GluePoint33Y" fmla="*/ 653510 h 1204626"/>
                <a:gd name="GluePoint34X" fmla="*/ 479107 w 1195101"/>
                <a:gd name="GluePoint34Y" fmla="*/ 702469 h 1204626"/>
                <a:gd name="GluePoint35X" fmla="*/ 501110 w 1195101"/>
                <a:gd name="GluePoint35Y" fmla="*/ 728472 h 1204626"/>
                <a:gd name="GluePoint36X" fmla="*/ 797909 w 1195101"/>
                <a:gd name="GluePoint36Y" fmla="*/ 1096804 h 1204626"/>
                <a:gd name="GluePoint37X" fmla="*/ 885158 w 1195101"/>
                <a:gd name="GluePoint37Y" fmla="*/ 1204532 h 1204626"/>
                <a:gd name="GluePoint38X" fmla="*/ 1027366 w 1195101"/>
                <a:gd name="GluePoint38Y" fmla="*/ 1200436 h 1204626"/>
                <a:gd name="GluePoint39X" fmla="*/ 1195102 w 1195101"/>
                <a:gd name="GluePoint39Y" fmla="*/ 1204627 h 1204626"/>
                <a:gd name="GluePoint40X" fmla="*/ 1195102 w 1195101"/>
                <a:gd name="GluePoint40Y" fmla="*/ 1131094 h 1204626"/>
                <a:gd name="GluePoint41X" fmla="*/ 1186529 w 1195101"/>
                <a:gd name="GluePoint41Y" fmla="*/ 1129760 h 1204626"/>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 ang="0">
                  <a:pos x="GluePoint16X" y="GluePoint16Y"/>
                </a:cxn>
                <a:cxn ang="0">
                  <a:pos x="GluePoint17X" y="GluePoint17Y"/>
                </a:cxn>
                <a:cxn ang="0">
                  <a:pos x="GluePoint18X" y="GluePoint18Y"/>
                </a:cxn>
                <a:cxn ang="0">
                  <a:pos x="GluePoint19X" y="GluePoint19Y"/>
                </a:cxn>
                <a:cxn ang="0">
                  <a:pos x="GluePoint20X" y="GluePoint20Y"/>
                </a:cxn>
                <a:cxn ang="0">
                  <a:pos x="GluePoint21X" y="GluePoint21Y"/>
                </a:cxn>
                <a:cxn ang="0">
                  <a:pos x="GluePoint22X" y="GluePoint22Y"/>
                </a:cxn>
                <a:cxn ang="0">
                  <a:pos x="GluePoint23X" y="GluePoint23Y"/>
                </a:cxn>
                <a:cxn ang="0">
                  <a:pos x="GluePoint24X" y="GluePoint24Y"/>
                </a:cxn>
                <a:cxn ang="0">
                  <a:pos x="GluePoint25X" y="GluePoint25Y"/>
                </a:cxn>
                <a:cxn ang="0">
                  <a:pos x="GluePoint26X" y="GluePoint26Y"/>
                </a:cxn>
                <a:cxn ang="0">
                  <a:pos x="GluePoint27X" y="GluePoint27Y"/>
                </a:cxn>
                <a:cxn ang="0">
                  <a:pos x="GluePoint28X" y="GluePoint28Y"/>
                </a:cxn>
                <a:cxn ang="0">
                  <a:pos x="GluePoint29X" y="GluePoint29Y"/>
                </a:cxn>
                <a:cxn ang="0">
                  <a:pos x="GluePoint30X" y="GluePoint30Y"/>
                </a:cxn>
                <a:cxn ang="0">
                  <a:pos x="GluePoint31X" y="GluePoint31Y"/>
                </a:cxn>
                <a:cxn ang="0">
                  <a:pos x="GluePoint32X" y="GluePoint32Y"/>
                </a:cxn>
                <a:cxn ang="0">
                  <a:pos x="GluePoint33X" y="GluePoint33Y"/>
                </a:cxn>
                <a:cxn ang="0">
                  <a:pos x="GluePoint34X" y="GluePoint34Y"/>
                </a:cxn>
                <a:cxn ang="0">
                  <a:pos x="GluePoint35X" y="GluePoint35Y"/>
                </a:cxn>
                <a:cxn ang="0">
                  <a:pos x="GluePoint36X" y="GluePoint36Y"/>
                </a:cxn>
                <a:cxn ang="0">
                  <a:pos x="GluePoint37X" y="GluePoint37Y"/>
                </a:cxn>
                <a:cxn ang="0">
                  <a:pos x="GluePoint38X" y="GluePoint38Y"/>
                </a:cxn>
                <a:cxn ang="0">
                  <a:pos x="GluePoint39X" y="GluePoint39Y"/>
                </a:cxn>
                <a:cxn ang="0">
                  <a:pos x="GluePoint40X" y="GluePoint40Y"/>
                </a:cxn>
                <a:cxn ang="0">
                  <a:pos x="GluePoint41X" y="GluePoint41Y"/>
                </a:cxn>
              </a:cxnLst>
              <a:rect l="textAreaLeft" t="textAreaTop" r="textAreaRight" b="textAreaBottom"/>
              <a:pathLst>
                <a:path w="1195101" h="1204626">
                  <a:moveTo>
                    <a:pt x="372618" y="571786"/>
                  </a:moveTo>
                  <a:cubicBezTo>
                    <a:pt x="372618" y="571786"/>
                    <a:pt x="372618" y="136874"/>
                    <a:pt x="372523" y="134303"/>
                  </a:cubicBezTo>
                  <a:cubicBezTo>
                    <a:pt x="372237" y="116967"/>
                    <a:pt x="371761" y="93250"/>
                    <a:pt x="386239" y="86487"/>
                  </a:cubicBezTo>
                  <a:cubicBezTo>
                    <a:pt x="396240" y="82105"/>
                    <a:pt x="493014" y="85630"/>
                    <a:pt x="498348" y="85630"/>
                  </a:cubicBezTo>
                  <a:cubicBezTo>
                    <a:pt x="650938" y="85630"/>
                    <a:pt x="738473" y="174974"/>
                    <a:pt x="738473" y="330518"/>
                  </a:cubicBezTo>
                  <a:cubicBezTo>
                    <a:pt x="738473" y="443960"/>
                    <a:pt x="708374" y="509016"/>
                    <a:pt x="640747" y="541687"/>
                  </a:cubicBezTo>
                  <a:cubicBezTo>
                    <a:pt x="577691" y="571976"/>
                    <a:pt x="372618" y="571786"/>
                    <a:pt x="372618" y="571786"/>
                  </a:cubicBezTo>
                  <a:moveTo>
                    <a:pt x="1186529" y="1129760"/>
                  </a:moveTo>
                  <a:cubicBezTo>
                    <a:pt x="1100138" y="1116235"/>
                    <a:pt x="1074134" y="1106424"/>
                    <a:pt x="1017461" y="1040702"/>
                  </a:cubicBezTo>
                  <a:lnTo>
                    <a:pt x="661797" y="632460"/>
                  </a:lnTo>
                  <a:cubicBezTo>
                    <a:pt x="849059" y="608076"/>
                    <a:pt x="964597" y="484251"/>
                    <a:pt x="964597" y="305371"/>
                  </a:cubicBezTo>
                  <a:cubicBezTo>
                    <a:pt x="964597" y="188976"/>
                    <a:pt x="919544" y="105061"/>
                    <a:pt x="831056" y="55816"/>
                  </a:cubicBezTo>
                  <a:cubicBezTo>
                    <a:pt x="763619" y="18383"/>
                    <a:pt x="670084" y="190"/>
                    <a:pt x="544639" y="190"/>
                  </a:cubicBezTo>
                  <a:cubicBezTo>
                    <a:pt x="507206" y="1143"/>
                    <a:pt x="416909" y="4191"/>
                    <a:pt x="317468" y="4191"/>
                  </a:cubicBezTo>
                  <a:cubicBezTo>
                    <a:pt x="214313" y="4191"/>
                    <a:pt x="191" y="0"/>
                    <a:pt x="191" y="0"/>
                  </a:cubicBezTo>
                  <a:lnTo>
                    <a:pt x="191" y="74866"/>
                  </a:lnTo>
                  <a:lnTo>
                    <a:pt x="15050" y="74866"/>
                  </a:lnTo>
                  <a:cubicBezTo>
                    <a:pt x="71818" y="74486"/>
                    <a:pt x="135731" y="74771"/>
                    <a:pt x="152781" y="128683"/>
                  </a:cubicBezTo>
                  <a:cubicBezTo>
                    <a:pt x="168307" y="175355"/>
                    <a:pt x="168307" y="306896"/>
                    <a:pt x="168307" y="350139"/>
                  </a:cubicBezTo>
                  <a:lnTo>
                    <a:pt x="168307" y="841248"/>
                  </a:lnTo>
                  <a:cubicBezTo>
                    <a:pt x="168307" y="895445"/>
                    <a:pt x="168307" y="977837"/>
                    <a:pt x="161068" y="1034129"/>
                  </a:cubicBezTo>
                  <a:cubicBezTo>
                    <a:pt x="158972" y="1050798"/>
                    <a:pt x="156210" y="1065276"/>
                    <a:pt x="152686" y="1075944"/>
                  </a:cubicBezTo>
                  <a:cubicBezTo>
                    <a:pt x="135350" y="1129665"/>
                    <a:pt x="66104" y="1129665"/>
                    <a:pt x="10382" y="1129665"/>
                  </a:cubicBezTo>
                  <a:lnTo>
                    <a:pt x="0" y="1129665"/>
                  </a:lnTo>
                  <a:lnTo>
                    <a:pt x="0" y="1204532"/>
                  </a:lnTo>
                  <a:cubicBezTo>
                    <a:pt x="0" y="1204532"/>
                    <a:pt x="166783" y="1197102"/>
                    <a:pt x="278225" y="1197102"/>
                  </a:cubicBezTo>
                  <a:cubicBezTo>
                    <a:pt x="374047" y="1197102"/>
                    <a:pt x="540734" y="1204246"/>
                    <a:pt x="540734" y="1204532"/>
                  </a:cubicBezTo>
                  <a:lnTo>
                    <a:pt x="540734" y="1129665"/>
                  </a:lnTo>
                  <a:lnTo>
                    <a:pt x="525971" y="1129665"/>
                  </a:lnTo>
                  <a:cubicBezTo>
                    <a:pt x="470059" y="1129951"/>
                    <a:pt x="406813" y="1129760"/>
                    <a:pt x="388239" y="1075754"/>
                  </a:cubicBezTo>
                  <a:cubicBezTo>
                    <a:pt x="384620" y="1065086"/>
                    <a:pt x="381953" y="1050607"/>
                    <a:pt x="379857" y="1034034"/>
                  </a:cubicBezTo>
                  <a:cubicBezTo>
                    <a:pt x="372618" y="978122"/>
                    <a:pt x="372618" y="898017"/>
                    <a:pt x="372618" y="854297"/>
                  </a:cubicBezTo>
                  <a:lnTo>
                    <a:pt x="372618" y="653510"/>
                  </a:lnTo>
                  <a:cubicBezTo>
                    <a:pt x="439198" y="654082"/>
                    <a:pt x="444913" y="661035"/>
                    <a:pt x="479107" y="702469"/>
                  </a:cubicBezTo>
                  <a:cubicBezTo>
                    <a:pt x="485489" y="710089"/>
                    <a:pt x="492728" y="718756"/>
                    <a:pt x="501110" y="728472"/>
                  </a:cubicBezTo>
                  <a:lnTo>
                    <a:pt x="797909" y="1096804"/>
                  </a:lnTo>
                  <a:lnTo>
                    <a:pt x="885158" y="1204532"/>
                  </a:lnTo>
                  <a:cubicBezTo>
                    <a:pt x="885158" y="1204532"/>
                    <a:pt x="980885" y="1200436"/>
                    <a:pt x="1027366" y="1200436"/>
                  </a:cubicBezTo>
                  <a:cubicBezTo>
                    <a:pt x="1094994" y="1200436"/>
                    <a:pt x="1195102" y="1204627"/>
                    <a:pt x="1195102" y="1204627"/>
                  </a:cubicBezTo>
                  <a:lnTo>
                    <a:pt x="1195102" y="1131094"/>
                  </a:lnTo>
                  <a:lnTo>
                    <a:pt x="1186529" y="1129760"/>
                  </a:lnTo>
                  <a:close/>
                </a:path>
              </a:pathLst>
            </a:custGeom>
            <a:solidFill>
              <a:schemeClr val="bg1"/>
            </a:solidFill>
            <a:ln w="9525">
              <a:noFill/>
            </a:ln>
          </p:spPr>
          <p:style>
            <a:lnRef idx="0"/>
            <a:fillRef idx="0"/>
            <a:effectRef idx="0"/>
            <a:fontRef idx="minor"/>
          </p:style>
          <p:txBody>
            <a:bodyPr lIns="90000" tIns="45000" rIns="90000" bIns="45000" anchor="ctr">
              <a:noAutofit/>
            </a:bodyPr>
            <a:p>
              <a:endParaRPr lang="en-US" sz="1800" b="0" u="none" strike="noStrike">
                <a:solidFill>
                  <a:schemeClr val="dk1"/>
                </a:solidFill>
                <a:effectLst/>
                <a:uFillTx/>
                <a:latin typeface="Arial"/>
              </a:endParaRPr>
            </a:p>
          </p:txBody>
        </p:sp>
      </p:grpSp>
      <p:sp>
        <p:nvSpPr>
          <p:cNvPr id="393" name="Text Placeholder 14"/>
          <p:cNvSpPr/>
          <p:nvPr/>
        </p:nvSpPr>
        <p:spPr>
          <a:xfrm>
            <a:off x="386640" y="3434040"/>
            <a:ext cx="2464560" cy="953280"/>
          </a:xfrm>
          <a:prstGeom prst="rect">
            <a:avLst/>
          </a:prstGeom>
          <a:noFill/>
          <a:ln w="0">
            <a:noFill/>
          </a:ln>
        </p:spPr>
        <p:style>
          <a:lnRef idx="0"/>
          <a:fillRef idx="0"/>
          <a:effectRef idx="0"/>
          <a:fontRef idx="minor"/>
        </p:style>
        <p:txBody>
          <a:bodyPr lIns="90000" tIns="45000" rIns="90000" bIns="45000" anchor="t">
            <a:noAutofit/>
          </a:bodyPr>
          <a:p>
            <a:endParaRPr lang="en-US" sz="2000" b="1" u="none" strike="noStrike">
              <a:solidFill>
                <a:srgbClr val="E56B2A"/>
              </a:solidFill>
              <a:effectLst/>
              <a:uFillTx/>
              <a:latin typeface="Arial"/>
            </a:endParaRPr>
          </a:p>
        </p:txBody>
      </p:sp>
      <p:sp>
        <p:nvSpPr>
          <p:cNvPr id="394" name="Text Placeholder 18"/>
          <p:cNvSpPr/>
          <p:nvPr/>
        </p:nvSpPr>
        <p:spPr>
          <a:xfrm>
            <a:off x="0" y="5511960"/>
            <a:ext cx="12190680" cy="1399680"/>
          </a:xfrm>
          <a:prstGeom prst="rect">
            <a:avLst/>
          </a:prstGeom>
          <a:noFill/>
          <a:ln w="0">
            <a:noFill/>
          </a:ln>
        </p:spPr>
        <p:style>
          <a:lnRef idx="0"/>
          <a:fillRef idx="0"/>
          <a:effectRef idx="0"/>
          <a:fontRef idx="minor"/>
        </p:style>
        <p:txBody>
          <a:bodyPr lIns="90000" tIns="45000" rIns="90000" bIns="45000" anchor="t">
            <a:normAutofit/>
          </a:bodyPr>
          <a:p>
            <a:pPr algn="ctr" defTabSz="914400">
              <a:lnSpc>
                <a:spcPct val="90000"/>
              </a:lnSpc>
              <a:spcBef>
                <a:spcPts val="1001"/>
              </a:spcBef>
              <a:tabLst>
                <a:tab pos="0" algn="l"/>
              </a:tabLst>
            </a:pPr>
            <a:r>
              <a:rPr lang="en-US" sz="3600" b="0" i="1" u="none" strike="noStrike">
                <a:solidFill>
                  <a:srgbClr val="FF0000"/>
                </a:solidFill>
                <a:effectLst/>
                <a:uFillTx/>
                <a:latin typeface="MS Gothic"/>
                <a:ea typeface="MS Gothic"/>
              </a:rPr>
              <a:t>Please do not put content in this space.   </a:t>
            </a:r>
            <a:endParaRPr lang="en-US" sz="3600" b="0" u="none" strike="noStrike">
              <a:solidFill>
                <a:srgbClr val="000000"/>
              </a:solidFill>
              <a:effectLst/>
              <a:uFillTx/>
              <a:latin typeface="Arial"/>
            </a:endParaRPr>
          </a:p>
          <a:p>
            <a:pPr algn="ctr" defTabSz="914400">
              <a:lnSpc>
                <a:spcPct val="90000"/>
              </a:lnSpc>
              <a:spcBef>
                <a:spcPts val="1001"/>
              </a:spcBef>
              <a:tabLst>
                <a:tab pos="0" algn="l"/>
              </a:tabLst>
            </a:pPr>
            <a:r>
              <a:rPr lang="en-US" sz="3600" b="0" i="1" u="none" strike="noStrike">
                <a:solidFill>
                  <a:srgbClr val="FF0000"/>
                </a:solidFill>
                <a:effectLst/>
                <a:uFillTx/>
                <a:latin typeface="MS Gothic"/>
                <a:ea typeface="MS Gothic"/>
              </a:rPr>
              <a:t>It is reserved for live captioning.</a:t>
            </a:r>
            <a:endParaRPr lang="en-US" sz="3600" b="0" u="none" strike="noStrike">
              <a:solidFill>
                <a:srgbClr val="000000"/>
              </a:solidFill>
              <a:effectLst/>
              <a:uFillTx/>
              <a:latin typeface="Arial"/>
            </a:endParaRPr>
          </a:p>
        </p:txBody>
      </p:sp>
      <p:sp>
        <p:nvSpPr>
          <p:cNvPr id="395" name="PlaceHolder 1"/>
          <p:cNvSpPr>
            <a:spLocks noGrp="1"/>
          </p:cNvSpPr>
          <p:nvPr>
            <p:ph type="body" hasCustomPrompt="1"/>
          </p:nvPr>
        </p:nvSpPr>
        <p:spPr>
          <a:xfrm>
            <a:off x="0" y="0"/>
            <a:ext cx="12190680" cy="6216840"/>
          </a:xfrm>
          <a:prstGeom prst="rect">
            <a:avLst/>
          </a:prstGeom>
          <a:solidFill>
            <a:schemeClr val="lt1">
              <a:lumMod val="95000"/>
            </a:schemeClr>
          </a:solidFill>
          <a:ln w="0">
            <a:noFill/>
          </a:ln>
        </p:spPr>
        <p:txBody>
          <a:bodyPr lIns="90000" tIns="45000" rIns="90000" bIns="45000" anchor="ctr" anchorCtr="1">
            <a:noAutofit/>
          </a:bodyPr>
          <a:lstStyle>
            <a:lvl1pPr indent="0" algn="l" defTabSz="914400">
              <a:lnSpc>
                <a:spcPct val="90000"/>
              </a:lnSpc>
              <a:spcBef>
                <a:spcPts val="1001"/>
              </a:spcBef>
              <a:buNone/>
              <a:tabLst>
                <a:tab pos="0" algn="l"/>
              </a:tabLst>
              <a:defRPr lang="en-US" sz="2800" b="0" u="none" strike="noStrike">
                <a:solidFill>
                  <a:schemeClr val="dk1"/>
                </a:solidFill>
                <a:effectLst/>
                <a:uFillTx/>
                <a:latin typeface="Arial"/>
              </a:defRPr>
            </a:lvl1pPr>
          </a:lstStyle>
          <a:p>
            <a:pPr indent="0" algn="l" defTabSz="914400">
              <a:lnSpc>
                <a:spcPct val="90000"/>
              </a:lnSpc>
              <a:spcBef>
                <a:spcPts val="1001"/>
              </a:spcBef>
              <a:buNone/>
              <a:tabLst>
                <a:tab pos="0" algn="l"/>
              </a:tabLst>
            </a:pPr>
            <a:r>
              <a:rPr lang="en-US" sz="2800" b="0" u="none" strike="noStrike">
                <a:solidFill>
                  <a:schemeClr val="dk1"/>
                </a:solidFill>
                <a:effectLst/>
                <a:uFillTx/>
                <a:latin typeface="Arial"/>
              </a:rPr>
              <a:t>Place image/chart here</a:t>
            </a:r>
            <a:endParaRPr lang="en-US" sz="2800" b="0" u="none" strike="noStrike">
              <a:solidFill>
                <a:schemeClr val="dk1"/>
              </a:solidFill>
              <a:effectLst/>
              <a:uFillTx/>
              <a:latin typeface="Arial"/>
            </a:endParaRPr>
          </a:p>
        </p:txBody>
      </p:sp>
      <p:sp>
        <p:nvSpPr>
          <p:cNvPr id="396" name="Rectangle 10"/>
          <p:cNvSpPr/>
          <p:nvPr/>
        </p:nvSpPr>
        <p:spPr>
          <a:xfrm>
            <a:off x="0" y="6218280"/>
            <a:ext cx="12190680" cy="638280"/>
          </a:xfrm>
          <a:prstGeom prst="rect">
            <a:avLst/>
          </a:prstGeom>
          <a:solidFill>
            <a:srgbClr val="F86901"/>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p>
            <a:endParaRPr lang="en-US" sz="1800" b="0" u="none" strike="noStrike">
              <a:solidFill>
                <a:schemeClr val="lt1"/>
              </a:solidFill>
              <a:effectLst/>
              <a:uFillTx/>
              <a:latin typeface="Arial"/>
            </a:endParaRPr>
          </a:p>
        </p:txBody>
      </p:sp>
      <p:sp>
        <p:nvSpPr>
          <p:cNvPr id="397" name="TextBox 11"/>
          <p:cNvSpPr/>
          <p:nvPr/>
        </p:nvSpPr>
        <p:spPr>
          <a:xfrm>
            <a:off x="11689200" y="6487920"/>
            <a:ext cx="476280" cy="238680"/>
          </a:xfrm>
          <a:prstGeom prst="rect">
            <a:avLst/>
          </a:prstGeom>
          <a:noFill/>
          <a:ln w="0">
            <a:noFill/>
          </a:ln>
        </p:spPr>
        <p:style>
          <a:lnRef idx="0"/>
          <a:fillRef idx="0"/>
          <a:effectRef idx="0"/>
          <a:fontRef idx="minor"/>
        </p:style>
        <p:txBody>
          <a:bodyPr lIns="90000" tIns="45000" rIns="90000" bIns="45000" anchor="t">
            <a:spAutoFit/>
          </a:bodyPr>
          <a:p>
            <a:pPr defTabSz="914400">
              <a:lnSpc>
                <a:spcPct val="80000"/>
              </a:lnSpc>
            </a:pPr>
            <a:r>
              <a:rPr lang="en-US" sz="1200" b="0" u="none" strike="noStrike">
                <a:solidFill>
                  <a:schemeClr val="lt1"/>
                </a:solidFill>
                <a:effectLst/>
                <a:uFillTx/>
                <a:latin typeface="Georgia"/>
              </a:rPr>
              <a:t> </a:t>
            </a:r>
            <a:fld id="{93793BA3-B080-42BA-973C-16428C13838B}" type="slidenum">
              <a:rPr lang="en-US" sz="1130" b="0" u="none" strike="noStrike">
                <a:solidFill>
                  <a:schemeClr val="lt1"/>
                </a:solidFill>
                <a:effectLst/>
                <a:uFillTx/>
                <a:latin typeface="Arial"/>
              </a:rPr>
              <a:t>&lt;number&gt;</a:t>
            </a:fld>
            <a:endParaRPr lang="en-US" sz="1130" b="0" u="none" strike="noStrike">
              <a:solidFill>
                <a:srgbClr val="000000"/>
              </a:solidFill>
              <a:effectLst/>
              <a:uFillTx/>
              <a:latin typeface="Arial"/>
            </a:endParaRPr>
          </a:p>
        </p:txBody>
      </p:sp>
      <p:pic>
        <p:nvPicPr>
          <p:cNvPr id="398" name="Graphic 12"/>
          <p:cNvPicPr/>
          <p:nvPr/>
        </p:nvPicPr>
        <p:blipFill>
          <a:blip r:embed="rId4">
            <a:extLst>
              <a:ext uri="{96DAC541-7B7A-43D3-8B79-37D633B846F1}">
                <asvg:svgBlip xmlns:asvg="http://schemas.microsoft.com/office/drawing/2016/SVG/main" r:embed="rId5"/>
              </a:ext>
            </a:extLst>
          </a:blip>
          <a:stretch/>
        </p:blipFill>
        <p:spPr>
          <a:xfrm>
            <a:off x="9069840" y="6459120"/>
            <a:ext cx="2699280" cy="238680"/>
          </a:xfrm>
          <a:prstGeom prst="rect">
            <a:avLst/>
          </a:prstGeom>
          <a:noFill/>
          <a:ln w="0">
            <a:noFill/>
          </a:ln>
        </p:spPr>
      </p:pic>
      <p:grpSp>
        <p:nvGrpSpPr>
          <p:cNvPr id="399" name="Graphic 22"/>
          <p:cNvGrpSpPr/>
          <p:nvPr/>
        </p:nvGrpSpPr>
        <p:grpSpPr>
          <a:xfrm>
            <a:off x="201960" y="6414120"/>
            <a:ext cx="797760" cy="300600"/>
            <a:chOff x="201960" y="6414120"/>
            <a:chExt cx="797760" cy="300600"/>
          </a:xfrm>
        </p:grpSpPr>
        <p:sp>
          <p:nvSpPr>
            <p:cNvPr id="400" name="Freeform 14"/>
            <p:cNvSpPr/>
            <p:nvPr/>
          </p:nvSpPr>
          <p:spPr>
            <a:xfrm>
              <a:off x="540720" y="6414120"/>
              <a:ext cx="135720" cy="300240"/>
            </a:xfrm>
            <a:custGeom>
              <a:avLst/>
              <a:gdLst>
                <a:gd name="textAreaLeft" fmla="*/ 0 w 135720"/>
                <a:gd name="textAreaRight" fmla="*/ 137160 w 135720"/>
                <a:gd name="textAreaTop" fmla="*/ 0 h 300240"/>
                <a:gd name="textAreaBottom" fmla="*/ 301680 h 300240"/>
                <a:gd name="GluePoint1X" fmla="*/ 393478 w 547877"/>
                <a:gd name="GluePoint1Y" fmla="*/ 129064 h 1204531"/>
                <a:gd name="GluePoint2X" fmla="*/ 537686 w 547877"/>
                <a:gd name="GluePoint2Y" fmla="*/ 74771 h 1204531"/>
                <a:gd name="GluePoint3X" fmla="*/ 547878 w 547877"/>
                <a:gd name="GluePoint3Y" fmla="*/ 74771 h 1204531"/>
                <a:gd name="GluePoint4X" fmla="*/ 547878 w 547877"/>
                <a:gd name="GluePoint4Y" fmla="*/ 0 h 1204531"/>
                <a:gd name="GluePoint5X" fmla="*/ 267938 w 547877"/>
                <a:gd name="GluePoint5Y" fmla="*/ 4667 h 1204531"/>
                <a:gd name="GluePoint6X" fmla="*/ 0 w 547877"/>
                <a:gd name="GluePoint6Y" fmla="*/ 0 h 1204531"/>
                <a:gd name="GluePoint7X" fmla="*/ 0 w 547877"/>
                <a:gd name="GluePoint7Y" fmla="*/ 74771 h 1204531"/>
                <a:gd name="GluePoint8X" fmla="*/ 10192 w 547877"/>
                <a:gd name="GluePoint8Y" fmla="*/ 74771 h 1204531"/>
                <a:gd name="GluePoint9X" fmla="*/ 154400 w 547877"/>
                <a:gd name="GluePoint9Y" fmla="*/ 128968 h 1204531"/>
                <a:gd name="GluePoint10X" fmla="*/ 171640 w 547877"/>
                <a:gd name="GluePoint10Y" fmla="*/ 363188 h 1204531"/>
                <a:gd name="GluePoint11X" fmla="*/ 171640 w 547877"/>
                <a:gd name="GluePoint11Y" fmla="*/ 841153 h 1204531"/>
                <a:gd name="GluePoint12X" fmla="*/ 154496 w 547877"/>
                <a:gd name="GluePoint12Y" fmla="*/ 1075373 h 1204531"/>
                <a:gd name="GluePoint13X" fmla="*/ 10192 w 547877"/>
                <a:gd name="GluePoint13Y" fmla="*/ 1129569 h 1204531"/>
                <a:gd name="GluePoint14X" fmla="*/ 0 w 547877"/>
                <a:gd name="GluePoint14Y" fmla="*/ 1129569 h 1204531"/>
                <a:gd name="GluePoint15X" fmla="*/ 0 w 547877"/>
                <a:gd name="GluePoint15Y" fmla="*/ 1204531 h 1204531"/>
                <a:gd name="GluePoint16X" fmla="*/ 268224 w 547877"/>
                <a:gd name="GluePoint16Y" fmla="*/ 1197102 h 1204531"/>
                <a:gd name="GluePoint17X" fmla="*/ 547878 w 547877"/>
                <a:gd name="GluePoint17Y" fmla="*/ 1204531 h 1204531"/>
                <a:gd name="GluePoint18X" fmla="*/ 547878 w 547877"/>
                <a:gd name="GluePoint18Y" fmla="*/ 1129569 h 1204531"/>
                <a:gd name="GluePoint19X" fmla="*/ 537686 w 547877"/>
                <a:gd name="GluePoint19Y" fmla="*/ 1129569 h 1204531"/>
                <a:gd name="GluePoint20X" fmla="*/ 393478 w 547877"/>
                <a:gd name="GluePoint20Y" fmla="*/ 1075468 h 1204531"/>
                <a:gd name="GluePoint21X" fmla="*/ 376333 w 547877"/>
                <a:gd name="GluePoint21Y" fmla="*/ 841153 h 1204531"/>
                <a:gd name="GluePoint22X" fmla="*/ 376333 w 547877"/>
                <a:gd name="GluePoint22Y" fmla="*/ 363188 h 1204531"/>
                <a:gd name="GluePoint23X" fmla="*/ 393478 w 547877"/>
                <a:gd name="GluePoint23Y" fmla="*/ 129064 h 1204531"/>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 ang="0">
                  <a:pos x="GluePoint16X" y="GluePoint16Y"/>
                </a:cxn>
                <a:cxn ang="0">
                  <a:pos x="GluePoint17X" y="GluePoint17Y"/>
                </a:cxn>
                <a:cxn ang="0">
                  <a:pos x="GluePoint18X" y="GluePoint18Y"/>
                </a:cxn>
                <a:cxn ang="0">
                  <a:pos x="GluePoint19X" y="GluePoint19Y"/>
                </a:cxn>
                <a:cxn ang="0">
                  <a:pos x="GluePoint20X" y="GluePoint20Y"/>
                </a:cxn>
                <a:cxn ang="0">
                  <a:pos x="GluePoint21X" y="GluePoint21Y"/>
                </a:cxn>
                <a:cxn ang="0">
                  <a:pos x="GluePoint22X" y="GluePoint22Y"/>
                </a:cxn>
                <a:cxn ang="0">
                  <a:pos x="GluePoint23X" y="GluePoint23Y"/>
                </a:cxn>
              </a:cxnLst>
              <a:rect l="textAreaLeft" t="textAreaTop" r="textAreaRight" b="textAreaBottom"/>
              <a:pathLst>
                <a:path w="547877" h="1204531">
                  <a:moveTo>
                    <a:pt x="393478" y="129064"/>
                  </a:moveTo>
                  <a:cubicBezTo>
                    <a:pt x="414242" y="74771"/>
                    <a:pt x="482727" y="74771"/>
                    <a:pt x="537686" y="74771"/>
                  </a:cubicBezTo>
                  <a:lnTo>
                    <a:pt x="547878" y="74771"/>
                  </a:lnTo>
                  <a:lnTo>
                    <a:pt x="547878" y="0"/>
                  </a:lnTo>
                  <a:cubicBezTo>
                    <a:pt x="547878" y="0"/>
                    <a:pt x="333565" y="4667"/>
                    <a:pt x="267938" y="4667"/>
                  </a:cubicBezTo>
                  <a:cubicBezTo>
                    <a:pt x="200406" y="4667"/>
                    <a:pt x="0" y="0"/>
                    <a:pt x="0" y="0"/>
                  </a:cubicBezTo>
                  <a:lnTo>
                    <a:pt x="0" y="74771"/>
                  </a:lnTo>
                  <a:lnTo>
                    <a:pt x="10192" y="74771"/>
                  </a:lnTo>
                  <a:cubicBezTo>
                    <a:pt x="65246" y="74771"/>
                    <a:pt x="133731" y="74771"/>
                    <a:pt x="154400" y="128968"/>
                  </a:cubicBezTo>
                  <a:cubicBezTo>
                    <a:pt x="171640" y="175450"/>
                    <a:pt x="171640" y="307086"/>
                    <a:pt x="171640" y="363188"/>
                  </a:cubicBezTo>
                  <a:lnTo>
                    <a:pt x="171640" y="841153"/>
                  </a:lnTo>
                  <a:cubicBezTo>
                    <a:pt x="171640" y="897350"/>
                    <a:pt x="171640" y="1028890"/>
                    <a:pt x="154496" y="1075373"/>
                  </a:cubicBezTo>
                  <a:cubicBezTo>
                    <a:pt x="133731" y="1129569"/>
                    <a:pt x="65246" y="1129569"/>
                    <a:pt x="10192" y="1129569"/>
                  </a:cubicBezTo>
                  <a:lnTo>
                    <a:pt x="0" y="1129569"/>
                  </a:lnTo>
                  <a:lnTo>
                    <a:pt x="0" y="1204531"/>
                  </a:lnTo>
                  <a:cubicBezTo>
                    <a:pt x="0" y="1204341"/>
                    <a:pt x="173260" y="1197102"/>
                    <a:pt x="268224" y="1197102"/>
                  </a:cubicBezTo>
                  <a:cubicBezTo>
                    <a:pt x="377476" y="1197102"/>
                    <a:pt x="547878" y="1204531"/>
                    <a:pt x="547878" y="1204531"/>
                  </a:cubicBezTo>
                  <a:lnTo>
                    <a:pt x="547878" y="1129569"/>
                  </a:lnTo>
                  <a:lnTo>
                    <a:pt x="537686" y="1129569"/>
                  </a:lnTo>
                  <a:cubicBezTo>
                    <a:pt x="482727" y="1129569"/>
                    <a:pt x="414242" y="1129569"/>
                    <a:pt x="393478" y="1075468"/>
                  </a:cubicBezTo>
                  <a:cubicBezTo>
                    <a:pt x="376333" y="1028890"/>
                    <a:pt x="376333" y="897350"/>
                    <a:pt x="376333" y="841153"/>
                  </a:cubicBezTo>
                  <a:lnTo>
                    <a:pt x="376333" y="363188"/>
                  </a:lnTo>
                  <a:cubicBezTo>
                    <a:pt x="376333" y="307086"/>
                    <a:pt x="376333" y="175450"/>
                    <a:pt x="393478" y="129064"/>
                  </a:cubicBezTo>
                </a:path>
              </a:pathLst>
            </a:custGeom>
            <a:solidFill>
              <a:schemeClr val="bg1"/>
            </a:solidFill>
            <a:ln w="9525">
              <a:noFill/>
            </a:ln>
          </p:spPr>
          <p:style>
            <a:lnRef idx="0"/>
            <a:fillRef idx="0"/>
            <a:effectRef idx="0"/>
            <a:fontRef idx="minor"/>
          </p:style>
          <p:txBody>
            <a:bodyPr lIns="68040" tIns="45000" rIns="68040" bIns="45000" anchor="ctr">
              <a:noAutofit/>
            </a:bodyPr>
            <a:p>
              <a:endParaRPr lang="en-US" sz="1800" b="0" u="none" strike="noStrike">
                <a:solidFill>
                  <a:schemeClr val="dk1"/>
                </a:solidFill>
                <a:effectLst/>
                <a:uFillTx/>
                <a:latin typeface="Arial"/>
              </a:endParaRPr>
            </a:p>
          </p:txBody>
        </p:sp>
        <p:sp>
          <p:nvSpPr>
            <p:cNvPr id="401" name="Freeform 15"/>
            <p:cNvSpPr/>
            <p:nvPr/>
          </p:nvSpPr>
          <p:spPr>
            <a:xfrm>
              <a:off x="718920" y="6414480"/>
              <a:ext cx="280800" cy="300240"/>
            </a:xfrm>
            <a:custGeom>
              <a:avLst/>
              <a:gdLst>
                <a:gd name="textAreaLeft" fmla="*/ 0 w 280800"/>
                <a:gd name="textAreaRight" fmla="*/ 282240 w 280800"/>
                <a:gd name="textAreaTop" fmla="*/ 0 h 300240"/>
                <a:gd name="textAreaBottom" fmla="*/ 301680 h 300240"/>
                <a:gd name="GluePoint1X" fmla="*/ 0 w 1126902"/>
                <a:gd name="GluePoint1Y" fmla="*/ 0 h 1204245"/>
                <a:gd name="GluePoint2X" fmla="*/ 0 w 1126902"/>
                <a:gd name="GluePoint2Y" fmla="*/ 312420 h 1204245"/>
                <a:gd name="GluePoint3X" fmla="*/ 74295 w 1126902"/>
                <a:gd name="GluePoint3Y" fmla="*/ 312420 h 1204245"/>
                <a:gd name="GluePoint4X" fmla="*/ 74581 w 1126902"/>
                <a:gd name="GluePoint4Y" fmla="*/ 302609 h 1204245"/>
                <a:gd name="GluePoint5X" fmla="*/ 334328 w 1126902"/>
                <a:gd name="GluePoint5Y" fmla="*/ 90773 h 1204245"/>
                <a:gd name="GluePoint6X" fmla="*/ 352330 w 1126902"/>
                <a:gd name="GluePoint6Y" fmla="*/ 90678 h 1204245"/>
                <a:gd name="GluePoint7X" fmla="*/ 453200 w 1126902"/>
                <a:gd name="GluePoint7Y" fmla="*/ 106204 h 1204245"/>
                <a:gd name="GluePoint8X" fmla="*/ 461201 w 1126902"/>
                <a:gd name="GluePoint8Y" fmla="*/ 128873 h 1204245"/>
                <a:gd name="GluePoint9X" fmla="*/ 461201 w 1126902"/>
                <a:gd name="GluePoint9Y" fmla="*/ 950119 h 1204245"/>
                <a:gd name="GluePoint10X" fmla="*/ 272510 w 1126902"/>
                <a:gd name="GluePoint10Y" fmla="*/ 1129475 h 1204245"/>
                <a:gd name="GluePoint11X" fmla="*/ 262700 w 1126902"/>
                <a:gd name="GluePoint11Y" fmla="*/ 1129856 h 1204245"/>
                <a:gd name="GluePoint12X" fmla="*/ 262700 w 1126902"/>
                <a:gd name="GluePoint12Y" fmla="*/ 1204246 h 1204245"/>
                <a:gd name="GluePoint13X" fmla="*/ 578548 w 1126902"/>
                <a:gd name="GluePoint13Y" fmla="*/ 1196911 h 1204245"/>
                <a:gd name="GluePoint14X" fmla="*/ 864203 w 1126902"/>
                <a:gd name="GluePoint14Y" fmla="*/ 1204246 h 1204245"/>
                <a:gd name="GluePoint15X" fmla="*/ 864203 w 1126902"/>
                <a:gd name="GluePoint15Y" fmla="*/ 1129856 h 1204245"/>
                <a:gd name="GluePoint16X" fmla="*/ 854393 w 1126902"/>
                <a:gd name="GluePoint16Y" fmla="*/ 1129475 h 1204245"/>
                <a:gd name="GluePoint17X" fmla="*/ 665702 w 1126902"/>
                <a:gd name="GluePoint17Y" fmla="*/ 950119 h 1204245"/>
                <a:gd name="GluePoint18X" fmla="*/ 665702 w 1126902"/>
                <a:gd name="GluePoint18Y" fmla="*/ 128873 h 1204245"/>
                <a:gd name="GluePoint19X" fmla="*/ 673608 w 1126902"/>
                <a:gd name="GluePoint19Y" fmla="*/ 108490 h 1204245"/>
                <a:gd name="GluePoint20X" fmla="*/ 791718 w 1126902"/>
                <a:gd name="GluePoint20Y" fmla="*/ 90488 h 1204245"/>
                <a:gd name="GluePoint21X" fmla="*/ 815912 w 1126902"/>
                <a:gd name="GluePoint21Y" fmla="*/ 90773 h 1204245"/>
                <a:gd name="GluePoint22X" fmla="*/ 1052513 w 1126902"/>
                <a:gd name="GluePoint22Y" fmla="*/ 302895 h 1204245"/>
                <a:gd name="GluePoint23X" fmla="*/ 1053084 w 1126902"/>
                <a:gd name="GluePoint23Y" fmla="*/ 312420 h 1204245"/>
                <a:gd name="GluePoint24X" fmla="*/ 1126903 w 1126902"/>
                <a:gd name="GluePoint24Y" fmla="*/ 312420 h 1204245"/>
                <a:gd name="GluePoint25X" fmla="*/ 1126903 w 1126902"/>
                <a:gd name="GluePoint25Y" fmla="*/ 0 h 1204245"/>
                <a:gd name="GluePoint26X" fmla="*/ 563404 w 1126902"/>
                <a:gd name="GluePoint26Y" fmla="*/ 2857 h 1204245"/>
                <a:gd name="GluePoint27X" fmla="*/ 0 w 1126902"/>
                <a:gd name="GluePoint27Y" fmla="*/ 0 h 1204245"/>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 ang="0">
                  <a:pos x="GluePoint16X" y="GluePoint16Y"/>
                </a:cxn>
                <a:cxn ang="0">
                  <a:pos x="GluePoint17X" y="GluePoint17Y"/>
                </a:cxn>
                <a:cxn ang="0">
                  <a:pos x="GluePoint18X" y="GluePoint18Y"/>
                </a:cxn>
                <a:cxn ang="0">
                  <a:pos x="GluePoint19X" y="GluePoint19Y"/>
                </a:cxn>
                <a:cxn ang="0">
                  <a:pos x="GluePoint20X" y="GluePoint20Y"/>
                </a:cxn>
                <a:cxn ang="0">
                  <a:pos x="GluePoint21X" y="GluePoint21Y"/>
                </a:cxn>
                <a:cxn ang="0">
                  <a:pos x="GluePoint22X" y="GluePoint22Y"/>
                </a:cxn>
                <a:cxn ang="0">
                  <a:pos x="GluePoint23X" y="GluePoint23Y"/>
                </a:cxn>
                <a:cxn ang="0">
                  <a:pos x="GluePoint24X" y="GluePoint24Y"/>
                </a:cxn>
                <a:cxn ang="0">
                  <a:pos x="GluePoint25X" y="GluePoint25Y"/>
                </a:cxn>
                <a:cxn ang="0">
                  <a:pos x="GluePoint26X" y="GluePoint26Y"/>
                </a:cxn>
                <a:cxn ang="0">
                  <a:pos x="GluePoint27X" y="GluePoint27Y"/>
                </a:cxn>
              </a:cxnLst>
              <a:rect l="textAreaLeft" t="textAreaTop" r="textAreaRight" b="textAreaBottom"/>
              <a:pathLst>
                <a:path w="1126902" h="1204245">
                  <a:moveTo>
                    <a:pt x="0" y="0"/>
                  </a:moveTo>
                  <a:lnTo>
                    <a:pt x="0" y="312420"/>
                  </a:lnTo>
                  <a:lnTo>
                    <a:pt x="74295" y="312420"/>
                  </a:lnTo>
                  <a:lnTo>
                    <a:pt x="74581" y="302609"/>
                  </a:lnTo>
                  <a:cubicBezTo>
                    <a:pt x="81344" y="99346"/>
                    <a:pt x="159163" y="90773"/>
                    <a:pt x="334328" y="90773"/>
                  </a:cubicBezTo>
                  <a:cubicBezTo>
                    <a:pt x="340328" y="90773"/>
                    <a:pt x="346424" y="90773"/>
                    <a:pt x="352330" y="90678"/>
                  </a:cubicBezTo>
                  <a:cubicBezTo>
                    <a:pt x="395859" y="90392"/>
                    <a:pt x="437007" y="90106"/>
                    <a:pt x="453200" y="106204"/>
                  </a:cubicBezTo>
                  <a:cubicBezTo>
                    <a:pt x="458629" y="111538"/>
                    <a:pt x="461201" y="118967"/>
                    <a:pt x="461201" y="128873"/>
                  </a:cubicBezTo>
                  <a:lnTo>
                    <a:pt x="461201" y="950119"/>
                  </a:lnTo>
                  <a:cubicBezTo>
                    <a:pt x="461201" y="1072039"/>
                    <a:pt x="444151" y="1122426"/>
                    <a:pt x="272510" y="1129475"/>
                  </a:cubicBezTo>
                  <a:lnTo>
                    <a:pt x="262700" y="1129856"/>
                  </a:lnTo>
                  <a:lnTo>
                    <a:pt x="262700" y="1204246"/>
                  </a:lnTo>
                  <a:cubicBezTo>
                    <a:pt x="262700" y="1204246"/>
                    <a:pt x="462725" y="1196911"/>
                    <a:pt x="578548" y="1196911"/>
                  </a:cubicBezTo>
                  <a:cubicBezTo>
                    <a:pt x="666941" y="1196911"/>
                    <a:pt x="864203" y="1204246"/>
                    <a:pt x="864203" y="1204246"/>
                  </a:cubicBezTo>
                  <a:lnTo>
                    <a:pt x="864203" y="1129856"/>
                  </a:lnTo>
                  <a:lnTo>
                    <a:pt x="854393" y="1129475"/>
                  </a:lnTo>
                  <a:cubicBezTo>
                    <a:pt x="682752" y="1122426"/>
                    <a:pt x="665702" y="1072039"/>
                    <a:pt x="665702" y="950119"/>
                  </a:cubicBezTo>
                  <a:lnTo>
                    <a:pt x="665702" y="128873"/>
                  </a:lnTo>
                  <a:cubicBezTo>
                    <a:pt x="665702" y="120396"/>
                    <a:pt x="668369" y="113729"/>
                    <a:pt x="673608" y="108490"/>
                  </a:cubicBezTo>
                  <a:cubicBezTo>
                    <a:pt x="693420" y="89059"/>
                    <a:pt x="747903" y="89821"/>
                    <a:pt x="791718" y="90488"/>
                  </a:cubicBezTo>
                  <a:cubicBezTo>
                    <a:pt x="800005" y="90583"/>
                    <a:pt x="808196" y="90773"/>
                    <a:pt x="815912" y="90773"/>
                  </a:cubicBezTo>
                  <a:cubicBezTo>
                    <a:pt x="987267" y="90773"/>
                    <a:pt x="1042511" y="140303"/>
                    <a:pt x="1052513" y="302895"/>
                  </a:cubicBezTo>
                  <a:lnTo>
                    <a:pt x="1053084" y="312420"/>
                  </a:lnTo>
                  <a:lnTo>
                    <a:pt x="1126903" y="312420"/>
                  </a:lnTo>
                  <a:lnTo>
                    <a:pt x="1126903" y="0"/>
                  </a:lnTo>
                  <a:cubicBezTo>
                    <a:pt x="1126903" y="0"/>
                    <a:pt x="694468" y="2857"/>
                    <a:pt x="563404" y="2857"/>
                  </a:cubicBezTo>
                  <a:cubicBezTo>
                    <a:pt x="432340" y="2857"/>
                    <a:pt x="0" y="0"/>
                    <a:pt x="0" y="0"/>
                  </a:cubicBezTo>
                </a:path>
              </a:pathLst>
            </a:custGeom>
            <a:solidFill>
              <a:schemeClr val="bg1"/>
            </a:solidFill>
            <a:ln w="9525">
              <a:noFill/>
            </a:ln>
          </p:spPr>
          <p:style>
            <a:lnRef idx="0"/>
            <a:fillRef idx="0"/>
            <a:effectRef idx="0"/>
            <a:fontRef idx="minor"/>
          </p:style>
          <p:txBody>
            <a:bodyPr lIns="90000" tIns="45000" rIns="90000" bIns="45000" anchor="ctr">
              <a:noAutofit/>
            </a:bodyPr>
            <a:p>
              <a:endParaRPr lang="en-US" sz="1800" b="0" u="none" strike="noStrike">
                <a:solidFill>
                  <a:schemeClr val="dk1"/>
                </a:solidFill>
                <a:effectLst/>
                <a:uFillTx/>
                <a:latin typeface="Arial"/>
              </a:endParaRPr>
            </a:p>
          </p:txBody>
        </p:sp>
        <p:sp>
          <p:nvSpPr>
            <p:cNvPr id="402" name="Freeform 17"/>
            <p:cNvSpPr/>
            <p:nvPr/>
          </p:nvSpPr>
          <p:spPr>
            <a:xfrm>
              <a:off x="201960" y="6414120"/>
              <a:ext cx="297720" cy="300240"/>
            </a:xfrm>
            <a:custGeom>
              <a:avLst/>
              <a:gdLst>
                <a:gd name="textAreaLeft" fmla="*/ 0 w 297720"/>
                <a:gd name="textAreaRight" fmla="*/ 299160 w 297720"/>
                <a:gd name="textAreaTop" fmla="*/ 0 h 300240"/>
                <a:gd name="textAreaBottom" fmla="*/ 301680 h 300240"/>
                <a:gd name="GluePoint1X" fmla="*/ 372618 w 1195101"/>
                <a:gd name="GluePoint1Y" fmla="*/ 571786 h 1204626"/>
                <a:gd name="GluePoint2X" fmla="*/ 372523 w 1195101"/>
                <a:gd name="GluePoint2Y" fmla="*/ 134303 h 1204626"/>
                <a:gd name="GluePoint3X" fmla="*/ 386239 w 1195101"/>
                <a:gd name="GluePoint3Y" fmla="*/ 86487 h 1204626"/>
                <a:gd name="GluePoint4X" fmla="*/ 498348 w 1195101"/>
                <a:gd name="GluePoint4Y" fmla="*/ 85630 h 1204626"/>
                <a:gd name="GluePoint5X" fmla="*/ 738473 w 1195101"/>
                <a:gd name="GluePoint5Y" fmla="*/ 330518 h 1204626"/>
                <a:gd name="GluePoint6X" fmla="*/ 640747 w 1195101"/>
                <a:gd name="GluePoint6Y" fmla="*/ 541687 h 1204626"/>
                <a:gd name="GluePoint7X" fmla="*/ 372618 w 1195101"/>
                <a:gd name="GluePoint7Y" fmla="*/ 571786 h 1204626"/>
                <a:gd name="GluePoint8X" fmla="*/ 1186529 w 1195101"/>
                <a:gd name="GluePoint8Y" fmla="*/ 1129760 h 1204626"/>
                <a:gd name="GluePoint9X" fmla="*/ 1017461 w 1195101"/>
                <a:gd name="GluePoint9Y" fmla="*/ 1040702 h 1204626"/>
                <a:gd name="GluePoint10X" fmla="*/ 661797 w 1195101"/>
                <a:gd name="GluePoint10Y" fmla="*/ 632460 h 1204626"/>
                <a:gd name="GluePoint11X" fmla="*/ 964597 w 1195101"/>
                <a:gd name="GluePoint11Y" fmla="*/ 305371 h 1204626"/>
                <a:gd name="GluePoint12X" fmla="*/ 831056 w 1195101"/>
                <a:gd name="GluePoint12Y" fmla="*/ 55816 h 1204626"/>
                <a:gd name="GluePoint13X" fmla="*/ 544639 w 1195101"/>
                <a:gd name="GluePoint13Y" fmla="*/ 190 h 1204626"/>
                <a:gd name="GluePoint14X" fmla="*/ 317468 w 1195101"/>
                <a:gd name="GluePoint14Y" fmla="*/ 4191 h 1204626"/>
                <a:gd name="GluePoint15X" fmla="*/ 191 w 1195101"/>
                <a:gd name="GluePoint15Y" fmla="*/ 0 h 1204626"/>
                <a:gd name="GluePoint16X" fmla="*/ 191 w 1195101"/>
                <a:gd name="GluePoint16Y" fmla="*/ 74866 h 1204626"/>
                <a:gd name="GluePoint17X" fmla="*/ 15050 w 1195101"/>
                <a:gd name="GluePoint17Y" fmla="*/ 74866 h 1204626"/>
                <a:gd name="GluePoint18X" fmla="*/ 152781 w 1195101"/>
                <a:gd name="GluePoint18Y" fmla="*/ 128683 h 1204626"/>
                <a:gd name="GluePoint19X" fmla="*/ 168307 w 1195101"/>
                <a:gd name="GluePoint19Y" fmla="*/ 350139 h 1204626"/>
                <a:gd name="GluePoint20X" fmla="*/ 168307 w 1195101"/>
                <a:gd name="GluePoint20Y" fmla="*/ 841248 h 1204626"/>
                <a:gd name="GluePoint21X" fmla="*/ 161068 w 1195101"/>
                <a:gd name="GluePoint21Y" fmla="*/ 1034129 h 1204626"/>
                <a:gd name="GluePoint22X" fmla="*/ 152686 w 1195101"/>
                <a:gd name="GluePoint22Y" fmla="*/ 1075944 h 1204626"/>
                <a:gd name="GluePoint23X" fmla="*/ 10382 w 1195101"/>
                <a:gd name="GluePoint23Y" fmla="*/ 1129665 h 1204626"/>
                <a:gd name="GluePoint24X" fmla="*/ 0 w 1195101"/>
                <a:gd name="GluePoint24Y" fmla="*/ 1129665 h 1204626"/>
                <a:gd name="GluePoint25X" fmla="*/ 0 w 1195101"/>
                <a:gd name="GluePoint25Y" fmla="*/ 1204532 h 1204626"/>
                <a:gd name="GluePoint26X" fmla="*/ 278225 w 1195101"/>
                <a:gd name="GluePoint26Y" fmla="*/ 1197102 h 1204626"/>
                <a:gd name="GluePoint27X" fmla="*/ 540734 w 1195101"/>
                <a:gd name="GluePoint27Y" fmla="*/ 1204532 h 1204626"/>
                <a:gd name="GluePoint28X" fmla="*/ 540734 w 1195101"/>
                <a:gd name="GluePoint28Y" fmla="*/ 1129665 h 1204626"/>
                <a:gd name="GluePoint29X" fmla="*/ 525971 w 1195101"/>
                <a:gd name="GluePoint29Y" fmla="*/ 1129665 h 1204626"/>
                <a:gd name="GluePoint30X" fmla="*/ 388239 w 1195101"/>
                <a:gd name="GluePoint30Y" fmla="*/ 1075754 h 1204626"/>
                <a:gd name="GluePoint31X" fmla="*/ 379857 w 1195101"/>
                <a:gd name="GluePoint31Y" fmla="*/ 1034034 h 1204626"/>
                <a:gd name="GluePoint32X" fmla="*/ 372618 w 1195101"/>
                <a:gd name="GluePoint32Y" fmla="*/ 854297 h 1204626"/>
                <a:gd name="GluePoint33X" fmla="*/ 372618 w 1195101"/>
                <a:gd name="GluePoint33Y" fmla="*/ 653510 h 1204626"/>
                <a:gd name="GluePoint34X" fmla="*/ 479107 w 1195101"/>
                <a:gd name="GluePoint34Y" fmla="*/ 702469 h 1204626"/>
                <a:gd name="GluePoint35X" fmla="*/ 501110 w 1195101"/>
                <a:gd name="GluePoint35Y" fmla="*/ 728472 h 1204626"/>
                <a:gd name="GluePoint36X" fmla="*/ 797909 w 1195101"/>
                <a:gd name="GluePoint36Y" fmla="*/ 1096804 h 1204626"/>
                <a:gd name="GluePoint37X" fmla="*/ 885158 w 1195101"/>
                <a:gd name="GluePoint37Y" fmla="*/ 1204532 h 1204626"/>
                <a:gd name="GluePoint38X" fmla="*/ 1027366 w 1195101"/>
                <a:gd name="GluePoint38Y" fmla="*/ 1200436 h 1204626"/>
                <a:gd name="GluePoint39X" fmla="*/ 1195102 w 1195101"/>
                <a:gd name="GluePoint39Y" fmla="*/ 1204627 h 1204626"/>
                <a:gd name="GluePoint40X" fmla="*/ 1195102 w 1195101"/>
                <a:gd name="GluePoint40Y" fmla="*/ 1131094 h 1204626"/>
                <a:gd name="GluePoint41X" fmla="*/ 1186529 w 1195101"/>
                <a:gd name="GluePoint41Y" fmla="*/ 1129760 h 1204626"/>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 ang="0">
                  <a:pos x="GluePoint16X" y="GluePoint16Y"/>
                </a:cxn>
                <a:cxn ang="0">
                  <a:pos x="GluePoint17X" y="GluePoint17Y"/>
                </a:cxn>
                <a:cxn ang="0">
                  <a:pos x="GluePoint18X" y="GluePoint18Y"/>
                </a:cxn>
                <a:cxn ang="0">
                  <a:pos x="GluePoint19X" y="GluePoint19Y"/>
                </a:cxn>
                <a:cxn ang="0">
                  <a:pos x="GluePoint20X" y="GluePoint20Y"/>
                </a:cxn>
                <a:cxn ang="0">
                  <a:pos x="GluePoint21X" y="GluePoint21Y"/>
                </a:cxn>
                <a:cxn ang="0">
                  <a:pos x="GluePoint22X" y="GluePoint22Y"/>
                </a:cxn>
                <a:cxn ang="0">
                  <a:pos x="GluePoint23X" y="GluePoint23Y"/>
                </a:cxn>
                <a:cxn ang="0">
                  <a:pos x="GluePoint24X" y="GluePoint24Y"/>
                </a:cxn>
                <a:cxn ang="0">
                  <a:pos x="GluePoint25X" y="GluePoint25Y"/>
                </a:cxn>
                <a:cxn ang="0">
                  <a:pos x="GluePoint26X" y="GluePoint26Y"/>
                </a:cxn>
                <a:cxn ang="0">
                  <a:pos x="GluePoint27X" y="GluePoint27Y"/>
                </a:cxn>
                <a:cxn ang="0">
                  <a:pos x="GluePoint28X" y="GluePoint28Y"/>
                </a:cxn>
                <a:cxn ang="0">
                  <a:pos x="GluePoint29X" y="GluePoint29Y"/>
                </a:cxn>
                <a:cxn ang="0">
                  <a:pos x="GluePoint30X" y="GluePoint30Y"/>
                </a:cxn>
                <a:cxn ang="0">
                  <a:pos x="GluePoint31X" y="GluePoint31Y"/>
                </a:cxn>
                <a:cxn ang="0">
                  <a:pos x="GluePoint32X" y="GluePoint32Y"/>
                </a:cxn>
                <a:cxn ang="0">
                  <a:pos x="GluePoint33X" y="GluePoint33Y"/>
                </a:cxn>
                <a:cxn ang="0">
                  <a:pos x="GluePoint34X" y="GluePoint34Y"/>
                </a:cxn>
                <a:cxn ang="0">
                  <a:pos x="GluePoint35X" y="GluePoint35Y"/>
                </a:cxn>
                <a:cxn ang="0">
                  <a:pos x="GluePoint36X" y="GluePoint36Y"/>
                </a:cxn>
                <a:cxn ang="0">
                  <a:pos x="GluePoint37X" y="GluePoint37Y"/>
                </a:cxn>
                <a:cxn ang="0">
                  <a:pos x="GluePoint38X" y="GluePoint38Y"/>
                </a:cxn>
                <a:cxn ang="0">
                  <a:pos x="GluePoint39X" y="GluePoint39Y"/>
                </a:cxn>
                <a:cxn ang="0">
                  <a:pos x="GluePoint40X" y="GluePoint40Y"/>
                </a:cxn>
                <a:cxn ang="0">
                  <a:pos x="GluePoint41X" y="GluePoint41Y"/>
                </a:cxn>
              </a:cxnLst>
              <a:rect l="textAreaLeft" t="textAreaTop" r="textAreaRight" b="textAreaBottom"/>
              <a:pathLst>
                <a:path w="1195101" h="1204626">
                  <a:moveTo>
                    <a:pt x="372618" y="571786"/>
                  </a:moveTo>
                  <a:cubicBezTo>
                    <a:pt x="372618" y="571786"/>
                    <a:pt x="372618" y="136874"/>
                    <a:pt x="372523" y="134303"/>
                  </a:cubicBezTo>
                  <a:cubicBezTo>
                    <a:pt x="372237" y="116967"/>
                    <a:pt x="371761" y="93250"/>
                    <a:pt x="386239" y="86487"/>
                  </a:cubicBezTo>
                  <a:cubicBezTo>
                    <a:pt x="396240" y="82105"/>
                    <a:pt x="493014" y="85630"/>
                    <a:pt x="498348" y="85630"/>
                  </a:cubicBezTo>
                  <a:cubicBezTo>
                    <a:pt x="650938" y="85630"/>
                    <a:pt x="738473" y="174974"/>
                    <a:pt x="738473" y="330518"/>
                  </a:cubicBezTo>
                  <a:cubicBezTo>
                    <a:pt x="738473" y="443960"/>
                    <a:pt x="708374" y="509016"/>
                    <a:pt x="640747" y="541687"/>
                  </a:cubicBezTo>
                  <a:cubicBezTo>
                    <a:pt x="577691" y="571976"/>
                    <a:pt x="372618" y="571786"/>
                    <a:pt x="372618" y="571786"/>
                  </a:cubicBezTo>
                  <a:moveTo>
                    <a:pt x="1186529" y="1129760"/>
                  </a:moveTo>
                  <a:cubicBezTo>
                    <a:pt x="1100138" y="1116235"/>
                    <a:pt x="1074134" y="1106424"/>
                    <a:pt x="1017461" y="1040702"/>
                  </a:cubicBezTo>
                  <a:lnTo>
                    <a:pt x="661797" y="632460"/>
                  </a:lnTo>
                  <a:cubicBezTo>
                    <a:pt x="849059" y="608076"/>
                    <a:pt x="964597" y="484251"/>
                    <a:pt x="964597" y="305371"/>
                  </a:cubicBezTo>
                  <a:cubicBezTo>
                    <a:pt x="964597" y="188976"/>
                    <a:pt x="919544" y="105061"/>
                    <a:pt x="831056" y="55816"/>
                  </a:cubicBezTo>
                  <a:cubicBezTo>
                    <a:pt x="763619" y="18383"/>
                    <a:pt x="670084" y="190"/>
                    <a:pt x="544639" y="190"/>
                  </a:cubicBezTo>
                  <a:cubicBezTo>
                    <a:pt x="507206" y="1143"/>
                    <a:pt x="416909" y="4191"/>
                    <a:pt x="317468" y="4191"/>
                  </a:cubicBezTo>
                  <a:cubicBezTo>
                    <a:pt x="214313" y="4191"/>
                    <a:pt x="191" y="0"/>
                    <a:pt x="191" y="0"/>
                  </a:cubicBezTo>
                  <a:lnTo>
                    <a:pt x="191" y="74866"/>
                  </a:lnTo>
                  <a:lnTo>
                    <a:pt x="15050" y="74866"/>
                  </a:lnTo>
                  <a:cubicBezTo>
                    <a:pt x="71818" y="74486"/>
                    <a:pt x="135731" y="74771"/>
                    <a:pt x="152781" y="128683"/>
                  </a:cubicBezTo>
                  <a:cubicBezTo>
                    <a:pt x="168307" y="175355"/>
                    <a:pt x="168307" y="306896"/>
                    <a:pt x="168307" y="350139"/>
                  </a:cubicBezTo>
                  <a:lnTo>
                    <a:pt x="168307" y="841248"/>
                  </a:lnTo>
                  <a:cubicBezTo>
                    <a:pt x="168307" y="895445"/>
                    <a:pt x="168307" y="977837"/>
                    <a:pt x="161068" y="1034129"/>
                  </a:cubicBezTo>
                  <a:cubicBezTo>
                    <a:pt x="158972" y="1050798"/>
                    <a:pt x="156210" y="1065276"/>
                    <a:pt x="152686" y="1075944"/>
                  </a:cubicBezTo>
                  <a:cubicBezTo>
                    <a:pt x="135350" y="1129665"/>
                    <a:pt x="66104" y="1129665"/>
                    <a:pt x="10382" y="1129665"/>
                  </a:cubicBezTo>
                  <a:lnTo>
                    <a:pt x="0" y="1129665"/>
                  </a:lnTo>
                  <a:lnTo>
                    <a:pt x="0" y="1204532"/>
                  </a:lnTo>
                  <a:cubicBezTo>
                    <a:pt x="0" y="1204532"/>
                    <a:pt x="166783" y="1197102"/>
                    <a:pt x="278225" y="1197102"/>
                  </a:cubicBezTo>
                  <a:cubicBezTo>
                    <a:pt x="374047" y="1197102"/>
                    <a:pt x="540734" y="1204246"/>
                    <a:pt x="540734" y="1204532"/>
                  </a:cubicBezTo>
                  <a:lnTo>
                    <a:pt x="540734" y="1129665"/>
                  </a:lnTo>
                  <a:lnTo>
                    <a:pt x="525971" y="1129665"/>
                  </a:lnTo>
                  <a:cubicBezTo>
                    <a:pt x="470059" y="1129951"/>
                    <a:pt x="406813" y="1129760"/>
                    <a:pt x="388239" y="1075754"/>
                  </a:cubicBezTo>
                  <a:cubicBezTo>
                    <a:pt x="384620" y="1065086"/>
                    <a:pt x="381953" y="1050607"/>
                    <a:pt x="379857" y="1034034"/>
                  </a:cubicBezTo>
                  <a:cubicBezTo>
                    <a:pt x="372618" y="978122"/>
                    <a:pt x="372618" y="898017"/>
                    <a:pt x="372618" y="854297"/>
                  </a:cubicBezTo>
                  <a:lnTo>
                    <a:pt x="372618" y="653510"/>
                  </a:lnTo>
                  <a:cubicBezTo>
                    <a:pt x="439198" y="654082"/>
                    <a:pt x="444913" y="661035"/>
                    <a:pt x="479107" y="702469"/>
                  </a:cubicBezTo>
                  <a:cubicBezTo>
                    <a:pt x="485489" y="710089"/>
                    <a:pt x="492728" y="718756"/>
                    <a:pt x="501110" y="728472"/>
                  </a:cubicBezTo>
                  <a:lnTo>
                    <a:pt x="797909" y="1096804"/>
                  </a:lnTo>
                  <a:lnTo>
                    <a:pt x="885158" y="1204532"/>
                  </a:lnTo>
                  <a:cubicBezTo>
                    <a:pt x="885158" y="1204532"/>
                    <a:pt x="980885" y="1200436"/>
                    <a:pt x="1027366" y="1200436"/>
                  </a:cubicBezTo>
                  <a:cubicBezTo>
                    <a:pt x="1094994" y="1200436"/>
                    <a:pt x="1195102" y="1204627"/>
                    <a:pt x="1195102" y="1204627"/>
                  </a:cubicBezTo>
                  <a:lnTo>
                    <a:pt x="1195102" y="1131094"/>
                  </a:lnTo>
                  <a:lnTo>
                    <a:pt x="1186529" y="1129760"/>
                  </a:lnTo>
                  <a:close/>
                </a:path>
              </a:pathLst>
            </a:custGeom>
            <a:solidFill>
              <a:schemeClr val="bg1"/>
            </a:solidFill>
            <a:ln w="9525">
              <a:noFill/>
            </a:ln>
          </p:spPr>
          <p:style>
            <a:lnRef idx="0"/>
            <a:fillRef idx="0"/>
            <a:effectRef idx="0"/>
            <a:fontRef idx="minor"/>
          </p:style>
          <p:txBody>
            <a:bodyPr lIns="90000" tIns="45000" rIns="90000" bIns="45000" anchor="ctr">
              <a:noAutofit/>
            </a:bodyPr>
            <a:p>
              <a:endParaRPr lang="en-US" sz="1800" b="0" u="none" strike="noStrike">
                <a:solidFill>
                  <a:schemeClr val="dk1"/>
                </a:solidFill>
                <a:effectLst/>
                <a:uFillTx/>
                <a:latin typeface="Arial"/>
              </a:endParaRPr>
            </a:p>
          </p:txBody>
        </p:sp>
      </p:grpSp>
    </p:spTree>
  </p:cSld>
</p:sldLayout>
</file>

<file path=ppt/slideLayouts/slideLayout2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Full Photo">
    <p:bg>
      <p:bgPr>
        <a:solidFill>
          <a:srgbClr val="FFFFFF"/>
        </a:solidFill>
      </p:bgPr>
    </p:bg>
    <p:spTree>
      <p:nvGrpSpPr>
        <p:cNvPr id="1" name=""/>
        <p:cNvGrpSpPr/>
        <p:nvPr/>
      </p:nvGrpSpPr>
      <p:grpSpPr>
        <a:xfrm>
          <a:off x="0" y="0"/>
          <a:ext cx="0" cy="0"/>
          <a:chOff x="0" y="0"/>
          <a:chExt cx="0" cy="0"/>
        </a:xfrm>
      </p:grpSpPr>
      <p:sp>
        <p:nvSpPr>
          <p:cNvPr id="403" name="Rectangle 5"/>
          <p:cNvSpPr/>
          <p:nvPr/>
        </p:nvSpPr>
        <p:spPr>
          <a:xfrm>
            <a:off x="0" y="0"/>
            <a:ext cx="12190680" cy="666000"/>
          </a:xfrm>
          <a:prstGeom prst="rect">
            <a:avLst/>
          </a:prstGeom>
          <a:solidFill>
            <a:srgbClr val="F86901"/>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p>
            <a:endParaRPr lang="en-US" sz="1800" b="0" u="none" strike="noStrike">
              <a:solidFill>
                <a:schemeClr val="lt1"/>
              </a:solidFill>
              <a:effectLst/>
              <a:uFillTx/>
              <a:latin typeface="Arial"/>
            </a:endParaRPr>
          </a:p>
        </p:txBody>
      </p:sp>
      <p:sp>
        <p:nvSpPr>
          <p:cNvPr id="404" name="TextBox 10"/>
          <p:cNvSpPr/>
          <p:nvPr/>
        </p:nvSpPr>
        <p:spPr>
          <a:xfrm>
            <a:off x="11689200" y="269640"/>
            <a:ext cx="476280" cy="238680"/>
          </a:xfrm>
          <a:prstGeom prst="rect">
            <a:avLst/>
          </a:prstGeom>
          <a:noFill/>
          <a:ln w="0">
            <a:noFill/>
          </a:ln>
        </p:spPr>
        <p:style>
          <a:lnRef idx="0"/>
          <a:fillRef idx="0"/>
          <a:effectRef idx="0"/>
          <a:fontRef idx="minor"/>
        </p:style>
        <p:txBody>
          <a:bodyPr lIns="90000" tIns="45000" rIns="90000" bIns="45000" anchor="t">
            <a:spAutoFit/>
          </a:bodyPr>
          <a:p>
            <a:pPr defTabSz="914400">
              <a:lnSpc>
                <a:spcPct val="80000"/>
              </a:lnSpc>
            </a:pPr>
            <a:r>
              <a:rPr lang="en-US" sz="1200" b="0" u="none" strike="noStrike">
                <a:solidFill>
                  <a:srgbClr val="E56B2A"/>
                </a:solidFill>
                <a:effectLst/>
                <a:uFillTx/>
                <a:latin typeface="Georgia"/>
              </a:rPr>
              <a:t> </a:t>
            </a:r>
            <a:fld id="{51D01F66-2233-4084-B0A6-3B86A310945D}" type="slidenum">
              <a:rPr lang="en-US" sz="1130" b="0" u="none" strike="noStrike">
                <a:solidFill>
                  <a:schemeClr val="lt1"/>
                </a:solidFill>
                <a:effectLst/>
                <a:uFillTx/>
                <a:latin typeface="Arial"/>
              </a:rPr>
              <a:t>&lt;number&gt;</a:t>
            </a:fld>
            <a:endParaRPr lang="en-US" sz="1130" b="0" u="none" strike="noStrike">
              <a:solidFill>
                <a:srgbClr val="000000"/>
              </a:solidFill>
              <a:effectLst/>
              <a:uFillTx/>
              <a:latin typeface="Arial"/>
            </a:endParaRPr>
          </a:p>
        </p:txBody>
      </p:sp>
      <p:pic>
        <p:nvPicPr>
          <p:cNvPr id="405" name="Graphic 11"/>
          <p:cNvPicPr/>
          <p:nvPr/>
        </p:nvPicPr>
        <p:blipFill>
          <a:blip r:embed="rId2">
            <a:extLst>
              <a:ext uri="{96DAC541-7B7A-43D3-8B79-37D633B846F1}">
                <asvg:svgBlip xmlns:asvg="http://schemas.microsoft.com/office/drawing/2016/SVG/main" r:embed="rId3"/>
              </a:ext>
            </a:extLst>
          </a:blip>
          <a:stretch/>
        </p:blipFill>
        <p:spPr>
          <a:xfrm>
            <a:off x="9069840" y="240840"/>
            <a:ext cx="2699280" cy="238680"/>
          </a:xfrm>
          <a:prstGeom prst="rect">
            <a:avLst/>
          </a:prstGeom>
          <a:noFill/>
          <a:ln w="0">
            <a:noFill/>
          </a:ln>
        </p:spPr>
      </p:pic>
      <p:grpSp>
        <p:nvGrpSpPr>
          <p:cNvPr id="406" name="Graphic 22"/>
          <p:cNvGrpSpPr/>
          <p:nvPr/>
        </p:nvGrpSpPr>
        <p:grpSpPr>
          <a:xfrm>
            <a:off x="201960" y="195840"/>
            <a:ext cx="797760" cy="300600"/>
            <a:chOff x="201960" y="195840"/>
            <a:chExt cx="797760" cy="300600"/>
          </a:xfrm>
        </p:grpSpPr>
        <p:sp>
          <p:nvSpPr>
            <p:cNvPr id="407" name="Freeform 2"/>
            <p:cNvSpPr/>
            <p:nvPr/>
          </p:nvSpPr>
          <p:spPr>
            <a:xfrm>
              <a:off x="540720" y="195840"/>
              <a:ext cx="135720" cy="300240"/>
            </a:xfrm>
            <a:custGeom>
              <a:avLst/>
              <a:gdLst>
                <a:gd name="textAreaLeft" fmla="*/ 0 w 135720"/>
                <a:gd name="textAreaRight" fmla="*/ 137160 w 135720"/>
                <a:gd name="textAreaTop" fmla="*/ 0 h 300240"/>
                <a:gd name="textAreaBottom" fmla="*/ 301680 h 300240"/>
                <a:gd name="GluePoint1X" fmla="*/ 393478 w 547877"/>
                <a:gd name="GluePoint1Y" fmla="*/ 129064 h 1204531"/>
                <a:gd name="GluePoint2X" fmla="*/ 537686 w 547877"/>
                <a:gd name="GluePoint2Y" fmla="*/ 74771 h 1204531"/>
                <a:gd name="GluePoint3X" fmla="*/ 547878 w 547877"/>
                <a:gd name="GluePoint3Y" fmla="*/ 74771 h 1204531"/>
                <a:gd name="GluePoint4X" fmla="*/ 547878 w 547877"/>
                <a:gd name="GluePoint4Y" fmla="*/ 0 h 1204531"/>
                <a:gd name="GluePoint5X" fmla="*/ 267938 w 547877"/>
                <a:gd name="GluePoint5Y" fmla="*/ 4667 h 1204531"/>
                <a:gd name="GluePoint6X" fmla="*/ 0 w 547877"/>
                <a:gd name="GluePoint6Y" fmla="*/ 0 h 1204531"/>
                <a:gd name="GluePoint7X" fmla="*/ 0 w 547877"/>
                <a:gd name="GluePoint7Y" fmla="*/ 74771 h 1204531"/>
                <a:gd name="GluePoint8X" fmla="*/ 10192 w 547877"/>
                <a:gd name="GluePoint8Y" fmla="*/ 74771 h 1204531"/>
                <a:gd name="GluePoint9X" fmla="*/ 154400 w 547877"/>
                <a:gd name="GluePoint9Y" fmla="*/ 128968 h 1204531"/>
                <a:gd name="GluePoint10X" fmla="*/ 171640 w 547877"/>
                <a:gd name="GluePoint10Y" fmla="*/ 363188 h 1204531"/>
                <a:gd name="GluePoint11X" fmla="*/ 171640 w 547877"/>
                <a:gd name="GluePoint11Y" fmla="*/ 841153 h 1204531"/>
                <a:gd name="GluePoint12X" fmla="*/ 154496 w 547877"/>
                <a:gd name="GluePoint12Y" fmla="*/ 1075373 h 1204531"/>
                <a:gd name="GluePoint13X" fmla="*/ 10192 w 547877"/>
                <a:gd name="GluePoint13Y" fmla="*/ 1129569 h 1204531"/>
                <a:gd name="GluePoint14X" fmla="*/ 0 w 547877"/>
                <a:gd name="GluePoint14Y" fmla="*/ 1129569 h 1204531"/>
                <a:gd name="GluePoint15X" fmla="*/ 0 w 547877"/>
                <a:gd name="GluePoint15Y" fmla="*/ 1204531 h 1204531"/>
                <a:gd name="GluePoint16X" fmla="*/ 268224 w 547877"/>
                <a:gd name="GluePoint16Y" fmla="*/ 1197102 h 1204531"/>
                <a:gd name="GluePoint17X" fmla="*/ 547878 w 547877"/>
                <a:gd name="GluePoint17Y" fmla="*/ 1204531 h 1204531"/>
                <a:gd name="GluePoint18X" fmla="*/ 547878 w 547877"/>
                <a:gd name="GluePoint18Y" fmla="*/ 1129569 h 1204531"/>
                <a:gd name="GluePoint19X" fmla="*/ 537686 w 547877"/>
                <a:gd name="GluePoint19Y" fmla="*/ 1129569 h 1204531"/>
                <a:gd name="GluePoint20X" fmla="*/ 393478 w 547877"/>
                <a:gd name="GluePoint20Y" fmla="*/ 1075468 h 1204531"/>
                <a:gd name="GluePoint21X" fmla="*/ 376333 w 547877"/>
                <a:gd name="GluePoint21Y" fmla="*/ 841153 h 1204531"/>
                <a:gd name="GluePoint22X" fmla="*/ 376333 w 547877"/>
                <a:gd name="GluePoint22Y" fmla="*/ 363188 h 1204531"/>
                <a:gd name="GluePoint23X" fmla="*/ 393478 w 547877"/>
                <a:gd name="GluePoint23Y" fmla="*/ 129064 h 1204531"/>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 ang="0">
                  <a:pos x="GluePoint16X" y="GluePoint16Y"/>
                </a:cxn>
                <a:cxn ang="0">
                  <a:pos x="GluePoint17X" y="GluePoint17Y"/>
                </a:cxn>
                <a:cxn ang="0">
                  <a:pos x="GluePoint18X" y="GluePoint18Y"/>
                </a:cxn>
                <a:cxn ang="0">
                  <a:pos x="GluePoint19X" y="GluePoint19Y"/>
                </a:cxn>
                <a:cxn ang="0">
                  <a:pos x="GluePoint20X" y="GluePoint20Y"/>
                </a:cxn>
                <a:cxn ang="0">
                  <a:pos x="GluePoint21X" y="GluePoint21Y"/>
                </a:cxn>
                <a:cxn ang="0">
                  <a:pos x="GluePoint22X" y="GluePoint22Y"/>
                </a:cxn>
                <a:cxn ang="0">
                  <a:pos x="GluePoint23X" y="GluePoint23Y"/>
                </a:cxn>
              </a:cxnLst>
              <a:rect l="textAreaLeft" t="textAreaTop" r="textAreaRight" b="textAreaBottom"/>
              <a:pathLst>
                <a:path w="547877" h="1204531">
                  <a:moveTo>
                    <a:pt x="393478" y="129064"/>
                  </a:moveTo>
                  <a:cubicBezTo>
                    <a:pt x="414242" y="74771"/>
                    <a:pt x="482727" y="74771"/>
                    <a:pt x="537686" y="74771"/>
                  </a:cubicBezTo>
                  <a:lnTo>
                    <a:pt x="547878" y="74771"/>
                  </a:lnTo>
                  <a:lnTo>
                    <a:pt x="547878" y="0"/>
                  </a:lnTo>
                  <a:cubicBezTo>
                    <a:pt x="547878" y="0"/>
                    <a:pt x="333565" y="4667"/>
                    <a:pt x="267938" y="4667"/>
                  </a:cubicBezTo>
                  <a:cubicBezTo>
                    <a:pt x="200406" y="4667"/>
                    <a:pt x="0" y="0"/>
                    <a:pt x="0" y="0"/>
                  </a:cubicBezTo>
                  <a:lnTo>
                    <a:pt x="0" y="74771"/>
                  </a:lnTo>
                  <a:lnTo>
                    <a:pt x="10192" y="74771"/>
                  </a:lnTo>
                  <a:cubicBezTo>
                    <a:pt x="65246" y="74771"/>
                    <a:pt x="133731" y="74771"/>
                    <a:pt x="154400" y="128968"/>
                  </a:cubicBezTo>
                  <a:cubicBezTo>
                    <a:pt x="171640" y="175450"/>
                    <a:pt x="171640" y="307086"/>
                    <a:pt x="171640" y="363188"/>
                  </a:cubicBezTo>
                  <a:lnTo>
                    <a:pt x="171640" y="841153"/>
                  </a:lnTo>
                  <a:cubicBezTo>
                    <a:pt x="171640" y="897350"/>
                    <a:pt x="171640" y="1028890"/>
                    <a:pt x="154496" y="1075373"/>
                  </a:cubicBezTo>
                  <a:cubicBezTo>
                    <a:pt x="133731" y="1129569"/>
                    <a:pt x="65246" y="1129569"/>
                    <a:pt x="10192" y="1129569"/>
                  </a:cubicBezTo>
                  <a:lnTo>
                    <a:pt x="0" y="1129569"/>
                  </a:lnTo>
                  <a:lnTo>
                    <a:pt x="0" y="1204531"/>
                  </a:lnTo>
                  <a:cubicBezTo>
                    <a:pt x="0" y="1204341"/>
                    <a:pt x="173260" y="1197102"/>
                    <a:pt x="268224" y="1197102"/>
                  </a:cubicBezTo>
                  <a:cubicBezTo>
                    <a:pt x="377476" y="1197102"/>
                    <a:pt x="547878" y="1204531"/>
                    <a:pt x="547878" y="1204531"/>
                  </a:cubicBezTo>
                  <a:lnTo>
                    <a:pt x="547878" y="1129569"/>
                  </a:lnTo>
                  <a:lnTo>
                    <a:pt x="537686" y="1129569"/>
                  </a:lnTo>
                  <a:cubicBezTo>
                    <a:pt x="482727" y="1129569"/>
                    <a:pt x="414242" y="1129569"/>
                    <a:pt x="393478" y="1075468"/>
                  </a:cubicBezTo>
                  <a:cubicBezTo>
                    <a:pt x="376333" y="1028890"/>
                    <a:pt x="376333" y="897350"/>
                    <a:pt x="376333" y="841153"/>
                  </a:cubicBezTo>
                  <a:lnTo>
                    <a:pt x="376333" y="363188"/>
                  </a:lnTo>
                  <a:cubicBezTo>
                    <a:pt x="376333" y="307086"/>
                    <a:pt x="376333" y="175450"/>
                    <a:pt x="393478" y="129064"/>
                  </a:cubicBezTo>
                </a:path>
              </a:pathLst>
            </a:custGeom>
            <a:solidFill>
              <a:schemeClr val="bg1"/>
            </a:solidFill>
            <a:ln w="9525">
              <a:noFill/>
            </a:ln>
          </p:spPr>
          <p:style>
            <a:lnRef idx="0"/>
            <a:fillRef idx="0"/>
            <a:effectRef idx="0"/>
            <a:fontRef idx="minor"/>
          </p:style>
          <p:txBody>
            <a:bodyPr lIns="68040" tIns="45000" rIns="68040" bIns="45000" anchor="ctr">
              <a:noAutofit/>
            </a:bodyPr>
            <a:p>
              <a:endParaRPr lang="en-US" sz="1800" b="0" u="none" strike="noStrike">
                <a:solidFill>
                  <a:schemeClr val="dk1"/>
                </a:solidFill>
                <a:effectLst/>
                <a:uFillTx/>
                <a:latin typeface="Arial"/>
              </a:endParaRPr>
            </a:p>
          </p:txBody>
        </p:sp>
        <p:sp>
          <p:nvSpPr>
            <p:cNvPr id="408" name="Freeform 3"/>
            <p:cNvSpPr/>
            <p:nvPr/>
          </p:nvSpPr>
          <p:spPr>
            <a:xfrm>
              <a:off x="718920" y="196200"/>
              <a:ext cx="280800" cy="300240"/>
            </a:xfrm>
            <a:custGeom>
              <a:avLst/>
              <a:gdLst>
                <a:gd name="textAreaLeft" fmla="*/ 0 w 280800"/>
                <a:gd name="textAreaRight" fmla="*/ 282240 w 280800"/>
                <a:gd name="textAreaTop" fmla="*/ 0 h 300240"/>
                <a:gd name="textAreaBottom" fmla="*/ 301680 h 300240"/>
                <a:gd name="GluePoint1X" fmla="*/ 0 w 1126902"/>
                <a:gd name="GluePoint1Y" fmla="*/ 0 h 1204245"/>
                <a:gd name="GluePoint2X" fmla="*/ 0 w 1126902"/>
                <a:gd name="GluePoint2Y" fmla="*/ 312420 h 1204245"/>
                <a:gd name="GluePoint3X" fmla="*/ 74295 w 1126902"/>
                <a:gd name="GluePoint3Y" fmla="*/ 312420 h 1204245"/>
                <a:gd name="GluePoint4X" fmla="*/ 74581 w 1126902"/>
                <a:gd name="GluePoint4Y" fmla="*/ 302609 h 1204245"/>
                <a:gd name="GluePoint5X" fmla="*/ 334328 w 1126902"/>
                <a:gd name="GluePoint5Y" fmla="*/ 90773 h 1204245"/>
                <a:gd name="GluePoint6X" fmla="*/ 352330 w 1126902"/>
                <a:gd name="GluePoint6Y" fmla="*/ 90678 h 1204245"/>
                <a:gd name="GluePoint7X" fmla="*/ 453200 w 1126902"/>
                <a:gd name="GluePoint7Y" fmla="*/ 106204 h 1204245"/>
                <a:gd name="GluePoint8X" fmla="*/ 461201 w 1126902"/>
                <a:gd name="GluePoint8Y" fmla="*/ 128873 h 1204245"/>
                <a:gd name="GluePoint9X" fmla="*/ 461201 w 1126902"/>
                <a:gd name="GluePoint9Y" fmla="*/ 950119 h 1204245"/>
                <a:gd name="GluePoint10X" fmla="*/ 272510 w 1126902"/>
                <a:gd name="GluePoint10Y" fmla="*/ 1129475 h 1204245"/>
                <a:gd name="GluePoint11X" fmla="*/ 262700 w 1126902"/>
                <a:gd name="GluePoint11Y" fmla="*/ 1129856 h 1204245"/>
                <a:gd name="GluePoint12X" fmla="*/ 262700 w 1126902"/>
                <a:gd name="GluePoint12Y" fmla="*/ 1204246 h 1204245"/>
                <a:gd name="GluePoint13X" fmla="*/ 578548 w 1126902"/>
                <a:gd name="GluePoint13Y" fmla="*/ 1196911 h 1204245"/>
                <a:gd name="GluePoint14X" fmla="*/ 864203 w 1126902"/>
                <a:gd name="GluePoint14Y" fmla="*/ 1204246 h 1204245"/>
                <a:gd name="GluePoint15X" fmla="*/ 864203 w 1126902"/>
                <a:gd name="GluePoint15Y" fmla="*/ 1129856 h 1204245"/>
                <a:gd name="GluePoint16X" fmla="*/ 854393 w 1126902"/>
                <a:gd name="GluePoint16Y" fmla="*/ 1129475 h 1204245"/>
                <a:gd name="GluePoint17X" fmla="*/ 665702 w 1126902"/>
                <a:gd name="GluePoint17Y" fmla="*/ 950119 h 1204245"/>
                <a:gd name="GluePoint18X" fmla="*/ 665702 w 1126902"/>
                <a:gd name="GluePoint18Y" fmla="*/ 128873 h 1204245"/>
                <a:gd name="GluePoint19X" fmla="*/ 673608 w 1126902"/>
                <a:gd name="GluePoint19Y" fmla="*/ 108490 h 1204245"/>
                <a:gd name="GluePoint20X" fmla="*/ 791718 w 1126902"/>
                <a:gd name="GluePoint20Y" fmla="*/ 90488 h 1204245"/>
                <a:gd name="GluePoint21X" fmla="*/ 815912 w 1126902"/>
                <a:gd name="GluePoint21Y" fmla="*/ 90773 h 1204245"/>
                <a:gd name="GluePoint22X" fmla="*/ 1052513 w 1126902"/>
                <a:gd name="GluePoint22Y" fmla="*/ 302895 h 1204245"/>
                <a:gd name="GluePoint23X" fmla="*/ 1053084 w 1126902"/>
                <a:gd name="GluePoint23Y" fmla="*/ 312420 h 1204245"/>
                <a:gd name="GluePoint24X" fmla="*/ 1126903 w 1126902"/>
                <a:gd name="GluePoint24Y" fmla="*/ 312420 h 1204245"/>
                <a:gd name="GluePoint25X" fmla="*/ 1126903 w 1126902"/>
                <a:gd name="GluePoint25Y" fmla="*/ 0 h 1204245"/>
                <a:gd name="GluePoint26X" fmla="*/ 563404 w 1126902"/>
                <a:gd name="GluePoint26Y" fmla="*/ 2857 h 1204245"/>
                <a:gd name="GluePoint27X" fmla="*/ 0 w 1126902"/>
                <a:gd name="GluePoint27Y" fmla="*/ 0 h 1204245"/>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 ang="0">
                  <a:pos x="GluePoint16X" y="GluePoint16Y"/>
                </a:cxn>
                <a:cxn ang="0">
                  <a:pos x="GluePoint17X" y="GluePoint17Y"/>
                </a:cxn>
                <a:cxn ang="0">
                  <a:pos x="GluePoint18X" y="GluePoint18Y"/>
                </a:cxn>
                <a:cxn ang="0">
                  <a:pos x="GluePoint19X" y="GluePoint19Y"/>
                </a:cxn>
                <a:cxn ang="0">
                  <a:pos x="GluePoint20X" y="GluePoint20Y"/>
                </a:cxn>
                <a:cxn ang="0">
                  <a:pos x="GluePoint21X" y="GluePoint21Y"/>
                </a:cxn>
                <a:cxn ang="0">
                  <a:pos x="GluePoint22X" y="GluePoint22Y"/>
                </a:cxn>
                <a:cxn ang="0">
                  <a:pos x="GluePoint23X" y="GluePoint23Y"/>
                </a:cxn>
                <a:cxn ang="0">
                  <a:pos x="GluePoint24X" y="GluePoint24Y"/>
                </a:cxn>
                <a:cxn ang="0">
                  <a:pos x="GluePoint25X" y="GluePoint25Y"/>
                </a:cxn>
                <a:cxn ang="0">
                  <a:pos x="GluePoint26X" y="GluePoint26Y"/>
                </a:cxn>
                <a:cxn ang="0">
                  <a:pos x="GluePoint27X" y="GluePoint27Y"/>
                </a:cxn>
              </a:cxnLst>
              <a:rect l="textAreaLeft" t="textAreaTop" r="textAreaRight" b="textAreaBottom"/>
              <a:pathLst>
                <a:path w="1126902" h="1204245">
                  <a:moveTo>
                    <a:pt x="0" y="0"/>
                  </a:moveTo>
                  <a:lnTo>
                    <a:pt x="0" y="312420"/>
                  </a:lnTo>
                  <a:lnTo>
                    <a:pt x="74295" y="312420"/>
                  </a:lnTo>
                  <a:lnTo>
                    <a:pt x="74581" y="302609"/>
                  </a:lnTo>
                  <a:cubicBezTo>
                    <a:pt x="81344" y="99346"/>
                    <a:pt x="159163" y="90773"/>
                    <a:pt x="334328" y="90773"/>
                  </a:cubicBezTo>
                  <a:cubicBezTo>
                    <a:pt x="340328" y="90773"/>
                    <a:pt x="346424" y="90773"/>
                    <a:pt x="352330" y="90678"/>
                  </a:cubicBezTo>
                  <a:cubicBezTo>
                    <a:pt x="395859" y="90392"/>
                    <a:pt x="437007" y="90106"/>
                    <a:pt x="453200" y="106204"/>
                  </a:cubicBezTo>
                  <a:cubicBezTo>
                    <a:pt x="458629" y="111538"/>
                    <a:pt x="461201" y="118967"/>
                    <a:pt x="461201" y="128873"/>
                  </a:cubicBezTo>
                  <a:lnTo>
                    <a:pt x="461201" y="950119"/>
                  </a:lnTo>
                  <a:cubicBezTo>
                    <a:pt x="461201" y="1072039"/>
                    <a:pt x="444151" y="1122426"/>
                    <a:pt x="272510" y="1129475"/>
                  </a:cubicBezTo>
                  <a:lnTo>
                    <a:pt x="262700" y="1129856"/>
                  </a:lnTo>
                  <a:lnTo>
                    <a:pt x="262700" y="1204246"/>
                  </a:lnTo>
                  <a:cubicBezTo>
                    <a:pt x="262700" y="1204246"/>
                    <a:pt x="462725" y="1196911"/>
                    <a:pt x="578548" y="1196911"/>
                  </a:cubicBezTo>
                  <a:cubicBezTo>
                    <a:pt x="666941" y="1196911"/>
                    <a:pt x="864203" y="1204246"/>
                    <a:pt x="864203" y="1204246"/>
                  </a:cubicBezTo>
                  <a:lnTo>
                    <a:pt x="864203" y="1129856"/>
                  </a:lnTo>
                  <a:lnTo>
                    <a:pt x="854393" y="1129475"/>
                  </a:lnTo>
                  <a:cubicBezTo>
                    <a:pt x="682752" y="1122426"/>
                    <a:pt x="665702" y="1072039"/>
                    <a:pt x="665702" y="950119"/>
                  </a:cubicBezTo>
                  <a:lnTo>
                    <a:pt x="665702" y="128873"/>
                  </a:lnTo>
                  <a:cubicBezTo>
                    <a:pt x="665702" y="120396"/>
                    <a:pt x="668369" y="113729"/>
                    <a:pt x="673608" y="108490"/>
                  </a:cubicBezTo>
                  <a:cubicBezTo>
                    <a:pt x="693420" y="89059"/>
                    <a:pt x="747903" y="89821"/>
                    <a:pt x="791718" y="90488"/>
                  </a:cubicBezTo>
                  <a:cubicBezTo>
                    <a:pt x="800005" y="90583"/>
                    <a:pt x="808196" y="90773"/>
                    <a:pt x="815912" y="90773"/>
                  </a:cubicBezTo>
                  <a:cubicBezTo>
                    <a:pt x="987267" y="90773"/>
                    <a:pt x="1042511" y="140303"/>
                    <a:pt x="1052513" y="302895"/>
                  </a:cubicBezTo>
                  <a:lnTo>
                    <a:pt x="1053084" y="312420"/>
                  </a:lnTo>
                  <a:lnTo>
                    <a:pt x="1126903" y="312420"/>
                  </a:lnTo>
                  <a:lnTo>
                    <a:pt x="1126903" y="0"/>
                  </a:lnTo>
                  <a:cubicBezTo>
                    <a:pt x="1126903" y="0"/>
                    <a:pt x="694468" y="2857"/>
                    <a:pt x="563404" y="2857"/>
                  </a:cubicBezTo>
                  <a:cubicBezTo>
                    <a:pt x="432340" y="2857"/>
                    <a:pt x="0" y="0"/>
                    <a:pt x="0" y="0"/>
                  </a:cubicBezTo>
                </a:path>
              </a:pathLst>
            </a:custGeom>
            <a:solidFill>
              <a:schemeClr val="bg1"/>
            </a:solidFill>
            <a:ln w="9525">
              <a:noFill/>
            </a:ln>
          </p:spPr>
          <p:style>
            <a:lnRef idx="0"/>
            <a:fillRef idx="0"/>
            <a:effectRef idx="0"/>
            <a:fontRef idx="minor"/>
          </p:style>
          <p:txBody>
            <a:bodyPr lIns="90000" tIns="45000" rIns="90000" bIns="45000" anchor="ctr">
              <a:noAutofit/>
            </a:bodyPr>
            <a:p>
              <a:endParaRPr lang="en-US" sz="1800" b="0" u="none" strike="noStrike">
                <a:solidFill>
                  <a:schemeClr val="dk1"/>
                </a:solidFill>
                <a:effectLst/>
                <a:uFillTx/>
                <a:latin typeface="Arial"/>
              </a:endParaRPr>
            </a:p>
          </p:txBody>
        </p:sp>
        <p:sp>
          <p:nvSpPr>
            <p:cNvPr id="409" name="Freeform 4"/>
            <p:cNvSpPr/>
            <p:nvPr/>
          </p:nvSpPr>
          <p:spPr>
            <a:xfrm>
              <a:off x="201960" y="195840"/>
              <a:ext cx="297720" cy="300240"/>
            </a:xfrm>
            <a:custGeom>
              <a:avLst/>
              <a:gdLst>
                <a:gd name="textAreaLeft" fmla="*/ 0 w 297720"/>
                <a:gd name="textAreaRight" fmla="*/ 299160 w 297720"/>
                <a:gd name="textAreaTop" fmla="*/ 0 h 300240"/>
                <a:gd name="textAreaBottom" fmla="*/ 301680 h 300240"/>
                <a:gd name="GluePoint1X" fmla="*/ 372618 w 1195101"/>
                <a:gd name="GluePoint1Y" fmla="*/ 571786 h 1204626"/>
                <a:gd name="GluePoint2X" fmla="*/ 372523 w 1195101"/>
                <a:gd name="GluePoint2Y" fmla="*/ 134303 h 1204626"/>
                <a:gd name="GluePoint3X" fmla="*/ 386239 w 1195101"/>
                <a:gd name="GluePoint3Y" fmla="*/ 86487 h 1204626"/>
                <a:gd name="GluePoint4X" fmla="*/ 498348 w 1195101"/>
                <a:gd name="GluePoint4Y" fmla="*/ 85630 h 1204626"/>
                <a:gd name="GluePoint5X" fmla="*/ 738473 w 1195101"/>
                <a:gd name="GluePoint5Y" fmla="*/ 330518 h 1204626"/>
                <a:gd name="GluePoint6X" fmla="*/ 640747 w 1195101"/>
                <a:gd name="GluePoint6Y" fmla="*/ 541687 h 1204626"/>
                <a:gd name="GluePoint7X" fmla="*/ 372618 w 1195101"/>
                <a:gd name="GluePoint7Y" fmla="*/ 571786 h 1204626"/>
                <a:gd name="GluePoint8X" fmla="*/ 1186529 w 1195101"/>
                <a:gd name="GluePoint8Y" fmla="*/ 1129760 h 1204626"/>
                <a:gd name="GluePoint9X" fmla="*/ 1017461 w 1195101"/>
                <a:gd name="GluePoint9Y" fmla="*/ 1040702 h 1204626"/>
                <a:gd name="GluePoint10X" fmla="*/ 661797 w 1195101"/>
                <a:gd name="GluePoint10Y" fmla="*/ 632460 h 1204626"/>
                <a:gd name="GluePoint11X" fmla="*/ 964597 w 1195101"/>
                <a:gd name="GluePoint11Y" fmla="*/ 305371 h 1204626"/>
                <a:gd name="GluePoint12X" fmla="*/ 831056 w 1195101"/>
                <a:gd name="GluePoint12Y" fmla="*/ 55816 h 1204626"/>
                <a:gd name="GluePoint13X" fmla="*/ 544639 w 1195101"/>
                <a:gd name="GluePoint13Y" fmla="*/ 190 h 1204626"/>
                <a:gd name="GluePoint14X" fmla="*/ 317468 w 1195101"/>
                <a:gd name="GluePoint14Y" fmla="*/ 4191 h 1204626"/>
                <a:gd name="GluePoint15X" fmla="*/ 191 w 1195101"/>
                <a:gd name="GluePoint15Y" fmla="*/ 0 h 1204626"/>
                <a:gd name="GluePoint16X" fmla="*/ 191 w 1195101"/>
                <a:gd name="GluePoint16Y" fmla="*/ 74866 h 1204626"/>
                <a:gd name="GluePoint17X" fmla="*/ 15050 w 1195101"/>
                <a:gd name="GluePoint17Y" fmla="*/ 74866 h 1204626"/>
                <a:gd name="GluePoint18X" fmla="*/ 152781 w 1195101"/>
                <a:gd name="GluePoint18Y" fmla="*/ 128683 h 1204626"/>
                <a:gd name="GluePoint19X" fmla="*/ 168307 w 1195101"/>
                <a:gd name="GluePoint19Y" fmla="*/ 350139 h 1204626"/>
                <a:gd name="GluePoint20X" fmla="*/ 168307 w 1195101"/>
                <a:gd name="GluePoint20Y" fmla="*/ 841248 h 1204626"/>
                <a:gd name="GluePoint21X" fmla="*/ 161068 w 1195101"/>
                <a:gd name="GluePoint21Y" fmla="*/ 1034129 h 1204626"/>
                <a:gd name="GluePoint22X" fmla="*/ 152686 w 1195101"/>
                <a:gd name="GluePoint22Y" fmla="*/ 1075944 h 1204626"/>
                <a:gd name="GluePoint23X" fmla="*/ 10382 w 1195101"/>
                <a:gd name="GluePoint23Y" fmla="*/ 1129665 h 1204626"/>
                <a:gd name="GluePoint24X" fmla="*/ 0 w 1195101"/>
                <a:gd name="GluePoint24Y" fmla="*/ 1129665 h 1204626"/>
                <a:gd name="GluePoint25X" fmla="*/ 0 w 1195101"/>
                <a:gd name="GluePoint25Y" fmla="*/ 1204532 h 1204626"/>
                <a:gd name="GluePoint26X" fmla="*/ 278225 w 1195101"/>
                <a:gd name="GluePoint26Y" fmla="*/ 1197102 h 1204626"/>
                <a:gd name="GluePoint27X" fmla="*/ 540734 w 1195101"/>
                <a:gd name="GluePoint27Y" fmla="*/ 1204532 h 1204626"/>
                <a:gd name="GluePoint28X" fmla="*/ 540734 w 1195101"/>
                <a:gd name="GluePoint28Y" fmla="*/ 1129665 h 1204626"/>
                <a:gd name="GluePoint29X" fmla="*/ 525971 w 1195101"/>
                <a:gd name="GluePoint29Y" fmla="*/ 1129665 h 1204626"/>
                <a:gd name="GluePoint30X" fmla="*/ 388239 w 1195101"/>
                <a:gd name="GluePoint30Y" fmla="*/ 1075754 h 1204626"/>
                <a:gd name="GluePoint31X" fmla="*/ 379857 w 1195101"/>
                <a:gd name="GluePoint31Y" fmla="*/ 1034034 h 1204626"/>
                <a:gd name="GluePoint32X" fmla="*/ 372618 w 1195101"/>
                <a:gd name="GluePoint32Y" fmla="*/ 854297 h 1204626"/>
                <a:gd name="GluePoint33X" fmla="*/ 372618 w 1195101"/>
                <a:gd name="GluePoint33Y" fmla="*/ 653510 h 1204626"/>
                <a:gd name="GluePoint34X" fmla="*/ 479107 w 1195101"/>
                <a:gd name="GluePoint34Y" fmla="*/ 702469 h 1204626"/>
                <a:gd name="GluePoint35X" fmla="*/ 501110 w 1195101"/>
                <a:gd name="GluePoint35Y" fmla="*/ 728472 h 1204626"/>
                <a:gd name="GluePoint36X" fmla="*/ 797909 w 1195101"/>
                <a:gd name="GluePoint36Y" fmla="*/ 1096804 h 1204626"/>
                <a:gd name="GluePoint37X" fmla="*/ 885158 w 1195101"/>
                <a:gd name="GluePoint37Y" fmla="*/ 1204532 h 1204626"/>
                <a:gd name="GluePoint38X" fmla="*/ 1027366 w 1195101"/>
                <a:gd name="GluePoint38Y" fmla="*/ 1200436 h 1204626"/>
                <a:gd name="GluePoint39X" fmla="*/ 1195102 w 1195101"/>
                <a:gd name="GluePoint39Y" fmla="*/ 1204627 h 1204626"/>
                <a:gd name="GluePoint40X" fmla="*/ 1195102 w 1195101"/>
                <a:gd name="GluePoint40Y" fmla="*/ 1131094 h 1204626"/>
                <a:gd name="GluePoint41X" fmla="*/ 1186529 w 1195101"/>
                <a:gd name="GluePoint41Y" fmla="*/ 1129760 h 1204626"/>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 ang="0">
                  <a:pos x="GluePoint16X" y="GluePoint16Y"/>
                </a:cxn>
                <a:cxn ang="0">
                  <a:pos x="GluePoint17X" y="GluePoint17Y"/>
                </a:cxn>
                <a:cxn ang="0">
                  <a:pos x="GluePoint18X" y="GluePoint18Y"/>
                </a:cxn>
                <a:cxn ang="0">
                  <a:pos x="GluePoint19X" y="GluePoint19Y"/>
                </a:cxn>
                <a:cxn ang="0">
                  <a:pos x="GluePoint20X" y="GluePoint20Y"/>
                </a:cxn>
                <a:cxn ang="0">
                  <a:pos x="GluePoint21X" y="GluePoint21Y"/>
                </a:cxn>
                <a:cxn ang="0">
                  <a:pos x="GluePoint22X" y="GluePoint22Y"/>
                </a:cxn>
                <a:cxn ang="0">
                  <a:pos x="GluePoint23X" y="GluePoint23Y"/>
                </a:cxn>
                <a:cxn ang="0">
                  <a:pos x="GluePoint24X" y="GluePoint24Y"/>
                </a:cxn>
                <a:cxn ang="0">
                  <a:pos x="GluePoint25X" y="GluePoint25Y"/>
                </a:cxn>
                <a:cxn ang="0">
                  <a:pos x="GluePoint26X" y="GluePoint26Y"/>
                </a:cxn>
                <a:cxn ang="0">
                  <a:pos x="GluePoint27X" y="GluePoint27Y"/>
                </a:cxn>
                <a:cxn ang="0">
                  <a:pos x="GluePoint28X" y="GluePoint28Y"/>
                </a:cxn>
                <a:cxn ang="0">
                  <a:pos x="GluePoint29X" y="GluePoint29Y"/>
                </a:cxn>
                <a:cxn ang="0">
                  <a:pos x="GluePoint30X" y="GluePoint30Y"/>
                </a:cxn>
                <a:cxn ang="0">
                  <a:pos x="GluePoint31X" y="GluePoint31Y"/>
                </a:cxn>
                <a:cxn ang="0">
                  <a:pos x="GluePoint32X" y="GluePoint32Y"/>
                </a:cxn>
                <a:cxn ang="0">
                  <a:pos x="GluePoint33X" y="GluePoint33Y"/>
                </a:cxn>
                <a:cxn ang="0">
                  <a:pos x="GluePoint34X" y="GluePoint34Y"/>
                </a:cxn>
                <a:cxn ang="0">
                  <a:pos x="GluePoint35X" y="GluePoint35Y"/>
                </a:cxn>
                <a:cxn ang="0">
                  <a:pos x="GluePoint36X" y="GluePoint36Y"/>
                </a:cxn>
                <a:cxn ang="0">
                  <a:pos x="GluePoint37X" y="GluePoint37Y"/>
                </a:cxn>
                <a:cxn ang="0">
                  <a:pos x="GluePoint38X" y="GluePoint38Y"/>
                </a:cxn>
                <a:cxn ang="0">
                  <a:pos x="GluePoint39X" y="GluePoint39Y"/>
                </a:cxn>
                <a:cxn ang="0">
                  <a:pos x="GluePoint40X" y="GluePoint40Y"/>
                </a:cxn>
                <a:cxn ang="0">
                  <a:pos x="GluePoint41X" y="GluePoint41Y"/>
                </a:cxn>
              </a:cxnLst>
              <a:rect l="textAreaLeft" t="textAreaTop" r="textAreaRight" b="textAreaBottom"/>
              <a:pathLst>
                <a:path w="1195101" h="1204626">
                  <a:moveTo>
                    <a:pt x="372618" y="571786"/>
                  </a:moveTo>
                  <a:cubicBezTo>
                    <a:pt x="372618" y="571786"/>
                    <a:pt x="372618" y="136874"/>
                    <a:pt x="372523" y="134303"/>
                  </a:cubicBezTo>
                  <a:cubicBezTo>
                    <a:pt x="372237" y="116967"/>
                    <a:pt x="371761" y="93250"/>
                    <a:pt x="386239" y="86487"/>
                  </a:cubicBezTo>
                  <a:cubicBezTo>
                    <a:pt x="396240" y="82105"/>
                    <a:pt x="493014" y="85630"/>
                    <a:pt x="498348" y="85630"/>
                  </a:cubicBezTo>
                  <a:cubicBezTo>
                    <a:pt x="650938" y="85630"/>
                    <a:pt x="738473" y="174974"/>
                    <a:pt x="738473" y="330518"/>
                  </a:cubicBezTo>
                  <a:cubicBezTo>
                    <a:pt x="738473" y="443960"/>
                    <a:pt x="708374" y="509016"/>
                    <a:pt x="640747" y="541687"/>
                  </a:cubicBezTo>
                  <a:cubicBezTo>
                    <a:pt x="577691" y="571976"/>
                    <a:pt x="372618" y="571786"/>
                    <a:pt x="372618" y="571786"/>
                  </a:cubicBezTo>
                  <a:moveTo>
                    <a:pt x="1186529" y="1129760"/>
                  </a:moveTo>
                  <a:cubicBezTo>
                    <a:pt x="1100138" y="1116235"/>
                    <a:pt x="1074134" y="1106424"/>
                    <a:pt x="1017461" y="1040702"/>
                  </a:cubicBezTo>
                  <a:lnTo>
                    <a:pt x="661797" y="632460"/>
                  </a:lnTo>
                  <a:cubicBezTo>
                    <a:pt x="849059" y="608076"/>
                    <a:pt x="964597" y="484251"/>
                    <a:pt x="964597" y="305371"/>
                  </a:cubicBezTo>
                  <a:cubicBezTo>
                    <a:pt x="964597" y="188976"/>
                    <a:pt x="919544" y="105061"/>
                    <a:pt x="831056" y="55816"/>
                  </a:cubicBezTo>
                  <a:cubicBezTo>
                    <a:pt x="763619" y="18383"/>
                    <a:pt x="670084" y="190"/>
                    <a:pt x="544639" y="190"/>
                  </a:cubicBezTo>
                  <a:cubicBezTo>
                    <a:pt x="507206" y="1143"/>
                    <a:pt x="416909" y="4191"/>
                    <a:pt x="317468" y="4191"/>
                  </a:cubicBezTo>
                  <a:cubicBezTo>
                    <a:pt x="214313" y="4191"/>
                    <a:pt x="191" y="0"/>
                    <a:pt x="191" y="0"/>
                  </a:cubicBezTo>
                  <a:lnTo>
                    <a:pt x="191" y="74866"/>
                  </a:lnTo>
                  <a:lnTo>
                    <a:pt x="15050" y="74866"/>
                  </a:lnTo>
                  <a:cubicBezTo>
                    <a:pt x="71818" y="74486"/>
                    <a:pt x="135731" y="74771"/>
                    <a:pt x="152781" y="128683"/>
                  </a:cubicBezTo>
                  <a:cubicBezTo>
                    <a:pt x="168307" y="175355"/>
                    <a:pt x="168307" y="306896"/>
                    <a:pt x="168307" y="350139"/>
                  </a:cubicBezTo>
                  <a:lnTo>
                    <a:pt x="168307" y="841248"/>
                  </a:lnTo>
                  <a:cubicBezTo>
                    <a:pt x="168307" y="895445"/>
                    <a:pt x="168307" y="977837"/>
                    <a:pt x="161068" y="1034129"/>
                  </a:cubicBezTo>
                  <a:cubicBezTo>
                    <a:pt x="158972" y="1050798"/>
                    <a:pt x="156210" y="1065276"/>
                    <a:pt x="152686" y="1075944"/>
                  </a:cubicBezTo>
                  <a:cubicBezTo>
                    <a:pt x="135350" y="1129665"/>
                    <a:pt x="66104" y="1129665"/>
                    <a:pt x="10382" y="1129665"/>
                  </a:cubicBezTo>
                  <a:lnTo>
                    <a:pt x="0" y="1129665"/>
                  </a:lnTo>
                  <a:lnTo>
                    <a:pt x="0" y="1204532"/>
                  </a:lnTo>
                  <a:cubicBezTo>
                    <a:pt x="0" y="1204532"/>
                    <a:pt x="166783" y="1197102"/>
                    <a:pt x="278225" y="1197102"/>
                  </a:cubicBezTo>
                  <a:cubicBezTo>
                    <a:pt x="374047" y="1197102"/>
                    <a:pt x="540734" y="1204246"/>
                    <a:pt x="540734" y="1204532"/>
                  </a:cubicBezTo>
                  <a:lnTo>
                    <a:pt x="540734" y="1129665"/>
                  </a:lnTo>
                  <a:lnTo>
                    <a:pt x="525971" y="1129665"/>
                  </a:lnTo>
                  <a:cubicBezTo>
                    <a:pt x="470059" y="1129951"/>
                    <a:pt x="406813" y="1129760"/>
                    <a:pt x="388239" y="1075754"/>
                  </a:cubicBezTo>
                  <a:cubicBezTo>
                    <a:pt x="384620" y="1065086"/>
                    <a:pt x="381953" y="1050607"/>
                    <a:pt x="379857" y="1034034"/>
                  </a:cubicBezTo>
                  <a:cubicBezTo>
                    <a:pt x="372618" y="978122"/>
                    <a:pt x="372618" y="898017"/>
                    <a:pt x="372618" y="854297"/>
                  </a:cubicBezTo>
                  <a:lnTo>
                    <a:pt x="372618" y="653510"/>
                  </a:lnTo>
                  <a:cubicBezTo>
                    <a:pt x="439198" y="654082"/>
                    <a:pt x="444913" y="661035"/>
                    <a:pt x="479107" y="702469"/>
                  </a:cubicBezTo>
                  <a:cubicBezTo>
                    <a:pt x="485489" y="710089"/>
                    <a:pt x="492728" y="718756"/>
                    <a:pt x="501110" y="728472"/>
                  </a:cubicBezTo>
                  <a:lnTo>
                    <a:pt x="797909" y="1096804"/>
                  </a:lnTo>
                  <a:lnTo>
                    <a:pt x="885158" y="1204532"/>
                  </a:lnTo>
                  <a:cubicBezTo>
                    <a:pt x="885158" y="1204532"/>
                    <a:pt x="980885" y="1200436"/>
                    <a:pt x="1027366" y="1200436"/>
                  </a:cubicBezTo>
                  <a:cubicBezTo>
                    <a:pt x="1094994" y="1200436"/>
                    <a:pt x="1195102" y="1204627"/>
                    <a:pt x="1195102" y="1204627"/>
                  </a:cubicBezTo>
                  <a:lnTo>
                    <a:pt x="1195102" y="1131094"/>
                  </a:lnTo>
                  <a:lnTo>
                    <a:pt x="1186529" y="1129760"/>
                  </a:lnTo>
                  <a:close/>
                </a:path>
              </a:pathLst>
            </a:custGeom>
            <a:solidFill>
              <a:schemeClr val="bg1"/>
            </a:solidFill>
            <a:ln w="9525">
              <a:noFill/>
            </a:ln>
          </p:spPr>
          <p:style>
            <a:lnRef idx="0"/>
            <a:fillRef idx="0"/>
            <a:effectRef idx="0"/>
            <a:fontRef idx="minor"/>
          </p:style>
          <p:txBody>
            <a:bodyPr lIns="90000" tIns="45000" rIns="90000" bIns="45000" anchor="ctr">
              <a:noAutofit/>
            </a:bodyPr>
            <a:p>
              <a:endParaRPr lang="en-US" sz="1800" b="0" u="none" strike="noStrike">
                <a:solidFill>
                  <a:schemeClr val="dk1"/>
                </a:solidFill>
                <a:effectLst/>
                <a:uFillTx/>
                <a:latin typeface="Arial"/>
              </a:endParaRPr>
            </a:p>
          </p:txBody>
        </p:sp>
      </p:grpSp>
      <p:sp>
        <p:nvSpPr>
          <p:cNvPr id="410" name="Text Placeholder 14"/>
          <p:cNvSpPr/>
          <p:nvPr/>
        </p:nvSpPr>
        <p:spPr>
          <a:xfrm>
            <a:off x="386640" y="3434040"/>
            <a:ext cx="2464560" cy="953280"/>
          </a:xfrm>
          <a:prstGeom prst="rect">
            <a:avLst/>
          </a:prstGeom>
          <a:noFill/>
          <a:ln w="0">
            <a:noFill/>
          </a:ln>
        </p:spPr>
        <p:style>
          <a:lnRef idx="0"/>
          <a:fillRef idx="0"/>
          <a:effectRef idx="0"/>
          <a:fontRef idx="minor"/>
        </p:style>
        <p:txBody>
          <a:bodyPr lIns="90000" tIns="45000" rIns="90000" bIns="45000" anchor="t">
            <a:noAutofit/>
          </a:bodyPr>
          <a:p>
            <a:endParaRPr lang="en-US" sz="2000" b="1" u="none" strike="noStrike">
              <a:solidFill>
                <a:srgbClr val="E56B2A"/>
              </a:solidFill>
              <a:effectLst/>
              <a:uFillTx/>
              <a:latin typeface="Arial"/>
            </a:endParaRPr>
          </a:p>
        </p:txBody>
      </p:sp>
      <p:sp>
        <p:nvSpPr>
          <p:cNvPr id="411" name="Rectangle 5"/>
          <p:cNvSpPr/>
          <p:nvPr/>
        </p:nvSpPr>
        <p:spPr>
          <a:xfrm>
            <a:off x="0" y="0"/>
            <a:ext cx="12190680" cy="685656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p>
            <a:endParaRPr lang="en-US" sz="1800" b="0" u="none" strike="noStrike">
              <a:solidFill>
                <a:schemeClr val="lt1"/>
              </a:solidFill>
              <a:effectLst/>
              <a:uFillTx/>
              <a:latin typeface="Arial"/>
            </a:endParaRPr>
          </a:p>
        </p:txBody>
      </p:sp>
      <p:sp>
        <p:nvSpPr>
          <p:cNvPr id="412" name="Rectangle 10"/>
          <p:cNvSpPr/>
          <p:nvPr/>
        </p:nvSpPr>
        <p:spPr>
          <a:xfrm>
            <a:off x="0" y="6218280"/>
            <a:ext cx="12190680" cy="666000"/>
          </a:xfrm>
          <a:prstGeom prst="rect">
            <a:avLst/>
          </a:prstGeom>
          <a:solidFill>
            <a:srgbClr val="F86901"/>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p>
            <a:endParaRPr lang="en-US" sz="1800" b="0" u="none" strike="noStrike">
              <a:solidFill>
                <a:schemeClr val="lt1"/>
              </a:solidFill>
              <a:effectLst/>
              <a:uFillTx/>
              <a:latin typeface="Arial"/>
            </a:endParaRPr>
          </a:p>
        </p:txBody>
      </p:sp>
      <p:sp>
        <p:nvSpPr>
          <p:cNvPr id="413" name="TextBox 11"/>
          <p:cNvSpPr/>
          <p:nvPr/>
        </p:nvSpPr>
        <p:spPr>
          <a:xfrm>
            <a:off x="11689200" y="6487920"/>
            <a:ext cx="476280" cy="238680"/>
          </a:xfrm>
          <a:prstGeom prst="rect">
            <a:avLst/>
          </a:prstGeom>
          <a:noFill/>
          <a:ln w="0">
            <a:noFill/>
          </a:ln>
        </p:spPr>
        <p:style>
          <a:lnRef idx="0"/>
          <a:fillRef idx="0"/>
          <a:effectRef idx="0"/>
          <a:fontRef idx="minor"/>
        </p:style>
        <p:txBody>
          <a:bodyPr lIns="90000" tIns="45000" rIns="90000" bIns="45000" anchor="t">
            <a:spAutoFit/>
          </a:bodyPr>
          <a:p>
            <a:pPr defTabSz="914400">
              <a:lnSpc>
                <a:spcPct val="80000"/>
              </a:lnSpc>
            </a:pPr>
            <a:r>
              <a:rPr lang="en-US" sz="1200" b="0" u="none" strike="noStrike">
                <a:solidFill>
                  <a:schemeClr val="lt1"/>
                </a:solidFill>
                <a:effectLst/>
                <a:uFillTx/>
                <a:latin typeface="Georgia"/>
              </a:rPr>
              <a:t> </a:t>
            </a:r>
            <a:fld id="{A32EB4A5-1BF9-49B9-A9EE-5D276EC28C1A}" type="slidenum">
              <a:rPr lang="en-US" sz="1130" b="0" u="none" strike="noStrike">
                <a:solidFill>
                  <a:schemeClr val="lt1"/>
                </a:solidFill>
                <a:effectLst/>
                <a:uFillTx/>
                <a:latin typeface="Arial"/>
              </a:rPr>
              <a:t>&lt;number&gt;</a:t>
            </a:fld>
            <a:endParaRPr lang="en-US" sz="1130" b="0" u="none" strike="noStrike">
              <a:solidFill>
                <a:srgbClr val="000000"/>
              </a:solidFill>
              <a:effectLst/>
              <a:uFillTx/>
              <a:latin typeface="Arial"/>
            </a:endParaRPr>
          </a:p>
        </p:txBody>
      </p:sp>
      <p:pic>
        <p:nvPicPr>
          <p:cNvPr id="414" name="Graphic 12"/>
          <p:cNvPicPr/>
          <p:nvPr/>
        </p:nvPicPr>
        <p:blipFill>
          <a:blip r:embed="rId4">
            <a:extLst>
              <a:ext uri="{96DAC541-7B7A-43D3-8B79-37D633B846F1}">
                <asvg:svgBlip xmlns:asvg="http://schemas.microsoft.com/office/drawing/2016/SVG/main" r:embed="rId5"/>
              </a:ext>
            </a:extLst>
          </a:blip>
          <a:stretch/>
        </p:blipFill>
        <p:spPr>
          <a:xfrm>
            <a:off x="9069840" y="6459120"/>
            <a:ext cx="2699280" cy="238680"/>
          </a:xfrm>
          <a:prstGeom prst="rect">
            <a:avLst/>
          </a:prstGeom>
          <a:noFill/>
          <a:ln w="0">
            <a:noFill/>
          </a:ln>
        </p:spPr>
      </p:pic>
      <p:grpSp>
        <p:nvGrpSpPr>
          <p:cNvPr id="415" name="Graphic 22"/>
          <p:cNvGrpSpPr/>
          <p:nvPr/>
        </p:nvGrpSpPr>
        <p:grpSpPr>
          <a:xfrm>
            <a:off x="201960" y="6414120"/>
            <a:ext cx="797760" cy="300600"/>
            <a:chOff x="201960" y="6414120"/>
            <a:chExt cx="797760" cy="300600"/>
          </a:xfrm>
        </p:grpSpPr>
        <p:sp>
          <p:nvSpPr>
            <p:cNvPr id="416" name="Freeform 14"/>
            <p:cNvSpPr/>
            <p:nvPr/>
          </p:nvSpPr>
          <p:spPr>
            <a:xfrm>
              <a:off x="540720" y="6414120"/>
              <a:ext cx="135720" cy="300240"/>
            </a:xfrm>
            <a:custGeom>
              <a:avLst/>
              <a:gdLst>
                <a:gd name="textAreaLeft" fmla="*/ 0 w 135720"/>
                <a:gd name="textAreaRight" fmla="*/ 137160 w 135720"/>
                <a:gd name="textAreaTop" fmla="*/ 0 h 300240"/>
                <a:gd name="textAreaBottom" fmla="*/ 301680 h 300240"/>
                <a:gd name="GluePoint1X" fmla="*/ 393478 w 547877"/>
                <a:gd name="GluePoint1Y" fmla="*/ 129064 h 1204531"/>
                <a:gd name="GluePoint2X" fmla="*/ 537686 w 547877"/>
                <a:gd name="GluePoint2Y" fmla="*/ 74771 h 1204531"/>
                <a:gd name="GluePoint3X" fmla="*/ 547878 w 547877"/>
                <a:gd name="GluePoint3Y" fmla="*/ 74771 h 1204531"/>
                <a:gd name="GluePoint4X" fmla="*/ 547878 w 547877"/>
                <a:gd name="GluePoint4Y" fmla="*/ 0 h 1204531"/>
                <a:gd name="GluePoint5X" fmla="*/ 267938 w 547877"/>
                <a:gd name="GluePoint5Y" fmla="*/ 4667 h 1204531"/>
                <a:gd name="GluePoint6X" fmla="*/ 0 w 547877"/>
                <a:gd name="GluePoint6Y" fmla="*/ 0 h 1204531"/>
                <a:gd name="GluePoint7X" fmla="*/ 0 w 547877"/>
                <a:gd name="GluePoint7Y" fmla="*/ 74771 h 1204531"/>
                <a:gd name="GluePoint8X" fmla="*/ 10192 w 547877"/>
                <a:gd name="GluePoint8Y" fmla="*/ 74771 h 1204531"/>
                <a:gd name="GluePoint9X" fmla="*/ 154400 w 547877"/>
                <a:gd name="GluePoint9Y" fmla="*/ 128968 h 1204531"/>
                <a:gd name="GluePoint10X" fmla="*/ 171640 w 547877"/>
                <a:gd name="GluePoint10Y" fmla="*/ 363188 h 1204531"/>
                <a:gd name="GluePoint11X" fmla="*/ 171640 w 547877"/>
                <a:gd name="GluePoint11Y" fmla="*/ 841153 h 1204531"/>
                <a:gd name="GluePoint12X" fmla="*/ 154496 w 547877"/>
                <a:gd name="GluePoint12Y" fmla="*/ 1075373 h 1204531"/>
                <a:gd name="GluePoint13X" fmla="*/ 10192 w 547877"/>
                <a:gd name="GluePoint13Y" fmla="*/ 1129569 h 1204531"/>
                <a:gd name="GluePoint14X" fmla="*/ 0 w 547877"/>
                <a:gd name="GluePoint14Y" fmla="*/ 1129569 h 1204531"/>
                <a:gd name="GluePoint15X" fmla="*/ 0 w 547877"/>
                <a:gd name="GluePoint15Y" fmla="*/ 1204531 h 1204531"/>
                <a:gd name="GluePoint16X" fmla="*/ 268224 w 547877"/>
                <a:gd name="GluePoint16Y" fmla="*/ 1197102 h 1204531"/>
                <a:gd name="GluePoint17X" fmla="*/ 547878 w 547877"/>
                <a:gd name="GluePoint17Y" fmla="*/ 1204531 h 1204531"/>
                <a:gd name="GluePoint18X" fmla="*/ 547878 w 547877"/>
                <a:gd name="GluePoint18Y" fmla="*/ 1129569 h 1204531"/>
                <a:gd name="GluePoint19X" fmla="*/ 537686 w 547877"/>
                <a:gd name="GluePoint19Y" fmla="*/ 1129569 h 1204531"/>
                <a:gd name="GluePoint20X" fmla="*/ 393478 w 547877"/>
                <a:gd name="GluePoint20Y" fmla="*/ 1075468 h 1204531"/>
                <a:gd name="GluePoint21X" fmla="*/ 376333 w 547877"/>
                <a:gd name="GluePoint21Y" fmla="*/ 841153 h 1204531"/>
                <a:gd name="GluePoint22X" fmla="*/ 376333 w 547877"/>
                <a:gd name="GluePoint22Y" fmla="*/ 363188 h 1204531"/>
                <a:gd name="GluePoint23X" fmla="*/ 393478 w 547877"/>
                <a:gd name="GluePoint23Y" fmla="*/ 129064 h 1204531"/>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 ang="0">
                  <a:pos x="GluePoint16X" y="GluePoint16Y"/>
                </a:cxn>
                <a:cxn ang="0">
                  <a:pos x="GluePoint17X" y="GluePoint17Y"/>
                </a:cxn>
                <a:cxn ang="0">
                  <a:pos x="GluePoint18X" y="GluePoint18Y"/>
                </a:cxn>
                <a:cxn ang="0">
                  <a:pos x="GluePoint19X" y="GluePoint19Y"/>
                </a:cxn>
                <a:cxn ang="0">
                  <a:pos x="GluePoint20X" y="GluePoint20Y"/>
                </a:cxn>
                <a:cxn ang="0">
                  <a:pos x="GluePoint21X" y="GluePoint21Y"/>
                </a:cxn>
                <a:cxn ang="0">
                  <a:pos x="GluePoint22X" y="GluePoint22Y"/>
                </a:cxn>
                <a:cxn ang="0">
                  <a:pos x="GluePoint23X" y="GluePoint23Y"/>
                </a:cxn>
              </a:cxnLst>
              <a:rect l="textAreaLeft" t="textAreaTop" r="textAreaRight" b="textAreaBottom"/>
              <a:pathLst>
                <a:path w="547877" h="1204531">
                  <a:moveTo>
                    <a:pt x="393478" y="129064"/>
                  </a:moveTo>
                  <a:cubicBezTo>
                    <a:pt x="414242" y="74771"/>
                    <a:pt x="482727" y="74771"/>
                    <a:pt x="537686" y="74771"/>
                  </a:cubicBezTo>
                  <a:lnTo>
                    <a:pt x="547878" y="74771"/>
                  </a:lnTo>
                  <a:lnTo>
                    <a:pt x="547878" y="0"/>
                  </a:lnTo>
                  <a:cubicBezTo>
                    <a:pt x="547878" y="0"/>
                    <a:pt x="333565" y="4667"/>
                    <a:pt x="267938" y="4667"/>
                  </a:cubicBezTo>
                  <a:cubicBezTo>
                    <a:pt x="200406" y="4667"/>
                    <a:pt x="0" y="0"/>
                    <a:pt x="0" y="0"/>
                  </a:cubicBezTo>
                  <a:lnTo>
                    <a:pt x="0" y="74771"/>
                  </a:lnTo>
                  <a:lnTo>
                    <a:pt x="10192" y="74771"/>
                  </a:lnTo>
                  <a:cubicBezTo>
                    <a:pt x="65246" y="74771"/>
                    <a:pt x="133731" y="74771"/>
                    <a:pt x="154400" y="128968"/>
                  </a:cubicBezTo>
                  <a:cubicBezTo>
                    <a:pt x="171640" y="175450"/>
                    <a:pt x="171640" y="307086"/>
                    <a:pt x="171640" y="363188"/>
                  </a:cubicBezTo>
                  <a:lnTo>
                    <a:pt x="171640" y="841153"/>
                  </a:lnTo>
                  <a:cubicBezTo>
                    <a:pt x="171640" y="897350"/>
                    <a:pt x="171640" y="1028890"/>
                    <a:pt x="154496" y="1075373"/>
                  </a:cubicBezTo>
                  <a:cubicBezTo>
                    <a:pt x="133731" y="1129569"/>
                    <a:pt x="65246" y="1129569"/>
                    <a:pt x="10192" y="1129569"/>
                  </a:cubicBezTo>
                  <a:lnTo>
                    <a:pt x="0" y="1129569"/>
                  </a:lnTo>
                  <a:lnTo>
                    <a:pt x="0" y="1204531"/>
                  </a:lnTo>
                  <a:cubicBezTo>
                    <a:pt x="0" y="1204341"/>
                    <a:pt x="173260" y="1197102"/>
                    <a:pt x="268224" y="1197102"/>
                  </a:cubicBezTo>
                  <a:cubicBezTo>
                    <a:pt x="377476" y="1197102"/>
                    <a:pt x="547878" y="1204531"/>
                    <a:pt x="547878" y="1204531"/>
                  </a:cubicBezTo>
                  <a:lnTo>
                    <a:pt x="547878" y="1129569"/>
                  </a:lnTo>
                  <a:lnTo>
                    <a:pt x="537686" y="1129569"/>
                  </a:lnTo>
                  <a:cubicBezTo>
                    <a:pt x="482727" y="1129569"/>
                    <a:pt x="414242" y="1129569"/>
                    <a:pt x="393478" y="1075468"/>
                  </a:cubicBezTo>
                  <a:cubicBezTo>
                    <a:pt x="376333" y="1028890"/>
                    <a:pt x="376333" y="897350"/>
                    <a:pt x="376333" y="841153"/>
                  </a:cubicBezTo>
                  <a:lnTo>
                    <a:pt x="376333" y="363188"/>
                  </a:lnTo>
                  <a:cubicBezTo>
                    <a:pt x="376333" y="307086"/>
                    <a:pt x="376333" y="175450"/>
                    <a:pt x="393478" y="129064"/>
                  </a:cubicBezTo>
                </a:path>
              </a:pathLst>
            </a:custGeom>
            <a:solidFill>
              <a:schemeClr val="bg1"/>
            </a:solidFill>
            <a:ln w="9525">
              <a:noFill/>
            </a:ln>
          </p:spPr>
          <p:style>
            <a:lnRef idx="0"/>
            <a:fillRef idx="0"/>
            <a:effectRef idx="0"/>
            <a:fontRef idx="minor"/>
          </p:style>
          <p:txBody>
            <a:bodyPr lIns="68040" tIns="45000" rIns="68040" bIns="45000" anchor="ctr">
              <a:noAutofit/>
            </a:bodyPr>
            <a:p>
              <a:endParaRPr lang="en-US" sz="1800" b="0" u="none" strike="noStrike">
                <a:solidFill>
                  <a:schemeClr val="dk1"/>
                </a:solidFill>
                <a:effectLst/>
                <a:uFillTx/>
                <a:latin typeface="Arial"/>
              </a:endParaRPr>
            </a:p>
          </p:txBody>
        </p:sp>
        <p:sp>
          <p:nvSpPr>
            <p:cNvPr id="417" name="Freeform 15"/>
            <p:cNvSpPr/>
            <p:nvPr/>
          </p:nvSpPr>
          <p:spPr>
            <a:xfrm>
              <a:off x="718920" y="6414480"/>
              <a:ext cx="280800" cy="300240"/>
            </a:xfrm>
            <a:custGeom>
              <a:avLst/>
              <a:gdLst>
                <a:gd name="textAreaLeft" fmla="*/ 0 w 280800"/>
                <a:gd name="textAreaRight" fmla="*/ 282240 w 280800"/>
                <a:gd name="textAreaTop" fmla="*/ 0 h 300240"/>
                <a:gd name="textAreaBottom" fmla="*/ 301680 h 300240"/>
                <a:gd name="GluePoint1X" fmla="*/ 0 w 1126902"/>
                <a:gd name="GluePoint1Y" fmla="*/ 0 h 1204245"/>
                <a:gd name="GluePoint2X" fmla="*/ 0 w 1126902"/>
                <a:gd name="GluePoint2Y" fmla="*/ 312420 h 1204245"/>
                <a:gd name="GluePoint3X" fmla="*/ 74295 w 1126902"/>
                <a:gd name="GluePoint3Y" fmla="*/ 312420 h 1204245"/>
                <a:gd name="GluePoint4X" fmla="*/ 74581 w 1126902"/>
                <a:gd name="GluePoint4Y" fmla="*/ 302609 h 1204245"/>
                <a:gd name="GluePoint5X" fmla="*/ 334328 w 1126902"/>
                <a:gd name="GluePoint5Y" fmla="*/ 90773 h 1204245"/>
                <a:gd name="GluePoint6X" fmla="*/ 352330 w 1126902"/>
                <a:gd name="GluePoint6Y" fmla="*/ 90678 h 1204245"/>
                <a:gd name="GluePoint7X" fmla="*/ 453200 w 1126902"/>
                <a:gd name="GluePoint7Y" fmla="*/ 106204 h 1204245"/>
                <a:gd name="GluePoint8X" fmla="*/ 461201 w 1126902"/>
                <a:gd name="GluePoint8Y" fmla="*/ 128873 h 1204245"/>
                <a:gd name="GluePoint9X" fmla="*/ 461201 w 1126902"/>
                <a:gd name="GluePoint9Y" fmla="*/ 950119 h 1204245"/>
                <a:gd name="GluePoint10X" fmla="*/ 272510 w 1126902"/>
                <a:gd name="GluePoint10Y" fmla="*/ 1129475 h 1204245"/>
                <a:gd name="GluePoint11X" fmla="*/ 262700 w 1126902"/>
                <a:gd name="GluePoint11Y" fmla="*/ 1129856 h 1204245"/>
                <a:gd name="GluePoint12X" fmla="*/ 262700 w 1126902"/>
                <a:gd name="GluePoint12Y" fmla="*/ 1204246 h 1204245"/>
                <a:gd name="GluePoint13X" fmla="*/ 578548 w 1126902"/>
                <a:gd name="GluePoint13Y" fmla="*/ 1196911 h 1204245"/>
                <a:gd name="GluePoint14X" fmla="*/ 864203 w 1126902"/>
                <a:gd name="GluePoint14Y" fmla="*/ 1204246 h 1204245"/>
                <a:gd name="GluePoint15X" fmla="*/ 864203 w 1126902"/>
                <a:gd name="GluePoint15Y" fmla="*/ 1129856 h 1204245"/>
                <a:gd name="GluePoint16X" fmla="*/ 854393 w 1126902"/>
                <a:gd name="GluePoint16Y" fmla="*/ 1129475 h 1204245"/>
                <a:gd name="GluePoint17X" fmla="*/ 665702 w 1126902"/>
                <a:gd name="GluePoint17Y" fmla="*/ 950119 h 1204245"/>
                <a:gd name="GluePoint18X" fmla="*/ 665702 w 1126902"/>
                <a:gd name="GluePoint18Y" fmla="*/ 128873 h 1204245"/>
                <a:gd name="GluePoint19X" fmla="*/ 673608 w 1126902"/>
                <a:gd name="GluePoint19Y" fmla="*/ 108490 h 1204245"/>
                <a:gd name="GluePoint20X" fmla="*/ 791718 w 1126902"/>
                <a:gd name="GluePoint20Y" fmla="*/ 90488 h 1204245"/>
                <a:gd name="GluePoint21X" fmla="*/ 815912 w 1126902"/>
                <a:gd name="GluePoint21Y" fmla="*/ 90773 h 1204245"/>
                <a:gd name="GluePoint22X" fmla="*/ 1052513 w 1126902"/>
                <a:gd name="GluePoint22Y" fmla="*/ 302895 h 1204245"/>
                <a:gd name="GluePoint23X" fmla="*/ 1053084 w 1126902"/>
                <a:gd name="GluePoint23Y" fmla="*/ 312420 h 1204245"/>
                <a:gd name="GluePoint24X" fmla="*/ 1126903 w 1126902"/>
                <a:gd name="GluePoint24Y" fmla="*/ 312420 h 1204245"/>
                <a:gd name="GluePoint25X" fmla="*/ 1126903 w 1126902"/>
                <a:gd name="GluePoint25Y" fmla="*/ 0 h 1204245"/>
                <a:gd name="GluePoint26X" fmla="*/ 563404 w 1126902"/>
                <a:gd name="GluePoint26Y" fmla="*/ 2857 h 1204245"/>
                <a:gd name="GluePoint27X" fmla="*/ 0 w 1126902"/>
                <a:gd name="GluePoint27Y" fmla="*/ 0 h 1204245"/>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 ang="0">
                  <a:pos x="GluePoint16X" y="GluePoint16Y"/>
                </a:cxn>
                <a:cxn ang="0">
                  <a:pos x="GluePoint17X" y="GluePoint17Y"/>
                </a:cxn>
                <a:cxn ang="0">
                  <a:pos x="GluePoint18X" y="GluePoint18Y"/>
                </a:cxn>
                <a:cxn ang="0">
                  <a:pos x="GluePoint19X" y="GluePoint19Y"/>
                </a:cxn>
                <a:cxn ang="0">
                  <a:pos x="GluePoint20X" y="GluePoint20Y"/>
                </a:cxn>
                <a:cxn ang="0">
                  <a:pos x="GluePoint21X" y="GluePoint21Y"/>
                </a:cxn>
                <a:cxn ang="0">
                  <a:pos x="GluePoint22X" y="GluePoint22Y"/>
                </a:cxn>
                <a:cxn ang="0">
                  <a:pos x="GluePoint23X" y="GluePoint23Y"/>
                </a:cxn>
                <a:cxn ang="0">
                  <a:pos x="GluePoint24X" y="GluePoint24Y"/>
                </a:cxn>
                <a:cxn ang="0">
                  <a:pos x="GluePoint25X" y="GluePoint25Y"/>
                </a:cxn>
                <a:cxn ang="0">
                  <a:pos x="GluePoint26X" y="GluePoint26Y"/>
                </a:cxn>
                <a:cxn ang="0">
                  <a:pos x="GluePoint27X" y="GluePoint27Y"/>
                </a:cxn>
              </a:cxnLst>
              <a:rect l="textAreaLeft" t="textAreaTop" r="textAreaRight" b="textAreaBottom"/>
              <a:pathLst>
                <a:path w="1126902" h="1204245">
                  <a:moveTo>
                    <a:pt x="0" y="0"/>
                  </a:moveTo>
                  <a:lnTo>
                    <a:pt x="0" y="312420"/>
                  </a:lnTo>
                  <a:lnTo>
                    <a:pt x="74295" y="312420"/>
                  </a:lnTo>
                  <a:lnTo>
                    <a:pt x="74581" y="302609"/>
                  </a:lnTo>
                  <a:cubicBezTo>
                    <a:pt x="81344" y="99346"/>
                    <a:pt x="159163" y="90773"/>
                    <a:pt x="334328" y="90773"/>
                  </a:cubicBezTo>
                  <a:cubicBezTo>
                    <a:pt x="340328" y="90773"/>
                    <a:pt x="346424" y="90773"/>
                    <a:pt x="352330" y="90678"/>
                  </a:cubicBezTo>
                  <a:cubicBezTo>
                    <a:pt x="395859" y="90392"/>
                    <a:pt x="437007" y="90106"/>
                    <a:pt x="453200" y="106204"/>
                  </a:cubicBezTo>
                  <a:cubicBezTo>
                    <a:pt x="458629" y="111538"/>
                    <a:pt x="461201" y="118967"/>
                    <a:pt x="461201" y="128873"/>
                  </a:cubicBezTo>
                  <a:lnTo>
                    <a:pt x="461201" y="950119"/>
                  </a:lnTo>
                  <a:cubicBezTo>
                    <a:pt x="461201" y="1072039"/>
                    <a:pt x="444151" y="1122426"/>
                    <a:pt x="272510" y="1129475"/>
                  </a:cubicBezTo>
                  <a:lnTo>
                    <a:pt x="262700" y="1129856"/>
                  </a:lnTo>
                  <a:lnTo>
                    <a:pt x="262700" y="1204246"/>
                  </a:lnTo>
                  <a:cubicBezTo>
                    <a:pt x="262700" y="1204246"/>
                    <a:pt x="462725" y="1196911"/>
                    <a:pt x="578548" y="1196911"/>
                  </a:cubicBezTo>
                  <a:cubicBezTo>
                    <a:pt x="666941" y="1196911"/>
                    <a:pt x="864203" y="1204246"/>
                    <a:pt x="864203" y="1204246"/>
                  </a:cubicBezTo>
                  <a:lnTo>
                    <a:pt x="864203" y="1129856"/>
                  </a:lnTo>
                  <a:lnTo>
                    <a:pt x="854393" y="1129475"/>
                  </a:lnTo>
                  <a:cubicBezTo>
                    <a:pt x="682752" y="1122426"/>
                    <a:pt x="665702" y="1072039"/>
                    <a:pt x="665702" y="950119"/>
                  </a:cubicBezTo>
                  <a:lnTo>
                    <a:pt x="665702" y="128873"/>
                  </a:lnTo>
                  <a:cubicBezTo>
                    <a:pt x="665702" y="120396"/>
                    <a:pt x="668369" y="113729"/>
                    <a:pt x="673608" y="108490"/>
                  </a:cubicBezTo>
                  <a:cubicBezTo>
                    <a:pt x="693420" y="89059"/>
                    <a:pt x="747903" y="89821"/>
                    <a:pt x="791718" y="90488"/>
                  </a:cubicBezTo>
                  <a:cubicBezTo>
                    <a:pt x="800005" y="90583"/>
                    <a:pt x="808196" y="90773"/>
                    <a:pt x="815912" y="90773"/>
                  </a:cubicBezTo>
                  <a:cubicBezTo>
                    <a:pt x="987267" y="90773"/>
                    <a:pt x="1042511" y="140303"/>
                    <a:pt x="1052513" y="302895"/>
                  </a:cubicBezTo>
                  <a:lnTo>
                    <a:pt x="1053084" y="312420"/>
                  </a:lnTo>
                  <a:lnTo>
                    <a:pt x="1126903" y="312420"/>
                  </a:lnTo>
                  <a:lnTo>
                    <a:pt x="1126903" y="0"/>
                  </a:lnTo>
                  <a:cubicBezTo>
                    <a:pt x="1126903" y="0"/>
                    <a:pt x="694468" y="2857"/>
                    <a:pt x="563404" y="2857"/>
                  </a:cubicBezTo>
                  <a:cubicBezTo>
                    <a:pt x="432340" y="2857"/>
                    <a:pt x="0" y="0"/>
                    <a:pt x="0" y="0"/>
                  </a:cubicBezTo>
                </a:path>
              </a:pathLst>
            </a:custGeom>
            <a:solidFill>
              <a:schemeClr val="bg1"/>
            </a:solidFill>
            <a:ln w="9525">
              <a:noFill/>
            </a:ln>
          </p:spPr>
          <p:style>
            <a:lnRef idx="0"/>
            <a:fillRef idx="0"/>
            <a:effectRef idx="0"/>
            <a:fontRef idx="minor"/>
          </p:style>
          <p:txBody>
            <a:bodyPr lIns="90000" tIns="45000" rIns="90000" bIns="45000" anchor="ctr">
              <a:noAutofit/>
            </a:bodyPr>
            <a:p>
              <a:endParaRPr lang="en-US" sz="1800" b="0" u="none" strike="noStrike">
                <a:solidFill>
                  <a:schemeClr val="dk1"/>
                </a:solidFill>
                <a:effectLst/>
                <a:uFillTx/>
                <a:latin typeface="Arial"/>
              </a:endParaRPr>
            </a:p>
          </p:txBody>
        </p:sp>
        <p:sp>
          <p:nvSpPr>
            <p:cNvPr id="418" name="Freeform 17"/>
            <p:cNvSpPr/>
            <p:nvPr/>
          </p:nvSpPr>
          <p:spPr>
            <a:xfrm>
              <a:off x="201960" y="6414120"/>
              <a:ext cx="297720" cy="300240"/>
            </a:xfrm>
            <a:custGeom>
              <a:avLst/>
              <a:gdLst>
                <a:gd name="textAreaLeft" fmla="*/ 0 w 297720"/>
                <a:gd name="textAreaRight" fmla="*/ 299160 w 297720"/>
                <a:gd name="textAreaTop" fmla="*/ 0 h 300240"/>
                <a:gd name="textAreaBottom" fmla="*/ 301680 h 300240"/>
                <a:gd name="GluePoint1X" fmla="*/ 372618 w 1195101"/>
                <a:gd name="GluePoint1Y" fmla="*/ 571786 h 1204626"/>
                <a:gd name="GluePoint2X" fmla="*/ 372523 w 1195101"/>
                <a:gd name="GluePoint2Y" fmla="*/ 134303 h 1204626"/>
                <a:gd name="GluePoint3X" fmla="*/ 386239 w 1195101"/>
                <a:gd name="GluePoint3Y" fmla="*/ 86487 h 1204626"/>
                <a:gd name="GluePoint4X" fmla="*/ 498348 w 1195101"/>
                <a:gd name="GluePoint4Y" fmla="*/ 85630 h 1204626"/>
                <a:gd name="GluePoint5X" fmla="*/ 738473 w 1195101"/>
                <a:gd name="GluePoint5Y" fmla="*/ 330518 h 1204626"/>
                <a:gd name="GluePoint6X" fmla="*/ 640747 w 1195101"/>
                <a:gd name="GluePoint6Y" fmla="*/ 541687 h 1204626"/>
                <a:gd name="GluePoint7X" fmla="*/ 372618 w 1195101"/>
                <a:gd name="GluePoint7Y" fmla="*/ 571786 h 1204626"/>
                <a:gd name="GluePoint8X" fmla="*/ 1186529 w 1195101"/>
                <a:gd name="GluePoint8Y" fmla="*/ 1129760 h 1204626"/>
                <a:gd name="GluePoint9X" fmla="*/ 1017461 w 1195101"/>
                <a:gd name="GluePoint9Y" fmla="*/ 1040702 h 1204626"/>
                <a:gd name="GluePoint10X" fmla="*/ 661797 w 1195101"/>
                <a:gd name="GluePoint10Y" fmla="*/ 632460 h 1204626"/>
                <a:gd name="GluePoint11X" fmla="*/ 964597 w 1195101"/>
                <a:gd name="GluePoint11Y" fmla="*/ 305371 h 1204626"/>
                <a:gd name="GluePoint12X" fmla="*/ 831056 w 1195101"/>
                <a:gd name="GluePoint12Y" fmla="*/ 55816 h 1204626"/>
                <a:gd name="GluePoint13X" fmla="*/ 544639 w 1195101"/>
                <a:gd name="GluePoint13Y" fmla="*/ 190 h 1204626"/>
                <a:gd name="GluePoint14X" fmla="*/ 317468 w 1195101"/>
                <a:gd name="GluePoint14Y" fmla="*/ 4191 h 1204626"/>
                <a:gd name="GluePoint15X" fmla="*/ 191 w 1195101"/>
                <a:gd name="GluePoint15Y" fmla="*/ 0 h 1204626"/>
                <a:gd name="GluePoint16X" fmla="*/ 191 w 1195101"/>
                <a:gd name="GluePoint16Y" fmla="*/ 74866 h 1204626"/>
                <a:gd name="GluePoint17X" fmla="*/ 15050 w 1195101"/>
                <a:gd name="GluePoint17Y" fmla="*/ 74866 h 1204626"/>
                <a:gd name="GluePoint18X" fmla="*/ 152781 w 1195101"/>
                <a:gd name="GluePoint18Y" fmla="*/ 128683 h 1204626"/>
                <a:gd name="GluePoint19X" fmla="*/ 168307 w 1195101"/>
                <a:gd name="GluePoint19Y" fmla="*/ 350139 h 1204626"/>
                <a:gd name="GluePoint20X" fmla="*/ 168307 w 1195101"/>
                <a:gd name="GluePoint20Y" fmla="*/ 841248 h 1204626"/>
                <a:gd name="GluePoint21X" fmla="*/ 161068 w 1195101"/>
                <a:gd name="GluePoint21Y" fmla="*/ 1034129 h 1204626"/>
                <a:gd name="GluePoint22X" fmla="*/ 152686 w 1195101"/>
                <a:gd name="GluePoint22Y" fmla="*/ 1075944 h 1204626"/>
                <a:gd name="GluePoint23X" fmla="*/ 10382 w 1195101"/>
                <a:gd name="GluePoint23Y" fmla="*/ 1129665 h 1204626"/>
                <a:gd name="GluePoint24X" fmla="*/ 0 w 1195101"/>
                <a:gd name="GluePoint24Y" fmla="*/ 1129665 h 1204626"/>
                <a:gd name="GluePoint25X" fmla="*/ 0 w 1195101"/>
                <a:gd name="GluePoint25Y" fmla="*/ 1204532 h 1204626"/>
                <a:gd name="GluePoint26X" fmla="*/ 278225 w 1195101"/>
                <a:gd name="GluePoint26Y" fmla="*/ 1197102 h 1204626"/>
                <a:gd name="GluePoint27X" fmla="*/ 540734 w 1195101"/>
                <a:gd name="GluePoint27Y" fmla="*/ 1204532 h 1204626"/>
                <a:gd name="GluePoint28X" fmla="*/ 540734 w 1195101"/>
                <a:gd name="GluePoint28Y" fmla="*/ 1129665 h 1204626"/>
                <a:gd name="GluePoint29X" fmla="*/ 525971 w 1195101"/>
                <a:gd name="GluePoint29Y" fmla="*/ 1129665 h 1204626"/>
                <a:gd name="GluePoint30X" fmla="*/ 388239 w 1195101"/>
                <a:gd name="GluePoint30Y" fmla="*/ 1075754 h 1204626"/>
                <a:gd name="GluePoint31X" fmla="*/ 379857 w 1195101"/>
                <a:gd name="GluePoint31Y" fmla="*/ 1034034 h 1204626"/>
                <a:gd name="GluePoint32X" fmla="*/ 372618 w 1195101"/>
                <a:gd name="GluePoint32Y" fmla="*/ 854297 h 1204626"/>
                <a:gd name="GluePoint33X" fmla="*/ 372618 w 1195101"/>
                <a:gd name="GluePoint33Y" fmla="*/ 653510 h 1204626"/>
                <a:gd name="GluePoint34X" fmla="*/ 479107 w 1195101"/>
                <a:gd name="GluePoint34Y" fmla="*/ 702469 h 1204626"/>
                <a:gd name="GluePoint35X" fmla="*/ 501110 w 1195101"/>
                <a:gd name="GluePoint35Y" fmla="*/ 728472 h 1204626"/>
                <a:gd name="GluePoint36X" fmla="*/ 797909 w 1195101"/>
                <a:gd name="GluePoint36Y" fmla="*/ 1096804 h 1204626"/>
                <a:gd name="GluePoint37X" fmla="*/ 885158 w 1195101"/>
                <a:gd name="GluePoint37Y" fmla="*/ 1204532 h 1204626"/>
                <a:gd name="GluePoint38X" fmla="*/ 1027366 w 1195101"/>
                <a:gd name="GluePoint38Y" fmla="*/ 1200436 h 1204626"/>
                <a:gd name="GluePoint39X" fmla="*/ 1195102 w 1195101"/>
                <a:gd name="GluePoint39Y" fmla="*/ 1204627 h 1204626"/>
                <a:gd name="GluePoint40X" fmla="*/ 1195102 w 1195101"/>
                <a:gd name="GluePoint40Y" fmla="*/ 1131094 h 1204626"/>
                <a:gd name="GluePoint41X" fmla="*/ 1186529 w 1195101"/>
                <a:gd name="GluePoint41Y" fmla="*/ 1129760 h 1204626"/>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 ang="0">
                  <a:pos x="GluePoint16X" y="GluePoint16Y"/>
                </a:cxn>
                <a:cxn ang="0">
                  <a:pos x="GluePoint17X" y="GluePoint17Y"/>
                </a:cxn>
                <a:cxn ang="0">
                  <a:pos x="GluePoint18X" y="GluePoint18Y"/>
                </a:cxn>
                <a:cxn ang="0">
                  <a:pos x="GluePoint19X" y="GluePoint19Y"/>
                </a:cxn>
                <a:cxn ang="0">
                  <a:pos x="GluePoint20X" y="GluePoint20Y"/>
                </a:cxn>
                <a:cxn ang="0">
                  <a:pos x="GluePoint21X" y="GluePoint21Y"/>
                </a:cxn>
                <a:cxn ang="0">
                  <a:pos x="GluePoint22X" y="GluePoint22Y"/>
                </a:cxn>
                <a:cxn ang="0">
                  <a:pos x="GluePoint23X" y="GluePoint23Y"/>
                </a:cxn>
                <a:cxn ang="0">
                  <a:pos x="GluePoint24X" y="GluePoint24Y"/>
                </a:cxn>
                <a:cxn ang="0">
                  <a:pos x="GluePoint25X" y="GluePoint25Y"/>
                </a:cxn>
                <a:cxn ang="0">
                  <a:pos x="GluePoint26X" y="GluePoint26Y"/>
                </a:cxn>
                <a:cxn ang="0">
                  <a:pos x="GluePoint27X" y="GluePoint27Y"/>
                </a:cxn>
                <a:cxn ang="0">
                  <a:pos x="GluePoint28X" y="GluePoint28Y"/>
                </a:cxn>
                <a:cxn ang="0">
                  <a:pos x="GluePoint29X" y="GluePoint29Y"/>
                </a:cxn>
                <a:cxn ang="0">
                  <a:pos x="GluePoint30X" y="GluePoint30Y"/>
                </a:cxn>
                <a:cxn ang="0">
                  <a:pos x="GluePoint31X" y="GluePoint31Y"/>
                </a:cxn>
                <a:cxn ang="0">
                  <a:pos x="GluePoint32X" y="GluePoint32Y"/>
                </a:cxn>
                <a:cxn ang="0">
                  <a:pos x="GluePoint33X" y="GluePoint33Y"/>
                </a:cxn>
                <a:cxn ang="0">
                  <a:pos x="GluePoint34X" y="GluePoint34Y"/>
                </a:cxn>
                <a:cxn ang="0">
                  <a:pos x="GluePoint35X" y="GluePoint35Y"/>
                </a:cxn>
                <a:cxn ang="0">
                  <a:pos x="GluePoint36X" y="GluePoint36Y"/>
                </a:cxn>
                <a:cxn ang="0">
                  <a:pos x="GluePoint37X" y="GluePoint37Y"/>
                </a:cxn>
                <a:cxn ang="0">
                  <a:pos x="GluePoint38X" y="GluePoint38Y"/>
                </a:cxn>
                <a:cxn ang="0">
                  <a:pos x="GluePoint39X" y="GluePoint39Y"/>
                </a:cxn>
                <a:cxn ang="0">
                  <a:pos x="GluePoint40X" y="GluePoint40Y"/>
                </a:cxn>
                <a:cxn ang="0">
                  <a:pos x="GluePoint41X" y="GluePoint41Y"/>
                </a:cxn>
              </a:cxnLst>
              <a:rect l="textAreaLeft" t="textAreaTop" r="textAreaRight" b="textAreaBottom"/>
              <a:pathLst>
                <a:path w="1195101" h="1204626">
                  <a:moveTo>
                    <a:pt x="372618" y="571786"/>
                  </a:moveTo>
                  <a:cubicBezTo>
                    <a:pt x="372618" y="571786"/>
                    <a:pt x="372618" y="136874"/>
                    <a:pt x="372523" y="134303"/>
                  </a:cubicBezTo>
                  <a:cubicBezTo>
                    <a:pt x="372237" y="116967"/>
                    <a:pt x="371761" y="93250"/>
                    <a:pt x="386239" y="86487"/>
                  </a:cubicBezTo>
                  <a:cubicBezTo>
                    <a:pt x="396240" y="82105"/>
                    <a:pt x="493014" y="85630"/>
                    <a:pt x="498348" y="85630"/>
                  </a:cubicBezTo>
                  <a:cubicBezTo>
                    <a:pt x="650938" y="85630"/>
                    <a:pt x="738473" y="174974"/>
                    <a:pt x="738473" y="330518"/>
                  </a:cubicBezTo>
                  <a:cubicBezTo>
                    <a:pt x="738473" y="443960"/>
                    <a:pt x="708374" y="509016"/>
                    <a:pt x="640747" y="541687"/>
                  </a:cubicBezTo>
                  <a:cubicBezTo>
                    <a:pt x="577691" y="571976"/>
                    <a:pt x="372618" y="571786"/>
                    <a:pt x="372618" y="571786"/>
                  </a:cubicBezTo>
                  <a:moveTo>
                    <a:pt x="1186529" y="1129760"/>
                  </a:moveTo>
                  <a:cubicBezTo>
                    <a:pt x="1100138" y="1116235"/>
                    <a:pt x="1074134" y="1106424"/>
                    <a:pt x="1017461" y="1040702"/>
                  </a:cubicBezTo>
                  <a:lnTo>
                    <a:pt x="661797" y="632460"/>
                  </a:lnTo>
                  <a:cubicBezTo>
                    <a:pt x="849059" y="608076"/>
                    <a:pt x="964597" y="484251"/>
                    <a:pt x="964597" y="305371"/>
                  </a:cubicBezTo>
                  <a:cubicBezTo>
                    <a:pt x="964597" y="188976"/>
                    <a:pt x="919544" y="105061"/>
                    <a:pt x="831056" y="55816"/>
                  </a:cubicBezTo>
                  <a:cubicBezTo>
                    <a:pt x="763619" y="18383"/>
                    <a:pt x="670084" y="190"/>
                    <a:pt x="544639" y="190"/>
                  </a:cubicBezTo>
                  <a:cubicBezTo>
                    <a:pt x="507206" y="1143"/>
                    <a:pt x="416909" y="4191"/>
                    <a:pt x="317468" y="4191"/>
                  </a:cubicBezTo>
                  <a:cubicBezTo>
                    <a:pt x="214313" y="4191"/>
                    <a:pt x="191" y="0"/>
                    <a:pt x="191" y="0"/>
                  </a:cubicBezTo>
                  <a:lnTo>
                    <a:pt x="191" y="74866"/>
                  </a:lnTo>
                  <a:lnTo>
                    <a:pt x="15050" y="74866"/>
                  </a:lnTo>
                  <a:cubicBezTo>
                    <a:pt x="71818" y="74486"/>
                    <a:pt x="135731" y="74771"/>
                    <a:pt x="152781" y="128683"/>
                  </a:cubicBezTo>
                  <a:cubicBezTo>
                    <a:pt x="168307" y="175355"/>
                    <a:pt x="168307" y="306896"/>
                    <a:pt x="168307" y="350139"/>
                  </a:cubicBezTo>
                  <a:lnTo>
                    <a:pt x="168307" y="841248"/>
                  </a:lnTo>
                  <a:cubicBezTo>
                    <a:pt x="168307" y="895445"/>
                    <a:pt x="168307" y="977837"/>
                    <a:pt x="161068" y="1034129"/>
                  </a:cubicBezTo>
                  <a:cubicBezTo>
                    <a:pt x="158972" y="1050798"/>
                    <a:pt x="156210" y="1065276"/>
                    <a:pt x="152686" y="1075944"/>
                  </a:cubicBezTo>
                  <a:cubicBezTo>
                    <a:pt x="135350" y="1129665"/>
                    <a:pt x="66104" y="1129665"/>
                    <a:pt x="10382" y="1129665"/>
                  </a:cubicBezTo>
                  <a:lnTo>
                    <a:pt x="0" y="1129665"/>
                  </a:lnTo>
                  <a:lnTo>
                    <a:pt x="0" y="1204532"/>
                  </a:lnTo>
                  <a:cubicBezTo>
                    <a:pt x="0" y="1204532"/>
                    <a:pt x="166783" y="1197102"/>
                    <a:pt x="278225" y="1197102"/>
                  </a:cubicBezTo>
                  <a:cubicBezTo>
                    <a:pt x="374047" y="1197102"/>
                    <a:pt x="540734" y="1204246"/>
                    <a:pt x="540734" y="1204532"/>
                  </a:cubicBezTo>
                  <a:lnTo>
                    <a:pt x="540734" y="1129665"/>
                  </a:lnTo>
                  <a:lnTo>
                    <a:pt x="525971" y="1129665"/>
                  </a:lnTo>
                  <a:cubicBezTo>
                    <a:pt x="470059" y="1129951"/>
                    <a:pt x="406813" y="1129760"/>
                    <a:pt x="388239" y="1075754"/>
                  </a:cubicBezTo>
                  <a:cubicBezTo>
                    <a:pt x="384620" y="1065086"/>
                    <a:pt x="381953" y="1050607"/>
                    <a:pt x="379857" y="1034034"/>
                  </a:cubicBezTo>
                  <a:cubicBezTo>
                    <a:pt x="372618" y="978122"/>
                    <a:pt x="372618" y="898017"/>
                    <a:pt x="372618" y="854297"/>
                  </a:cubicBezTo>
                  <a:lnTo>
                    <a:pt x="372618" y="653510"/>
                  </a:lnTo>
                  <a:cubicBezTo>
                    <a:pt x="439198" y="654082"/>
                    <a:pt x="444913" y="661035"/>
                    <a:pt x="479107" y="702469"/>
                  </a:cubicBezTo>
                  <a:cubicBezTo>
                    <a:pt x="485489" y="710089"/>
                    <a:pt x="492728" y="718756"/>
                    <a:pt x="501110" y="728472"/>
                  </a:cubicBezTo>
                  <a:lnTo>
                    <a:pt x="797909" y="1096804"/>
                  </a:lnTo>
                  <a:lnTo>
                    <a:pt x="885158" y="1204532"/>
                  </a:lnTo>
                  <a:cubicBezTo>
                    <a:pt x="885158" y="1204532"/>
                    <a:pt x="980885" y="1200436"/>
                    <a:pt x="1027366" y="1200436"/>
                  </a:cubicBezTo>
                  <a:cubicBezTo>
                    <a:pt x="1094994" y="1200436"/>
                    <a:pt x="1195102" y="1204627"/>
                    <a:pt x="1195102" y="1204627"/>
                  </a:cubicBezTo>
                  <a:lnTo>
                    <a:pt x="1195102" y="1131094"/>
                  </a:lnTo>
                  <a:lnTo>
                    <a:pt x="1186529" y="1129760"/>
                  </a:lnTo>
                  <a:close/>
                </a:path>
              </a:pathLst>
            </a:custGeom>
            <a:solidFill>
              <a:schemeClr val="bg1"/>
            </a:solidFill>
            <a:ln w="9525">
              <a:noFill/>
            </a:ln>
          </p:spPr>
          <p:style>
            <a:lnRef idx="0"/>
            <a:fillRef idx="0"/>
            <a:effectRef idx="0"/>
            <a:fontRef idx="minor"/>
          </p:style>
          <p:txBody>
            <a:bodyPr lIns="90000" tIns="45000" rIns="90000" bIns="45000" anchor="ctr">
              <a:noAutofit/>
            </a:bodyPr>
            <a:p>
              <a:endParaRPr lang="en-US" sz="1800" b="0" u="none" strike="noStrike">
                <a:solidFill>
                  <a:schemeClr val="dk1"/>
                </a:solidFill>
                <a:effectLst/>
                <a:uFillTx/>
                <a:latin typeface="Arial"/>
              </a:endParaRPr>
            </a:p>
          </p:txBody>
        </p:sp>
      </p:grpSp>
      <p:sp>
        <p:nvSpPr>
          <p:cNvPr id="419" name="PlaceHolder 1"/>
          <p:cNvSpPr>
            <a:spLocks noGrp="1"/>
          </p:cNvSpPr>
          <p:nvPr>
            <p:ph type="body" hasCustomPrompt="1"/>
          </p:nvPr>
        </p:nvSpPr>
        <p:spPr>
          <a:xfrm>
            <a:off x="-25200" y="0"/>
            <a:ext cx="12215520" cy="6883920"/>
          </a:xfrm>
          <a:prstGeom prst="rect">
            <a:avLst/>
          </a:prstGeom>
          <a:solidFill>
            <a:schemeClr val="lt1">
              <a:lumMod val="95000"/>
            </a:schemeClr>
          </a:solidFill>
          <a:ln w="0">
            <a:noFill/>
          </a:ln>
        </p:spPr>
        <p:txBody>
          <a:bodyPr lIns="90000" tIns="45000" rIns="90000" bIns="45000" anchor="ctr" anchorCtr="1">
            <a:noAutofit/>
          </a:bodyPr>
          <a:lstStyle>
            <a:lvl1pPr indent="0" algn="l" defTabSz="914400">
              <a:lnSpc>
                <a:spcPct val="90000"/>
              </a:lnSpc>
              <a:spcBef>
                <a:spcPts val="1001"/>
              </a:spcBef>
              <a:buNone/>
              <a:tabLst>
                <a:tab pos="0" algn="l"/>
              </a:tabLst>
              <a:defRPr lang="en-US" sz="2800" b="0" u="none" strike="noStrike">
                <a:solidFill>
                  <a:schemeClr val="dk1"/>
                </a:solidFill>
                <a:effectLst/>
                <a:uFillTx/>
                <a:latin typeface="Arial"/>
              </a:defRPr>
            </a:lvl1pPr>
          </a:lstStyle>
          <a:p>
            <a:pPr indent="0" algn="l" defTabSz="914400">
              <a:lnSpc>
                <a:spcPct val="90000"/>
              </a:lnSpc>
              <a:spcBef>
                <a:spcPts val="1001"/>
              </a:spcBef>
              <a:buNone/>
              <a:tabLst>
                <a:tab pos="0" algn="l"/>
              </a:tabLst>
            </a:pPr>
            <a:r>
              <a:rPr lang="en-US" sz="2800" b="0" u="none" strike="noStrike">
                <a:solidFill>
                  <a:schemeClr val="dk1"/>
                </a:solidFill>
                <a:effectLst/>
                <a:uFillTx/>
                <a:latin typeface="Arial"/>
              </a:rPr>
              <a:t>Place image/chart here</a:t>
            </a:r>
            <a:endParaRPr lang="en-US" sz="2800" b="0" u="none" strike="noStrike">
              <a:solidFill>
                <a:schemeClr val="dk1"/>
              </a:solidFill>
              <a:effectLst/>
              <a:uFillTx/>
              <a:latin typeface="Arial"/>
            </a:endParaRPr>
          </a:p>
        </p:txBody>
      </p:sp>
      <p:sp>
        <p:nvSpPr>
          <p:cNvPr id="420" name="PlaceHolder 2"/>
          <p:cNvSpPr>
            <a:spLocks noGrp="1"/>
          </p:cNvSpPr>
          <p:nvPr>
            <p:ph type="title"/>
          </p:nvPr>
        </p:nvSpPr>
        <p:spPr>
          <a:xfrm>
            <a:off x="609480" y="273600"/>
            <a:ext cx="10971360" cy="1143720"/>
          </a:xfrm>
          <a:prstGeom prst="rect">
            <a:avLst/>
          </a:prstGeom>
          <a:noFill/>
          <a:ln w="0">
            <a:noFill/>
          </a:ln>
        </p:spPr>
        <p:txBody>
          <a:bodyPr lIns="0" tIns="0" rIns="0" bIns="0" anchor="ctr">
            <a:noAutofit/>
          </a:bodyPr>
          <a:lstStyle>
            <a:lvl1pPr indent="0" algn="l">
              <a:lnSpc>
                <a:spcPct val="100000"/>
              </a:lnSpc>
              <a:buNone/>
              <a:tabLst>
                <a:tab pos="0" algn="l"/>
              </a:tabLst>
              <a:defRPr lang="en-US" sz="1800" b="0" u="none" strike="noStrike">
                <a:solidFill>
                  <a:schemeClr val="dk1"/>
                </a:solidFill>
                <a:effectLst/>
                <a:uFillTx/>
                <a:latin typeface="Arial"/>
              </a:defRPr>
            </a:lvl1pPr>
          </a:lstStyle>
          <a:p>
            <a:pPr indent="0" algn="l">
              <a:lnSpc>
                <a:spcPct val="100000"/>
              </a:lnSpc>
              <a:buNone/>
              <a:tabLst>
                <a:tab pos="0" algn="l"/>
              </a:tabLst>
            </a:pPr>
            <a:r>
              <a:rPr lang="en-US" sz="1800" b="0" u="none" strike="noStrike">
                <a:solidFill>
                  <a:schemeClr val="dk1"/>
                </a:solidFill>
                <a:effectLst/>
                <a:uFillTx/>
                <a:latin typeface="Arial"/>
              </a:rPr>
              <a:t>Click to edit the title text format</a:t>
            </a:r>
            <a:endParaRPr lang="en-US" sz="1800" b="0" u="none" strike="noStrike">
              <a:solidFill>
                <a:schemeClr val="dk1"/>
              </a:solidFill>
              <a:effectLst/>
              <a:uFillTx/>
              <a:latin typeface="Arial"/>
            </a:endParaRPr>
          </a:p>
        </p:txBody>
      </p:sp>
    </p:spTree>
  </p:cSld>
</p:sldLayout>
</file>

<file path=ppt/slideLayouts/slideLayout2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wo Photos Header Bottom">
    <p:bg>
      <p:bgPr>
        <a:solidFill>
          <a:srgbClr val="FFFFFF"/>
        </a:solidFill>
      </p:bgPr>
    </p:bg>
    <p:spTree>
      <p:nvGrpSpPr>
        <p:cNvPr id="1" name=""/>
        <p:cNvGrpSpPr/>
        <p:nvPr/>
      </p:nvGrpSpPr>
      <p:grpSpPr>
        <a:xfrm>
          <a:off x="0" y="0"/>
          <a:ext cx="0" cy="0"/>
          <a:chOff x="0" y="0"/>
          <a:chExt cx="0" cy="0"/>
        </a:xfrm>
      </p:grpSpPr>
      <p:sp>
        <p:nvSpPr>
          <p:cNvPr id="421" name="Rectangle 5"/>
          <p:cNvSpPr/>
          <p:nvPr/>
        </p:nvSpPr>
        <p:spPr>
          <a:xfrm>
            <a:off x="0" y="0"/>
            <a:ext cx="12190680" cy="666000"/>
          </a:xfrm>
          <a:prstGeom prst="rect">
            <a:avLst/>
          </a:prstGeom>
          <a:solidFill>
            <a:srgbClr val="F86901"/>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p>
            <a:endParaRPr lang="en-US" sz="1800" b="0" u="none" strike="noStrike">
              <a:solidFill>
                <a:schemeClr val="lt1"/>
              </a:solidFill>
              <a:effectLst/>
              <a:uFillTx/>
              <a:latin typeface="Arial"/>
            </a:endParaRPr>
          </a:p>
        </p:txBody>
      </p:sp>
      <p:sp>
        <p:nvSpPr>
          <p:cNvPr id="422" name="TextBox 10"/>
          <p:cNvSpPr/>
          <p:nvPr/>
        </p:nvSpPr>
        <p:spPr>
          <a:xfrm>
            <a:off x="11689200" y="269640"/>
            <a:ext cx="476280" cy="238680"/>
          </a:xfrm>
          <a:prstGeom prst="rect">
            <a:avLst/>
          </a:prstGeom>
          <a:noFill/>
          <a:ln w="0">
            <a:noFill/>
          </a:ln>
        </p:spPr>
        <p:style>
          <a:lnRef idx="0"/>
          <a:fillRef idx="0"/>
          <a:effectRef idx="0"/>
          <a:fontRef idx="minor"/>
        </p:style>
        <p:txBody>
          <a:bodyPr lIns="90000" tIns="45000" rIns="90000" bIns="45000" anchor="t">
            <a:spAutoFit/>
          </a:bodyPr>
          <a:p>
            <a:pPr defTabSz="914400">
              <a:lnSpc>
                <a:spcPct val="80000"/>
              </a:lnSpc>
            </a:pPr>
            <a:r>
              <a:rPr lang="en-US" sz="1200" b="0" u="none" strike="noStrike">
                <a:solidFill>
                  <a:srgbClr val="E56B2A"/>
                </a:solidFill>
                <a:effectLst/>
                <a:uFillTx/>
                <a:latin typeface="Georgia"/>
              </a:rPr>
              <a:t> </a:t>
            </a:r>
            <a:fld id="{4354F4B7-2298-40C2-B580-DCEFB350D7BF}" type="slidenum">
              <a:rPr lang="en-US" sz="1130" b="0" u="none" strike="noStrike">
                <a:solidFill>
                  <a:schemeClr val="lt1"/>
                </a:solidFill>
                <a:effectLst/>
                <a:uFillTx/>
                <a:latin typeface="Arial"/>
              </a:rPr>
              <a:t>&lt;number&gt;</a:t>
            </a:fld>
            <a:endParaRPr lang="en-US" sz="1130" b="0" u="none" strike="noStrike">
              <a:solidFill>
                <a:srgbClr val="000000"/>
              </a:solidFill>
              <a:effectLst/>
              <a:uFillTx/>
              <a:latin typeface="Arial"/>
            </a:endParaRPr>
          </a:p>
        </p:txBody>
      </p:sp>
      <p:pic>
        <p:nvPicPr>
          <p:cNvPr id="423" name="Graphic 11"/>
          <p:cNvPicPr/>
          <p:nvPr/>
        </p:nvPicPr>
        <p:blipFill>
          <a:blip r:embed="rId2">
            <a:extLst>
              <a:ext uri="{96DAC541-7B7A-43D3-8B79-37D633B846F1}">
                <asvg:svgBlip xmlns:asvg="http://schemas.microsoft.com/office/drawing/2016/SVG/main" r:embed="rId3"/>
              </a:ext>
            </a:extLst>
          </a:blip>
          <a:stretch/>
        </p:blipFill>
        <p:spPr>
          <a:xfrm>
            <a:off x="9069840" y="240840"/>
            <a:ext cx="2699280" cy="238680"/>
          </a:xfrm>
          <a:prstGeom prst="rect">
            <a:avLst/>
          </a:prstGeom>
          <a:noFill/>
          <a:ln w="0">
            <a:noFill/>
          </a:ln>
        </p:spPr>
      </p:pic>
      <p:grpSp>
        <p:nvGrpSpPr>
          <p:cNvPr id="424" name="Graphic 22"/>
          <p:cNvGrpSpPr/>
          <p:nvPr/>
        </p:nvGrpSpPr>
        <p:grpSpPr>
          <a:xfrm>
            <a:off x="201960" y="195840"/>
            <a:ext cx="797760" cy="300600"/>
            <a:chOff x="201960" y="195840"/>
            <a:chExt cx="797760" cy="300600"/>
          </a:xfrm>
        </p:grpSpPr>
        <p:sp>
          <p:nvSpPr>
            <p:cNvPr id="425" name="Freeform 2"/>
            <p:cNvSpPr/>
            <p:nvPr/>
          </p:nvSpPr>
          <p:spPr>
            <a:xfrm>
              <a:off x="540720" y="195840"/>
              <a:ext cx="135720" cy="300240"/>
            </a:xfrm>
            <a:custGeom>
              <a:avLst/>
              <a:gdLst>
                <a:gd name="textAreaLeft" fmla="*/ 0 w 135720"/>
                <a:gd name="textAreaRight" fmla="*/ 137160 w 135720"/>
                <a:gd name="textAreaTop" fmla="*/ 0 h 300240"/>
                <a:gd name="textAreaBottom" fmla="*/ 301680 h 300240"/>
                <a:gd name="GluePoint1X" fmla="*/ 393478 w 547877"/>
                <a:gd name="GluePoint1Y" fmla="*/ 129064 h 1204531"/>
                <a:gd name="GluePoint2X" fmla="*/ 537686 w 547877"/>
                <a:gd name="GluePoint2Y" fmla="*/ 74771 h 1204531"/>
                <a:gd name="GluePoint3X" fmla="*/ 547878 w 547877"/>
                <a:gd name="GluePoint3Y" fmla="*/ 74771 h 1204531"/>
                <a:gd name="GluePoint4X" fmla="*/ 547878 w 547877"/>
                <a:gd name="GluePoint4Y" fmla="*/ 0 h 1204531"/>
                <a:gd name="GluePoint5X" fmla="*/ 267938 w 547877"/>
                <a:gd name="GluePoint5Y" fmla="*/ 4667 h 1204531"/>
                <a:gd name="GluePoint6X" fmla="*/ 0 w 547877"/>
                <a:gd name="GluePoint6Y" fmla="*/ 0 h 1204531"/>
                <a:gd name="GluePoint7X" fmla="*/ 0 w 547877"/>
                <a:gd name="GluePoint7Y" fmla="*/ 74771 h 1204531"/>
                <a:gd name="GluePoint8X" fmla="*/ 10192 w 547877"/>
                <a:gd name="GluePoint8Y" fmla="*/ 74771 h 1204531"/>
                <a:gd name="GluePoint9X" fmla="*/ 154400 w 547877"/>
                <a:gd name="GluePoint9Y" fmla="*/ 128968 h 1204531"/>
                <a:gd name="GluePoint10X" fmla="*/ 171640 w 547877"/>
                <a:gd name="GluePoint10Y" fmla="*/ 363188 h 1204531"/>
                <a:gd name="GluePoint11X" fmla="*/ 171640 w 547877"/>
                <a:gd name="GluePoint11Y" fmla="*/ 841153 h 1204531"/>
                <a:gd name="GluePoint12X" fmla="*/ 154496 w 547877"/>
                <a:gd name="GluePoint12Y" fmla="*/ 1075373 h 1204531"/>
                <a:gd name="GluePoint13X" fmla="*/ 10192 w 547877"/>
                <a:gd name="GluePoint13Y" fmla="*/ 1129569 h 1204531"/>
                <a:gd name="GluePoint14X" fmla="*/ 0 w 547877"/>
                <a:gd name="GluePoint14Y" fmla="*/ 1129569 h 1204531"/>
                <a:gd name="GluePoint15X" fmla="*/ 0 w 547877"/>
                <a:gd name="GluePoint15Y" fmla="*/ 1204531 h 1204531"/>
                <a:gd name="GluePoint16X" fmla="*/ 268224 w 547877"/>
                <a:gd name="GluePoint16Y" fmla="*/ 1197102 h 1204531"/>
                <a:gd name="GluePoint17X" fmla="*/ 547878 w 547877"/>
                <a:gd name="GluePoint17Y" fmla="*/ 1204531 h 1204531"/>
                <a:gd name="GluePoint18X" fmla="*/ 547878 w 547877"/>
                <a:gd name="GluePoint18Y" fmla="*/ 1129569 h 1204531"/>
                <a:gd name="GluePoint19X" fmla="*/ 537686 w 547877"/>
                <a:gd name="GluePoint19Y" fmla="*/ 1129569 h 1204531"/>
                <a:gd name="GluePoint20X" fmla="*/ 393478 w 547877"/>
                <a:gd name="GluePoint20Y" fmla="*/ 1075468 h 1204531"/>
                <a:gd name="GluePoint21X" fmla="*/ 376333 w 547877"/>
                <a:gd name="GluePoint21Y" fmla="*/ 841153 h 1204531"/>
                <a:gd name="GluePoint22X" fmla="*/ 376333 w 547877"/>
                <a:gd name="GluePoint22Y" fmla="*/ 363188 h 1204531"/>
                <a:gd name="GluePoint23X" fmla="*/ 393478 w 547877"/>
                <a:gd name="GluePoint23Y" fmla="*/ 129064 h 1204531"/>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 ang="0">
                  <a:pos x="GluePoint16X" y="GluePoint16Y"/>
                </a:cxn>
                <a:cxn ang="0">
                  <a:pos x="GluePoint17X" y="GluePoint17Y"/>
                </a:cxn>
                <a:cxn ang="0">
                  <a:pos x="GluePoint18X" y="GluePoint18Y"/>
                </a:cxn>
                <a:cxn ang="0">
                  <a:pos x="GluePoint19X" y="GluePoint19Y"/>
                </a:cxn>
                <a:cxn ang="0">
                  <a:pos x="GluePoint20X" y="GluePoint20Y"/>
                </a:cxn>
                <a:cxn ang="0">
                  <a:pos x="GluePoint21X" y="GluePoint21Y"/>
                </a:cxn>
                <a:cxn ang="0">
                  <a:pos x="GluePoint22X" y="GluePoint22Y"/>
                </a:cxn>
                <a:cxn ang="0">
                  <a:pos x="GluePoint23X" y="GluePoint23Y"/>
                </a:cxn>
              </a:cxnLst>
              <a:rect l="textAreaLeft" t="textAreaTop" r="textAreaRight" b="textAreaBottom"/>
              <a:pathLst>
                <a:path w="547877" h="1204531">
                  <a:moveTo>
                    <a:pt x="393478" y="129064"/>
                  </a:moveTo>
                  <a:cubicBezTo>
                    <a:pt x="414242" y="74771"/>
                    <a:pt x="482727" y="74771"/>
                    <a:pt x="537686" y="74771"/>
                  </a:cubicBezTo>
                  <a:lnTo>
                    <a:pt x="547878" y="74771"/>
                  </a:lnTo>
                  <a:lnTo>
                    <a:pt x="547878" y="0"/>
                  </a:lnTo>
                  <a:cubicBezTo>
                    <a:pt x="547878" y="0"/>
                    <a:pt x="333565" y="4667"/>
                    <a:pt x="267938" y="4667"/>
                  </a:cubicBezTo>
                  <a:cubicBezTo>
                    <a:pt x="200406" y="4667"/>
                    <a:pt x="0" y="0"/>
                    <a:pt x="0" y="0"/>
                  </a:cubicBezTo>
                  <a:lnTo>
                    <a:pt x="0" y="74771"/>
                  </a:lnTo>
                  <a:lnTo>
                    <a:pt x="10192" y="74771"/>
                  </a:lnTo>
                  <a:cubicBezTo>
                    <a:pt x="65246" y="74771"/>
                    <a:pt x="133731" y="74771"/>
                    <a:pt x="154400" y="128968"/>
                  </a:cubicBezTo>
                  <a:cubicBezTo>
                    <a:pt x="171640" y="175450"/>
                    <a:pt x="171640" y="307086"/>
                    <a:pt x="171640" y="363188"/>
                  </a:cubicBezTo>
                  <a:lnTo>
                    <a:pt x="171640" y="841153"/>
                  </a:lnTo>
                  <a:cubicBezTo>
                    <a:pt x="171640" y="897350"/>
                    <a:pt x="171640" y="1028890"/>
                    <a:pt x="154496" y="1075373"/>
                  </a:cubicBezTo>
                  <a:cubicBezTo>
                    <a:pt x="133731" y="1129569"/>
                    <a:pt x="65246" y="1129569"/>
                    <a:pt x="10192" y="1129569"/>
                  </a:cubicBezTo>
                  <a:lnTo>
                    <a:pt x="0" y="1129569"/>
                  </a:lnTo>
                  <a:lnTo>
                    <a:pt x="0" y="1204531"/>
                  </a:lnTo>
                  <a:cubicBezTo>
                    <a:pt x="0" y="1204341"/>
                    <a:pt x="173260" y="1197102"/>
                    <a:pt x="268224" y="1197102"/>
                  </a:cubicBezTo>
                  <a:cubicBezTo>
                    <a:pt x="377476" y="1197102"/>
                    <a:pt x="547878" y="1204531"/>
                    <a:pt x="547878" y="1204531"/>
                  </a:cubicBezTo>
                  <a:lnTo>
                    <a:pt x="547878" y="1129569"/>
                  </a:lnTo>
                  <a:lnTo>
                    <a:pt x="537686" y="1129569"/>
                  </a:lnTo>
                  <a:cubicBezTo>
                    <a:pt x="482727" y="1129569"/>
                    <a:pt x="414242" y="1129569"/>
                    <a:pt x="393478" y="1075468"/>
                  </a:cubicBezTo>
                  <a:cubicBezTo>
                    <a:pt x="376333" y="1028890"/>
                    <a:pt x="376333" y="897350"/>
                    <a:pt x="376333" y="841153"/>
                  </a:cubicBezTo>
                  <a:lnTo>
                    <a:pt x="376333" y="363188"/>
                  </a:lnTo>
                  <a:cubicBezTo>
                    <a:pt x="376333" y="307086"/>
                    <a:pt x="376333" y="175450"/>
                    <a:pt x="393478" y="129064"/>
                  </a:cubicBezTo>
                </a:path>
              </a:pathLst>
            </a:custGeom>
            <a:solidFill>
              <a:schemeClr val="bg1"/>
            </a:solidFill>
            <a:ln w="9525">
              <a:noFill/>
            </a:ln>
          </p:spPr>
          <p:style>
            <a:lnRef idx="0"/>
            <a:fillRef idx="0"/>
            <a:effectRef idx="0"/>
            <a:fontRef idx="minor"/>
          </p:style>
          <p:txBody>
            <a:bodyPr lIns="68040" tIns="45000" rIns="68040" bIns="45000" anchor="ctr">
              <a:noAutofit/>
            </a:bodyPr>
            <a:p>
              <a:endParaRPr lang="en-US" sz="1800" b="0" u="none" strike="noStrike">
                <a:solidFill>
                  <a:schemeClr val="dk1"/>
                </a:solidFill>
                <a:effectLst/>
                <a:uFillTx/>
                <a:latin typeface="Arial"/>
              </a:endParaRPr>
            </a:p>
          </p:txBody>
        </p:sp>
        <p:sp>
          <p:nvSpPr>
            <p:cNvPr id="426" name="Freeform 3"/>
            <p:cNvSpPr/>
            <p:nvPr/>
          </p:nvSpPr>
          <p:spPr>
            <a:xfrm>
              <a:off x="718920" y="196200"/>
              <a:ext cx="280800" cy="300240"/>
            </a:xfrm>
            <a:custGeom>
              <a:avLst/>
              <a:gdLst>
                <a:gd name="textAreaLeft" fmla="*/ 0 w 280800"/>
                <a:gd name="textAreaRight" fmla="*/ 282240 w 280800"/>
                <a:gd name="textAreaTop" fmla="*/ 0 h 300240"/>
                <a:gd name="textAreaBottom" fmla="*/ 301680 h 300240"/>
                <a:gd name="GluePoint1X" fmla="*/ 0 w 1126902"/>
                <a:gd name="GluePoint1Y" fmla="*/ 0 h 1204245"/>
                <a:gd name="GluePoint2X" fmla="*/ 0 w 1126902"/>
                <a:gd name="GluePoint2Y" fmla="*/ 312420 h 1204245"/>
                <a:gd name="GluePoint3X" fmla="*/ 74295 w 1126902"/>
                <a:gd name="GluePoint3Y" fmla="*/ 312420 h 1204245"/>
                <a:gd name="GluePoint4X" fmla="*/ 74581 w 1126902"/>
                <a:gd name="GluePoint4Y" fmla="*/ 302609 h 1204245"/>
                <a:gd name="GluePoint5X" fmla="*/ 334328 w 1126902"/>
                <a:gd name="GluePoint5Y" fmla="*/ 90773 h 1204245"/>
                <a:gd name="GluePoint6X" fmla="*/ 352330 w 1126902"/>
                <a:gd name="GluePoint6Y" fmla="*/ 90678 h 1204245"/>
                <a:gd name="GluePoint7X" fmla="*/ 453200 w 1126902"/>
                <a:gd name="GluePoint7Y" fmla="*/ 106204 h 1204245"/>
                <a:gd name="GluePoint8X" fmla="*/ 461201 w 1126902"/>
                <a:gd name="GluePoint8Y" fmla="*/ 128873 h 1204245"/>
                <a:gd name="GluePoint9X" fmla="*/ 461201 w 1126902"/>
                <a:gd name="GluePoint9Y" fmla="*/ 950119 h 1204245"/>
                <a:gd name="GluePoint10X" fmla="*/ 272510 w 1126902"/>
                <a:gd name="GluePoint10Y" fmla="*/ 1129475 h 1204245"/>
                <a:gd name="GluePoint11X" fmla="*/ 262700 w 1126902"/>
                <a:gd name="GluePoint11Y" fmla="*/ 1129856 h 1204245"/>
                <a:gd name="GluePoint12X" fmla="*/ 262700 w 1126902"/>
                <a:gd name="GluePoint12Y" fmla="*/ 1204246 h 1204245"/>
                <a:gd name="GluePoint13X" fmla="*/ 578548 w 1126902"/>
                <a:gd name="GluePoint13Y" fmla="*/ 1196911 h 1204245"/>
                <a:gd name="GluePoint14X" fmla="*/ 864203 w 1126902"/>
                <a:gd name="GluePoint14Y" fmla="*/ 1204246 h 1204245"/>
                <a:gd name="GluePoint15X" fmla="*/ 864203 w 1126902"/>
                <a:gd name="GluePoint15Y" fmla="*/ 1129856 h 1204245"/>
                <a:gd name="GluePoint16X" fmla="*/ 854393 w 1126902"/>
                <a:gd name="GluePoint16Y" fmla="*/ 1129475 h 1204245"/>
                <a:gd name="GluePoint17X" fmla="*/ 665702 w 1126902"/>
                <a:gd name="GluePoint17Y" fmla="*/ 950119 h 1204245"/>
                <a:gd name="GluePoint18X" fmla="*/ 665702 w 1126902"/>
                <a:gd name="GluePoint18Y" fmla="*/ 128873 h 1204245"/>
                <a:gd name="GluePoint19X" fmla="*/ 673608 w 1126902"/>
                <a:gd name="GluePoint19Y" fmla="*/ 108490 h 1204245"/>
                <a:gd name="GluePoint20X" fmla="*/ 791718 w 1126902"/>
                <a:gd name="GluePoint20Y" fmla="*/ 90488 h 1204245"/>
                <a:gd name="GluePoint21X" fmla="*/ 815912 w 1126902"/>
                <a:gd name="GluePoint21Y" fmla="*/ 90773 h 1204245"/>
                <a:gd name="GluePoint22X" fmla="*/ 1052513 w 1126902"/>
                <a:gd name="GluePoint22Y" fmla="*/ 302895 h 1204245"/>
                <a:gd name="GluePoint23X" fmla="*/ 1053084 w 1126902"/>
                <a:gd name="GluePoint23Y" fmla="*/ 312420 h 1204245"/>
                <a:gd name="GluePoint24X" fmla="*/ 1126903 w 1126902"/>
                <a:gd name="GluePoint24Y" fmla="*/ 312420 h 1204245"/>
                <a:gd name="GluePoint25X" fmla="*/ 1126903 w 1126902"/>
                <a:gd name="GluePoint25Y" fmla="*/ 0 h 1204245"/>
                <a:gd name="GluePoint26X" fmla="*/ 563404 w 1126902"/>
                <a:gd name="GluePoint26Y" fmla="*/ 2857 h 1204245"/>
                <a:gd name="GluePoint27X" fmla="*/ 0 w 1126902"/>
                <a:gd name="GluePoint27Y" fmla="*/ 0 h 1204245"/>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 ang="0">
                  <a:pos x="GluePoint16X" y="GluePoint16Y"/>
                </a:cxn>
                <a:cxn ang="0">
                  <a:pos x="GluePoint17X" y="GluePoint17Y"/>
                </a:cxn>
                <a:cxn ang="0">
                  <a:pos x="GluePoint18X" y="GluePoint18Y"/>
                </a:cxn>
                <a:cxn ang="0">
                  <a:pos x="GluePoint19X" y="GluePoint19Y"/>
                </a:cxn>
                <a:cxn ang="0">
                  <a:pos x="GluePoint20X" y="GluePoint20Y"/>
                </a:cxn>
                <a:cxn ang="0">
                  <a:pos x="GluePoint21X" y="GluePoint21Y"/>
                </a:cxn>
                <a:cxn ang="0">
                  <a:pos x="GluePoint22X" y="GluePoint22Y"/>
                </a:cxn>
                <a:cxn ang="0">
                  <a:pos x="GluePoint23X" y="GluePoint23Y"/>
                </a:cxn>
                <a:cxn ang="0">
                  <a:pos x="GluePoint24X" y="GluePoint24Y"/>
                </a:cxn>
                <a:cxn ang="0">
                  <a:pos x="GluePoint25X" y="GluePoint25Y"/>
                </a:cxn>
                <a:cxn ang="0">
                  <a:pos x="GluePoint26X" y="GluePoint26Y"/>
                </a:cxn>
                <a:cxn ang="0">
                  <a:pos x="GluePoint27X" y="GluePoint27Y"/>
                </a:cxn>
              </a:cxnLst>
              <a:rect l="textAreaLeft" t="textAreaTop" r="textAreaRight" b="textAreaBottom"/>
              <a:pathLst>
                <a:path w="1126902" h="1204245">
                  <a:moveTo>
                    <a:pt x="0" y="0"/>
                  </a:moveTo>
                  <a:lnTo>
                    <a:pt x="0" y="312420"/>
                  </a:lnTo>
                  <a:lnTo>
                    <a:pt x="74295" y="312420"/>
                  </a:lnTo>
                  <a:lnTo>
                    <a:pt x="74581" y="302609"/>
                  </a:lnTo>
                  <a:cubicBezTo>
                    <a:pt x="81344" y="99346"/>
                    <a:pt x="159163" y="90773"/>
                    <a:pt x="334328" y="90773"/>
                  </a:cubicBezTo>
                  <a:cubicBezTo>
                    <a:pt x="340328" y="90773"/>
                    <a:pt x="346424" y="90773"/>
                    <a:pt x="352330" y="90678"/>
                  </a:cubicBezTo>
                  <a:cubicBezTo>
                    <a:pt x="395859" y="90392"/>
                    <a:pt x="437007" y="90106"/>
                    <a:pt x="453200" y="106204"/>
                  </a:cubicBezTo>
                  <a:cubicBezTo>
                    <a:pt x="458629" y="111538"/>
                    <a:pt x="461201" y="118967"/>
                    <a:pt x="461201" y="128873"/>
                  </a:cubicBezTo>
                  <a:lnTo>
                    <a:pt x="461201" y="950119"/>
                  </a:lnTo>
                  <a:cubicBezTo>
                    <a:pt x="461201" y="1072039"/>
                    <a:pt x="444151" y="1122426"/>
                    <a:pt x="272510" y="1129475"/>
                  </a:cubicBezTo>
                  <a:lnTo>
                    <a:pt x="262700" y="1129856"/>
                  </a:lnTo>
                  <a:lnTo>
                    <a:pt x="262700" y="1204246"/>
                  </a:lnTo>
                  <a:cubicBezTo>
                    <a:pt x="262700" y="1204246"/>
                    <a:pt x="462725" y="1196911"/>
                    <a:pt x="578548" y="1196911"/>
                  </a:cubicBezTo>
                  <a:cubicBezTo>
                    <a:pt x="666941" y="1196911"/>
                    <a:pt x="864203" y="1204246"/>
                    <a:pt x="864203" y="1204246"/>
                  </a:cubicBezTo>
                  <a:lnTo>
                    <a:pt x="864203" y="1129856"/>
                  </a:lnTo>
                  <a:lnTo>
                    <a:pt x="854393" y="1129475"/>
                  </a:lnTo>
                  <a:cubicBezTo>
                    <a:pt x="682752" y="1122426"/>
                    <a:pt x="665702" y="1072039"/>
                    <a:pt x="665702" y="950119"/>
                  </a:cubicBezTo>
                  <a:lnTo>
                    <a:pt x="665702" y="128873"/>
                  </a:lnTo>
                  <a:cubicBezTo>
                    <a:pt x="665702" y="120396"/>
                    <a:pt x="668369" y="113729"/>
                    <a:pt x="673608" y="108490"/>
                  </a:cubicBezTo>
                  <a:cubicBezTo>
                    <a:pt x="693420" y="89059"/>
                    <a:pt x="747903" y="89821"/>
                    <a:pt x="791718" y="90488"/>
                  </a:cubicBezTo>
                  <a:cubicBezTo>
                    <a:pt x="800005" y="90583"/>
                    <a:pt x="808196" y="90773"/>
                    <a:pt x="815912" y="90773"/>
                  </a:cubicBezTo>
                  <a:cubicBezTo>
                    <a:pt x="987267" y="90773"/>
                    <a:pt x="1042511" y="140303"/>
                    <a:pt x="1052513" y="302895"/>
                  </a:cubicBezTo>
                  <a:lnTo>
                    <a:pt x="1053084" y="312420"/>
                  </a:lnTo>
                  <a:lnTo>
                    <a:pt x="1126903" y="312420"/>
                  </a:lnTo>
                  <a:lnTo>
                    <a:pt x="1126903" y="0"/>
                  </a:lnTo>
                  <a:cubicBezTo>
                    <a:pt x="1126903" y="0"/>
                    <a:pt x="694468" y="2857"/>
                    <a:pt x="563404" y="2857"/>
                  </a:cubicBezTo>
                  <a:cubicBezTo>
                    <a:pt x="432340" y="2857"/>
                    <a:pt x="0" y="0"/>
                    <a:pt x="0" y="0"/>
                  </a:cubicBezTo>
                </a:path>
              </a:pathLst>
            </a:custGeom>
            <a:solidFill>
              <a:schemeClr val="bg1"/>
            </a:solidFill>
            <a:ln w="9525">
              <a:noFill/>
            </a:ln>
          </p:spPr>
          <p:style>
            <a:lnRef idx="0"/>
            <a:fillRef idx="0"/>
            <a:effectRef idx="0"/>
            <a:fontRef idx="minor"/>
          </p:style>
          <p:txBody>
            <a:bodyPr lIns="90000" tIns="45000" rIns="90000" bIns="45000" anchor="ctr">
              <a:noAutofit/>
            </a:bodyPr>
            <a:p>
              <a:endParaRPr lang="en-US" sz="1800" b="0" u="none" strike="noStrike">
                <a:solidFill>
                  <a:schemeClr val="dk1"/>
                </a:solidFill>
                <a:effectLst/>
                <a:uFillTx/>
                <a:latin typeface="Arial"/>
              </a:endParaRPr>
            </a:p>
          </p:txBody>
        </p:sp>
        <p:sp>
          <p:nvSpPr>
            <p:cNvPr id="427" name="Freeform 4"/>
            <p:cNvSpPr/>
            <p:nvPr/>
          </p:nvSpPr>
          <p:spPr>
            <a:xfrm>
              <a:off x="201960" y="195840"/>
              <a:ext cx="297720" cy="300240"/>
            </a:xfrm>
            <a:custGeom>
              <a:avLst/>
              <a:gdLst>
                <a:gd name="textAreaLeft" fmla="*/ 0 w 297720"/>
                <a:gd name="textAreaRight" fmla="*/ 299160 w 297720"/>
                <a:gd name="textAreaTop" fmla="*/ 0 h 300240"/>
                <a:gd name="textAreaBottom" fmla="*/ 301680 h 300240"/>
                <a:gd name="GluePoint1X" fmla="*/ 372618 w 1195101"/>
                <a:gd name="GluePoint1Y" fmla="*/ 571786 h 1204626"/>
                <a:gd name="GluePoint2X" fmla="*/ 372523 w 1195101"/>
                <a:gd name="GluePoint2Y" fmla="*/ 134303 h 1204626"/>
                <a:gd name="GluePoint3X" fmla="*/ 386239 w 1195101"/>
                <a:gd name="GluePoint3Y" fmla="*/ 86487 h 1204626"/>
                <a:gd name="GluePoint4X" fmla="*/ 498348 w 1195101"/>
                <a:gd name="GluePoint4Y" fmla="*/ 85630 h 1204626"/>
                <a:gd name="GluePoint5X" fmla="*/ 738473 w 1195101"/>
                <a:gd name="GluePoint5Y" fmla="*/ 330518 h 1204626"/>
                <a:gd name="GluePoint6X" fmla="*/ 640747 w 1195101"/>
                <a:gd name="GluePoint6Y" fmla="*/ 541687 h 1204626"/>
                <a:gd name="GluePoint7X" fmla="*/ 372618 w 1195101"/>
                <a:gd name="GluePoint7Y" fmla="*/ 571786 h 1204626"/>
                <a:gd name="GluePoint8X" fmla="*/ 1186529 w 1195101"/>
                <a:gd name="GluePoint8Y" fmla="*/ 1129760 h 1204626"/>
                <a:gd name="GluePoint9X" fmla="*/ 1017461 w 1195101"/>
                <a:gd name="GluePoint9Y" fmla="*/ 1040702 h 1204626"/>
                <a:gd name="GluePoint10X" fmla="*/ 661797 w 1195101"/>
                <a:gd name="GluePoint10Y" fmla="*/ 632460 h 1204626"/>
                <a:gd name="GluePoint11X" fmla="*/ 964597 w 1195101"/>
                <a:gd name="GluePoint11Y" fmla="*/ 305371 h 1204626"/>
                <a:gd name="GluePoint12X" fmla="*/ 831056 w 1195101"/>
                <a:gd name="GluePoint12Y" fmla="*/ 55816 h 1204626"/>
                <a:gd name="GluePoint13X" fmla="*/ 544639 w 1195101"/>
                <a:gd name="GluePoint13Y" fmla="*/ 190 h 1204626"/>
                <a:gd name="GluePoint14X" fmla="*/ 317468 w 1195101"/>
                <a:gd name="GluePoint14Y" fmla="*/ 4191 h 1204626"/>
                <a:gd name="GluePoint15X" fmla="*/ 191 w 1195101"/>
                <a:gd name="GluePoint15Y" fmla="*/ 0 h 1204626"/>
                <a:gd name="GluePoint16X" fmla="*/ 191 w 1195101"/>
                <a:gd name="GluePoint16Y" fmla="*/ 74866 h 1204626"/>
                <a:gd name="GluePoint17X" fmla="*/ 15050 w 1195101"/>
                <a:gd name="GluePoint17Y" fmla="*/ 74866 h 1204626"/>
                <a:gd name="GluePoint18X" fmla="*/ 152781 w 1195101"/>
                <a:gd name="GluePoint18Y" fmla="*/ 128683 h 1204626"/>
                <a:gd name="GluePoint19X" fmla="*/ 168307 w 1195101"/>
                <a:gd name="GluePoint19Y" fmla="*/ 350139 h 1204626"/>
                <a:gd name="GluePoint20X" fmla="*/ 168307 w 1195101"/>
                <a:gd name="GluePoint20Y" fmla="*/ 841248 h 1204626"/>
                <a:gd name="GluePoint21X" fmla="*/ 161068 w 1195101"/>
                <a:gd name="GluePoint21Y" fmla="*/ 1034129 h 1204626"/>
                <a:gd name="GluePoint22X" fmla="*/ 152686 w 1195101"/>
                <a:gd name="GluePoint22Y" fmla="*/ 1075944 h 1204626"/>
                <a:gd name="GluePoint23X" fmla="*/ 10382 w 1195101"/>
                <a:gd name="GluePoint23Y" fmla="*/ 1129665 h 1204626"/>
                <a:gd name="GluePoint24X" fmla="*/ 0 w 1195101"/>
                <a:gd name="GluePoint24Y" fmla="*/ 1129665 h 1204626"/>
                <a:gd name="GluePoint25X" fmla="*/ 0 w 1195101"/>
                <a:gd name="GluePoint25Y" fmla="*/ 1204532 h 1204626"/>
                <a:gd name="GluePoint26X" fmla="*/ 278225 w 1195101"/>
                <a:gd name="GluePoint26Y" fmla="*/ 1197102 h 1204626"/>
                <a:gd name="GluePoint27X" fmla="*/ 540734 w 1195101"/>
                <a:gd name="GluePoint27Y" fmla="*/ 1204532 h 1204626"/>
                <a:gd name="GluePoint28X" fmla="*/ 540734 w 1195101"/>
                <a:gd name="GluePoint28Y" fmla="*/ 1129665 h 1204626"/>
                <a:gd name="GluePoint29X" fmla="*/ 525971 w 1195101"/>
                <a:gd name="GluePoint29Y" fmla="*/ 1129665 h 1204626"/>
                <a:gd name="GluePoint30X" fmla="*/ 388239 w 1195101"/>
                <a:gd name="GluePoint30Y" fmla="*/ 1075754 h 1204626"/>
                <a:gd name="GluePoint31X" fmla="*/ 379857 w 1195101"/>
                <a:gd name="GluePoint31Y" fmla="*/ 1034034 h 1204626"/>
                <a:gd name="GluePoint32X" fmla="*/ 372618 w 1195101"/>
                <a:gd name="GluePoint32Y" fmla="*/ 854297 h 1204626"/>
                <a:gd name="GluePoint33X" fmla="*/ 372618 w 1195101"/>
                <a:gd name="GluePoint33Y" fmla="*/ 653510 h 1204626"/>
                <a:gd name="GluePoint34X" fmla="*/ 479107 w 1195101"/>
                <a:gd name="GluePoint34Y" fmla="*/ 702469 h 1204626"/>
                <a:gd name="GluePoint35X" fmla="*/ 501110 w 1195101"/>
                <a:gd name="GluePoint35Y" fmla="*/ 728472 h 1204626"/>
                <a:gd name="GluePoint36X" fmla="*/ 797909 w 1195101"/>
                <a:gd name="GluePoint36Y" fmla="*/ 1096804 h 1204626"/>
                <a:gd name="GluePoint37X" fmla="*/ 885158 w 1195101"/>
                <a:gd name="GluePoint37Y" fmla="*/ 1204532 h 1204626"/>
                <a:gd name="GluePoint38X" fmla="*/ 1027366 w 1195101"/>
                <a:gd name="GluePoint38Y" fmla="*/ 1200436 h 1204626"/>
                <a:gd name="GluePoint39X" fmla="*/ 1195102 w 1195101"/>
                <a:gd name="GluePoint39Y" fmla="*/ 1204627 h 1204626"/>
                <a:gd name="GluePoint40X" fmla="*/ 1195102 w 1195101"/>
                <a:gd name="GluePoint40Y" fmla="*/ 1131094 h 1204626"/>
                <a:gd name="GluePoint41X" fmla="*/ 1186529 w 1195101"/>
                <a:gd name="GluePoint41Y" fmla="*/ 1129760 h 1204626"/>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 ang="0">
                  <a:pos x="GluePoint16X" y="GluePoint16Y"/>
                </a:cxn>
                <a:cxn ang="0">
                  <a:pos x="GluePoint17X" y="GluePoint17Y"/>
                </a:cxn>
                <a:cxn ang="0">
                  <a:pos x="GluePoint18X" y="GluePoint18Y"/>
                </a:cxn>
                <a:cxn ang="0">
                  <a:pos x="GluePoint19X" y="GluePoint19Y"/>
                </a:cxn>
                <a:cxn ang="0">
                  <a:pos x="GluePoint20X" y="GluePoint20Y"/>
                </a:cxn>
                <a:cxn ang="0">
                  <a:pos x="GluePoint21X" y="GluePoint21Y"/>
                </a:cxn>
                <a:cxn ang="0">
                  <a:pos x="GluePoint22X" y="GluePoint22Y"/>
                </a:cxn>
                <a:cxn ang="0">
                  <a:pos x="GluePoint23X" y="GluePoint23Y"/>
                </a:cxn>
                <a:cxn ang="0">
                  <a:pos x="GluePoint24X" y="GluePoint24Y"/>
                </a:cxn>
                <a:cxn ang="0">
                  <a:pos x="GluePoint25X" y="GluePoint25Y"/>
                </a:cxn>
                <a:cxn ang="0">
                  <a:pos x="GluePoint26X" y="GluePoint26Y"/>
                </a:cxn>
                <a:cxn ang="0">
                  <a:pos x="GluePoint27X" y="GluePoint27Y"/>
                </a:cxn>
                <a:cxn ang="0">
                  <a:pos x="GluePoint28X" y="GluePoint28Y"/>
                </a:cxn>
                <a:cxn ang="0">
                  <a:pos x="GluePoint29X" y="GluePoint29Y"/>
                </a:cxn>
                <a:cxn ang="0">
                  <a:pos x="GluePoint30X" y="GluePoint30Y"/>
                </a:cxn>
                <a:cxn ang="0">
                  <a:pos x="GluePoint31X" y="GluePoint31Y"/>
                </a:cxn>
                <a:cxn ang="0">
                  <a:pos x="GluePoint32X" y="GluePoint32Y"/>
                </a:cxn>
                <a:cxn ang="0">
                  <a:pos x="GluePoint33X" y="GluePoint33Y"/>
                </a:cxn>
                <a:cxn ang="0">
                  <a:pos x="GluePoint34X" y="GluePoint34Y"/>
                </a:cxn>
                <a:cxn ang="0">
                  <a:pos x="GluePoint35X" y="GluePoint35Y"/>
                </a:cxn>
                <a:cxn ang="0">
                  <a:pos x="GluePoint36X" y="GluePoint36Y"/>
                </a:cxn>
                <a:cxn ang="0">
                  <a:pos x="GluePoint37X" y="GluePoint37Y"/>
                </a:cxn>
                <a:cxn ang="0">
                  <a:pos x="GluePoint38X" y="GluePoint38Y"/>
                </a:cxn>
                <a:cxn ang="0">
                  <a:pos x="GluePoint39X" y="GluePoint39Y"/>
                </a:cxn>
                <a:cxn ang="0">
                  <a:pos x="GluePoint40X" y="GluePoint40Y"/>
                </a:cxn>
                <a:cxn ang="0">
                  <a:pos x="GluePoint41X" y="GluePoint41Y"/>
                </a:cxn>
              </a:cxnLst>
              <a:rect l="textAreaLeft" t="textAreaTop" r="textAreaRight" b="textAreaBottom"/>
              <a:pathLst>
                <a:path w="1195101" h="1204626">
                  <a:moveTo>
                    <a:pt x="372618" y="571786"/>
                  </a:moveTo>
                  <a:cubicBezTo>
                    <a:pt x="372618" y="571786"/>
                    <a:pt x="372618" y="136874"/>
                    <a:pt x="372523" y="134303"/>
                  </a:cubicBezTo>
                  <a:cubicBezTo>
                    <a:pt x="372237" y="116967"/>
                    <a:pt x="371761" y="93250"/>
                    <a:pt x="386239" y="86487"/>
                  </a:cubicBezTo>
                  <a:cubicBezTo>
                    <a:pt x="396240" y="82105"/>
                    <a:pt x="493014" y="85630"/>
                    <a:pt x="498348" y="85630"/>
                  </a:cubicBezTo>
                  <a:cubicBezTo>
                    <a:pt x="650938" y="85630"/>
                    <a:pt x="738473" y="174974"/>
                    <a:pt x="738473" y="330518"/>
                  </a:cubicBezTo>
                  <a:cubicBezTo>
                    <a:pt x="738473" y="443960"/>
                    <a:pt x="708374" y="509016"/>
                    <a:pt x="640747" y="541687"/>
                  </a:cubicBezTo>
                  <a:cubicBezTo>
                    <a:pt x="577691" y="571976"/>
                    <a:pt x="372618" y="571786"/>
                    <a:pt x="372618" y="571786"/>
                  </a:cubicBezTo>
                  <a:moveTo>
                    <a:pt x="1186529" y="1129760"/>
                  </a:moveTo>
                  <a:cubicBezTo>
                    <a:pt x="1100138" y="1116235"/>
                    <a:pt x="1074134" y="1106424"/>
                    <a:pt x="1017461" y="1040702"/>
                  </a:cubicBezTo>
                  <a:lnTo>
                    <a:pt x="661797" y="632460"/>
                  </a:lnTo>
                  <a:cubicBezTo>
                    <a:pt x="849059" y="608076"/>
                    <a:pt x="964597" y="484251"/>
                    <a:pt x="964597" y="305371"/>
                  </a:cubicBezTo>
                  <a:cubicBezTo>
                    <a:pt x="964597" y="188976"/>
                    <a:pt x="919544" y="105061"/>
                    <a:pt x="831056" y="55816"/>
                  </a:cubicBezTo>
                  <a:cubicBezTo>
                    <a:pt x="763619" y="18383"/>
                    <a:pt x="670084" y="190"/>
                    <a:pt x="544639" y="190"/>
                  </a:cubicBezTo>
                  <a:cubicBezTo>
                    <a:pt x="507206" y="1143"/>
                    <a:pt x="416909" y="4191"/>
                    <a:pt x="317468" y="4191"/>
                  </a:cubicBezTo>
                  <a:cubicBezTo>
                    <a:pt x="214313" y="4191"/>
                    <a:pt x="191" y="0"/>
                    <a:pt x="191" y="0"/>
                  </a:cubicBezTo>
                  <a:lnTo>
                    <a:pt x="191" y="74866"/>
                  </a:lnTo>
                  <a:lnTo>
                    <a:pt x="15050" y="74866"/>
                  </a:lnTo>
                  <a:cubicBezTo>
                    <a:pt x="71818" y="74486"/>
                    <a:pt x="135731" y="74771"/>
                    <a:pt x="152781" y="128683"/>
                  </a:cubicBezTo>
                  <a:cubicBezTo>
                    <a:pt x="168307" y="175355"/>
                    <a:pt x="168307" y="306896"/>
                    <a:pt x="168307" y="350139"/>
                  </a:cubicBezTo>
                  <a:lnTo>
                    <a:pt x="168307" y="841248"/>
                  </a:lnTo>
                  <a:cubicBezTo>
                    <a:pt x="168307" y="895445"/>
                    <a:pt x="168307" y="977837"/>
                    <a:pt x="161068" y="1034129"/>
                  </a:cubicBezTo>
                  <a:cubicBezTo>
                    <a:pt x="158972" y="1050798"/>
                    <a:pt x="156210" y="1065276"/>
                    <a:pt x="152686" y="1075944"/>
                  </a:cubicBezTo>
                  <a:cubicBezTo>
                    <a:pt x="135350" y="1129665"/>
                    <a:pt x="66104" y="1129665"/>
                    <a:pt x="10382" y="1129665"/>
                  </a:cubicBezTo>
                  <a:lnTo>
                    <a:pt x="0" y="1129665"/>
                  </a:lnTo>
                  <a:lnTo>
                    <a:pt x="0" y="1204532"/>
                  </a:lnTo>
                  <a:cubicBezTo>
                    <a:pt x="0" y="1204532"/>
                    <a:pt x="166783" y="1197102"/>
                    <a:pt x="278225" y="1197102"/>
                  </a:cubicBezTo>
                  <a:cubicBezTo>
                    <a:pt x="374047" y="1197102"/>
                    <a:pt x="540734" y="1204246"/>
                    <a:pt x="540734" y="1204532"/>
                  </a:cubicBezTo>
                  <a:lnTo>
                    <a:pt x="540734" y="1129665"/>
                  </a:lnTo>
                  <a:lnTo>
                    <a:pt x="525971" y="1129665"/>
                  </a:lnTo>
                  <a:cubicBezTo>
                    <a:pt x="470059" y="1129951"/>
                    <a:pt x="406813" y="1129760"/>
                    <a:pt x="388239" y="1075754"/>
                  </a:cubicBezTo>
                  <a:cubicBezTo>
                    <a:pt x="384620" y="1065086"/>
                    <a:pt x="381953" y="1050607"/>
                    <a:pt x="379857" y="1034034"/>
                  </a:cubicBezTo>
                  <a:cubicBezTo>
                    <a:pt x="372618" y="978122"/>
                    <a:pt x="372618" y="898017"/>
                    <a:pt x="372618" y="854297"/>
                  </a:cubicBezTo>
                  <a:lnTo>
                    <a:pt x="372618" y="653510"/>
                  </a:lnTo>
                  <a:cubicBezTo>
                    <a:pt x="439198" y="654082"/>
                    <a:pt x="444913" y="661035"/>
                    <a:pt x="479107" y="702469"/>
                  </a:cubicBezTo>
                  <a:cubicBezTo>
                    <a:pt x="485489" y="710089"/>
                    <a:pt x="492728" y="718756"/>
                    <a:pt x="501110" y="728472"/>
                  </a:cubicBezTo>
                  <a:lnTo>
                    <a:pt x="797909" y="1096804"/>
                  </a:lnTo>
                  <a:lnTo>
                    <a:pt x="885158" y="1204532"/>
                  </a:lnTo>
                  <a:cubicBezTo>
                    <a:pt x="885158" y="1204532"/>
                    <a:pt x="980885" y="1200436"/>
                    <a:pt x="1027366" y="1200436"/>
                  </a:cubicBezTo>
                  <a:cubicBezTo>
                    <a:pt x="1094994" y="1200436"/>
                    <a:pt x="1195102" y="1204627"/>
                    <a:pt x="1195102" y="1204627"/>
                  </a:cubicBezTo>
                  <a:lnTo>
                    <a:pt x="1195102" y="1131094"/>
                  </a:lnTo>
                  <a:lnTo>
                    <a:pt x="1186529" y="1129760"/>
                  </a:lnTo>
                  <a:close/>
                </a:path>
              </a:pathLst>
            </a:custGeom>
            <a:solidFill>
              <a:schemeClr val="bg1"/>
            </a:solidFill>
            <a:ln w="9525">
              <a:noFill/>
            </a:ln>
          </p:spPr>
          <p:style>
            <a:lnRef idx="0"/>
            <a:fillRef idx="0"/>
            <a:effectRef idx="0"/>
            <a:fontRef idx="minor"/>
          </p:style>
          <p:txBody>
            <a:bodyPr lIns="90000" tIns="45000" rIns="90000" bIns="45000" anchor="ctr">
              <a:noAutofit/>
            </a:bodyPr>
            <a:p>
              <a:endParaRPr lang="en-US" sz="1800" b="0" u="none" strike="noStrike">
                <a:solidFill>
                  <a:schemeClr val="dk1"/>
                </a:solidFill>
                <a:effectLst/>
                <a:uFillTx/>
                <a:latin typeface="Arial"/>
              </a:endParaRPr>
            </a:p>
          </p:txBody>
        </p:sp>
      </p:grpSp>
      <p:sp>
        <p:nvSpPr>
          <p:cNvPr id="428" name="Text Placeholder 14"/>
          <p:cNvSpPr/>
          <p:nvPr/>
        </p:nvSpPr>
        <p:spPr>
          <a:xfrm>
            <a:off x="386640" y="3434040"/>
            <a:ext cx="2464560" cy="953280"/>
          </a:xfrm>
          <a:prstGeom prst="rect">
            <a:avLst/>
          </a:prstGeom>
          <a:noFill/>
          <a:ln w="0">
            <a:noFill/>
          </a:ln>
        </p:spPr>
        <p:style>
          <a:lnRef idx="0"/>
          <a:fillRef idx="0"/>
          <a:effectRef idx="0"/>
          <a:fontRef idx="minor"/>
        </p:style>
        <p:txBody>
          <a:bodyPr lIns="90000" tIns="45000" rIns="90000" bIns="45000" anchor="t">
            <a:noAutofit/>
          </a:bodyPr>
          <a:p>
            <a:endParaRPr lang="en-US" sz="2000" b="1" u="none" strike="noStrike">
              <a:solidFill>
                <a:srgbClr val="E56B2A"/>
              </a:solidFill>
              <a:effectLst/>
              <a:uFillTx/>
              <a:latin typeface="Arial"/>
            </a:endParaRPr>
          </a:p>
        </p:txBody>
      </p:sp>
      <p:sp>
        <p:nvSpPr>
          <p:cNvPr id="429" name="Rectangle 1"/>
          <p:cNvSpPr/>
          <p:nvPr/>
        </p:nvSpPr>
        <p:spPr>
          <a:xfrm>
            <a:off x="0" y="0"/>
            <a:ext cx="12190680" cy="685656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p>
            <a:endParaRPr lang="en-US" sz="1800" b="0" u="none" strike="noStrike">
              <a:solidFill>
                <a:schemeClr val="lt1"/>
              </a:solidFill>
              <a:effectLst/>
              <a:uFillTx/>
              <a:latin typeface="Arial"/>
            </a:endParaRPr>
          </a:p>
        </p:txBody>
      </p:sp>
      <p:sp>
        <p:nvSpPr>
          <p:cNvPr id="430" name="Rectangle 3"/>
          <p:cNvSpPr/>
          <p:nvPr/>
        </p:nvSpPr>
        <p:spPr>
          <a:xfrm>
            <a:off x="0" y="6218280"/>
            <a:ext cx="12190680" cy="638280"/>
          </a:xfrm>
          <a:prstGeom prst="rect">
            <a:avLst/>
          </a:prstGeom>
          <a:solidFill>
            <a:srgbClr val="F86901"/>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p>
            <a:endParaRPr lang="en-US" sz="1800" b="0" u="none" strike="noStrike">
              <a:solidFill>
                <a:schemeClr val="lt1"/>
              </a:solidFill>
              <a:effectLst/>
              <a:uFillTx/>
              <a:latin typeface="Arial"/>
            </a:endParaRPr>
          </a:p>
        </p:txBody>
      </p:sp>
      <p:sp>
        <p:nvSpPr>
          <p:cNvPr id="431" name="TextBox 4"/>
          <p:cNvSpPr/>
          <p:nvPr/>
        </p:nvSpPr>
        <p:spPr>
          <a:xfrm>
            <a:off x="11689200" y="6487920"/>
            <a:ext cx="476280" cy="238680"/>
          </a:xfrm>
          <a:prstGeom prst="rect">
            <a:avLst/>
          </a:prstGeom>
          <a:noFill/>
          <a:ln w="0">
            <a:noFill/>
          </a:ln>
        </p:spPr>
        <p:style>
          <a:lnRef idx="0"/>
          <a:fillRef idx="0"/>
          <a:effectRef idx="0"/>
          <a:fontRef idx="minor"/>
        </p:style>
        <p:txBody>
          <a:bodyPr lIns="90000" tIns="45000" rIns="90000" bIns="45000" anchor="t">
            <a:spAutoFit/>
          </a:bodyPr>
          <a:p>
            <a:pPr defTabSz="914400">
              <a:lnSpc>
                <a:spcPct val="80000"/>
              </a:lnSpc>
            </a:pPr>
            <a:r>
              <a:rPr lang="en-US" sz="1200" b="0" u="none" strike="noStrike">
                <a:solidFill>
                  <a:schemeClr val="lt1"/>
                </a:solidFill>
                <a:effectLst/>
                <a:uFillTx/>
                <a:latin typeface="Georgia"/>
              </a:rPr>
              <a:t> </a:t>
            </a:r>
            <a:fld id="{A12A7F0F-FAE3-49D8-AD6E-BAF95881C868}" type="slidenum">
              <a:rPr lang="en-US" sz="1130" b="0" u="none" strike="noStrike">
                <a:solidFill>
                  <a:schemeClr val="lt1"/>
                </a:solidFill>
                <a:effectLst/>
                <a:uFillTx/>
                <a:latin typeface="Arial"/>
              </a:rPr>
              <a:t>&lt;number&gt;</a:t>
            </a:fld>
            <a:endParaRPr lang="en-US" sz="1130" b="0" u="none" strike="noStrike">
              <a:solidFill>
                <a:srgbClr val="000000"/>
              </a:solidFill>
              <a:effectLst/>
              <a:uFillTx/>
              <a:latin typeface="Arial"/>
            </a:endParaRPr>
          </a:p>
        </p:txBody>
      </p:sp>
      <p:pic>
        <p:nvPicPr>
          <p:cNvPr id="432" name="Graphic 5"/>
          <p:cNvPicPr/>
          <p:nvPr/>
        </p:nvPicPr>
        <p:blipFill>
          <a:blip r:embed="rId4">
            <a:extLst>
              <a:ext uri="{96DAC541-7B7A-43D3-8B79-37D633B846F1}">
                <asvg:svgBlip xmlns:asvg="http://schemas.microsoft.com/office/drawing/2016/SVG/main" r:embed="rId5"/>
              </a:ext>
            </a:extLst>
          </a:blip>
          <a:stretch/>
        </p:blipFill>
        <p:spPr>
          <a:xfrm>
            <a:off x="9069840" y="6459120"/>
            <a:ext cx="2699280" cy="238680"/>
          </a:xfrm>
          <a:prstGeom prst="rect">
            <a:avLst/>
          </a:prstGeom>
          <a:noFill/>
          <a:ln w="0">
            <a:noFill/>
          </a:ln>
        </p:spPr>
      </p:pic>
      <p:grpSp>
        <p:nvGrpSpPr>
          <p:cNvPr id="433" name="Graphic 22"/>
          <p:cNvGrpSpPr/>
          <p:nvPr/>
        </p:nvGrpSpPr>
        <p:grpSpPr>
          <a:xfrm>
            <a:off x="201960" y="6414120"/>
            <a:ext cx="797760" cy="300600"/>
            <a:chOff x="201960" y="6414120"/>
            <a:chExt cx="797760" cy="300600"/>
          </a:xfrm>
        </p:grpSpPr>
        <p:sp>
          <p:nvSpPr>
            <p:cNvPr id="434" name="Freeform 7"/>
            <p:cNvSpPr/>
            <p:nvPr/>
          </p:nvSpPr>
          <p:spPr>
            <a:xfrm>
              <a:off x="540720" y="6414120"/>
              <a:ext cx="135720" cy="300240"/>
            </a:xfrm>
            <a:custGeom>
              <a:avLst/>
              <a:gdLst>
                <a:gd name="textAreaLeft" fmla="*/ 0 w 135720"/>
                <a:gd name="textAreaRight" fmla="*/ 137160 w 135720"/>
                <a:gd name="textAreaTop" fmla="*/ 0 h 300240"/>
                <a:gd name="textAreaBottom" fmla="*/ 301680 h 300240"/>
                <a:gd name="GluePoint1X" fmla="*/ 393478 w 547877"/>
                <a:gd name="GluePoint1Y" fmla="*/ 129064 h 1204531"/>
                <a:gd name="GluePoint2X" fmla="*/ 537686 w 547877"/>
                <a:gd name="GluePoint2Y" fmla="*/ 74771 h 1204531"/>
                <a:gd name="GluePoint3X" fmla="*/ 547878 w 547877"/>
                <a:gd name="GluePoint3Y" fmla="*/ 74771 h 1204531"/>
                <a:gd name="GluePoint4X" fmla="*/ 547878 w 547877"/>
                <a:gd name="GluePoint4Y" fmla="*/ 0 h 1204531"/>
                <a:gd name="GluePoint5X" fmla="*/ 267938 w 547877"/>
                <a:gd name="GluePoint5Y" fmla="*/ 4667 h 1204531"/>
                <a:gd name="GluePoint6X" fmla="*/ 0 w 547877"/>
                <a:gd name="GluePoint6Y" fmla="*/ 0 h 1204531"/>
                <a:gd name="GluePoint7X" fmla="*/ 0 w 547877"/>
                <a:gd name="GluePoint7Y" fmla="*/ 74771 h 1204531"/>
                <a:gd name="GluePoint8X" fmla="*/ 10192 w 547877"/>
                <a:gd name="GluePoint8Y" fmla="*/ 74771 h 1204531"/>
                <a:gd name="GluePoint9X" fmla="*/ 154400 w 547877"/>
                <a:gd name="GluePoint9Y" fmla="*/ 128968 h 1204531"/>
                <a:gd name="GluePoint10X" fmla="*/ 171640 w 547877"/>
                <a:gd name="GluePoint10Y" fmla="*/ 363188 h 1204531"/>
                <a:gd name="GluePoint11X" fmla="*/ 171640 w 547877"/>
                <a:gd name="GluePoint11Y" fmla="*/ 841153 h 1204531"/>
                <a:gd name="GluePoint12X" fmla="*/ 154496 w 547877"/>
                <a:gd name="GluePoint12Y" fmla="*/ 1075373 h 1204531"/>
                <a:gd name="GluePoint13X" fmla="*/ 10192 w 547877"/>
                <a:gd name="GluePoint13Y" fmla="*/ 1129569 h 1204531"/>
                <a:gd name="GluePoint14X" fmla="*/ 0 w 547877"/>
                <a:gd name="GluePoint14Y" fmla="*/ 1129569 h 1204531"/>
                <a:gd name="GluePoint15X" fmla="*/ 0 w 547877"/>
                <a:gd name="GluePoint15Y" fmla="*/ 1204531 h 1204531"/>
                <a:gd name="GluePoint16X" fmla="*/ 268224 w 547877"/>
                <a:gd name="GluePoint16Y" fmla="*/ 1197102 h 1204531"/>
                <a:gd name="GluePoint17X" fmla="*/ 547878 w 547877"/>
                <a:gd name="GluePoint17Y" fmla="*/ 1204531 h 1204531"/>
                <a:gd name="GluePoint18X" fmla="*/ 547878 w 547877"/>
                <a:gd name="GluePoint18Y" fmla="*/ 1129569 h 1204531"/>
                <a:gd name="GluePoint19X" fmla="*/ 537686 w 547877"/>
                <a:gd name="GluePoint19Y" fmla="*/ 1129569 h 1204531"/>
                <a:gd name="GluePoint20X" fmla="*/ 393478 w 547877"/>
                <a:gd name="GluePoint20Y" fmla="*/ 1075468 h 1204531"/>
                <a:gd name="GluePoint21X" fmla="*/ 376333 w 547877"/>
                <a:gd name="GluePoint21Y" fmla="*/ 841153 h 1204531"/>
                <a:gd name="GluePoint22X" fmla="*/ 376333 w 547877"/>
                <a:gd name="GluePoint22Y" fmla="*/ 363188 h 1204531"/>
                <a:gd name="GluePoint23X" fmla="*/ 393478 w 547877"/>
                <a:gd name="GluePoint23Y" fmla="*/ 129064 h 1204531"/>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 ang="0">
                  <a:pos x="GluePoint16X" y="GluePoint16Y"/>
                </a:cxn>
                <a:cxn ang="0">
                  <a:pos x="GluePoint17X" y="GluePoint17Y"/>
                </a:cxn>
                <a:cxn ang="0">
                  <a:pos x="GluePoint18X" y="GluePoint18Y"/>
                </a:cxn>
                <a:cxn ang="0">
                  <a:pos x="GluePoint19X" y="GluePoint19Y"/>
                </a:cxn>
                <a:cxn ang="0">
                  <a:pos x="GluePoint20X" y="GluePoint20Y"/>
                </a:cxn>
                <a:cxn ang="0">
                  <a:pos x="GluePoint21X" y="GluePoint21Y"/>
                </a:cxn>
                <a:cxn ang="0">
                  <a:pos x="GluePoint22X" y="GluePoint22Y"/>
                </a:cxn>
                <a:cxn ang="0">
                  <a:pos x="GluePoint23X" y="GluePoint23Y"/>
                </a:cxn>
              </a:cxnLst>
              <a:rect l="textAreaLeft" t="textAreaTop" r="textAreaRight" b="textAreaBottom"/>
              <a:pathLst>
                <a:path w="547877" h="1204531">
                  <a:moveTo>
                    <a:pt x="393478" y="129064"/>
                  </a:moveTo>
                  <a:cubicBezTo>
                    <a:pt x="414242" y="74771"/>
                    <a:pt x="482727" y="74771"/>
                    <a:pt x="537686" y="74771"/>
                  </a:cubicBezTo>
                  <a:lnTo>
                    <a:pt x="547878" y="74771"/>
                  </a:lnTo>
                  <a:lnTo>
                    <a:pt x="547878" y="0"/>
                  </a:lnTo>
                  <a:cubicBezTo>
                    <a:pt x="547878" y="0"/>
                    <a:pt x="333565" y="4667"/>
                    <a:pt x="267938" y="4667"/>
                  </a:cubicBezTo>
                  <a:cubicBezTo>
                    <a:pt x="200406" y="4667"/>
                    <a:pt x="0" y="0"/>
                    <a:pt x="0" y="0"/>
                  </a:cubicBezTo>
                  <a:lnTo>
                    <a:pt x="0" y="74771"/>
                  </a:lnTo>
                  <a:lnTo>
                    <a:pt x="10192" y="74771"/>
                  </a:lnTo>
                  <a:cubicBezTo>
                    <a:pt x="65246" y="74771"/>
                    <a:pt x="133731" y="74771"/>
                    <a:pt x="154400" y="128968"/>
                  </a:cubicBezTo>
                  <a:cubicBezTo>
                    <a:pt x="171640" y="175450"/>
                    <a:pt x="171640" y="307086"/>
                    <a:pt x="171640" y="363188"/>
                  </a:cubicBezTo>
                  <a:lnTo>
                    <a:pt x="171640" y="841153"/>
                  </a:lnTo>
                  <a:cubicBezTo>
                    <a:pt x="171640" y="897350"/>
                    <a:pt x="171640" y="1028890"/>
                    <a:pt x="154496" y="1075373"/>
                  </a:cubicBezTo>
                  <a:cubicBezTo>
                    <a:pt x="133731" y="1129569"/>
                    <a:pt x="65246" y="1129569"/>
                    <a:pt x="10192" y="1129569"/>
                  </a:cubicBezTo>
                  <a:lnTo>
                    <a:pt x="0" y="1129569"/>
                  </a:lnTo>
                  <a:lnTo>
                    <a:pt x="0" y="1204531"/>
                  </a:lnTo>
                  <a:cubicBezTo>
                    <a:pt x="0" y="1204341"/>
                    <a:pt x="173260" y="1197102"/>
                    <a:pt x="268224" y="1197102"/>
                  </a:cubicBezTo>
                  <a:cubicBezTo>
                    <a:pt x="377476" y="1197102"/>
                    <a:pt x="547878" y="1204531"/>
                    <a:pt x="547878" y="1204531"/>
                  </a:cubicBezTo>
                  <a:lnTo>
                    <a:pt x="547878" y="1129569"/>
                  </a:lnTo>
                  <a:lnTo>
                    <a:pt x="537686" y="1129569"/>
                  </a:lnTo>
                  <a:cubicBezTo>
                    <a:pt x="482727" y="1129569"/>
                    <a:pt x="414242" y="1129569"/>
                    <a:pt x="393478" y="1075468"/>
                  </a:cubicBezTo>
                  <a:cubicBezTo>
                    <a:pt x="376333" y="1028890"/>
                    <a:pt x="376333" y="897350"/>
                    <a:pt x="376333" y="841153"/>
                  </a:cubicBezTo>
                  <a:lnTo>
                    <a:pt x="376333" y="363188"/>
                  </a:lnTo>
                  <a:cubicBezTo>
                    <a:pt x="376333" y="307086"/>
                    <a:pt x="376333" y="175450"/>
                    <a:pt x="393478" y="129064"/>
                  </a:cubicBezTo>
                </a:path>
              </a:pathLst>
            </a:custGeom>
            <a:solidFill>
              <a:schemeClr val="bg1"/>
            </a:solidFill>
            <a:ln w="9525">
              <a:noFill/>
            </a:ln>
          </p:spPr>
          <p:style>
            <a:lnRef idx="0"/>
            <a:fillRef idx="0"/>
            <a:effectRef idx="0"/>
            <a:fontRef idx="minor"/>
          </p:style>
          <p:txBody>
            <a:bodyPr lIns="68040" tIns="45000" rIns="68040" bIns="45000" anchor="ctr">
              <a:noAutofit/>
            </a:bodyPr>
            <a:p>
              <a:endParaRPr lang="en-US" sz="1800" b="0" u="none" strike="noStrike">
                <a:solidFill>
                  <a:schemeClr val="dk1"/>
                </a:solidFill>
                <a:effectLst/>
                <a:uFillTx/>
                <a:latin typeface="Arial"/>
              </a:endParaRPr>
            </a:p>
          </p:txBody>
        </p:sp>
        <p:sp>
          <p:nvSpPr>
            <p:cNvPr id="435" name="Freeform 8"/>
            <p:cNvSpPr/>
            <p:nvPr/>
          </p:nvSpPr>
          <p:spPr>
            <a:xfrm>
              <a:off x="718920" y="6414480"/>
              <a:ext cx="280800" cy="300240"/>
            </a:xfrm>
            <a:custGeom>
              <a:avLst/>
              <a:gdLst>
                <a:gd name="textAreaLeft" fmla="*/ 0 w 280800"/>
                <a:gd name="textAreaRight" fmla="*/ 282240 w 280800"/>
                <a:gd name="textAreaTop" fmla="*/ 0 h 300240"/>
                <a:gd name="textAreaBottom" fmla="*/ 301680 h 300240"/>
                <a:gd name="GluePoint1X" fmla="*/ 0 w 1126902"/>
                <a:gd name="GluePoint1Y" fmla="*/ 0 h 1204245"/>
                <a:gd name="GluePoint2X" fmla="*/ 0 w 1126902"/>
                <a:gd name="GluePoint2Y" fmla="*/ 312420 h 1204245"/>
                <a:gd name="GluePoint3X" fmla="*/ 74295 w 1126902"/>
                <a:gd name="GluePoint3Y" fmla="*/ 312420 h 1204245"/>
                <a:gd name="GluePoint4X" fmla="*/ 74581 w 1126902"/>
                <a:gd name="GluePoint4Y" fmla="*/ 302609 h 1204245"/>
                <a:gd name="GluePoint5X" fmla="*/ 334328 w 1126902"/>
                <a:gd name="GluePoint5Y" fmla="*/ 90773 h 1204245"/>
                <a:gd name="GluePoint6X" fmla="*/ 352330 w 1126902"/>
                <a:gd name="GluePoint6Y" fmla="*/ 90678 h 1204245"/>
                <a:gd name="GluePoint7X" fmla="*/ 453200 w 1126902"/>
                <a:gd name="GluePoint7Y" fmla="*/ 106204 h 1204245"/>
                <a:gd name="GluePoint8X" fmla="*/ 461201 w 1126902"/>
                <a:gd name="GluePoint8Y" fmla="*/ 128873 h 1204245"/>
                <a:gd name="GluePoint9X" fmla="*/ 461201 w 1126902"/>
                <a:gd name="GluePoint9Y" fmla="*/ 950119 h 1204245"/>
                <a:gd name="GluePoint10X" fmla="*/ 272510 w 1126902"/>
                <a:gd name="GluePoint10Y" fmla="*/ 1129475 h 1204245"/>
                <a:gd name="GluePoint11X" fmla="*/ 262700 w 1126902"/>
                <a:gd name="GluePoint11Y" fmla="*/ 1129856 h 1204245"/>
                <a:gd name="GluePoint12X" fmla="*/ 262700 w 1126902"/>
                <a:gd name="GluePoint12Y" fmla="*/ 1204246 h 1204245"/>
                <a:gd name="GluePoint13X" fmla="*/ 578548 w 1126902"/>
                <a:gd name="GluePoint13Y" fmla="*/ 1196911 h 1204245"/>
                <a:gd name="GluePoint14X" fmla="*/ 864203 w 1126902"/>
                <a:gd name="GluePoint14Y" fmla="*/ 1204246 h 1204245"/>
                <a:gd name="GluePoint15X" fmla="*/ 864203 w 1126902"/>
                <a:gd name="GluePoint15Y" fmla="*/ 1129856 h 1204245"/>
                <a:gd name="GluePoint16X" fmla="*/ 854393 w 1126902"/>
                <a:gd name="GluePoint16Y" fmla="*/ 1129475 h 1204245"/>
                <a:gd name="GluePoint17X" fmla="*/ 665702 w 1126902"/>
                <a:gd name="GluePoint17Y" fmla="*/ 950119 h 1204245"/>
                <a:gd name="GluePoint18X" fmla="*/ 665702 w 1126902"/>
                <a:gd name="GluePoint18Y" fmla="*/ 128873 h 1204245"/>
                <a:gd name="GluePoint19X" fmla="*/ 673608 w 1126902"/>
                <a:gd name="GluePoint19Y" fmla="*/ 108490 h 1204245"/>
                <a:gd name="GluePoint20X" fmla="*/ 791718 w 1126902"/>
                <a:gd name="GluePoint20Y" fmla="*/ 90488 h 1204245"/>
                <a:gd name="GluePoint21X" fmla="*/ 815912 w 1126902"/>
                <a:gd name="GluePoint21Y" fmla="*/ 90773 h 1204245"/>
                <a:gd name="GluePoint22X" fmla="*/ 1052513 w 1126902"/>
                <a:gd name="GluePoint22Y" fmla="*/ 302895 h 1204245"/>
                <a:gd name="GluePoint23X" fmla="*/ 1053084 w 1126902"/>
                <a:gd name="GluePoint23Y" fmla="*/ 312420 h 1204245"/>
                <a:gd name="GluePoint24X" fmla="*/ 1126903 w 1126902"/>
                <a:gd name="GluePoint24Y" fmla="*/ 312420 h 1204245"/>
                <a:gd name="GluePoint25X" fmla="*/ 1126903 w 1126902"/>
                <a:gd name="GluePoint25Y" fmla="*/ 0 h 1204245"/>
                <a:gd name="GluePoint26X" fmla="*/ 563404 w 1126902"/>
                <a:gd name="GluePoint26Y" fmla="*/ 2857 h 1204245"/>
                <a:gd name="GluePoint27X" fmla="*/ 0 w 1126902"/>
                <a:gd name="GluePoint27Y" fmla="*/ 0 h 1204245"/>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 ang="0">
                  <a:pos x="GluePoint16X" y="GluePoint16Y"/>
                </a:cxn>
                <a:cxn ang="0">
                  <a:pos x="GluePoint17X" y="GluePoint17Y"/>
                </a:cxn>
                <a:cxn ang="0">
                  <a:pos x="GluePoint18X" y="GluePoint18Y"/>
                </a:cxn>
                <a:cxn ang="0">
                  <a:pos x="GluePoint19X" y="GluePoint19Y"/>
                </a:cxn>
                <a:cxn ang="0">
                  <a:pos x="GluePoint20X" y="GluePoint20Y"/>
                </a:cxn>
                <a:cxn ang="0">
                  <a:pos x="GluePoint21X" y="GluePoint21Y"/>
                </a:cxn>
                <a:cxn ang="0">
                  <a:pos x="GluePoint22X" y="GluePoint22Y"/>
                </a:cxn>
                <a:cxn ang="0">
                  <a:pos x="GluePoint23X" y="GluePoint23Y"/>
                </a:cxn>
                <a:cxn ang="0">
                  <a:pos x="GluePoint24X" y="GluePoint24Y"/>
                </a:cxn>
                <a:cxn ang="0">
                  <a:pos x="GluePoint25X" y="GluePoint25Y"/>
                </a:cxn>
                <a:cxn ang="0">
                  <a:pos x="GluePoint26X" y="GluePoint26Y"/>
                </a:cxn>
                <a:cxn ang="0">
                  <a:pos x="GluePoint27X" y="GluePoint27Y"/>
                </a:cxn>
              </a:cxnLst>
              <a:rect l="textAreaLeft" t="textAreaTop" r="textAreaRight" b="textAreaBottom"/>
              <a:pathLst>
                <a:path w="1126902" h="1204245">
                  <a:moveTo>
                    <a:pt x="0" y="0"/>
                  </a:moveTo>
                  <a:lnTo>
                    <a:pt x="0" y="312420"/>
                  </a:lnTo>
                  <a:lnTo>
                    <a:pt x="74295" y="312420"/>
                  </a:lnTo>
                  <a:lnTo>
                    <a:pt x="74581" y="302609"/>
                  </a:lnTo>
                  <a:cubicBezTo>
                    <a:pt x="81344" y="99346"/>
                    <a:pt x="159163" y="90773"/>
                    <a:pt x="334328" y="90773"/>
                  </a:cubicBezTo>
                  <a:cubicBezTo>
                    <a:pt x="340328" y="90773"/>
                    <a:pt x="346424" y="90773"/>
                    <a:pt x="352330" y="90678"/>
                  </a:cubicBezTo>
                  <a:cubicBezTo>
                    <a:pt x="395859" y="90392"/>
                    <a:pt x="437007" y="90106"/>
                    <a:pt x="453200" y="106204"/>
                  </a:cubicBezTo>
                  <a:cubicBezTo>
                    <a:pt x="458629" y="111538"/>
                    <a:pt x="461201" y="118967"/>
                    <a:pt x="461201" y="128873"/>
                  </a:cubicBezTo>
                  <a:lnTo>
                    <a:pt x="461201" y="950119"/>
                  </a:lnTo>
                  <a:cubicBezTo>
                    <a:pt x="461201" y="1072039"/>
                    <a:pt x="444151" y="1122426"/>
                    <a:pt x="272510" y="1129475"/>
                  </a:cubicBezTo>
                  <a:lnTo>
                    <a:pt x="262700" y="1129856"/>
                  </a:lnTo>
                  <a:lnTo>
                    <a:pt x="262700" y="1204246"/>
                  </a:lnTo>
                  <a:cubicBezTo>
                    <a:pt x="262700" y="1204246"/>
                    <a:pt x="462725" y="1196911"/>
                    <a:pt x="578548" y="1196911"/>
                  </a:cubicBezTo>
                  <a:cubicBezTo>
                    <a:pt x="666941" y="1196911"/>
                    <a:pt x="864203" y="1204246"/>
                    <a:pt x="864203" y="1204246"/>
                  </a:cubicBezTo>
                  <a:lnTo>
                    <a:pt x="864203" y="1129856"/>
                  </a:lnTo>
                  <a:lnTo>
                    <a:pt x="854393" y="1129475"/>
                  </a:lnTo>
                  <a:cubicBezTo>
                    <a:pt x="682752" y="1122426"/>
                    <a:pt x="665702" y="1072039"/>
                    <a:pt x="665702" y="950119"/>
                  </a:cubicBezTo>
                  <a:lnTo>
                    <a:pt x="665702" y="128873"/>
                  </a:lnTo>
                  <a:cubicBezTo>
                    <a:pt x="665702" y="120396"/>
                    <a:pt x="668369" y="113729"/>
                    <a:pt x="673608" y="108490"/>
                  </a:cubicBezTo>
                  <a:cubicBezTo>
                    <a:pt x="693420" y="89059"/>
                    <a:pt x="747903" y="89821"/>
                    <a:pt x="791718" y="90488"/>
                  </a:cubicBezTo>
                  <a:cubicBezTo>
                    <a:pt x="800005" y="90583"/>
                    <a:pt x="808196" y="90773"/>
                    <a:pt x="815912" y="90773"/>
                  </a:cubicBezTo>
                  <a:cubicBezTo>
                    <a:pt x="987267" y="90773"/>
                    <a:pt x="1042511" y="140303"/>
                    <a:pt x="1052513" y="302895"/>
                  </a:cubicBezTo>
                  <a:lnTo>
                    <a:pt x="1053084" y="312420"/>
                  </a:lnTo>
                  <a:lnTo>
                    <a:pt x="1126903" y="312420"/>
                  </a:lnTo>
                  <a:lnTo>
                    <a:pt x="1126903" y="0"/>
                  </a:lnTo>
                  <a:cubicBezTo>
                    <a:pt x="1126903" y="0"/>
                    <a:pt x="694468" y="2857"/>
                    <a:pt x="563404" y="2857"/>
                  </a:cubicBezTo>
                  <a:cubicBezTo>
                    <a:pt x="432340" y="2857"/>
                    <a:pt x="0" y="0"/>
                    <a:pt x="0" y="0"/>
                  </a:cubicBezTo>
                </a:path>
              </a:pathLst>
            </a:custGeom>
            <a:solidFill>
              <a:schemeClr val="bg1"/>
            </a:solidFill>
            <a:ln w="9525">
              <a:noFill/>
            </a:ln>
          </p:spPr>
          <p:style>
            <a:lnRef idx="0"/>
            <a:fillRef idx="0"/>
            <a:effectRef idx="0"/>
            <a:fontRef idx="minor"/>
          </p:style>
          <p:txBody>
            <a:bodyPr lIns="90000" tIns="45000" rIns="90000" bIns="45000" anchor="ctr">
              <a:noAutofit/>
            </a:bodyPr>
            <a:p>
              <a:endParaRPr lang="en-US" sz="1800" b="0" u="none" strike="noStrike">
                <a:solidFill>
                  <a:schemeClr val="dk1"/>
                </a:solidFill>
                <a:effectLst/>
                <a:uFillTx/>
                <a:latin typeface="Arial"/>
              </a:endParaRPr>
            </a:p>
          </p:txBody>
        </p:sp>
        <p:sp>
          <p:nvSpPr>
            <p:cNvPr id="436" name="Freeform 11"/>
            <p:cNvSpPr/>
            <p:nvPr/>
          </p:nvSpPr>
          <p:spPr>
            <a:xfrm>
              <a:off x="201960" y="6414120"/>
              <a:ext cx="297720" cy="300240"/>
            </a:xfrm>
            <a:custGeom>
              <a:avLst/>
              <a:gdLst>
                <a:gd name="textAreaLeft" fmla="*/ 0 w 297720"/>
                <a:gd name="textAreaRight" fmla="*/ 299160 w 297720"/>
                <a:gd name="textAreaTop" fmla="*/ 0 h 300240"/>
                <a:gd name="textAreaBottom" fmla="*/ 301680 h 300240"/>
                <a:gd name="GluePoint1X" fmla="*/ 372618 w 1195101"/>
                <a:gd name="GluePoint1Y" fmla="*/ 571786 h 1204626"/>
                <a:gd name="GluePoint2X" fmla="*/ 372523 w 1195101"/>
                <a:gd name="GluePoint2Y" fmla="*/ 134303 h 1204626"/>
                <a:gd name="GluePoint3X" fmla="*/ 386239 w 1195101"/>
                <a:gd name="GluePoint3Y" fmla="*/ 86487 h 1204626"/>
                <a:gd name="GluePoint4X" fmla="*/ 498348 w 1195101"/>
                <a:gd name="GluePoint4Y" fmla="*/ 85630 h 1204626"/>
                <a:gd name="GluePoint5X" fmla="*/ 738473 w 1195101"/>
                <a:gd name="GluePoint5Y" fmla="*/ 330518 h 1204626"/>
                <a:gd name="GluePoint6X" fmla="*/ 640747 w 1195101"/>
                <a:gd name="GluePoint6Y" fmla="*/ 541687 h 1204626"/>
                <a:gd name="GluePoint7X" fmla="*/ 372618 w 1195101"/>
                <a:gd name="GluePoint7Y" fmla="*/ 571786 h 1204626"/>
                <a:gd name="GluePoint8X" fmla="*/ 1186529 w 1195101"/>
                <a:gd name="GluePoint8Y" fmla="*/ 1129760 h 1204626"/>
                <a:gd name="GluePoint9X" fmla="*/ 1017461 w 1195101"/>
                <a:gd name="GluePoint9Y" fmla="*/ 1040702 h 1204626"/>
                <a:gd name="GluePoint10X" fmla="*/ 661797 w 1195101"/>
                <a:gd name="GluePoint10Y" fmla="*/ 632460 h 1204626"/>
                <a:gd name="GluePoint11X" fmla="*/ 964597 w 1195101"/>
                <a:gd name="GluePoint11Y" fmla="*/ 305371 h 1204626"/>
                <a:gd name="GluePoint12X" fmla="*/ 831056 w 1195101"/>
                <a:gd name="GluePoint12Y" fmla="*/ 55816 h 1204626"/>
                <a:gd name="GluePoint13X" fmla="*/ 544639 w 1195101"/>
                <a:gd name="GluePoint13Y" fmla="*/ 190 h 1204626"/>
                <a:gd name="GluePoint14X" fmla="*/ 317468 w 1195101"/>
                <a:gd name="GluePoint14Y" fmla="*/ 4191 h 1204626"/>
                <a:gd name="GluePoint15X" fmla="*/ 191 w 1195101"/>
                <a:gd name="GluePoint15Y" fmla="*/ 0 h 1204626"/>
                <a:gd name="GluePoint16X" fmla="*/ 191 w 1195101"/>
                <a:gd name="GluePoint16Y" fmla="*/ 74866 h 1204626"/>
                <a:gd name="GluePoint17X" fmla="*/ 15050 w 1195101"/>
                <a:gd name="GluePoint17Y" fmla="*/ 74866 h 1204626"/>
                <a:gd name="GluePoint18X" fmla="*/ 152781 w 1195101"/>
                <a:gd name="GluePoint18Y" fmla="*/ 128683 h 1204626"/>
                <a:gd name="GluePoint19X" fmla="*/ 168307 w 1195101"/>
                <a:gd name="GluePoint19Y" fmla="*/ 350139 h 1204626"/>
                <a:gd name="GluePoint20X" fmla="*/ 168307 w 1195101"/>
                <a:gd name="GluePoint20Y" fmla="*/ 841248 h 1204626"/>
                <a:gd name="GluePoint21X" fmla="*/ 161068 w 1195101"/>
                <a:gd name="GluePoint21Y" fmla="*/ 1034129 h 1204626"/>
                <a:gd name="GluePoint22X" fmla="*/ 152686 w 1195101"/>
                <a:gd name="GluePoint22Y" fmla="*/ 1075944 h 1204626"/>
                <a:gd name="GluePoint23X" fmla="*/ 10382 w 1195101"/>
                <a:gd name="GluePoint23Y" fmla="*/ 1129665 h 1204626"/>
                <a:gd name="GluePoint24X" fmla="*/ 0 w 1195101"/>
                <a:gd name="GluePoint24Y" fmla="*/ 1129665 h 1204626"/>
                <a:gd name="GluePoint25X" fmla="*/ 0 w 1195101"/>
                <a:gd name="GluePoint25Y" fmla="*/ 1204532 h 1204626"/>
                <a:gd name="GluePoint26X" fmla="*/ 278225 w 1195101"/>
                <a:gd name="GluePoint26Y" fmla="*/ 1197102 h 1204626"/>
                <a:gd name="GluePoint27X" fmla="*/ 540734 w 1195101"/>
                <a:gd name="GluePoint27Y" fmla="*/ 1204532 h 1204626"/>
                <a:gd name="GluePoint28X" fmla="*/ 540734 w 1195101"/>
                <a:gd name="GluePoint28Y" fmla="*/ 1129665 h 1204626"/>
                <a:gd name="GluePoint29X" fmla="*/ 525971 w 1195101"/>
                <a:gd name="GluePoint29Y" fmla="*/ 1129665 h 1204626"/>
                <a:gd name="GluePoint30X" fmla="*/ 388239 w 1195101"/>
                <a:gd name="GluePoint30Y" fmla="*/ 1075754 h 1204626"/>
                <a:gd name="GluePoint31X" fmla="*/ 379857 w 1195101"/>
                <a:gd name="GluePoint31Y" fmla="*/ 1034034 h 1204626"/>
                <a:gd name="GluePoint32X" fmla="*/ 372618 w 1195101"/>
                <a:gd name="GluePoint32Y" fmla="*/ 854297 h 1204626"/>
                <a:gd name="GluePoint33X" fmla="*/ 372618 w 1195101"/>
                <a:gd name="GluePoint33Y" fmla="*/ 653510 h 1204626"/>
                <a:gd name="GluePoint34X" fmla="*/ 479107 w 1195101"/>
                <a:gd name="GluePoint34Y" fmla="*/ 702469 h 1204626"/>
                <a:gd name="GluePoint35X" fmla="*/ 501110 w 1195101"/>
                <a:gd name="GluePoint35Y" fmla="*/ 728472 h 1204626"/>
                <a:gd name="GluePoint36X" fmla="*/ 797909 w 1195101"/>
                <a:gd name="GluePoint36Y" fmla="*/ 1096804 h 1204626"/>
                <a:gd name="GluePoint37X" fmla="*/ 885158 w 1195101"/>
                <a:gd name="GluePoint37Y" fmla="*/ 1204532 h 1204626"/>
                <a:gd name="GluePoint38X" fmla="*/ 1027366 w 1195101"/>
                <a:gd name="GluePoint38Y" fmla="*/ 1200436 h 1204626"/>
                <a:gd name="GluePoint39X" fmla="*/ 1195102 w 1195101"/>
                <a:gd name="GluePoint39Y" fmla="*/ 1204627 h 1204626"/>
                <a:gd name="GluePoint40X" fmla="*/ 1195102 w 1195101"/>
                <a:gd name="GluePoint40Y" fmla="*/ 1131094 h 1204626"/>
                <a:gd name="GluePoint41X" fmla="*/ 1186529 w 1195101"/>
                <a:gd name="GluePoint41Y" fmla="*/ 1129760 h 1204626"/>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 ang="0">
                  <a:pos x="GluePoint16X" y="GluePoint16Y"/>
                </a:cxn>
                <a:cxn ang="0">
                  <a:pos x="GluePoint17X" y="GluePoint17Y"/>
                </a:cxn>
                <a:cxn ang="0">
                  <a:pos x="GluePoint18X" y="GluePoint18Y"/>
                </a:cxn>
                <a:cxn ang="0">
                  <a:pos x="GluePoint19X" y="GluePoint19Y"/>
                </a:cxn>
                <a:cxn ang="0">
                  <a:pos x="GluePoint20X" y="GluePoint20Y"/>
                </a:cxn>
                <a:cxn ang="0">
                  <a:pos x="GluePoint21X" y="GluePoint21Y"/>
                </a:cxn>
                <a:cxn ang="0">
                  <a:pos x="GluePoint22X" y="GluePoint22Y"/>
                </a:cxn>
                <a:cxn ang="0">
                  <a:pos x="GluePoint23X" y="GluePoint23Y"/>
                </a:cxn>
                <a:cxn ang="0">
                  <a:pos x="GluePoint24X" y="GluePoint24Y"/>
                </a:cxn>
                <a:cxn ang="0">
                  <a:pos x="GluePoint25X" y="GluePoint25Y"/>
                </a:cxn>
                <a:cxn ang="0">
                  <a:pos x="GluePoint26X" y="GluePoint26Y"/>
                </a:cxn>
                <a:cxn ang="0">
                  <a:pos x="GluePoint27X" y="GluePoint27Y"/>
                </a:cxn>
                <a:cxn ang="0">
                  <a:pos x="GluePoint28X" y="GluePoint28Y"/>
                </a:cxn>
                <a:cxn ang="0">
                  <a:pos x="GluePoint29X" y="GluePoint29Y"/>
                </a:cxn>
                <a:cxn ang="0">
                  <a:pos x="GluePoint30X" y="GluePoint30Y"/>
                </a:cxn>
                <a:cxn ang="0">
                  <a:pos x="GluePoint31X" y="GluePoint31Y"/>
                </a:cxn>
                <a:cxn ang="0">
                  <a:pos x="GluePoint32X" y="GluePoint32Y"/>
                </a:cxn>
                <a:cxn ang="0">
                  <a:pos x="GluePoint33X" y="GluePoint33Y"/>
                </a:cxn>
                <a:cxn ang="0">
                  <a:pos x="GluePoint34X" y="GluePoint34Y"/>
                </a:cxn>
                <a:cxn ang="0">
                  <a:pos x="GluePoint35X" y="GluePoint35Y"/>
                </a:cxn>
                <a:cxn ang="0">
                  <a:pos x="GluePoint36X" y="GluePoint36Y"/>
                </a:cxn>
                <a:cxn ang="0">
                  <a:pos x="GluePoint37X" y="GluePoint37Y"/>
                </a:cxn>
                <a:cxn ang="0">
                  <a:pos x="GluePoint38X" y="GluePoint38Y"/>
                </a:cxn>
                <a:cxn ang="0">
                  <a:pos x="GluePoint39X" y="GluePoint39Y"/>
                </a:cxn>
                <a:cxn ang="0">
                  <a:pos x="GluePoint40X" y="GluePoint40Y"/>
                </a:cxn>
                <a:cxn ang="0">
                  <a:pos x="GluePoint41X" y="GluePoint41Y"/>
                </a:cxn>
              </a:cxnLst>
              <a:rect l="textAreaLeft" t="textAreaTop" r="textAreaRight" b="textAreaBottom"/>
              <a:pathLst>
                <a:path w="1195101" h="1204626">
                  <a:moveTo>
                    <a:pt x="372618" y="571786"/>
                  </a:moveTo>
                  <a:cubicBezTo>
                    <a:pt x="372618" y="571786"/>
                    <a:pt x="372618" y="136874"/>
                    <a:pt x="372523" y="134303"/>
                  </a:cubicBezTo>
                  <a:cubicBezTo>
                    <a:pt x="372237" y="116967"/>
                    <a:pt x="371761" y="93250"/>
                    <a:pt x="386239" y="86487"/>
                  </a:cubicBezTo>
                  <a:cubicBezTo>
                    <a:pt x="396240" y="82105"/>
                    <a:pt x="493014" y="85630"/>
                    <a:pt x="498348" y="85630"/>
                  </a:cubicBezTo>
                  <a:cubicBezTo>
                    <a:pt x="650938" y="85630"/>
                    <a:pt x="738473" y="174974"/>
                    <a:pt x="738473" y="330518"/>
                  </a:cubicBezTo>
                  <a:cubicBezTo>
                    <a:pt x="738473" y="443960"/>
                    <a:pt x="708374" y="509016"/>
                    <a:pt x="640747" y="541687"/>
                  </a:cubicBezTo>
                  <a:cubicBezTo>
                    <a:pt x="577691" y="571976"/>
                    <a:pt x="372618" y="571786"/>
                    <a:pt x="372618" y="571786"/>
                  </a:cubicBezTo>
                  <a:moveTo>
                    <a:pt x="1186529" y="1129760"/>
                  </a:moveTo>
                  <a:cubicBezTo>
                    <a:pt x="1100138" y="1116235"/>
                    <a:pt x="1074134" y="1106424"/>
                    <a:pt x="1017461" y="1040702"/>
                  </a:cubicBezTo>
                  <a:lnTo>
                    <a:pt x="661797" y="632460"/>
                  </a:lnTo>
                  <a:cubicBezTo>
                    <a:pt x="849059" y="608076"/>
                    <a:pt x="964597" y="484251"/>
                    <a:pt x="964597" y="305371"/>
                  </a:cubicBezTo>
                  <a:cubicBezTo>
                    <a:pt x="964597" y="188976"/>
                    <a:pt x="919544" y="105061"/>
                    <a:pt x="831056" y="55816"/>
                  </a:cubicBezTo>
                  <a:cubicBezTo>
                    <a:pt x="763619" y="18383"/>
                    <a:pt x="670084" y="190"/>
                    <a:pt x="544639" y="190"/>
                  </a:cubicBezTo>
                  <a:cubicBezTo>
                    <a:pt x="507206" y="1143"/>
                    <a:pt x="416909" y="4191"/>
                    <a:pt x="317468" y="4191"/>
                  </a:cubicBezTo>
                  <a:cubicBezTo>
                    <a:pt x="214313" y="4191"/>
                    <a:pt x="191" y="0"/>
                    <a:pt x="191" y="0"/>
                  </a:cubicBezTo>
                  <a:lnTo>
                    <a:pt x="191" y="74866"/>
                  </a:lnTo>
                  <a:lnTo>
                    <a:pt x="15050" y="74866"/>
                  </a:lnTo>
                  <a:cubicBezTo>
                    <a:pt x="71818" y="74486"/>
                    <a:pt x="135731" y="74771"/>
                    <a:pt x="152781" y="128683"/>
                  </a:cubicBezTo>
                  <a:cubicBezTo>
                    <a:pt x="168307" y="175355"/>
                    <a:pt x="168307" y="306896"/>
                    <a:pt x="168307" y="350139"/>
                  </a:cubicBezTo>
                  <a:lnTo>
                    <a:pt x="168307" y="841248"/>
                  </a:lnTo>
                  <a:cubicBezTo>
                    <a:pt x="168307" y="895445"/>
                    <a:pt x="168307" y="977837"/>
                    <a:pt x="161068" y="1034129"/>
                  </a:cubicBezTo>
                  <a:cubicBezTo>
                    <a:pt x="158972" y="1050798"/>
                    <a:pt x="156210" y="1065276"/>
                    <a:pt x="152686" y="1075944"/>
                  </a:cubicBezTo>
                  <a:cubicBezTo>
                    <a:pt x="135350" y="1129665"/>
                    <a:pt x="66104" y="1129665"/>
                    <a:pt x="10382" y="1129665"/>
                  </a:cubicBezTo>
                  <a:lnTo>
                    <a:pt x="0" y="1129665"/>
                  </a:lnTo>
                  <a:lnTo>
                    <a:pt x="0" y="1204532"/>
                  </a:lnTo>
                  <a:cubicBezTo>
                    <a:pt x="0" y="1204532"/>
                    <a:pt x="166783" y="1197102"/>
                    <a:pt x="278225" y="1197102"/>
                  </a:cubicBezTo>
                  <a:cubicBezTo>
                    <a:pt x="374047" y="1197102"/>
                    <a:pt x="540734" y="1204246"/>
                    <a:pt x="540734" y="1204532"/>
                  </a:cubicBezTo>
                  <a:lnTo>
                    <a:pt x="540734" y="1129665"/>
                  </a:lnTo>
                  <a:lnTo>
                    <a:pt x="525971" y="1129665"/>
                  </a:lnTo>
                  <a:cubicBezTo>
                    <a:pt x="470059" y="1129951"/>
                    <a:pt x="406813" y="1129760"/>
                    <a:pt x="388239" y="1075754"/>
                  </a:cubicBezTo>
                  <a:cubicBezTo>
                    <a:pt x="384620" y="1065086"/>
                    <a:pt x="381953" y="1050607"/>
                    <a:pt x="379857" y="1034034"/>
                  </a:cubicBezTo>
                  <a:cubicBezTo>
                    <a:pt x="372618" y="978122"/>
                    <a:pt x="372618" y="898017"/>
                    <a:pt x="372618" y="854297"/>
                  </a:cubicBezTo>
                  <a:lnTo>
                    <a:pt x="372618" y="653510"/>
                  </a:lnTo>
                  <a:cubicBezTo>
                    <a:pt x="439198" y="654082"/>
                    <a:pt x="444913" y="661035"/>
                    <a:pt x="479107" y="702469"/>
                  </a:cubicBezTo>
                  <a:cubicBezTo>
                    <a:pt x="485489" y="710089"/>
                    <a:pt x="492728" y="718756"/>
                    <a:pt x="501110" y="728472"/>
                  </a:cubicBezTo>
                  <a:lnTo>
                    <a:pt x="797909" y="1096804"/>
                  </a:lnTo>
                  <a:lnTo>
                    <a:pt x="885158" y="1204532"/>
                  </a:lnTo>
                  <a:cubicBezTo>
                    <a:pt x="885158" y="1204532"/>
                    <a:pt x="980885" y="1200436"/>
                    <a:pt x="1027366" y="1200436"/>
                  </a:cubicBezTo>
                  <a:cubicBezTo>
                    <a:pt x="1094994" y="1200436"/>
                    <a:pt x="1195102" y="1204627"/>
                    <a:pt x="1195102" y="1204627"/>
                  </a:cubicBezTo>
                  <a:lnTo>
                    <a:pt x="1195102" y="1131094"/>
                  </a:lnTo>
                  <a:lnTo>
                    <a:pt x="1186529" y="1129760"/>
                  </a:lnTo>
                  <a:close/>
                </a:path>
              </a:pathLst>
            </a:custGeom>
            <a:solidFill>
              <a:schemeClr val="bg1"/>
            </a:solidFill>
            <a:ln w="9525">
              <a:noFill/>
            </a:ln>
          </p:spPr>
          <p:style>
            <a:lnRef idx="0"/>
            <a:fillRef idx="0"/>
            <a:effectRef idx="0"/>
            <a:fontRef idx="minor"/>
          </p:style>
          <p:txBody>
            <a:bodyPr lIns="90000" tIns="45000" rIns="90000" bIns="45000" anchor="ctr">
              <a:noAutofit/>
            </a:bodyPr>
            <a:p>
              <a:endParaRPr lang="en-US" sz="1800" b="0" u="none" strike="noStrike">
                <a:solidFill>
                  <a:schemeClr val="dk1"/>
                </a:solidFill>
                <a:effectLst/>
                <a:uFillTx/>
                <a:latin typeface="Arial"/>
              </a:endParaRPr>
            </a:p>
          </p:txBody>
        </p:sp>
      </p:grpSp>
      <p:sp>
        <p:nvSpPr>
          <p:cNvPr id="437" name="PlaceHolder 1"/>
          <p:cNvSpPr>
            <a:spLocks noGrp="1"/>
          </p:cNvSpPr>
          <p:nvPr>
            <p:ph type="body" hasCustomPrompt="1"/>
          </p:nvPr>
        </p:nvSpPr>
        <p:spPr>
          <a:xfrm>
            <a:off x="6256800" y="270000"/>
            <a:ext cx="5732640" cy="5651280"/>
          </a:xfrm>
          <a:prstGeom prst="rect">
            <a:avLst/>
          </a:prstGeom>
          <a:solidFill>
            <a:schemeClr val="lt1">
              <a:lumMod val="95000"/>
            </a:schemeClr>
          </a:solidFill>
          <a:ln w="0">
            <a:noFill/>
          </a:ln>
        </p:spPr>
        <p:txBody>
          <a:bodyPr lIns="90000" tIns="45000" rIns="90000" bIns="45000" anchor="ctr" anchorCtr="1">
            <a:noAutofit/>
          </a:bodyPr>
          <a:lstStyle>
            <a:lvl1pPr indent="0" algn="l" defTabSz="914400">
              <a:lnSpc>
                <a:spcPct val="90000"/>
              </a:lnSpc>
              <a:spcBef>
                <a:spcPts val="1001"/>
              </a:spcBef>
              <a:buNone/>
              <a:tabLst>
                <a:tab pos="0" algn="l"/>
              </a:tabLst>
              <a:defRPr lang="en-US" sz="2800" b="0" u="none" strike="noStrike">
                <a:solidFill>
                  <a:schemeClr val="dk1"/>
                </a:solidFill>
                <a:effectLst/>
                <a:uFillTx/>
                <a:latin typeface="Arial"/>
              </a:defRPr>
            </a:lvl1pPr>
          </a:lstStyle>
          <a:p>
            <a:pPr indent="0" algn="l" defTabSz="914400">
              <a:lnSpc>
                <a:spcPct val="90000"/>
              </a:lnSpc>
              <a:spcBef>
                <a:spcPts val="1001"/>
              </a:spcBef>
              <a:buNone/>
              <a:tabLst>
                <a:tab pos="0" algn="l"/>
              </a:tabLst>
            </a:pPr>
            <a:r>
              <a:rPr lang="en-US" sz="2800" b="0" u="none" strike="noStrike">
                <a:solidFill>
                  <a:schemeClr val="dk1"/>
                </a:solidFill>
                <a:effectLst/>
                <a:uFillTx/>
                <a:latin typeface="Arial"/>
              </a:rPr>
              <a:t>Place image/chart here</a:t>
            </a:r>
            <a:endParaRPr lang="en-US" sz="2800" b="0" u="none" strike="noStrike">
              <a:solidFill>
                <a:schemeClr val="dk1"/>
              </a:solidFill>
              <a:effectLst/>
              <a:uFillTx/>
              <a:latin typeface="Arial"/>
            </a:endParaRPr>
          </a:p>
        </p:txBody>
      </p:sp>
      <p:sp>
        <p:nvSpPr>
          <p:cNvPr id="438" name="PlaceHolder 2"/>
          <p:cNvSpPr>
            <a:spLocks noGrp="1"/>
          </p:cNvSpPr>
          <p:nvPr>
            <p:ph type="body" hasCustomPrompt="1"/>
          </p:nvPr>
        </p:nvSpPr>
        <p:spPr>
          <a:xfrm>
            <a:off x="272160" y="270000"/>
            <a:ext cx="5740200" cy="5651640"/>
          </a:xfrm>
          <a:prstGeom prst="rect">
            <a:avLst/>
          </a:prstGeom>
          <a:solidFill>
            <a:schemeClr val="lt1">
              <a:lumMod val="95000"/>
            </a:schemeClr>
          </a:solidFill>
          <a:ln w="0">
            <a:noFill/>
          </a:ln>
        </p:spPr>
        <p:txBody>
          <a:bodyPr lIns="90000" tIns="45000" rIns="90000" bIns="45000" anchor="ctr" anchorCtr="1">
            <a:noAutofit/>
          </a:bodyPr>
          <a:lstStyle>
            <a:lvl1pPr indent="0" algn="l" defTabSz="914400">
              <a:lnSpc>
                <a:spcPct val="90000"/>
              </a:lnSpc>
              <a:spcBef>
                <a:spcPts val="1001"/>
              </a:spcBef>
              <a:buNone/>
              <a:tabLst>
                <a:tab pos="0" algn="l"/>
              </a:tabLst>
              <a:defRPr lang="en-US" sz="2800" b="0" u="none" strike="noStrike">
                <a:solidFill>
                  <a:schemeClr val="dk1"/>
                </a:solidFill>
                <a:effectLst/>
                <a:uFillTx/>
                <a:latin typeface="Arial"/>
              </a:defRPr>
            </a:lvl1pPr>
          </a:lstStyle>
          <a:p>
            <a:pPr indent="0" algn="l" defTabSz="914400">
              <a:lnSpc>
                <a:spcPct val="90000"/>
              </a:lnSpc>
              <a:spcBef>
                <a:spcPts val="1001"/>
              </a:spcBef>
              <a:buNone/>
              <a:tabLst>
                <a:tab pos="0" algn="l"/>
              </a:tabLst>
            </a:pPr>
            <a:r>
              <a:rPr lang="en-US" sz="2800" b="0" u="none" strike="noStrike">
                <a:solidFill>
                  <a:schemeClr val="dk1"/>
                </a:solidFill>
                <a:effectLst/>
                <a:uFillTx/>
                <a:latin typeface="Arial"/>
              </a:rPr>
              <a:t>Place image/chart here</a:t>
            </a:r>
            <a:endParaRPr lang="en-US" sz="2800" b="0" u="none" strike="noStrike">
              <a:solidFill>
                <a:schemeClr val="dk1"/>
              </a:solidFill>
              <a:effectLst/>
              <a:uFillTx/>
              <a:latin typeface="Arial"/>
            </a:endParaRPr>
          </a:p>
        </p:txBody>
      </p:sp>
      <p:sp>
        <p:nvSpPr>
          <p:cNvPr id="439" name="PlaceHolder 3"/>
          <p:cNvSpPr>
            <a:spLocks noGrp="1"/>
          </p:cNvSpPr>
          <p:nvPr>
            <p:ph type="title"/>
          </p:nvPr>
        </p:nvSpPr>
        <p:spPr>
          <a:xfrm>
            <a:off x="609480" y="273600"/>
            <a:ext cx="10971360" cy="1143720"/>
          </a:xfrm>
          <a:prstGeom prst="rect">
            <a:avLst/>
          </a:prstGeom>
          <a:noFill/>
          <a:ln w="0">
            <a:noFill/>
          </a:ln>
        </p:spPr>
        <p:txBody>
          <a:bodyPr lIns="0" tIns="0" rIns="0" bIns="0" anchor="ctr">
            <a:noAutofit/>
          </a:bodyPr>
          <a:lstStyle>
            <a:lvl1pPr indent="0" algn="l">
              <a:lnSpc>
                <a:spcPct val="100000"/>
              </a:lnSpc>
              <a:buNone/>
              <a:tabLst>
                <a:tab pos="0" algn="l"/>
              </a:tabLst>
              <a:defRPr lang="en-US" sz="1800" b="0" u="none" strike="noStrike">
                <a:solidFill>
                  <a:schemeClr val="dk1"/>
                </a:solidFill>
                <a:effectLst/>
                <a:uFillTx/>
                <a:latin typeface="Arial"/>
              </a:defRPr>
            </a:lvl1pPr>
          </a:lstStyle>
          <a:p>
            <a:pPr indent="0" algn="l">
              <a:lnSpc>
                <a:spcPct val="100000"/>
              </a:lnSpc>
              <a:buNone/>
              <a:tabLst>
                <a:tab pos="0" algn="l"/>
              </a:tabLst>
            </a:pPr>
            <a:r>
              <a:rPr lang="en-US" sz="1800" b="0" u="none" strike="noStrike">
                <a:solidFill>
                  <a:schemeClr val="dk1"/>
                </a:solidFill>
                <a:effectLst/>
                <a:uFillTx/>
                <a:latin typeface="Arial"/>
              </a:rPr>
              <a:t>Click to edit the title text format</a:t>
            </a:r>
            <a:endParaRPr lang="en-US" sz="1800" b="0" u="none" strike="noStrike">
              <a:solidFill>
                <a:schemeClr val="dk1"/>
              </a:solidFill>
              <a:effectLst/>
              <a:uFillTx/>
              <a:latin typeface="Arial"/>
            </a:endParaRPr>
          </a:p>
        </p:txBody>
      </p:sp>
    </p:spTree>
  </p:cSld>
</p:sldLayout>
</file>

<file path=ppt/slideLayouts/slideLayout2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ransition Slide Orange Bkgnd Header Bottom">
    <p:bg>
      <p:bgPr>
        <a:solidFill>
          <a:srgbClr val="FFFFFF"/>
        </a:solidFill>
      </p:bgPr>
    </p:bg>
    <p:spTree>
      <p:nvGrpSpPr>
        <p:cNvPr id="1" name=""/>
        <p:cNvGrpSpPr/>
        <p:nvPr/>
      </p:nvGrpSpPr>
      <p:grpSpPr>
        <a:xfrm>
          <a:off x="0" y="0"/>
          <a:ext cx="0" cy="0"/>
          <a:chOff x="0" y="0"/>
          <a:chExt cx="0" cy="0"/>
        </a:xfrm>
      </p:grpSpPr>
      <p:sp>
        <p:nvSpPr>
          <p:cNvPr id="440" name="Rectangle 5"/>
          <p:cNvSpPr/>
          <p:nvPr/>
        </p:nvSpPr>
        <p:spPr>
          <a:xfrm>
            <a:off x="0" y="0"/>
            <a:ext cx="12190680" cy="666000"/>
          </a:xfrm>
          <a:prstGeom prst="rect">
            <a:avLst/>
          </a:prstGeom>
          <a:solidFill>
            <a:srgbClr val="F86901"/>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p>
            <a:endParaRPr lang="en-US" sz="1800" b="0" u="none" strike="noStrike">
              <a:solidFill>
                <a:schemeClr val="lt1"/>
              </a:solidFill>
              <a:effectLst/>
              <a:uFillTx/>
              <a:latin typeface="Arial"/>
            </a:endParaRPr>
          </a:p>
        </p:txBody>
      </p:sp>
      <p:sp>
        <p:nvSpPr>
          <p:cNvPr id="441" name="TextBox 10"/>
          <p:cNvSpPr/>
          <p:nvPr/>
        </p:nvSpPr>
        <p:spPr>
          <a:xfrm>
            <a:off x="11689200" y="269640"/>
            <a:ext cx="476280" cy="238680"/>
          </a:xfrm>
          <a:prstGeom prst="rect">
            <a:avLst/>
          </a:prstGeom>
          <a:noFill/>
          <a:ln w="0">
            <a:noFill/>
          </a:ln>
        </p:spPr>
        <p:style>
          <a:lnRef idx="0"/>
          <a:fillRef idx="0"/>
          <a:effectRef idx="0"/>
          <a:fontRef idx="minor"/>
        </p:style>
        <p:txBody>
          <a:bodyPr lIns="90000" tIns="45000" rIns="90000" bIns="45000" anchor="t">
            <a:spAutoFit/>
          </a:bodyPr>
          <a:p>
            <a:pPr defTabSz="914400">
              <a:lnSpc>
                <a:spcPct val="80000"/>
              </a:lnSpc>
            </a:pPr>
            <a:r>
              <a:rPr lang="en-US" sz="1200" b="0" u="none" strike="noStrike">
                <a:solidFill>
                  <a:srgbClr val="E56B2A"/>
                </a:solidFill>
                <a:effectLst/>
                <a:uFillTx/>
                <a:latin typeface="Georgia"/>
              </a:rPr>
              <a:t> </a:t>
            </a:r>
            <a:fld id="{415EC6DA-B00F-4C33-A8A1-C9458F9CBC93}" type="slidenum">
              <a:rPr lang="en-US" sz="1130" b="0" u="none" strike="noStrike">
                <a:solidFill>
                  <a:schemeClr val="lt1"/>
                </a:solidFill>
                <a:effectLst/>
                <a:uFillTx/>
                <a:latin typeface="Arial"/>
              </a:rPr>
              <a:t>&lt;number&gt;</a:t>
            </a:fld>
            <a:endParaRPr lang="en-US" sz="1130" b="0" u="none" strike="noStrike">
              <a:solidFill>
                <a:srgbClr val="000000"/>
              </a:solidFill>
              <a:effectLst/>
              <a:uFillTx/>
              <a:latin typeface="Arial"/>
            </a:endParaRPr>
          </a:p>
        </p:txBody>
      </p:sp>
      <p:pic>
        <p:nvPicPr>
          <p:cNvPr id="442" name="Graphic 11"/>
          <p:cNvPicPr/>
          <p:nvPr/>
        </p:nvPicPr>
        <p:blipFill>
          <a:blip r:embed="rId2">
            <a:extLst>
              <a:ext uri="{96DAC541-7B7A-43D3-8B79-37D633B846F1}">
                <asvg:svgBlip xmlns:asvg="http://schemas.microsoft.com/office/drawing/2016/SVG/main" r:embed="rId3"/>
              </a:ext>
            </a:extLst>
          </a:blip>
          <a:stretch/>
        </p:blipFill>
        <p:spPr>
          <a:xfrm>
            <a:off x="9069840" y="240840"/>
            <a:ext cx="2699280" cy="238680"/>
          </a:xfrm>
          <a:prstGeom prst="rect">
            <a:avLst/>
          </a:prstGeom>
          <a:noFill/>
          <a:ln w="0">
            <a:noFill/>
          </a:ln>
        </p:spPr>
      </p:pic>
      <p:grpSp>
        <p:nvGrpSpPr>
          <p:cNvPr id="443" name="Graphic 22"/>
          <p:cNvGrpSpPr/>
          <p:nvPr/>
        </p:nvGrpSpPr>
        <p:grpSpPr>
          <a:xfrm>
            <a:off x="201960" y="195840"/>
            <a:ext cx="797760" cy="300600"/>
            <a:chOff x="201960" y="195840"/>
            <a:chExt cx="797760" cy="300600"/>
          </a:xfrm>
        </p:grpSpPr>
        <p:sp>
          <p:nvSpPr>
            <p:cNvPr id="444" name="Freeform 2"/>
            <p:cNvSpPr/>
            <p:nvPr/>
          </p:nvSpPr>
          <p:spPr>
            <a:xfrm>
              <a:off x="540720" y="195840"/>
              <a:ext cx="135720" cy="300240"/>
            </a:xfrm>
            <a:custGeom>
              <a:avLst/>
              <a:gdLst>
                <a:gd name="textAreaLeft" fmla="*/ 0 w 135720"/>
                <a:gd name="textAreaRight" fmla="*/ 137160 w 135720"/>
                <a:gd name="textAreaTop" fmla="*/ 0 h 300240"/>
                <a:gd name="textAreaBottom" fmla="*/ 301680 h 300240"/>
                <a:gd name="GluePoint1X" fmla="*/ 393478 w 547877"/>
                <a:gd name="GluePoint1Y" fmla="*/ 129064 h 1204531"/>
                <a:gd name="GluePoint2X" fmla="*/ 537686 w 547877"/>
                <a:gd name="GluePoint2Y" fmla="*/ 74771 h 1204531"/>
                <a:gd name="GluePoint3X" fmla="*/ 547878 w 547877"/>
                <a:gd name="GluePoint3Y" fmla="*/ 74771 h 1204531"/>
                <a:gd name="GluePoint4X" fmla="*/ 547878 w 547877"/>
                <a:gd name="GluePoint4Y" fmla="*/ 0 h 1204531"/>
                <a:gd name="GluePoint5X" fmla="*/ 267938 w 547877"/>
                <a:gd name="GluePoint5Y" fmla="*/ 4667 h 1204531"/>
                <a:gd name="GluePoint6X" fmla="*/ 0 w 547877"/>
                <a:gd name="GluePoint6Y" fmla="*/ 0 h 1204531"/>
                <a:gd name="GluePoint7X" fmla="*/ 0 w 547877"/>
                <a:gd name="GluePoint7Y" fmla="*/ 74771 h 1204531"/>
                <a:gd name="GluePoint8X" fmla="*/ 10192 w 547877"/>
                <a:gd name="GluePoint8Y" fmla="*/ 74771 h 1204531"/>
                <a:gd name="GluePoint9X" fmla="*/ 154400 w 547877"/>
                <a:gd name="GluePoint9Y" fmla="*/ 128968 h 1204531"/>
                <a:gd name="GluePoint10X" fmla="*/ 171640 w 547877"/>
                <a:gd name="GluePoint10Y" fmla="*/ 363188 h 1204531"/>
                <a:gd name="GluePoint11X" fmla="*/ 171640 w 547877"/>
                <a:gd name="GluePoint11Y" fmla="*/ 841153 h 1204531"/>
                <a:gd name="GluePoint12X" fmla="*/ 154496 w 547877"/>
                <a:gd name="GluePoint12Y" fmla="*/ 1075373 h 1204531"/>
                <a:gd name="GluePoint13X" fmla="*/ 10192 w 547877"/>
                <a:gd name="GluePoint13Y" fmla="*/ 1129569 h 1204531"/>
                <a:gd name="GluePoint14X" fmla="*/ 0 w 547877"/>
                <a:gd name="GluePoint14Y" fmla="*/ 1129569 h 1204531"/>
                <a:gd name="GluePoint15X" fmla="*/ 0 w 547877"/>
                <a:gd name="GluePoint15Y" fmla="*/ 1204531 h 1204531"/>
                <a:gd name="GluePoint16X" fmla="*/ 268224 w 547877"/>
                <a:gd name="GluePoint16Y" fmla="*/ 1197102 h 1204531"/>
                <a:gd name="GluePoint17X" fmla="*/ 547878 w 547877"/>
                <a:gd name="GluePoint17Y" fmla="*/ 1204531 h 1204531"/>
                <a:gd name="GluePoint18X" fmla="*/ 547878 w 547877"/>
                <a:gd name="GluePoint18Y" fmla="*/ 1129569 h 1204531"/>
                <a:gd name="GluePoint19X" fmla="*/ 537686 w 547877"/>
                <a:gd name="GluePoint19Y" fmla="*/ 1129569 h 1204531"/>
                <a:gd name="GluePoint20X" fmla="*/ 393478 w 547877"/>
                <a:gd name="GluePoint20Y" fmla="*/ 1075468 h 1204531"/>
                <a:gd name="GluePoint21X" fmla="*/ 376333 w 547877"/>
                <a:gd name="GluePoint21Y" fmla="*/ 841153 h 1204531"/>
                <a:gd name="GluePoint22X" fmla="*/ 376333 w 547877"/>
                <a:gd name="GluePoint22Y" fmla="*/ 363188 h 1204531"/>
                <a:gd name="GluePoint23X" fmla="*/ 393478 w 547877"/>
                <a:gd name="GluePoint23Y" fmla="*/ 129064 h 1204531"/>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 ang="0">
                  <a:pos x="GluePoint16X" y="GluePoint16Y"/>
                </a:cxn>
                <a:cxn ang="0">
                  <a:pos x="GluePoint17X" y="GluePoint17Y"/>
                </a:cxn>
                <a:cxn ang="0">
                  <a:pos x="GluePoint18X" y="GluePoint18Y"/>
                </a:cxn>
                <a:cxn ang="0">
                  <a:pos x="GluePoint19X" y="GluePoint19Y"/>
                </a:cxn>
                <a:cxn ang="0">
                  <a:pos x="GluePoint20X" y="GluePoint20Y"/>
                </a:cxn>
                <a:cxn ang="0">
                  <a:pos x="GluePoint21X" y="GluePoint21Y"/>
                </a:cxn>
                <a:cxn ang="0">
                  <a:pos x="GluePoint22X" y="GluePoint22Y"/>
                </a:cxn>
                <a:cxn ang="0">
                  <a:pos x="GluePoint23X" y="GluePoint23Y"/>
                </a:cxn>
              </a:cxnLst>
              <a:rect l="textAreaLeft" t="textAreaTop" r="textAreaRight" b="textAreaBottom"/>
              <a:pathLst>
                <a:path w="547877" h="1204531">
                  <a:moveTo>
                    <a:pt x="393478" y="129064"/>
                  </a:moveTo>
                  <a:cubicBezTo>
                    <a:pt x="414242" y="74771"/>
                    <a:pt x="482727" y="74771"/>
                    <a:pt x="537686" y="74771"/>
                  </a:cubicBezTo>
                  <a:lnTo>
                    <a:pt x="547878" y="74771"/>
                  </a:lnTo>
                  <a:lnTo>
                    <a:pt x="547878" y="0"/>
                  </a:lnTo>
                  <a:cubicBezTo>
                    <a:pt x="547878" y="0"/>
                    <a:pt x="333565" y="4667"/>
                    <a:pt x="267938" y="4667"/>
                  </a:cubicBezTo>
                  <a:cubicBezTo>
                    <a:pt x="200406" y="4667"/>
                    <a:pt x="0" y="0"/>
                    <a:pt x="0" y="0"/>
                  </a:cubicBezTo>
                  <a:lnTo>
                    <a:pt x="0" y="74771"/>
                  </a:lnTo>
                  <a:lnTo>
                    <a:pt x="10192" y="74771"/>
                  </a:lnTo>
                  <a:cubicBezTo>
                    <a:pt x="65246" y="74771"/>
                    <a:pt x="133731" y="74771"/>
                    <a:pt x="154400" y="128968"/>
                  </a:cubicBezTo>
                  <a:cubicBezTo>
                    <a:pt x="171640" y="175450"/>
                    <a:pt x="171640" y="307086"/>
                    <a:pt x="171640" y="363188"/>
                  </a:cubicBezTo>
                  <a:lnTo>
                    <a:pt x="171640" y="841153"/>
                  </a:lnTo>
                  <a:cubicBezTo>
                    <a:pt x="171640" y="897350"/>
                    <a:pt x="171640" y="1028890"/>
                    <a:pt x="154496" y="1075373"/>
                  </a:cubicBezTo>
                  <a:cubicBezTo>
                    <a:pt x="133731" y="1129569"/>
                    <a:pt x="65246" y="1129569"/>
                    <a:pt x="10192" y="1129569"/>
                  </a:cubicBezTo>
                  <a:lnTo>
                    <a:pt x="0" y="1129569"/>
                  </a:lnTo>
                  <a:lnTo>
                    <a:pt x="0" y="1204531"/>
                  </a:lnTo>
                  <a:cubicBezTo>
                    <a:pt x="0" y="1204341"/>
                    <a:pt x="173260" y="1197102"/>
                    <a:pt x="268224" y="1197102"/>
                  </a:cubicBezTo>
                  <a:cubicBezTo>
                    <a:pt x="377476" y="1197102"/>
                    <a:pt x="547878" y="1204531"/>
                    <a:pt x="547878" y="1204531"/>
                  </a:cubicBezTo>
                  <a:lnTo>
                    <a:pt x="547878" y="1129569"/>
                  </a:lnTo>
                  <a:lnTo>
                    <a:pt x="537686" y="1129569"/>
                  </a:lnTo>
                  <a:cubicBezTo>
                    <a:pt x="482727" y="1129569"/>
                    <a:pt x="414242" y="1129569"/>
                    <a:pt x="393478" y="1075468"/>
                  </a:cubicBezTo>
                  <a:cubicBezTo>
                    <a:pt x="376333" y="1028890"/>
                    <a:pt x="376333" y="897350"/>
                    <a:pt x="376333" y="841153"/>
                  </a:cubicBezTo>
                  <a:lnTo>
                    <a:pt x="376333" y="363188"/>
                  </a:lnTo>
                  <a:cubicBezTo>
                    <a:pt x="376333" y="307086"/>
                    <a:pt x="376333" y="175450"/>
                    <a:pt x="393478" y="129064"/>
                  </a:cubicBezTo>
                </a:path>
              </a:pathLst>
            </a:custGeom>
            <a:solidFill>
              <a:schemeClr val="bg1"/>
            </a:solidFill>
            <a:ln w="9525">
              <a:noFill/>
            </a:ln>
          </p:spPr>
          <p:style>
            <a:lnRef idx="0"/>
            <a:fillRef idx="0"/>
            <a:effectRef idx="0"/>
            <a:fontRef idx="minor"/>
          </p:style>
          <p:txBody>
            <a:bodyPr lIns="68040" tIns="45000" rIns="68040" bIns="45000" anchor="ctr">
              <a:noAutofit/>
            </a:bodyPr>
            <a:p>
              <a:endParaRPr lang="en-US" sz="1800" b="0" u="none" strike="noStrike">
                <a:solidFill>
                  <a:schemeClr val="dk1"/>
                </a:solidFill>
                <a:effectLst/>
                <a:uFillTx/>
                <a:latin typeface="Arial"/>
              </a:endParaRPr>
            </a:p>
          </p:txBody>
        </p:sp>
        <p:sp>
          <p:nvSpPr>
            <p:cNvPr id="445" name="Freeform 3"/>
            <p:cNvSpPr/>
            <p:nvPr/>
          </p:nvSpPr>
          <p:spPr>
            <a:xfrm>
              <a:off x="718920" y="196200"/>
              <a:ext cx="280800" cy="300240"/>
            </a:xfrm>
            <a:custGeom>
              <a:avLst/>
              <a:gdLst>
                <a:gd name="textAreaLeft" fmla="*/ 0 w 280800"/>
                <a:gd name="textAreaRight" fmla="*/ 282240 w 280800"/>
                <a:gd name="textAreaTop" fmla="*/ 0 h 300240"/>
                <a:gd name="textAreaBottom" fmla="*/ 301680 h 300240"/>
                <a:gd name="GluePoint1X" fmla="*/ 0 w 1126902"/>
                <a:gd name="GluePoint1Y" fmla="*/ 0 h 1204245"/>
                <a:gd name="GluePoint2X" fmla="*/ 0 w 1126902"/>
                <a:gd name="GluePoint2Y" fmla="*/ 312420 h 1204245"/>
                <a:gd name="GluePoint3X" fmla="*/ 74295 w 1126902"/>
                <a:gd name="GluePoint3Y" fmla="*/ 312420 h 1204245"/>
                <a:gd name="GluePoint4X" fmla="*/ 74581 w 1126902"/>
                <a:gd name="GluePoint4Y" fmla="*/ 302609 h 1204245"/>
                <a:gd name="GluePoint5X" fmla="*/ 334328 w 1126902"/>
                <a:gd name="GluePoint5Y" fmla="*/ 90773 h 1204245"/>
                <a:gd name="GluePoint6X" fmla="*/ 352330 w 1126902"/>
                <a:gd name="GluePoint6Y" fmla="*/ 90678 h 1204245"/>
                <a:gd name="GluePoint7X" fmla="*/ 453200 w 1126902"/>
                <a:gd name="GluePoint7Y" fmla="*/ 106204 h 1204245"/>
                <a:gd name="GluePoint8X" fmla="*/ 461201 w 1126902"/>
                <a:gd name="GluePoint8Y" fmla="*/ 128873 h 1204245"/>
                <a:gd name="GluePoint9X" fmla="*/ 461201 w 1126902"/>
                <a:gd name="GluePoint9Y" fmla="*/ 950119 h 1204245"/>
                <a:gd name="GluePoint10X" fmla="*/ 272510 w 1126902"/>
                <a:gd name="GluePoint10Y" fmla="*/ 1129475 h 1204245"/>
                <a:gd name="GluePoint11X" fmla="*/ 262700 w 1126902"/>
                <a:gd name="GluePoint11Y" fmla="*/ 1129856 h 1204245"/>
                <a:gd name="GluePoint12X" fmla="*/ 262700 w 1126902"/>
                <a:gd name="GluePoint12Y" fmla="*/ 1204246 h 1204245"/>
                <a:gd name="GluePoint13X" fmla="*/ 578548 w 1126902"/>
                <a:gd name="GluePoint13Y" fmla="*/ 1196911 h 1204245"/>
                <a:gd name="GluePoint14X" fmla="*/ 864203 w 1126902"/>
                <a:gd name="GluePoint14Y" fmla="*/ 1204246 h 1204245"/>
                <a:gd name="GluePoint15X" fmla="*/ 864203 w 1126902"/>
                <a:gd name="GluePoint15Y" fmla="*/ 1129856 h 1204245"/>
                <a:gd name="GluePoint16X" fmla="*/ 854393 w 1126902"/>
                <a:gd name="GluePoint16Y" fmla="*/ 1129475 h 1204245"/>
                <a:gd name="GluePoint17X" fmla="*/ 665702 w 1126902"/>
                <a:gd name="GluePoint17Y" fmla="*/ 950119 h 1204245"/>
                <a:gd name="GluePoint18X" fmla="*/ 665702 w 1126902"/>
                <a:gd name="GluePoint18Y" fmla="*/ 128873 h 1204245"/>
                <a:gd name="GluePoint19X" fmla="*/ 673608 w 1126902"/>
                <a:gd name="GluePoint19Y" fmla="*/ 108490 h 1204245"/>
                <a:gd name="GluePoint20X" fmla="*/ 791718 w 1126902"/>
                <a:gd name="GluePoint20Y" fmla="*/ 90488 h 1204245"/>
                <a:gd name="GluePoint21X" fmla="*/ 815912 w 1126902"/>
                <a:gd name="GluePoint21Y" fmla="*/ 90773 h 1204245"/>
                <a:gd name="GluePoint22X" fmla="*/ 1052513 w 1126902"/>
                <a:gd name="GluePoint22Y" fmla="*/ 302895 h 1204245"/>
                <a:gd name="GluePoint23X" fmla="*/ 1053084 w 1126902"/>
                <a:gd name="GluePoint23Y" fmla="*/ 312420 h 1204245"/>
                <a:gd name="GluePoint24X" fmla="*/ 1126903 w 1126902"/>
                <a:gd name="GluePoint24Y" fmla="*/ 312420 h 1204245"/>
                <a:gd name="GluePoint25X" fmla="*/ 1126903 w 1126902"/>
                <a:gd name="GluePoint25Y" fmla="*/ 0 h 1204245"/>
                <a:gd name="GluePoint26X" fmla="*/ 563404 w 1126902"/>
                <a:gd name="GluePoint26Y" fmla="*/ 2857 h 1204245"/>
                <a:gd name="GluePoint27X" fmla="*/ 0 w 1126902"/>
                <a:gd name="GluePoint27Y" fmla="*/ 0 h 1204245"/>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 ang="0">
                  <a:pos x="GluePoint16X" y="GluePoint16Y"/>
                </a:cxn>
                <a:cxn ang="0">
                  <a:pos x="GluePoint17X" y="GluePoint17Y"/>
                </a:cxn>
                <a:cxn ang="0">
                  <a:pos x="GluePoint18X" y="GluePoint18Y"/>
                </a:cxn>
                <a:cxn ang="0">
                  <a:pos x="GluePoint19X" y="GluePoint19Y"/>
                </a:cxn>
                <a:cxn ang="0">
                  <a:pos x="GluePoint20X" y="GluePoint20Y"/>
                </a:cxn>
                <a:cxn ang="0">
                  <a:pos x="GluePoint21X" y="GluePoint21Y"/>
                </a:cxn>
                <a:cxn ang="0">
                  <a:pos x="GluePoint22X" y="GluePoint22Y"/>
                </a:cxn>
                <a:cxn ang="0">
                  <a:pos x="GluePoint23X" y="GluePoint23Y"/>
                </a:cxn>
                <a:cxn ang="0">
                  <a:pos x="GluePoint24X" y="GluePoint24Y"/>
                </a:cxn>
                <a:cxn ang="0">
                  <a:pos x="GluePoint25X" y="GluePoint25Y"/>
                </a:cxn>
                <a:cxn ang="0">
                  <a:pos x="GluePoint26X" y="GluePoint26Y"/>
                </a:cxn>
                <a:cxn ang="0">
                  <a:pos x="GluePoint27X" y="GluePoint27Y"/>
                </a:cxn>
              </a:cxnLst>
              <a:rect l="textAreaLeft" t="textAreaTop" r="textAreaRight" b="textAreaBottom"/>
              <a:pathLst>
                <a:path w="1126902" h="1204245">
                  <a:moveTo>
                    <a:pt x="0" y="0"/>
                  </a:moveTo>
                  <a:lnTo>
                    <a:pt x="0" y="312420"/>
                  </a:lnTo>
                  <a:lnTo>
                    <a:pt x="74295" y="312420"/>
                  </a:lnTo>
                  <a:lnTo>
                    <a:pt x="74581" y="302609"/>
                  </a:lnTo>
                  <a:cubicBezTo>
                    <a:pt x="81344" y="99346"/>
                    <a:pt x="159163" y="90773"/>
                    <a:pt x="334328" y="90773"/>
                  </a:cubicBezTo>
                  <a:cubicBezTo>
                    <a:pt x="340328" y="90773"/>
                    <a:pt x="346424" y="90773"/>
                    <a:pt x="352330" y="90678"/>
                  </a:cubicBezTo>
                  <a:cubicBezTo>
                    <a:pt x="395859" y="90392"/>
                    <a:pt x="437007" y="90106"/>
                    <a:pt x="453200" y="106204"/>
                  </a:cubicBezTo>
                  <a:cubicBezTo>
                    <a:pt x="458629" y="111538"/>
                    <a:pt x="461201" y="118967"/>
                    <a:pt x="461201" y="128873"/>
                  </a:cubicBezTo>
                  <a:lnTo>
                    <a:pt x="461201" y="950119"/>
                  </a:lnTo>
                  <a:cubicBezTo>
                    <a:pt x="461201" y="1072039"/>
                    <a:pt x="444151" y="1122426"/>
                    <a:pt x="272510" y="1129475"/>
                  </a:cubicBezTo>
                  <a:lnTo>
                    <a:pt x="262700" y="1129856"/>
                  </a:lnTo>
                  <a:lnTo>
                    <a:pt x="262700" y="1204246"/>
                  </a:lnTo>
                  <a:cubicBezTo>
                    <a:pt x="262700" y="1204246"/>
                    <a:pt x="462725" y="1196911"/>
                    <a:pt x="578548" y="1196911"/>
                  </a:cubicBezTo>
                  <a:cubicBezTo>
                    <a:pt x="666941" y="1196911"/>
                    <a:pt x="864203" y="1204246"/>
                    <a:pt x="864203" y="1204246"/>
                  </a:cubicBezTo>
                  <a:lnTo>
                    <a:pt x="864203" y="1129856"/>
                  </a:lnTo>
                  <a:lnTo>
                    <a:pt x="854393" y="1129475"/>
                  </a:lnTo>
                  <a:cubicBezTo>
                    <a:pt x="682752" y="1122426"/>
                    <a:pt x="665702" y="1072039"/>
                    <a:pt x="665702" y="950119"/>
                  </a:cubicBezTo>
                  <a:lnTo>
                    <a:pt x="665702" y="128873"/>
                  </a:lnTo>
                  <a:cubicBezTo>
                    <a:pt x="665702" y="120396"/>
                    <a:pt x="668369" y="113729"/>
                    <a:pt x="673608" y="108490"/>
                  </a:cubicBezTo>
                  <a:cubicBezTo>
                    <a:pt x="693420" y="89059"/>
                    <a:pt x="747903" y="89821"/>
                    <a:pt x="791718" y="90488"/>
                  </a:cubicBezTo>
                  <a:cubicBezTo>
                    <a:pt x="800005" y="90583"/>
                    <a:pt x="808196" y="90773"/>
                    <a:pt x="815912" y="90773"/>
                  </a:cubicBezTo>
                  <a:cubicBezTo>
                    <a:pt x="987267" y="90773"/>
                    <a:pt x="1042511" y="140303"/>
                    <a:pt x="1052513" y="302895"/>
                  </a:cubicBezTo>
                  <a:lnTo>
                    <a:pt x="1053084" y="312420"/>
                  </a:lnTo>
                  <a:lnTo>
                    <a:pt x="1126903" y="312420"/>
                  </a:lnTo>
                  <a:lnTo>
                    <a:pt x="1126903" y="0"/>
                  </a:lnTo>
                  <a:cubicBezTo>
                    <a:pt x="1126903" y="0"/>
                    <a:pt x="694468" y="2857"/>
                    <a:pt x="563404" y="2857"/>
                  </a:cubicBezTo>
                  <a:cubicBezTo>
                    <a:pt x="432340" y="2857"/>
                    <a:pt x="0" y="0"/>
                    <a:pt x="0" y="0"/>
                  </a:cubicBezTo>
                </a:path>
              </a:pathLst>
            </a:custGeom>
            <a:solidFill>
              <a:schemeClr val="bg1"/>
            </a:solidFill>
            <a:ln w="9525">
              <a:noFill/>
            </a:ln>
          </p:spPr>
          <p:style>
            <a:lnRef idx="0"/>
            <a:fillRef idx="0"/>
            <a:effectRef idx="0"/>
            <a:fontRef idx="minor"/>
          </p:style>
          <p:txBody>
            <a:bodyPr lIns="90000" tIns="45000" rIns="90000" bIns="45000" anchor="ctr">
              <a:noAutofit/>
            </a:bodyPr>
            <a:p>
              <a:endParaRPr lang="en-US" sz="1800" b="0" u="none" strike="noStrike">
                <a:solidFill>
                  <a:schemeClr val="dk1"/>
                </a:solidFill>
                <a:effectLst/>
                <a:uFillTx/>
                <a:latin typeface="Arial"/>
              </a:endParaRPr>
            </a:p>
          </p:txBody>
        </p:sp>
        <p:sp>
          <p:nvSpPr>
            <p:cNvPr id="446" name="Freeform 4"/>
            <p:cNvSpPr/>
            <p:nvPr/>
          </p:nvSpPr>
          <p:spPr>
            <a:xfrm>
              <a:off x="201960" y="195840"/>
              <a:ext cx="297720" cy="300240"/>
            </a:xfrm>
            <a:custGeom>
              <a:avLst/>
              <a:gdLst>
                <a:gd name="textAreaLeft" fmla="*/ 0 w 297720"/>
                <a:gd name="textAreaRight" fmla="*/ 299160 w 297720"/>
                <a:gd name="textAreaTop" fmla="*/ 0 h 300240"/>
                <a:gd name="textAreaBottom" fmla="*/ 301680 h 300240"/>
                <a:gd name="GluePoint1X" fmla="*/ 372618 w 1195101"/>
                <a:gd name="GluePoint1Y" fmla="*/ 571786 h 1204626"/>
                <a:gd name="GluePoint2X" fmla="*/ 372523 w 1195101"/>
                <a:gd name="GluePoint2Y" fmla="*/ 134303 h 1204626"/>
                <a:gd name="GluePoint3X" fmla="*/ 386239 w 1195101"/>
                <a:gd name="GluePoint3Y" fmla="*/ 86487 h 1204626"/>
                <a:gd name="GluePoint4X" fmla="*/ 498348 w 1195101"/>
                <a:gd name="GluePoint4Y" fmla="*/ 85630 h 1204626"/>
                <a:gd name="GluePoint5X" fmla="*/ 738473 w 1195101"/>
                <a:gd name="GluePoint5Y" fmla="*/ 330518 h 1204626"/>
                <a:gd name="GluePoint6X" fmla="*/ 640747 w 1195101"/>
                <a:gd name="GluePoint6Y" fmla="*/ 541687 h 1204626"/>
                <a:gd name="GluePoint7X" fmla="*/ 372618 w 1195101"/>
                <a:gd name="GluePoint7Y" fmla="*/ 571786 h 1204626"/>
                <a:gd name="GluePoint8X" fmla="*/ 1186529 w 1195101"/>
                <a:gd name="GluePoint8Y" fmla="*/ 1129760 h 1204626"/>
                <a:gd name="GluePoint9X" fmla="*/ 1017461 w 1195101"/>
                <a:gd name="GluePoint9Y" fmla="*/ 1040702 h 1204626"/>
                <a:gd name="GluePoint10X" fmla="*/ 661797 w 1195101"/>
                <a:gd name="GluePoint10Y" fmla="*/ 632460 h 1204626"/>
                <a:gd name="GluePoint11X" fmla="*/ 964597 w 1195101"/>
                <a:gd name="GluePoint11Y" fmla="*/ 305371 h 1204626"/>
                <a:gd name="GluePoint12X" fmla="*/ 831056 w 1195101"/>
                <a:gd name="GluePoint12Y" fmla="*/ 55816 h 1204626"/>
                <a:gd name="GluePoint13X" fmla="*/ 544639 w 1195101"/>
                <a:gd name="GluePoint13Y" fmla="*/ 190 h 1204626"/>
                <a:gd name="GluePoint14X" fmla="*/ 317468 w 1195101"/>
                <a:gd name="GluePoint14Y" fmla="*/ 4191 h 1204626"/>
                <a:gd name="GluePoint15X" fmla="*/ 191 w 1195101"/>
                <a:gd name="GluePoint15Y" fmla="*/ 0 h 1204626"/>
                <a:gd name="GluePoint16X" fmla="*/ 191 w 1195101"/>
                <a:gd name="GluePoint16Y" fmla="*/ 74866 h 1204626"/>
                <a:gd name="GluePoint17X" fmla="*/ 15050 w 1195101"/>
                <a:gd name="GluePoint17Y" fmla="*/ 74866 h 1204626"/>
                <a:gd name="GluePoint18X" fmla="*/ 152781 w 1195101"/>
                <a:gd name="GluePoint18Y" fmla="*/ 128683 h 1204626"/>
                <a:gd name="GluePoint19X" fmla="*/ 168307 w 1195101"/>
                <a:gd name="GluePoint19Y" fmla="*/ 350139 h 1204626"/>
                <a:gd name="GluePoint20X" fmla="*/ 168307 w 1195101"/>
                <a:gd name="GluePoint20Y" fmla="*/ 841248 h 1204626"/>
                <a:gd name="GluePoint21X" fmla="*/ 161068 w 1195101"/>
                <a:gd name="GluePoint21Y" fmla="*/ 1034129 h 1204626"/>
                <a:gd name="GluePoint22X" fmla="*/ 152686 w 1195101"/>
                <a:gd name="GluePoint22Y" fmla="*/ 1075944 h 1204626"/>
                <a:gd name="GluePoint23X" fmla="*/ 10382 w 1195101"/>
                <a:gd name="GluePoint23Y" fmla="*/ 1129665 h 1204626"/>
                <a:gd name="GluePoint24X" fmla="*/ 0 w 1195101"/>
                <a:gd name="GluePoint24Y" fmla="*/ 1129665 h 1204626"/>
                <a:gd name="GluePoint25X" fmla="*/ 0 w 1195101"/>
                <a:gd name="GluePoint25Y" fmla="*/ 1204532 h 1204626"/>
                <a:gd name="GluePoint26X" fmla="*/ 278225 w 1195101"/>
                <a:gd name="GluePoint26Y" fmla="*/ 1197102 h 1204626"/>
                <a:gd name="GluePoint27X" fmla="*/ 540734 w 1195101"/>
                <a:gd name="GluePoint27Y" fmla="*/ 1204532 h 1204626"/>
                <a:gd name="GluePoint28X" fmla="*/ 540734 w 1195101"/>
                <a:gd name="GluePoint28Y" fmla="*/ 1129665 h 1204626"/>
                <a:gd name="GluePoint29X" fmla="*/ 525971 w 1195101"/>
                <a:gd name="GluePoint29Y" fmla="*/ 1129665 h 1204626"/>
                <a:gd name="GluePoint30X" fmla="*/ 388239 w 1195101"/>
                <a:gd name="GluePoint30Y" fmla="*/ 1075754 h 1204626"/>
                <a:gd name="GluePoint31X" fmla="*/ 379857 w 1195101"/>
                <a:gd name="GluePoint31Y" fmla="*/ 1034034 h 1204626"/>
                <a:gd name="GluePoint32X" fmla="*/ 372618 w 1195101"/>
                <a:gd name="GluePoint32Y" fmla="*/ 854297 h 1204626"/>
                <a:gd name="GluePoint33X" fmla="*/ 372618 w 1195101"/>
                <a:gd name="GluePoint33Y" fmla="*/ 653510 h 1204626"/>
                <a:gd name="GluePoint34X" fmla="*/ 479107 w 1195101"/>
                <a:gd name="GluePoint34Y" fmla="*/ 702469 h 1204626"/>
                <a:gd name="GluePoint35X" fmla="*/ 501110 w 1195101"/>
                <a:gd name="GluePoint35Y" fmla="*/ 728472 h 1204626"/>
                <a:gd name="GluePoint36X" fmla="*/ 797909 w 1195101"/>
                <a:gd name="GluePoint36Y" fmla="*/ 1096804 h 1204626"/>
                <a:gd name="GluePoint37X" fmla="*/ 885158 w 1195101"/>
                <a:gd name="GluePoint37Y" fmla="*/ 1204532 h 1204626"/>
                <a:gd name="GluePoint38X" fmla="*/ 1027366 w 1195101"/>
                <a:gd name="GluePoint38Y" fmla="*/ 1200436 h 1204626"/>
                <a:gd name="GluePoint39X" fmla="*/ 1195102 w 1195101"/>
                <a:gd name="GluePoint39Y" fmla="*/ 1204627 h 1204626"/>
                <a:gd name="GluePoint40X" fmla="*/ 1195102 w 1195101"/>
                <a:gd name="GluePoint40Y" fmla="*/ 1131094 h 1204626"/>
                <a:gd name="GluePoint41X" fmla="*/ 1186529 w 1195101"/>
                <a:gd name="GluePoint41Y" fmla="*/ 1129760 h 1204626"/>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 ang="0">
                  <a:pos x="GluePoint16X" y="GluePoint16Y"/>
                </a:cxn>
                <a:cxn ang="0">
                  <a:pos x="GluePoint17X" y="GluePoint17Y"/>
                </a:cxn>
                <a:cxn ang="0">
                  <a:pos x="GluePoint18X" y="GluePoint18Y"/>
                </a:cxn>
                <a:cxn ang="0">
                  <a:pos x="GluePoint19X" y="GluePoint19Y"/>
                </a:cxn>
                <a:cxn ang="0">
                  <a:pos x="GluePoint20X" y="GluePoint20Y"/>
                </a:cxn>
                <a:cxn ang="0">
                  <a:pos x="GluePoint21X" y="GluePoint21Y"/>
                </a:cxn>
                <a:cxn ang="0">
                  <a:pos x="GluePoint22X" y="GluePoint22Y"/>
                </a:cxn>
                <a:cxn ang="0">
                  <a:pos x="GluePoint23X" y="GluePoint23Y"/>
                </a:cxn>
                <a:cxn ang="0">
                  <a:pos x="GluePoint24X" y="GluePoint24Y"/>
                </a:cxn>
                <a:cxn ang="0">
                  <a:pos x="GluePoint25X" y="GluePoint25Y"/>
                </a:cxn>
                <a:cxn ang="0">
                  <a:pos x="GluePoint26X" y="GluePoint26Y"/>
                </a:cxn>
                <a:cxn ang="0">
                  <a:pos x="GluePoint27X" y="GluePoint27Y"/>
                </a:cxn>
                <a:cxn ang="0">
                  <a:pos x="GluePoint28X" y="GluePoint28Y"/>
                </a:cxn>
                <a:cxn ang="0">
                  <a:pos x="GluePoint29X" y="GluePoint29Y"/>
                </a:cxn>
                <a:cxn ang="0">
                  <a:pos x="GluePoint30X" y="GluePoint30Y"/>
                </a:cxn>
                <a:cxn ang="0">
                  <a:pos x="GluePoint31X" y="GluePoint31Y"/>
                </a:cxn>
                <a:cxn ang="0">
                  <a:pos x="GluePoint32X" y="GluePoint32Y"/>
                </a:cxn>
                <a:cxn ang="0">
                  <a:pos x="GluePoint33X" y="GluePoint33Y"/>
                </a:cxn>
                <a:cxn ang="0">
                  <a:pos x="GluePoint34X" y="GluePoint34Y"/>
                </a:cxn>
                <a:cxn ang="0">
                  <a:pos x="GluePoint35X" y="GluePoint35Y"/>
                </a:cxn>
                <a:cxn ang="0">
                  <a:pos x="GluePoint36X" y="GluePoint36Y"/>
                </a:cxn>
                <a:cxn ang="0">
                  <a:pos x="GluePoint37X" y="GluePoint37Y"/>
                </a:cxn>
                <a:cxn ang="0">
                  <a:pos x="GluePoint38X" y="GluePoint38Y"/>
                </a:cxn>
                <a:cxn ang="0">
                  <a:pos x="GluePoint39X" y="GluePoint39Y"/>
                </a:cxn>
                <a:cxn ang="0">
                  <a:pos x="GluePoint40X" y="GluePoint40Y"/>
                </a:cxn>
                <a:cxn ang="0">
                  <a:pos x="GluePoint41X" y="GluePoint41Y"/>
                </a:cxn>
              </a:cxnLst>
              <a:rect l="textAreaLeft" t="textAreaTop" r="textAreaRight" b="textAreaBottom"/>
              <a:pathLst>
                <a:path w="1195101" h="1204626">
                  <a:moveTo>
                    <a:pt x="372618" y="571786"/>
                  </a:moveTo>
                  <a:cubicBezTo>
                    <a:pt x="372618" y="571786"/>
                    <a:pt x="372618" y="136874"/>
                    <a:pt x="372523" y="134303"/>
                  </a:cubicBezTo>
                  <a:cubicBezTo>
                    <a:pt x="372237" y="116967"/>
                    <a:pt x="371761" y="93250"/>
                    <a:pt x="386239" y="86487"/>
                  </a:cubicBezTo>
                  <a:cubicBezTo>
                    <a:pt x="396240" y="82105"/>
                    <a:pt x="493014" y="85630"/>
                    <a:pt x="498348" y="85630"/>
                  </a:cubicBezTo>
                  <a:cubicBezTo>
                    <a:pt x="650938" y="85630"/>
                    <a:pt x="738473" y="174974"/>
                    <a:pt x="738473" y="330518"/>
                  </a:cubicBezTo>
                  <a:cubicBezTo>
                    <a:pt x="738473" y="443960"/>
                    <a:pt x="708374" y="509016"/>
                    <a:pt x="640747" y="541687"/>
                  </a:cubicBezTo>
                  <a:cubicBezTo>
                    <a:pt x="577691" y="571976"/>
                    <a:pt x="372618" y="571786"/>
                    <a:pt x="372618" y="571786"/>
                  </a:cubicBezTo>
                  <a:moveTo>
                    <a:pt x="1186529" y="1129760"/>
                  </a:moveTo>
                  <a:cubicBezTo>
                    <a:pt x="1100138" y="1116235"/>
                    <a:pt x="1074134" y="1106424"/>
                    <a:pt x="1017461" y="1040702"/>
                  </a:cubicBezTo>
                  <a:lnTo>
                    <a:pt x="661797" y="632460"/>
                  </a:lnTo>
                  <a:cubicBezTo>
                    <a:pt x="849059" y="608076"/>
                    <a:pt x="964597" y="484251"/>
                    <a:pt x="964597" y="305371"/>
                  </a:cubicBezTo>
                  <a:cubicBezTo>
                    <a:pt x="964597" y="188976"/>
                    <a:pt x="919544" y="105061"/>
                    <a:pt x="831056" y="55816"/>
                  </a:cubicBezTo>
                  <a:cubicBezTo>
                    <a:pt x="763619" y="18383"/>
                    <a:pt x="670084" y="190"/>
                    <a:pt x="544639" y="190"/>
                  </a:cubicBezTo>
                  <a:cubicBezTo>
                    <a:pt x="507206" y="1143"/>
                    <a:pt x="416909" y="4191"/>
                    <a:pt x="317468" y="4191"/>
                  </a:cubicBezTo>
                  <a:cubicBezTo>
                    <a:pt x="214313" y="4191"/>
                    <a:pt x="191" y="0"/>
                    <a:pt x="191" y="0"/>
                  </a:cubicBezTo>
                  <a:lnTo>
                    <a:pt x="191" y="74866"/>
                  </a:lnTo>
                  <a:lnTo>
                    <a:pt x="15050" y="74866"/>
                  </a:lnTo>
                  <a:cubicBezTo>
                    <a:pt x="71818" y="74486"/>
                    <a:pt x="135731" y="74771"/>
                    <a:pt x="152781" y="128683"/>
                  </a:cubicBezTo>
                  <a:cubicBezTo>
                    <a:pt x="168307" y="175355"/>
                    <a:pt x="168307" y="306896"/>
                    <a:pt x="168307" y="350139"/>
                  </a:cubicBezTo>
                  <a:lnTo>
                    <a:pt x="168307" y="841248"/>
                  </a:lnTo>
                  <a:cubicBezTo>
                    <a:pt x="168307" y="895445"/>
                    <a:pt x="168307" y="977837"/>
                    <a:pt x="161068" y="1034129"/>
                  </a:cubicBezTo>
                  <a:cubicBezTo>
                    <a:pt x="158972" y="1050798"/>
                    <a:pt x="156210" y="1065276"/>
                    <a:pt x="152686" y="1075944"/>
                  </a:cubicBezTo>
                  <a:cubicBezTo>
                    <a:pt x="135350" y="1129665"/>
                    <a:pt x="66104" y="1129665"/>
                    <a:pt x="10382" y="1129665"/>
                  </a:cubicBezTo>
                  <a:lnTo>
                    <a:pt x="0" y="1129665"/>
                  </a:lnTo>
                  <a:lnTo>
                    <a:pt x="0" y="1204532"/>
                  </a:lnTo>
                  <a:cubicBezTo>
                    <a:pt x="0" y="1204532"/>
                    <a:pt x="166783" y="1197102"/>
                    <a:pt x="278225" y="1197102"/>
                  </a:cubicBezTo>
                  <a:cubicBezTo>
                    <a:pt x="374047" y="1197102"/>
                    <a:pt x="540734" y="1204246"/>
                    <a:pt x="540734" y="1204532"/>
                  </a:cubicBezTo>
                  <a:lnTo>
                    <a:pt x="540734" y="1129665"/>
                  </a:lnTo>
                  <a:lnTo>
                    <a:pt x="525971" y="1129665"/>
                  </a:lnTo>
                  <a:cubicBezTo>
                    <a:pt x="470059" y="1129951"/>
                    <a:pt x="406813" y="1129760"/>
                    <a:pt x="388239" y="1075754"/>
                  </a:cubicBezTo>
                  <a:cubicBezTo>
                    <a:pt x="384620" y="1065086"/>
                    <a:pt x="381953" y="1050607"/>
                    <a:pt x="379857" y="1034034"/>
                  </a:cubicBezTo>
                  <a:cubicBezTo>
                    <a:pt x="372618" y="978122"/>
                    <a:pt x="372618" y="898017"/>
                    <a:pt x="372618" y="854297"/>
                  </a:cubicBezTo>
                  <a:lnTo>
                    <a:pt x="372618" y="653510"/>
                  </a:lnTo>
                  <a:cubicBezTo>
                    <a:pt x="439198" y="654082"/>
                    <a:pt x="444913" y="661035"/>
                    <a:pt x="479107" y="702469"/>
                  </a:cubicBezTo>
                  <a:cubicBezTo>
                    <a:pt x="485489" y="710089"/>
                    <a:pt x="492728" y="718756"/>
                    <a:pt x="501110" y="728472"/>
                  </a:cubicBezTo>
                  <a:lnTo>
                    <a:pt x="797909" y="1096804"/>
                  </a:lnTo>
                  <a:lnTo>
                    <a:pt x="885158" y="1204532"/>
                  </a:lnTo>
                  <a:cubicBezTo>
                    <a:pt x="885158" y="1204532"/>
                    <a:pt x="980885" y="1200436"/>
                    <a:pt x="1027366" y="1200436"/>
                  </a:cubicBezTo>
                  <a:cubicBezTo>
                    <a:pt x="1094994" y="1200436"/>
                    <a:pt x="1195102" y="1204627"/>
                    <a:pt x="1195102" y="1204627"/>
                  </a:cubicBezTo>
                  <a:lnTo>
                    <a:pt x="1195102" y="1131094"/>
                  </a:lnTo>
                  <a:lnTo>
                    <a:pt x="1186529" y="1129760"/>
                  </a:lnTo>
                  <a:close/>
                </a:path>
              </a:pathLst>
            </a:custGeom>
            <a:solidFill>
              <a:schemeClr val="bg1"/>
            </a:solidFill>
            <a:ln w="9525">
              <a:noFill/>
            </a:ln>
          </p:spPr>
          <p:style>
            <a:lnRef idx="0"/>
            <a:fillRef idx="0"/>
            <a:effectRef idx="0"/>
            <a:fontRef idx="minor"/>
          </p:style>
          <p:txBody>
            <a:bodyPr lIns="90000" tIns="45000" rIns="90000" bIns="45000" anchor="ctr">
              <a:noAutofit/>
            </a:bodyPr>
            <a:p>
              <a:endParaRPr lang="en-US" sz="1800" b="0" u="none" strike="noStrike">
                <a:solidFill>
                  <a:schemeClr val="dk1"/>
                </a:solidFill>
                <a:effectLst/>
                <a:uFillTx/>
                <a:latin typeface="Arial"/>
              </a:endParaRPr>
            </a:p>
          </p:txBody>
        </p:sp>
      </p:grpSp>
      <p:sp>
        <p:nvSpPr>
          <p:cNvPr id="447" name="Text Placeholder 14"/>
          <p:cNvSpPr/>
          <p:nvPr/>
        </p:nvSpPr>
        <p:spPr>
          <a:xfrm>
            <a:off x="386640" y="3434040"/>
            <a:ext cx="2464560" cy="953280"/>
          </a:xfrm>
          <a:prstGeom prst="rect">
            <a:avLst/>
          </a:prstGeom>
          <a:noFill/>
          <a:ln w="0">
            <a:noFill/>
          </a:ln>
        </p:spPr>
        <p:style>
          <a:lnRef idx="0"/>
          <a:fillRef idx="0"/>
          <a:effectRef idx="0"/>
          <a:fontRef idx="minor"/>
        </p:style>
        <p:txBody>
          <a:bodyPr lIns="90000" tIns="45000" rIns="90000" bIns="45000" anchor="t">
            <a:noAutofit/>
          </a:bodyPr>
          <a:p>
            <a:endParaRPr lang="en-US" sz="2000" b="1" u="none" strike="noStrike">
              <a:solidFill>
                <a:srgbClr val="E56B2A"/>
              </a:solidFill>
              <a:effectLst/>
              <a:uFillTx/>
              <a:latin typeface="Arial"/>
            </a:endParaRPr>
          </a:p>
        </p:txBody>
      </p:sp>
      <p:sp>
        <p:nvSpPr>
          <p:cNvPr id="448" name="Rectangle 3"/>
          <p:cNvSpPr/>
          <p:nvPr/>
        </p:nvSpPr>
        <p:spPr>
          <a:xfrm>
            <a:off x="0" y="0"/>
            <a:ext cx="12190680" cy="6856560"/>
          </a:xfrm>
          <a:prstGeom prst="rect">
            <a:avLst/>
          </a:prstGeom>
          <a:solidFill>
            <a:srgbClr val="F86901"/>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p>
            <a:endParaRPr lang="en-US" sz="1800" b="0" u="none" strike="noStrike">
              <a:solidFill>
                <a:schemeClr val="lt1"/>
              </a:solidFill>
              <a:effectLst/>
              <a:uFillTx/>
              <a:latin typeface="Arial"/>
            </a:endParaRPr>
          </a:p>
        </p:txBody>
      </p:sp>
      <p:grpSp>
        <p:nvGrpSpPr>
          <p:cNvPr id="449" name="Group 2"/>
          <p:cNvGrpSpPr/>
          <p:nvPr/>
        </p:nvGrpSpPr>
        <p:grpSpPr>
          <a:xfrm>
            <a:off x="0" y="6188040"/>
            <a:ext cx="12190680" cy="666000"/>
            <a:chOff x="0" y="6188040"/>
            <a:chExt cx="12190680" cy="666000"/>
          </a:xfrm>
        </p:grpSpPr>
        <p:sp>
          <p:nvSpPr>
            <p:cNvPr id="450" name="Rectangle 5"/>
            <p:cNvSpPr/>
            <p:nvPr/>
          </p:nvSpPr>
          <p:spPr>
            <a:xfrm>
              <a:off x="0" y="6188040"/>
              <a:ext cx="12190680" cy="666000"/>
            </a:xfrm>
            <a:prstGeom prst="rect">
              <a:avLst/>
            </a:prstGeom>
            <a:solidFill>
              <a:srgbClr val="F86901"/>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p>
              <a:endParaRPr lang="en-US" sz="1800" b="0" u="none" strike="noStrike">
                <a:solidFill>
                  <a:schemeClr val="lt1"/>
                </a:solidFill>
                <a:effectLst/>
                <a:uFillTx/>
                <a:latin typeface="Arial"/>
              </a:endParaRPr>
            </a:p>
          </p:txBody>
        </p:sp>
        <p:grpSp>
          <p:nvGrpSpPr>
            <p:cNvPr id="451" name="Graphic 22"/>
            <p:cNvGrpSpPr/>
            <p:nvPr/>
          </p:nvGrpSpPr>
          <p:grpSpPr>
            <a:xfrm>
              <a:off x="201960" y="6383880"/>
              <a:ext cx="797760" cy="300600"/>
              <a:chOff x="201960" y="6383880"/>
              <a:chExt cx="797760" cy="300600"/>
            </a:xfrm>
          </p:grpSpPr>
          <p:sp>
            <p:nvSpPr>
              <p:cNvPr id="452" name="Freeform 9"/>
              <p:cNvSpPr/>
              <p:nvPr/>
            </p:nvSpPr>
            <p:spPr>
              <a:xfrm>
                <a:off x="540720" y="6383880"/>
                <a:ext cx="135720" cy="300240"/>
              </a:xfrm>
              <a:custGeom>
                <a:avLst/>
                <a:gdLst>
                  <a:gd name="textAreaLeft" fmla="*/ 0 w 135720"/>
                  <a:gd name="textAreaRight" fmla="*/ 137160 w 135720"/>
                  <a:gd name="textAreaTop" fmla="*/ 0 h 300240"/>
                  <a:gd name="textAreaBottom" fmla="*/ 301680 h 300240"/>
                  <a:gd name="GluePoint1X" fmla="*/ 393478 w 547877"/>
                  <a:gd name="GluePoint1Y" fmla="*/ 129064 h 1204531"/>
                  <a:gd name="GluePoint2X" fmla="*/ 537686 w 547877"/>
                  <a:gd name="GluePoint2Y" fmla="*/ 74771 h 1204531"/>
                  <a:gd name="GluePoint3X" fmla="*/ 547878 w 547877"/>
                  <a:gd name="GluePoint3Y" fmla="*/ 74771 h 1204531"/>
                  <a:gd name="GluePoint4X" fmla="*/ 547878 w 547877"/>
                  <a:gd name="GluePoint4Y" fmla="*/ 0 h 1204531"/>
                  <a:gd name="GluePoint5X" fmla="*/ 267938 w 547877"/>
                  <a:gd name="GluePoint5Y" fmla="*/ 4667 h 1204531"/>
                  <a:gd name="GluePoint6X" fmla="*/ 0 w 547877"/>
                  <a:gd name="GluePoint6Y" fmla="*/ 0 h 1204531"/>
                  <a:gd name="GluePoint7X" fmla="*/ 0 w 547877"/>
                  <a:gd name="GluePoint7Y" fmla="*/ 74771 h 1204531"/>
                  <a:gd name="GluePoint8X" fmla="*/ 10192 w 547877"/>
                  <a:gd name="GluePoint8Y" fmla="*/ 74771 h 1204531"/>
                  <a:gd name="GluePoint9X" fmla="*/ 154400 w 547877"/>
                  <a:gd name="GluePoint9Y" fmla="*/ 128968 h 1204531"/>
                  <a:gd name="GluePoint10X" fmla="*/ 171640 w 547877"/>
                  <a:gd name="GluePoint10Y" fmla="*/ 363188 h 1204531"/>
                  <a:gd name="GluePoint11X" fmla="*/ 171640 w 547877"/>
                  <a:gd name="GluePoint11Y" fmla="*/ 841153 h 1204531"/>
                  <a:gd name="GluePoint12X" fmla="*/ 154496 w 547877"/>
                  <a:gd name="GluePoint12Y" fmla="*/ 1075373 h 1204531"/>
                  <a:gd name="GluePoint13X" fmla="*/ 10192 w 547877"/>
                  <a:gd name="GluePoint13Y" fmla="*/ 1129569 h 1204531"/>
                  <a:gd name="GluePoint14X" fmla="*/ 0 w 547877"/>
                  <a:gd name="GluePoint14Y" fmla="*/ 1129569 h 1204531"/>
                  <a:gd name="GluePoint15X" fmla="*/ 0 w 547877"/>
                  <a:gd name="GluePoint15Y" fmla="*/ 1204531 h 1204531"/>
                  <a:gd name="GluePoint16X" fmla="*/ 268224 w 547877"/>
                  <a:gd name="GluePoint16Y" fmla="*/ 1197102 h 1204531"/>
                  <a:gd name="GluePoint17X" fmla="*/ 547878 w 547877"/>
                  <a:gd name="GluePoint17Y" fmla="*/ 1204531 h 1204531"/>
                  <a:gd name="GluePoint18X" fmla="*/ 547878 w 547877"/>
                  <a:gd name="GluePoint18Y" fmla="*/ 1129569 h 1204531"/>
                  <a:gd name="GluePoint19X" fmla="*/ 537686 w 547877"/>
                  <a:gd name="GluePoint19Y" fmla="*/ 1129569 h 1204531"/>
                  <a:gd name="GluePoint20X" fmla="*/ 393478 w 547877"/>
                  <a:gd name="GluePoint20Y" fmla="*/ 1075468 h 1204531"/>
                  <a:gd name="GluePoint21X" fmla="*/ 376333 w 547877"/>
                  <a:gd name="GluePoint21Y" fmla="*/ 841153 h 1204531"/>
                  <a:gd name="GluePoint22X" fmla="*/ 376333 w 547877"/>
                  <a:gd name="GluePoint22Y" fmla="*/ 363188 h 1204531"/>
                  <a:gd name="GluePoint23X" fmla="*/ 393478 w 547877"/>
                  <a:gd name="GluePoint23Y" fmla="*/ 129064 h 1204531"/>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 ang="0">
                    <a:pos x="GluePoint16X" y="GluePoint16Y"/>
                  </a:cxn>
                  <a:cxn ang="0">
                    <a:pos x="GluePoint17X" y="GluePoint17Y"/>
                  </a:cxn>
                  <a:cxn ang="0">
                    <a:pos x="GluePoint18X" y="GluePoint18Y"/>
                  </a:cxn>
                  <a:cxn ang="0">
                    <a:pos x="GluePoint19X" y="GluePoint19Y"/>
                  </a:cxn>
                  <a:cxn ang="0">
                    <a:pos x="GluePoint20X" y="GluePoint20Y"/>
                  </a:cxn>
                  <a:cxn ang="0">
                    <a:pos x="GluePoint21X" y="GluePoint21Y"/>
                  </a:cxn>
                  <a:cxn ang="0">
                    <a:pos x="GluePoint22X" y="GluePoint22Y"/>
                  </a:cxn>
                  <a:cxn ang="0">
                    <a:pos x="GluePoint23X" y="GluePoint23Y"/>
                  </a:cxn>
                </a:cxnLst>
                <a:rect l="textAreaLeft" t="textAreaTop" r="textAreaRight" b="textAreaBottom"/>
                <a:pathLst>
                  <a:path w="547877" h="1204531">
                    <a:moveTo>
                      <a:pt x="393478" y="129064"/>
                    </a:moveTo>
                    <a:cubicBezTo>
                      <a:pt x="414242" y="74771"/>
                      <a:pt x="482727" y="74771"/>
                      <a:pt x="537686" y="74771"/>
                    </a:cubicBezTo>
                    <a:lnTo>
                      <a:pt x="547878" y="74771"/>
                    </a:lnTo>
                    <a:lnTo>
                      <a:pt x="547878" y="0"/>
                    </a:lnTo>
                    <a:cubicBezTo>
                      <a:pt x="547878" y="0"/>
                      <a:pt x="333565" y="4667"/>
                      <a:pt x="267938" y="4667"/>
                    </a:cubicBezTo>
                    <a:cubicBezTo>
                      <a:pt x="200406" y="4667"/>
                      <a:pt x="0" y="0"/>
                      <a:pt x="0" y="0"/>
                    </a:cubicBezTo>
                    <a:lnTo>
                      <a:pt x="0" y="74771"/>
                    </a:lnTo>
                    <a:lnTo>
                      <a:pt x="10192" y="74771"/>
                    </a:lnTo>
                    <a:cubicBezTo>
                      <a:pt x="65246" y="74771"/>
                      <a:pt x="133731" y="74771"/>
                      <a:pt x="154400" y="128968"/>
                    </a:cubicBezTo>
                    <a:cubicBezTo>
                      <a:pt x="171640" y="175450"/>
                      <a:pt x="171640" y="307086"/>
                      <a:pt x="171640" y="363188"/>
                    </a:cubicBezTo>
                    <a:lnTo>
                      <a:pt x="171640" y="841153"/>
                    </a:lnTo>
                    <a:cubicBezTo>
                      <a:pt x="171640" y="897350"/>
                      <a:pt x="171640" y="1028890"/>
                      <a:pt x="154496" y="1075373"/>
                    </a:cubicBezTo>
                    <a:cubicBezTo>
                      <a:pt x="133731" y="1129569"/>
                      <a:pt x="65246" y="1129569"/>
                      <a:pt x="10192" y="1129569"/>
                    </a:cubicBezTo>
                    <a:lnTo>
                      <a:pt x="0" y="1129569"/>
                    </a:lnTo>
                    <a:lnTo>
                      <a:pt x="0" y="1204531"/>
                    </a:lnTo>
                    <a:cubicBezTo>
                      <a:pt x="0" y="1204341"/>
                      <a:pt x="173260" y="1197102"/>
                      <a:pt x="268224" y="1197102"/>
                    </a:cubicBezTo>
                    <a:cubicBezTo>
                      <a:pt x="377476" y="1197102"/>
                      <a:pt x="547878" y="1204531"/>
                      <a:pt x="547878" y="1204531"/>
                    </a:cubicBezTo>
                    <a:lnTo>
                      <a:pt x="547878" y="1129569"/>
                    </a:lnTo>
                    <a:lnTo>
                      <a:pt x="537686" y="1129569"/>
                    </a:lnTo>
                    <a:cubicBezTo>
                      <a:pt x="482727" y="1129569"/>
                      <a:pt x="414242" y="1129569"/>
                      <a:pt x="393478" y="1075468"/>
                    </a:cubicBezTo>
                    <a:cubicBezTo>
                      <a:pt x="376333" y="1028890"/>
                      <a:pt x="376333" y="897350"/>
                      <a:pt x="376333" y="841153"/>
                    </a:cubicBezTo>
                    <a:lnTo>
                      <a:pt x="376333" y="363188"/>
                    </a:lnTo>
                    <a:cubicBezTo>
                      <a:pt x="376333" y="307086"/>
                      <a:pt x="376333" y="175450"/>
                      <a:pt x="393478" y="129064"/>
                    </a:cubicBezTo>
                  </a:path>
                </a:pathLst>
              </a:custGeom>
              <a:solidFill>
                <a:schemeClr val="bg1"/>
              </a:solidFill>
              <a:ln w="9525">
                <a:noFill/>
              </a:ln>
            </p:spPr>
            <p:style>
              <a:lnRef idx="0"/>
              <a:fillRef idx="0"/>
              <a:effectRef idx="0"/>
              <a:fontRef idx="minor"/>
            </p:style>
            <p:txBody>
              <a:bodyPr lIns="68040" tIns="45000" rIns="68040" bIns="45000" anchor="ctr">
                <a:noAutofit/>
              </a:bodyPr>
              <a:p>
                <a:endParaRPr lang="en-US" sz="1800" b="0" u="none" strike="noStrike">
                  <a:solidFill>
                    <a:schemeClr val="dk1"/>
                  </a:solidFill>
                  <a:effectLst/>
                  <a:uFillTx/>
                  <a:latin typeface="Arial"/>
                </a:endParaRPr>
              </a:p>
            </p:txBody>
          </p:sp>
          <p:sp>
            <p:nvSpPr>
              <p:cNvPr id="453" name="Freeform 18"/>
              <p:cNvSpPr/>
              <p:nvPr/>
            </p:nvSpPr>
            <p:spPr>
              <a:xfrm>
                <a:off x="718920" y="6384240"/>
                <a:ext cx="280800" cy="300240"/>
              </a:xfrm>
              <a:custGeom>
                <a:avLst/>
                <a:gdLst>
                  <a:gd name="textAreaLeft" fmla="*/ 0 w 280800"/>
                  <a:gd name="textAreaRight" fmla="*/ 282240 w 280800"/>
                  <a:gd name="textAreaTop" fmla="*/ 0 h 300240"/>
                  <a:gd name="textAreaBottom" fmla="*/ 301680 h 300240"/>
                  <a:gd name="GluePoint1X" fmla="*/ 0 w 1126902"/>
                  <a:gd name="GluePoint1Y" fmla="*/ 0 h 1204245"/>
                  <a:gd name="GluePoint2X" fmla="*/ 0 w 1126902"/>
                  <a:gd name="GluePoint2Y" fmla="*/ 312420 h 1204245"/>
                  <a:gd name="GluePoint3X" fmla="*/ 74295 w 1126902"/>
                  <a:gd name="GluePoint3Y" fmla="*/ 312420 h 1204245"/>
                  <a:gd name="GluePoint4X" fmla="*/ 74581 w 1126902"/>
                  <a:gd name="GluePoint4Y" fmla="*/ 302609 h 1204245"/>
                  <a:gd name="GluePoint5X" fmla="*/ 334328 w 1126902"/>
                  <a:gd name="GluePoint5Y" fmla="*/ 90773 h 1204245"/>
                  <a:gd name="GluePoint6X" fmla="*/ 352330 w 1126902"/>
                  <a:gd name="GluePoint6Y" fmla="*/ 90678 h 1204245"/>
                  <a:gd name="GluePoint7X" fmla="*/ 453200 w 1126902"/>
                  <a:gd name="GluePoint7Y" fmla="*/ 106204 h 1204245"/>
                  <a:gd name="GluePoint8X" fmla="*/ 461201 w 1126902"/>
                  <a:gd name="GluePoint8Y" fmla="*/ 128873 h 1204245"/>
                  <a:gd name="GluePoint9X" fmla="*/ 461201 w 1126902"/>
                  <a:gd name="GluePoint9Y" fmla="*/ 950119 h 1204245"/>
                  <a:gd name="GluePoint10X" fmla="*/ 272510 w 1126902"/>
                  <a:gd name="GluePoint10Y" fmla="*/ 1129475 h 1204245"/>
                  <a:gd name="GluePoint11X" fmla="*/ 262700 w 1126902"/>
                  <a:gd name="GluePoint11Y" fmla="*/ 1129856 h 1204245"/>
                  <a:gd name="GluePoint12X" fmla="*/ 262700 w 1126902"/>
                  <a:gd name="GluePoint12Y" fmla="*/ 1204246 h 1204245"/>
                  <a:gd name="GluePoint13X" fmla="*/ 578548 w 1126902"/>
                  <a:gd name="GluePoint13Y" fmla="*/ 1196911 h 1204245"/>
                  <a:gd name="GluePoint14X" fmla="*/ 864203 w 1126902"/>
                  <a:gd name="GluePoint14Y" fmla="*/ 1204246 h 1204245"/>
                  <a:gd name="GluePoint15X" fmla="*/ 864203 w 1126902"/>
                  <a:gd name="GluePoint15Y" fmla="*/ 1129856 h 1204245"/>
                  <a:gd name="GluePoint16X" fmla="*/ 854393 w 1126902"/>
                  <a:gd name="GluePoint16Y" fmla="*/ 1129475 h 1204245"/>
                  <a:gd name="GluePoint17X" fmla="*/ 665702 w 1126902"/>
                  <a:gd name="GluePoint17Y" fmla="*/ 950119 h 1204245"/>
                  <a:gd name="GluePoint18X" fmla="*/ 665702 w 1126902"/>
                  <a:gd name="GluePoint18Y" fmla="*/ 128873 h 1204245"/>
                  <a:gd name="GluePoint19X" fmla="*/ 673608 w 1126902"/>
                  <a:gd name="GluePoint19Y" fmla="*/ 108490 h 1204245"/>
                  <a:gd name="GluePoint20X" fmla="*/ 791718 w 1126902"/>
                  <a:gd name="GluePoint20Y" fmla="*/ 90488 h 1204245"/>
                  <a:gd name="GluePoint21X" fmla="*/ 815912 w 1126902"/>
                  <a:gd name="GluePoint21Y" fmla="*/ 90773 h 1204245"/>
                  <a:gd name="GluePoint22X" fmla="*/ 1052513 w 1126902"/>
                  <a:gd name="GluePoint22Y" fmla="*/ 302895 h 1204245"/>
                  <a:gd name="GluePoint23X" fmla="*/ 1053084 w 1126902"/>
                  <a:gd name="GluePoint23Y" fmla="*/ 312420 h 1204245"/>
                  <a:gd name="GluePoint24X" fmla="*/ 1126903 w 1126902"/>
                  <a:gd name="GluePoint24Y" fmla="*/ 312420 h 1204245"/>
                  <a:gd name="GluePoint25X" fmla="*/ 1126903 w 1126902"/>
                  <a:gd name="GluePoint25Y" fmla="*/ 0 h 1204245"/>
                  <a:gd name="GluePoint26X" fmla="*/ 563404 w 1126902"/>
                  <a:gd name="GluePoint26Y" fmla="*/ 2857 h 1204245"/>
                  <a:gd name="GluePoint27X" fmla="*/ 0 w 1126902"/>
                  <a:gd name="GluePoint27Y" fmla="*/ 0 h 1204245"/>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 ang="0">
                    <a:pos x="GluePoint16X" y="GluePoint16Y"/>
                  </a:cxn>
                  <a:cxn ang="0">
                    <a:pos x="GluePoint17X" y="GluePoint17Y"/>
                  </a:cxn>
                  <a:cxn ang="0">
                    <a:pos x="GluePoint18X" y="GluePoint18Y"/>
                  </a:cxn>
                  <a:cxn ang="0">
                    <a:pos x="GluePoint19X" y="GluePoint19Y"/>
                  </a:cxn>
                  <a:cxn ang="0">
                    <a:pos x="GluePoint20X" y="GluePoint20Y"/>
                  </a:cxn>
                  <a:cxn ang="0">
                    <a:pos x="GluePoint21X" y="GluePoint21Y"/>
                  </a:cxn>
                  <a:cxn ang="0">
                    <a:pos x="GluePoint22X" y="GluePoint22Y"/>
                  </a:cxn>
                  <a:cxn ang="0">
                    <a:pos x="GluePoint23X" y="GluePoint23Y"/>
                  </a:cxn>
                  <a:cxn ang="0">
                    <a:pos x="GluePoint24X" y="GluePoint24Y"/>
                  </a:cxn>
                  <a:cxn ang="0">
                    <a:pos x="GluePoint25X" y="GluePoint25Y"/>
                  </a:cxn>
                  <a:cxn ang="0">
                    <a:pos x="GluePoint26X" y="GluePoint26Y"/>
                  </a:cxn>
                  <a:cxn ang="0">
                    <a:pos x="GluePoint27X" y="GluePoint27Y"/>
                  </a:cxn>
                </a:cxnLst>
                <a:rect l="textAreaLeft" t="textAreaTop" r="textAreaRight" b="textAreaBottom"/>
                <a:pathLst>
                  <a:path w="1126902" h="1204245">
                    <a:moveTo>
                      <a:pt x="0" y="0"/>
                    </a:moveTo>
                    <a:lnTo>
                      <a:pt x="0" y="312420"/>
                    </a:lnTo>
                    <a:lnTo>
                      <a:pt x="74295" y="312420"/>
                    </a:lnTo>
                    <a:lnTo>
                      <a:pt x="74581" y="302609"/>
                    </a:lnTo>
                    <a:cubicBezTo>
                      <a:pt x="81344" y="99346"/>
                      <a:pt x="159163" y="90773"/>
                      <a:pt x="334328" y="90773"/>
                    </a:cubicBezTo>
                    <a:cubicBezTo>
                      <a:pt x="340328" y="90773"/>
                      <a:pt x="346424" y="90773"/>
                      <a:pt x="352330" y="90678"/>
                    </a:cubicBezTo>
                    <a:cubicBezTo>
                      <a:pt x="395859" y="90392"/>
                      <a:pt x="437007" y="90106"/>
                      <a:pt x="453200" y="106204"/>
                    </a:cubicBezTo>
                    <a:cubicBezTo>
                      <a:pt x="458629" y="111538"/>
                      <a:pt x="461201" y="118967"/>
                      <a:pt x="461201" y="128873"/>
                    </a:cubicBezTo>
                    <a:lnTo>
                      <a:pt x="461201" y="950119"/>
                    </a:lnTo>
                    <a:cubicBezTo>
                      <a:pt x="461201" y="1072039"/>
                      <a:pt x="444151" y="1122426"/>
                      <a:pt x="272510" y="1129475"/>
                    </a:cubicBezTo>
                    <a:lnTo>
                      <a:pt x="262700" y="1129856"/>
                    </a:lnTo>
                    <a:lnTo>
                      <a:pt x="262700" y="1204246"/>
                    </a:lnTo>
                    <a:cubicBezTo>
                      <a:pt x="262700" y="1204246"/>
                      <a:pt x="462725" y="1196911"/>
                      <a:pt x="578548" y="1196911"/>
                    </a:cubicBezTo>
                    <a:cubicBezTo>
                      <a:pt x="666941" y="1196911"/>
                      <a:pt x="864203" y="1204246"/>
                      <a:pt x="864203" y="1204246"/>
                    </a:cubicBezTo>
                    <a:lnTo>
                      <a:pt x="864203" y="1129856"/>
                    </a:lnTo>
                    <a:lnTo>
                      <a:pt x="854393" y="1129475"/>
                    </a:lnTo>
                    <a:cubicBezTo>
                      <a:pt x="682752" y="1122426"/>
                      <a:pt x="665702" y="1072039"/>
                      <a:pt x="665702" y="950119"/>
                    </a:cubicBezTo>
                    <a:lnTo>
                      <a:pt x="665702" y="128873"/>
                    </a:lnTo>
                    <a:cubicBezTo>
                      <a:pt x="665702" y="120396"/>
                      <a:pt x="668369" y="113729"/>
                      <a:pt x="673608" y="108490"/>
                    </a:cubicBezTo>
                    <a:cubicBezTo>
                      <a:pt x="693420" y="89059"/>
                      <a:pt x="747903" y="89821"/>
                      <a:pt x="791718" y="90488"/>
                    </a:cubicBezTo>
                    <a:cubicBezTo>
                      <a:pt x="800005" y="90583"/>
                      <a:pt x="808196" y="90773"/>
                      <a:pt x="815912" y="90773"/>
                    </a:cubicBezTo>
                    <a:cubicBezTo>
                      <a:pt x="987267" y="90773"/>
                      <a:pt x="1042511" y="140303"/>
                      <a:pt x="1052513" y="302895"/>
                    </a:cubicBezTo>
                    <a:lnTo>
                      <a:pt x="1053084" y="312420"/>
                    </a:lnTo>
                    <a:lnTo>
                      <a:pt x="1126903" y="312420"/>
                    </a:lnTo>
                    <a:lnTo>
                      <a:pt x="1126903" y="0"/>
                    </a:lnTo>
                    <a:cubicBezTo>
                      <a:pt x="1126903" y="0"/>
                      <a:pt x="694468" y="2857"/>
                      <a:pt x="563404" y="2857"/>
                    </a:cubicBezTo>
                    <a:cubicBezTo>
                      <a:pt x="432340" y="2857"/>
                      <a:pt x="0" y="0"/>
                      <a:pt x="0" y="0"/>
                    </a:cubicBezTo>
                  </a:path>
                </a:pathLst>
              </a:custGeom>
              <a:solidFill>
                <a:schemeClr val="bg1"/>
              </a:solidFill>
              <a:ln w="9525">
                <a:noFill/>
              </a:ln>
            </p:spPr>
            <p:style>
              <a:lnRef idx="0"/>
              <a:fillRef idx="0"/>
              <a:effectRef idx="0"/>
              <a:fontRef idx="minor"/>
            </p:style>
            <p:txBody>
              <a:bodyPr lIns="90000" tIns="45000" rIns="90000" bIns="45000" anchor="ctr">
                <a:noAutofit/>
              </a:bodyPr>
              <a:p>
                <a:endParaRPr lang="en-US" sz="1800" b="0" u="none" strike="noStrike">
                  <a:solidFill>
                    <a:schemeClr val="dk1"/>
                  </a:solidFill>
                  <a:effectLst/>
                  <a:uFillTx/>
                  <a:latin typeface="Arial"/>
                </a:endParaRPr>
              </a:p>
            </p:txBody>
          </p:sp>
          <p:sp>
            <p:nvSpPr>
              <p:cNvPr id="454" name="Freeform 19"/>
              <p:cNvSpPr/>
              <p:nvPr/>
            </p:nvSpPr>
            <p:spPr>
              <a:xfrm>
                <a:off x="201960" y="6383880"/>
                <a:ext cx="297720" cy="300240"/>
              </a:xfrm>
              <a:custGeom>
                <a:avLst/>
                <a:gdLst>
                  <a:gd name="textAreaLeft" fmla="*/ 0 w 297720"/>
                  <a:gd name="textAreaRight" fmla="*/ 299160 w 297720"/>
                  <a:gd name="textAreaTop" fmla="*/ 0 h 300240"/>
                  <a:gd name="textAreaBottom" fmla="*/ 301680 h 300240"/>
                  <a:gd name="GluePoint1X" fmla="*/ 372618 w 1195101"/>
                  <a:gd name="GluePoint1Y" fmla="*/ 571786 h 1204626"/>
                  <a:gd name="GluePoint2X" fmla="*/ 372523 w 1195101"/>
                  <a:gd name="GluePoint2Y" fmla="*/ 134303 h 1204626"/>
                  <a:gd name="GluePoint3X" fmla="*/ 386239 w 1195101"/>
                  <a:gd name="GluePoint3Y" fmla="*/ 86487 h 1204626"/>
                  <a:gd name="GluePoint4X" fmla="*/ 498348 w 1195101"/>
                  <a:gd name="GluePoint4Y" fmla="*/ 85630 h 1204626"/>
                  <a:gd name="GluePoint5X" fmla="*/ 738473 w 1195101"/>
                  <a:gd name="GluePoint5Y" fmla="*/ 330518 h 1204626"/>
                  <a:gd name="GluePoint6X" fmla="*/ 640747 w 1195101"/>
                  <a:gd name="GluePoint6Y" fmla="*/ 541687 h 1204626"/>
                  <a:gd name="GluePoint7X" fmla="*/ 372618 w 1195101"/>
                  <a:gd name="GluePoint7Y" fmla="*/ 571786 h 1204626"/>
                  <a:gd name="GluePoint8X" fmla="*/ 1186529 w 1195101"/>
                  <a:gd name="GluePoint8Y" fmla="*/ 1129760 h 1204626"/>
                  <a:gd name="GluePoint9X" fmla="*/ 1017461 w 1195101"/>
                  <a:gd name="GluePoint9Y" fmla="*/ 1040702 h 1204626"/>
                  <a:gd name="GluePoint10X" fmla="*/ 661797 w 1195101"/>
                  <a:gd name="GluePoint10Y" fmla="*/ 632460 h 1204626"/>
                  <a:gd name="GluePoint11X" fmla="*/ 964597 w 1195101"/>
                  <a:gd name="GluePoint11Y" fmla="*/ 305371 h 1204626"/>
                  <a:gd name="GluePoint12X" fmla="*/ 831056 w 1195101"/>
                  <a:gd name="GluePoint12Y" fmla="*/ 55816 h 1204626"/>
                  <a:gd name="GluePoint13X" fmla="*/ 544639 w 1195101"/>
                  <a:gd name="GluePoint13Y" fmla="*/ 190 h 1204626"/>
                  <a:gd name="GluePoint14X" fmla="*/ 317468 w 1195101"/>
                  <a:gd name="GluePoint14Y" fmla="*/ 4191 h 1204626"/>
                  <a:gd name="GluePoint15X" fmla="*/ 191 w 1195101"/>
                  <a:gd name="GluePoint15Y" fmla="*/ 0 h 1204626"/>
                  <a:gd name="GluePoint16X" fmla="*/ 191 w 1195101"/>
                  <a:gd name="GluePoint16Y" fmla="*/ 74866 h 1204626"/>
                  <a:gd name="GluePoint17X" fmla="*/ 15050 w 1195101"/>
                  <a:gd name="GluePoint17Y" fmla="*/ 74866 h 1204626"/>
                  <a:gd name="GluePoint18X" fmla="*/ 152781 w 1195101"/>
                  <a:gd name="GluePoint18Y" fmla="*/ 128683 h 1204626"/>
                  <a:gd name="GluePoint19X" fmla="*/ 168307 w 1195101"/>
                  <a:gd name="GluePoint19Y" fmla="*/ 350139 h 1204626"/>
                  <a:gd name="GluePoint20X" fmla="*/ 168307 w 1195101"/>
                  <a:gd name="GluePoint20Y" fmla="*/ 841248 h 1204626"/>
                  <a:gd name="GluePoint21X" fmla="*/ 161068 w 1195101"/>
                  <a:gd name="GluePoint21Y" fmla="*/ 1034129 h 1204626"/>
                  <a:gd name="GluePoint22X" fmla="*/ 152686 w 1195101"/>
                  <a:gd name="GluePoint22Y" fmla="*/ 1075944 h 1204626"/>
                  <a:gd name="GluePoint23X" fmla="*/ 10382 w 1195101"/>
                  <a:gd name="GluePoint23Y" fmla="*/ 1129665 h 1204626"/>
                  <a:gd name="GluePoint24X" fmla="*/ 0 w 1195101"/>
                  <a:gd name="GluePoint24Y" fmla="*/ 1129665 h 1204626"/>
                  <a:gd name="GluePoint25X" fmla="*/ 0 w 1195101"/>
                  <a:gd name="GluePoint25Y" fmla="*/ 1204532 h 1204626"/>
                  <a:gd name="GluePoint26X" fmla="*/ 278225 w 1195101"/>
                  <a:gd name="GluePoint26Y" fmla="*/ 1197102 h 1204626"/>
                  <a:gd name="GluePoint27X" fmla="*/ 540734 w 1195101"/>
                  <a:gd name="GluePoint27Y" fmla="*/ 1204532 h 1204626"/>
                  <a:gd name="GluePoint28X" fmla="*/ 540734 w 1195101"/>
                  <a:gd name="GluePoint28Y" fmla="*/ 1129665 h 1204626"/>
                  <a:gd name="GluePoint29X" fmla="*/ 525971 w 1195101"/>
                  <a:gd name="GluePoint29Y" fmla="*/ 1129665 h 1204626"/>
                  <a:gd name="GluePoint30X" fmla="*/ 388239 w 1195101"/>
                  <a:gd name="GluePoint30Y" fmla="*/ 1075754 h 1204626"/>
                  <a:gd name="GluePoint31X" fmla="*/ 379857 w 1195101"/>
                  <a:gd name="GluePoint31Y" fmla="*/ 1034034 h 1204626"/>
                  <a:gd name="GluePoint32X" fmla="*/ 372618 w 1195101"/>
                  <a:gd name="GluePoint32Y" fmla="*/ 854297 h 1204626"/>
                  <a:gd name="GluePoint33X" fmla="*/ 372618 w 1195101"/>
                  <a:gd name="GluePoint33Y" fmla="*/ 653510 h 1204626"/>
                  <a:gd name="GluePoint34X" fmla="*/ 479107 w 1195101"/>
                  <a:gd name="GluePoint34Y" fmla="*/ 702469 h 1204626"/>
                  <a:gd name="GluePoint35X" fmla="*/ 501110 w 1195101"/>
                  <a:gd name="GluePoint35Y" fmla="*/ 728472 h 1204626"/>
                  <a:gd name="GluePoint36X" fmla="*/ 797909 w 1195101"/>
                  <a:gd name="GluePoint36Y" fmla="*/ 1096804 h 1204626"/>
                  <a:gd name="GluePoint37X" fmla="*/ 885158 w 1195101"/>
                  <a:gd name="GluePoint37Y" fmla="*/ 1204532 h 1204626"/>
                  <a:gd name="GluePoint38X" fmla="*/ 1027366 w 1195101"/>
                  <a:gd name="GluePoint38Y" fmla="*/ 1200436 h 1204626"/>
                  <a:gd name="GluePoint39X" fmla="*/ 1195102 w 1195101"/>
                  <a:gd name="GluePoint39Y" fmla="*/ 1204627 h 1204626"/>
                  <a:gd name="GluePoint40X" fmla="*/ 1195102 w 1195101"/>
                  <a:gd name="GluePoint40Y" fmla="*/ 1131094 h 1204626"/>
                  <a:gd name="GluePoint41X" fmla="*/ 1186529 w 1195101"/>
                  <a:gd name="GluePoint41Y" fmla="*/ 1129760 h 1204626"/>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 ang="0">
                    <a:pos x="GluePoint16X" y="GluePoint16Y"/>
                  </a:cxn>
                  <a:cxn ang="0">
                    <a:pos x="GluePoint17X" y="GluePoint17Y"/>
                  </a:cxn>
                  <a:cxn ang="0">
                    <a:pos x="GluePoint18X" y="GluePoint18Y"/>
                  </a:cxn>
                  <a:cxn ang="0">
                    <a:pos x="GluePoint19X" y="GluePoint19Y"/>
                  </a:cxn>
                  <a:cxn ang="0">
                    <a:pos x="GluePoint20X" y="GluePoint20Y"/>
                  </a:cxn>
                  <a:cxn ang="0">
                    <a:pos x="GluePoint21X" y="GluePoint21Y"/>
                  </a:cxn>
                  <a:cxn ang="0">
                    <a:pos x="GluePoint22X" y="GluePoint22Y"/>
                  </a:cxn>
                  <a:cxn ang="0">
                    <a:pos x="GluePoint23X" y="GluePoint23Y"/>
                  </a:cxn>
                  <a:cxn ang="0">
                    <a:pos x="GluePoint24X" y="GluePoint24Y"/>
                  </a:cxn>
                  <a:cxn ang="0">
                    <a:pos x="GluePoint25X" y="GluePoint25Y"/>
                  </a:cxn>
                  <a:cxn ang="0">
                    <a:pos x="GluePoint26X" y="GluePoint26Y"/>
                  </a:cxn>
                  <a:cxn ang="0">
                    <a:pos x="GluePoint27X" y="GluePoint27Y"/>
                  </a:cxn>
                  <a:cxn ang="0">
                    <a:pos x="GluePoint28X" y="GluePoint28Y"/>
                  </a:cxn>
                  <a:cxn ang="0">
                    <a:pos x="GluePoint29X" y="GluePoint29Y"/>
                  </a:cxn>
                  <a:cxn ang="0">
                    <a:pos x="GluePoint30X" y="GluePoint30Y"/>
                  </a:cxn>
                  <a:cxn ang="0">
                    <a:pos x="GluePoint31X" y="GluePoint31Y"/>
                  </a:cxn>
                  <a:cxn ang="0">
                    <a:pos x="GluePoint32X" y="GluePoint32Y"/>
                  </a:cxn>
                  <a:cxn ang="0">
                    <a:pos x="GluePoint33X" y="GluePoint33Y"/>
                  </a:cxn>
                  <a:cxn ang="0">
                    <a:pos x="GluePoint34X" y="GluePoint34Y"/>
                  </a:cxn>
                  <a:cxn ang="0">
                    <a:pos x="GluePoint35X" y="GluePoint35Y"/>
                  </a:cxn>
                  <a:cxn ang="0">
                    <a:pos x="GluePoint36X" y="GluePoint36Y"/>
                  </a:cxn>
                  <a:cxn ang="0">
                    <a:pos x="GluePoint37X" y="GluePoint37Y"/>
                  </a:cxn>
                  <a:cxn ang="0">
                    <a:pos x="GluePoint38X" y="GluePoint38Y"/>
                  </a:cxn>
                  <a:cxn ang="0">
                    <a:pos x="GluePoint39X" y="GluePoint39Y"/>
                  </a:cxn>
                  <a:cxn ang="0">
                    <a:pos x="GluePoint40X" y="GluePoint40Y"/>
                  </a:cxn>
                  <a:cxn ang="0">
                    <a:pos x="GluePoint41X" y="GluePoint41Y"/>
                  </a:cxn>
                </a:cxnLst>
                <a:rect l="textAreaLeft" t="textAreaTop" r="textAreaRight" b="textAreaBottom"/>
                <a:pathLst>
                  <a:path w="1195101" h="1204626">
                    <a:moveTo>
                      <a:pt x="372618" y="571786"/>
                    </a:moveTo>
                    <a:cubicBezTo>
                      <a:pt x="372618" y="571786"/>
                      <a:pt x="372618" y="136874"/>
                      <a:pt x="372523" y="134303"/>
                    </a:cubicBezTo>
                    <a:cubicBezTo>
                      <a:pt x="372237" y="116967"/>
                      <a:pt x="371761" y="93250"/>
                      <a:pt x="386239" y="86487"/>
                    </a:cubicBezTo>
                    <a:cubicBezTo>
                      <a:pt x="396240" y="82105"/>
                      <a:pt x="493014" y="85630"/>
                      <a:pt x="498348" y="85630"/>
                    </a:cubicBezTo>
                    <a:cubicBezTo>
                      <a:pt x="650938" y="85630"/>
                      <a:pt x="738473" y="174974"/>
                      <a:pt x="738473" y="330518"/>
                    </a:cubicBezTo>
                    <a:cubicBezTo>
                      <a:pt x="738473" y="443960"/>
                      <a:pt x="708374" y="509016"/>
                      <a:pt x="640747" y="541687"/>
                    </a:cubicBezTo>
                    <a:cubicBezTo>
                      <a:pt x="577691" y="571976"/>
                      <a:pt x="372618" y="571786"/>
                      <a:pt x="372618" y="571786"/>
                    </a:cubicBezTo>
                    <a:moveTo>
                      <a:pt x="1186529" y="1129760"/>
                    </a:moveTo>
                    <a:cubicBezTo>
                      <a:pt x="1100138" y="1116235"/>
                      <a:pt x="1074134" y="1106424"/>
                      <a:pt x="1017461" y="1040702"/>
                    </a:cubicBezTo>
                    <a:lnTo>
                      <a:pt x="661797" y="632460"/>
                    </a:lnTo>
                    <a:cubicBezTo>
                      <a:pt x="849059" y="608076"/>
                      <a:pt x="964597" y="484251"/>
                      <a:pt x="964597" y="305371"/>
                    </a:cubicBezTo>
                    <a:cubicBezTo>
                      <a:pt x="964597" y="188976"/>
                      <a:pt x="919544" y="105061"/>
                      <a:pt x="831056" y="55816"/>
                    </a:cubicBezTo>
                    <a:cubicBezTo>
                      <a:pt x="763619" y="18383"/>
                      <a:pt x="670084" y="190"/>
                      <a:pt x="544639" y="190"/>
                    </a:cubicBezTo>
                    <a:cubicBezTo>
                      <a:pt x="507206" y="1143"/>
                      <a:pt x="416909" y="4191"/>
                      <a:pt x="317468" y="4191"/>
                    </a:cubicBezTo>
                    <a:cubicBezTo>
                      <a:pt x="214313" y="4191"/>
                      <a:pt x="191" y="0"/>
                      <a:pt x="191" y="0"/>
                    </a:cubicBezTo>
                    <a:lnTo>
                      <a:pt x="191" y="74866"/>
                    </a:lnTo>
                    <a:lnTo>
                      <a:pt x="15050" y="74866"/>
                    </a:lnTo>
                    <a:cubicBezTo>
                      <a:pt x="71818" y="74486"/>
                      <a:pt x="135731" y="74771"/>
                      <a:pt x="152781" y="128683"/>
                    </a:cubicBezTo>
                    <a:cubicBezTo>
                      <a:pt x="168307" y="175355"/>
                      <a:pt x="168307" y="306896"/>
                      <a:pt x="168307" y="350139"/>
                    </a:cubicBezTo>
                    <a:lnTo>
                      <a:pt x="168307" y="841248"/>
                    </a:lnTo>
                    <a:cubicBezTo>
                      <a:pt x="168307" y="895445"/>
                      <a:pt x="168307" y="977837"/>
                      <a:pt x="161068" y="1034129"/>
                    </a:cubicBezTo>
                    <a:cubicBezTo>
                      <a:pt x="158972" y="1050798"/>
                      <a:pt x="156210" y="1065276"/>
                      <a:pt x="152686" y="1075944"/>
                    </a:cubicBezTo>
                    <a:cubicBezTo>
                      <a:pt x="135350" y="1129665"/>
                      <a:pt x="66104" y="1129665"/>
                      <a:pt x="10382" y="1129665"/>
                    </a:cubicBezTo>
                    <a:lnTo>
                      <a:pt x="0" y="1129665"/>
                    </a:lnTo>
                    <a:lnTo>
                      <a:pt x="0" y="1204532"/>
                    </a:lnTo>
                    <a:cubicBezTo>
                      <a:pt x="0" y="1204532"/>
                      <a:pt x="166783" y="1197102"/>
                      <a:pt x="278225" y="1197102"/>
                    </a:cubicBezTo>
                    <a:cubicBezTo>
                      <a:pt x="374047" y="1197102"/>
                      <a:pt x="540734" y="1204246"/>
                      <a:pt x="540734" y="1204532"/>
                    </a:cubicBezTo>
                    <a:lnTo>
                      <a:pt x="540734" y="1129665"/>
                    </a:lnTo>
                    <a:lnTo>
                      <a:pt x="525971" y="1129665"/>
                    </a:lnTo>
                    <a:cubicBezTo>
                      <a:pt x="470059" y="1129951"/>
                      <a:pt x="406813" y="1129760"/>
                      <a:pt x="388239" y="1075754"/>
                    </a:cubicBezTo>
                    <a:cubicBezTo>
                      <a:pt x="384620" y="1065086"/>
                      <a:pt x="381953" y="1050607"/>
                      <a:pt x="379857" y="1034034"/>
                    </a:cubicBezTo>
                    <a:cubicBezTo>
                      <a:pt x="372618" y="978122"/>
                      <a:pt x="372618" y="898017"/>
                      <a:pt x="372618" y="854297"/>
                    </a:cubicBezTo>
                    <a:lnTo>
                      <a:pt x="372618" y="653510"/>
                    </a:lnTo>
                    <a:cubicBezTo>
                      <a:pt x="439198" y="654082"/>
                      <a:pt x="444913" y="661035"/>
                      <a:pt x="479107" y="702469"/>
                    </a:cubicBezTo>
                    <a:cubicBezTo>
                      <a:pt x="485489" y="710089"/>
                      <a:pt x="492728" y="718756"/>
                      <a:pt x="501110" y="728472"/>
                    </a:cubicBezTo>
                    <a:lnTo>
                      <a:pt x="797909" y="1096804"/>
                    </a:lnTo>
                    <a:lnTo>
                      <a:pt x="885158" y="1204532"/>
                    </a:lnTo>
                    <a:cubicBezTo>
                      <a:pt x="885158" y="1204532"/>
                      <a:pt x="980885" y="1200436"/>
                      <a:pt x="1027366" y="1200436"/>
                    </a:cubicBezTo>
                    <a:cubicBezTo>
                      <a:pt x="1094994" y="1200436"/>
                      <a:pt x="1195102" y="1204627"/>
                      <a:pt x="1195102" y="1204627"/>
                    </a:cubicBezTo>
                    <a:lnTo>
                      <a:pt x="1195102" y="1131094"/>
                    </a:lnTo>
                    <a:lnTo>
                      <a:pt x="1186529" y="1129760"/>
                    </a:lnTo>
                    <a:close/>
                  </a:path>
                </a:pathLst>
              </a:custGeom>
              <a:solidFill>
                <a:schemeClr val="bg1"/>
              </a:solidFill>
              <a:ln w="9525">
                <a:noFill/>
              </a:ln>
            </p:spPr>
            <p:style>
              <a:lnRef idx="0"/>
              <a:fillRef idx="0"/>
              <a:effectRef idx="0"/>
              <a:fontRef idx="minor"/>
            </p:style>
            <p:txBody>
              <a:bodyPr lIns="90000" tIns="45000" rIns="90000" bIns="45000" anchor="ctr">
                <a:noAutofit/>
              </a:bodyPr>
              <a:p>
                <a:endParaRPr lang="en-US" sz="1800" b="0" u="none" strike="noStrike">
                  <a:solidFill>
                    <a:schemeClr val="dk1"/>
                  </a:solidFill>
                  <a:effectLst/>
                  <a:uFillTx/>
                  <a:latin typeface="Arial"/>
                </a:endParaRPr>
              </a:p>
            </p:txBody>
          </p:sp>
        </p:grpSp>
      </p:grpSp>
      <p:sp>
        <p:nvSpPr>
          <p:cNvPr id="455" name="PlaceHolder 1"/>
          <p:cNvSpPr>
            <a:spLocks noGrp="1"/>
          </p:cNvSpPr>
          <p:nvPr>
            <p:ph type="title" hasCustomPrompt="1"/>
          </p:nvPr>
        </p:nvSpPr>
        <p:spPr>
          <a:xfrm>
            <a:off x="387720" y="2361600"/>
            <a:ext cx="11583000" cy="816480"/>
          </a:xfrm>
          <a:prstGeom prst="rect">
            <a:avLst/>
          </a:prstGeom>
          <a:noFill/>
          <a:ln w="0">
            <a:noFill/>
          </a:ln>
        </p:spPr>
        <p:txBody>
          <a:bodyPr lIns="90000" tIns="45000" rIns="90000" bIns="45000" anchor="t">
            <a:normAutofit/>
          </a:bodyPr>
          <a:lstStyle>
            <a:lvl1pPr indent="0" algn="ctr" defTabSz="914400">
              <a:lnSpc>
                <a:spcPct val="90000"/>
              </a:lnSpc>
              <a:buNone/>
              <a:tabLst>
                <a:tab pos="0" algn="l"/>
              </a:tabLst>
              <a:defRPr lang="en-US" sz="4800" b="1" u="none" strike="noStrike">
                <a:solidFill>
                  <a:schemeClr val="lt1"/>
                </a:solidFill>
                <a:effectLst/>
                <a:uFillTx/>
                <a:latin typeface="Arial"/>
              </a:defRPr>
            </a:lvl1pPr>
          </a:lstStyle>
          <a:p>
            <a:pPr indent="0" algn="ctr" defTabSz="914400">
              <a:lnSpc>
                <a:spcPct val="90000"/>
              </a:lnSpc>
              <a:buNone/>
              <a:tabLst>
                <a:tab pos="0" algn="l"/>
              </a:tabLst>
            </a:pPr>
            <a:r>
              <a:rPr lang="en-US" sz="4800" b="1" u="none" strike="noStrike">
                <a:solidFill>
                  <a:schemeClr val="lt1"/>
                </a:solidFill>
                <a:effectLst/>
                <a:uFillTx/>
                <a:latin typeface="Arial"/>
              </a:rPr>
              <a:t>Click to add Transition Header</a:t>
            </a:r>
            <a:endParaRPr lang="en-US" sz="4800" b="1" u="none" strike="noStrike">
              <a:solidFill>
                <a:schemeClr val="lt1"/>
              </a:solidFill>
              <a:effectLst/>
              <a:uFillTx/>
              <a:latin typeface="Arial"/>
            </a:endParaRPr>
          </a:p>
        </p:txBody>
      </p:sp>
      <p:sp>
        <p:nvSpPr>
          <p:cNvPr id="456" name="TextBox 1"/>
          <p:cNvSpPr/>
          <p:nvPr/>
        </p:nvSpPr>
        <p:spPr>
          <a:xfrm>
            <a:off x="11689200" y="6487920"/>
            <a:ext cx="476280" cy="238680"/>
          </a:xfrm>
          <a:prstGeom prst="rect">
            <a:avLst/>
          </a:prstGeom>
          <a:noFill/>
          <a:ln w="0">
            <a:noFill/>
          </a:ln>
        </p:spPr>
        <p:style>
          <a:lnRef idx="0"/>
          <a:fillRef idx="0"/>
          <a:effectRef idx="0"/>
          <a:fontRef idx="minor"/>
        </p:style>
        <p:txBody>
          <a:bodyPr lIns="90000" tIns="45000" rIns="90000" bIns="45000" anchor="t">
            <a:spAutoFit/>
          </a:bodyPr>
          <a:p>
            <a:pPr defTabSz="914400">
              <a:lnSpc>
                <a:spcPct val="80000"/>
              </a:lnSpc>
            </a:pPr>
            <a:r>
              <a:rPr lang="en-US" sz="1200" b="0" u="none" strike="noStrike">
                <a:solidFill>
                  <a:schemeClr val="lt1"/>
                </a:solidFill>
                <a:effectLst/>
                <a:uFillTx/>
                <a:latin typeface="Georgia"/>
              </a:rPr>
              <a:t> </a:t>
            </a:r>
            <a:fld id="{681B3B8C-5268-4651-A854-FF22AB3531E1}" type="slidenum">
              <a:rPr lang="en-US" sz="1130" b="0" u="none" strike="noStrike">
                <a:solidFill>
                  <a:schemeClr val="lt1"/>
                </a:solidFill>
                <a:effectLst/>
                <a:uFillTx/>
                <a:latin typeface="Arial"/>
              </a:rPr>
              <a:t>&lt;number&gt;</a:t>
            </a:fld>
            <a:endParaRPr lang="en-US" sz="1130" b="0" u="none" strike="noStrike">
              <a:solidFill>
                <a:srgbClr val="000000"/>
              </a:solidFill>
              <a:effectLst/>
              <a:uFillTx/>
              <a:latin typeface="Arial"/>
            </a:endParaRPr>
          </a:p>
        </p:txBody>
      </p:sp>
      <p:pic>
        <p:nvPicPr>
          <p:cNvPr id="457" name="Graphic 10"/>
          <p:cNvPicPr/>
          <p:nvPr/>
        </p:nvPicPr>
        <p:blipFill>
          <a:blip r:embed="rId4">
            <a:extLst>
              <a:ext uri="{96DAC541-7B7A-43D3-8B79-37D633B846F1}">
                <asvg:svgBlip xmlns:asvg="http://schemas.microsoft.com/office/drawing/2016/SVG/main" r:embed="rId5"/>
              </a:ext>
            </a:extLst>
          </a:blip>
          <a:stretch/>
        </p:blipFill>
        <p:spPr>
          <a:xfrm>
            <a:off x="9069840" y="6459120"/>
            <a:ext cx="2699280" cy="238680"/>
          </a:xfrm>
          <a:prstGeom prst="rect">
            <a:avLst/>
          </a:prstGeom>
          <a:noFill/>
          <a:ln w="0">
            <a:noFill/>
          </a:ln>
        </p:spPr>
      </p:pic>
    </p:spTree>
  </p:cSld>
</p:sldLayout>
</file>

<file path=ppt/slideLayouts/slideLayout2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Double Text Boxes Header Bottom Reference">
    <p:bg>
      <p:bgPr>
        <a:solidFill>
          <a:srgbClr val="FFFFFF"/>
        </a:solidFill>
      </p:bgPr>
    </p:bg>
    <p:spTree>
      <p:nvGrpSpPr>
        <p:cNvPr id="1" name=""/>
        <p:cNvGrpSpPr/>
        <p:nvPr/>
      </p:nvGrpSpPr>
      <p:grpSpPr>
        <a:xfrm>
          <a:off x="0" y="0"/>
          <a:ext cx="0" cy="0"/>
          <a:chOff x="0" y="0"/>
          <a:chExt cx="0" cy="0"/>
        </a:xfrm>
      </p:grpSpPr>
      <p:sp>
        <p:nvSpPr>
          <p:cNvPr id="458" name="Rectangle 5"/>
          <p:cNvSpPr/>
          <p:nvPr/>
        </p:nvSpPr>
        <p:spPr>
          <a:xfrm>
            <a:off x="0" y="0"/>
            <a:ext cx="12190680" cy="666000"/>
          </a:xfrm>
          <a:prstGeom prst="rect">
            <a:avLst/>
          </a:prstGeom>
          <a:solidFill>
            <a:srgbClr val="F86901"/>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p>
            <a:endParaRPr lang="en-US" sz="1800" b="0" u="none" strike="noStrike">
              <a:solidFill>
                <a:schemeClr val="lt1"/>
              </a:solidFill>
              <a:effectLst/>
              <a:uFillTx/>
              <a:latin typeface="Arial"/>
            </a:endParaRPr>
          </a:p>
        </p:txBody>
      </p:sp>
      <p:sp>
        <p:nvSpPr>
          <p:cNvPr id="459" name="TextBox 10"/>
          <p:cNvSpPr/>
          <p:nvPr/>
        </p:nvSpPr>
        <p:spPr>
          <a:xfrm>
            <a:off x="11689200" y="269640"/>
            <a:ext cx="476280" cy="238680"/>
          </a:xfrm>
          <a:prstGeom prst="rect">
            <a:avLst/>
          </a:prstGeom>
          <a:noFill/>
          <a:ln w="0">
            <a:noFill/>
          </a:ln>
        </p:spPr>
        <p:style>
          <a:lnRef idx="0"/>
          <a:fillRef idx="0"/>
          <a:effectRef idx="0"/>
          <a:fontRef idx="minor"/>
        </p:style>
        <p:txBody>
          <a:bodyPr lIns="90000" tIns="45000" rIns="90000" bIns="45000" anchor="t">
            <a:spAutoFit/>
          </a:bodyPr>
          <a:p>
            <a:pPr defTabSz="914400">
              <a:lnSpc>
                <a:spcPct val="80000"/>
              </a:lnSpc>
            </a:pPr>
            <a:r>
              <a:rPr lang="en-US" sz="1200" b="0" u="none" strike="noStrike">
                <a:solidFill>
                  <a:srgbClr val="E56B2A"/>
                </a:solidFill>
                <a:effectLst/>
                <a:uFillTx/>
                <a:latin typeface="Georgia"/>
              </a:rPr>
              <a:t> </a:t>
            </a:r>
            <a:fld id="{C461D909-F837-4263-8BD3-287AFA879C16}" type="slidenum">
              <a:rPr lang="en-US" sz="1130" b="0" u="none" strike="noStrike">
                <a:solidFill>
                  <a:schemeClr val="lt1"/>
                </a:solidFill>
                <a:effectLst/>
                <a:uFillTx/>
                <a:latin typeface="Arial"/>
              </a:rPr>
              <a:t>&lt;number&gt;</a:t>
            </a:fld>
            <a:endParaRPr lang="en-US" sz="1130" b="0" u="none" strike="noStrike">
              <a:solidFill>
                <a:srgbClr val="000000"/>
              </a:solidFill>
              <a:effectLst/>
              <a:uFillTx/>
              <a:latin typeface="Arial"/>
            </a:endParaRPr>
          </a:p>
        </p:txBody>
      </p:sp>
      <p:pic>
        <p:nvPicPr>
          <p:cNvPr id="460" name="Graphic 11"/>
          <p:cNvPicPr/>
          <p:nvPr/>
        </p:nvPicPr>
        <p:blipFill>
          <a:blip r:embed="rId2">
            <a:extLst>
              <a:ext uri="{96DAC541-7B7A-43D3-8B79-37D633B846F1}">
                <asvg:svgBlip xmlns:asvg="http://schemas.microsoft.com/office/drawing/2016/SVG/main" r:embed="rId3"/>
              </a:ext>
            </a:extLst>
          </a:blip>
          <a:stretch/>
        </p:blipFill>
        <p:spPr>
          <a:xfrm>
            <a:off x="9069840" y="240840"/>
            <a:ext cx="2699280" cy="238680"/>
          </a:xfrm>
          <a:prstGeom prst="rect">
            <a:avLst/>
          </a:prstGeom>
          <a:noFill/>
          <a:ln w="0">
            <a:noFill/>
          </a:ln>
        </p:spPr>
      </p:pic>
      <p:grpSp>
        <p:nvGrpSpPr>
          <p:cNvPr id="461" name="Graphic 22"/>
          <p:cNvGrpSpPr/>
          <p:nvPr/>
        </p:nvGrpSpPr>
        <p:grpSpPr>
          <a:xfrm>
            <a:off x="201960" y="195840"/>
            <a:ext cx="797760" cy="300600"/>
            <a:chOff x="201960" y="195840"/>
            <a:chExt cx="797760" cy="300600"/>
          </a:xfrm>
        </p:grpSpPr>
        <p:sp>
          <p:nvSpPr>
            <p:cNvPr id="462" name="Freeform 2"/>
            <p:cNvSpPr/>
            <p:nvPr/>
          </p:nvSpPr>
          <p:spPr>
            <a:xfrm>
              <a:off x="540720" y="195840"/>
              <a:ext cx="135720" cy="300240"/>
            </a:xfrm>
            <a:custGeom>
              <a:avLst/>
              <a:gdLst>
                <a:gd name="textAreaLeft" fmla="*/ 0 w 135720"/>
                <a:gd name="textAreaRight" fmla="*/ 137160 w 135720"/>
                <a:gd name="textAreaTop" fmla="*/ 0 h 300240"/>
                <a:gd name="textAreaBottom" fmla="*/ 301680 h 300240"/>
                <a:gd name="GluePoint1X" fmla="*/ 393478 w 547877"/>
                <a:gd name="GluePoint1Y" fmla="*/ 129064 h 1204531"/>
                <a:gd name="GluePoint2X" fmla="*/ 537686 w 547877"/>
                <a:gd name="GluePoint2Y" fmla="*/ 74771 h 1204531"/>
                <a:gd name="GluePoint3X" fmla="*/ 547878 w 547877"/>
                <a:gd name="GluePoint3Y" fmla="*/ 74771 h 1204531"/>
                <a:gd name="GluePoint4X" fmla="*/ 547878 w 547877"/>
                <a:gd name="GluePoint4Y" fmla="*/ 0 h 1204531"/>
                <a:gd name="GluePoint5X" fmla="*/ 267938 w 547877"/>
                <a:gd name="GluePoint5Y" fmla="*/ 4667 h 1204531"/>
                <a:gd name="GluePoint6X" fmla="*/ 0 w 547877"/>
                <a:gd name="GluePoint6Y" fmla="*/ 0 h 1204531"/>
                <a:gd name="GluePoint7X" fmla="*/ 0 w 547877"/>
                <a:gd name="GluePoint7Y" fmla="*/ 74771 h 1204531"/>
                <a:gd name="GluePoint8X" fmla="*/ 10192 w 547877"/>
                <a:gd name="GluePoint8Y" fmla="*/ 74771 h 1204531"/>
                <a:gd name="GluePoint9X" fmla="*/ 154400 w 547877"/>
                <a:gd name="GluePoint9Y" fmla="*/ 128968 h 1204531"/>
                <a:gd name="GluePoint10X" fmla="*/ 171640 w 547877"/>
                <a:gd name="GluePoint10Y" fmla="*/ 363188 h 1204531"/>
                <a:gd name="GluePoint11X" fmla="*/ 171640 w 547877"/>
                <a:gd name="GluePoint11Y" fmla="*/ 841153 h 1204531"/>
                <a:gd name="GluePoint12X" fmla="*/ 154496 w 547877"/>
                <a:gd name="GluePoint12Y" fmla="*/ 1075373 h 1204531"/>
                <a:gd name="GluePoint13X" fmla="*/ 10192 w 547877"/>
                <a:gd name="GluePoint13Y" fmla="*/ 1129569 h 1204531"/>
                <a:gd name="GluePoint14X" fmla="*/ 0 w 547877"/>
                <a:gd name="GluePoint14Y" fmla="*/ 1129569 h 1204531"/>
                <a:gd name="GluePoint15X" fmla="*/ 0 w 547877"/>
                <a:gd name="GluePoint15Y" fmla="*/ 1204531 h 1204531"/>
                <a:gd name="GluePoint16X" fmla="*/ 268224 w 547877"/>
                <a:gd name="GluePoint16Y" fmla="*/ 1197102 h 1204531"/>
                <a:gd name="GluePoint17X" fmla="*/ 547878 w 547877"/>
                <a:gd name="GluePoint17Y" fmla="*/ 1204531 h 1204531"/>
                <a:gd name="GluePoint18X" fmla="*/ 547878 w 547877"/>
                <a:gd name="GluePoint18Y" fmla="*/ 1129569 h 1204531"/>
                <a:gd name="GluePoint19X" fmla="*/ 537686 w 547877"/>
                <a:gd name="GluePoint19Y" fmla="*/ 1129569 h 1204531"/>
                <a:gd name="GluePoint20X" fmla="*/ 393478 w 547877"/>
                <a:gd name="GluePoint20Y" fmla="*/ 1075468 h 1204531"/>
                <a:gd name="GluePoint21X" fmla="*/ 376333 w 547877"/>
                <a:gd name="GluePoint21Y" fmla="*/ 841153 h 1204531"/>
                <a:gd name="GluePoint22X" fmla="*/ 376333 w 547877"/>
                <a:gd name="GluePoint22Y" fmla="*/ 363188 h 1204531"/>
                <a:gd name="GluePoint23X" fmla="*/ 393478 w 547877"/>
                <a:gd name="GluePoint23Y" fmla="*/ 129064 h 1204531"/>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 ang="0">
                  <a:pos x="GluePoint16X" y="GluePoint16Y"/>
                </a:cxn>
                <a:cxn ang="0">
                  <a:pos x="GluePoint17X" y="GluePoint17Y"/>
                </a:cxn>
                <a:cxn ang="0">
                  <a:pos x="GluePoint18X" y="GluePoint18Y"/>
                </a:cxn>
                <a:cxn ang="0">
                  <a:pos x="GluePoint19X" y="GluePoint19Y"/>
                </a:cxn>
                <a:cxn ang="0">
                  <a:pos x="GluePoint20X" y="GluePoint20Y"/>
                </a:cxn>
                <a:cxn ang="0">
                  <a:pos x="GluePoint21X" y="GluePoint21Y"/>
                </a:cxn>
                <a:cxn ang="0">
                  <a:pos x="GluePoint22X" y="GluePoint22Y"/>
                </a:cxn>
                <a:cxn ang="0">
                  <a:pos x="GluePoint23X" y="GluePoint23Y"/>
                </a:cxn>
              </a:cxnLst>
              <a:rect l="textAreaLeft" t="textAreaTop" r="textAreaRight" b="textAreaBottom"/>
              <a:pathLst>
                <a:path w="547877" h="1204531">
                  <a:moveTo>
                    <a:pt x="393478" y="129064"/>
                  </a:moveTo>
                  <a:cubicBezTo>
                    <a:pt x="414242" y="74771"/>
                    <a:pt x="482727" y="74771"/>
                    <a:pt x="537686" y="74771"/>
                  </a:cubicBezTo>
                  <a:lnTo>
                    <a:pt x="547878" y="74771"/>
                  </a:lnTo>
                  <a:lnTo>
                    <a:pt x="547878" y="0"/>
                  </a:lnTo>
                  <a:cubicBezTo>
                    <a:pt x="547878" y="0"/>
                    <a:pt x="333565" y="4667"/>
                    <a:pt x="267938" y="4667"/>
                  </a:cubicBezTo>
                  <a:cubicBezTo>
                    <a:pt x="200406" y="4667"/>
                    <a:pt x="0" y="0"/>
                    <a:pt x="0" y="0"/>
                  </a:cubicBezTo>
                  <a:lnTo>
                    <a:pt x="0" y="74771"/>
                  </a:lnTo>
                  <a:lnTo>
                    <a:pt x="10192" y="74771"/>
                  </a:lnTo>
                  <a:cubicBezTo>
                    <a:pt x="65246" y="74771"/>
                    <a:pt x="133731" y="74771"/>
                    <a:pt x="154400" y="128968"/>
                  </a:cubicBezTo>
                  <a:cubicBezTo>
                    <a:pt x="171640" y="175450"/>
                    <a:pt x="171640" y="307086"/>
                    <a:pt x="171640" y="363188"/>
                  </a:cubicBezTo>
                  <a:lnTo>
                    <a:pt x="171640" y="841153"/>
                  </a:lnTo>
                  <a:cubicBezTo>
                    <a:pt x="171640" y="897350"/>
                    <a:pt x="171640" y="1028890"/>
                    <a:pt x="154496" y="1075373"/>
                  </a:cubicBezTo>
                  <a:cubicBezTo>
                    <a:pt x="133731" y="1129569"/>
                    <a:pt x="65246" y="1129569"/>
                    <a:pt x="10192" y="1129569"/>
                  </a:cubicBezTo>
                  <a:lnTo>
                    <a:pt x="0" y="1129569"/>
                  </a:lnTo>
                  <a:lnTo>
                    <a:pt x="0" y="1204531"/>
                  </a:lnTo>
                  <a:cubicBezTo>
                    <a:pt x="0" y="1204341"/>
                    <a:pt x="173260" y="1197102"/>
                    <a:pt x="268224" y="1197102"/>
                  </a:cubicBezTo>
                  <a:cubicBezTo>
                    <a:pt x="377476" y="1197102"/>
                    <a:pt x="547878" y="1204531"/>
                    <a:pt x="547878" y="1204531"/>
                  </a:cubicBezTo>
                  <a:lnTo>
                    <a:pt x="547878" y="1129569"/>
                  </a:lnTo>
                  <a:lnTo>
                    <a:pt x="537686" y="1129569"/>
                  </a:lnTo>
                  <a:cubicBezTo>
                    <a:pt x="482727" y="1129569"/>
                    <a:pt x="414242" y="1129569"/>
                    <a:pt x="393478" y="1075468"/>
                  </a:cubicBezTo>
                  <a:cubicBezTo>
                    <a:pt x="376333" y="1028890"/>
                    <a:pt x="376333" y="897350"/>
                    <a:pt x="376333" y="841153"/>
                  </a:cubicBezTo>
                  <a:lnTo>
                    <a:pt x="376333" y="363188"/>
                  </a:lnTo>
                  <a:cubicBezTo>
                    <a:pt x="376333" y="307086"/>
                    <a:pt x="376333" y="175450"/>
                    <a:pt x="393478" y="129064"/>
                  </a:cubicBezTo>
                </a:path>
              </a:pathLst>
            </a:custGeom>
            <a:solidFill>
              <a:schemeClr val="bg1"/>
            </a:solidFill>
            <a:ln w="9525">
              <a:noFill/>
            </a:ln>
          </p:spPr>
          <p:style>
            <a:lnRef idx="0"/>
            <a:fillRef idx="0"/>
            <a:effectRef idx="0"/>
            <a:fontRef idx="minor"/>
          </p:style>
          <p:txBody>
            <a:bodyPr lIns="68040" tIns="45000" rIns="68040" bIns="45000" anchor="ctr">
              <a:noAutofit/>
            </a:bodyPr>
            <a:p>
              <a:endParaRPr lang="en-US" sz="1800" b="0" u="none" strike="noStrike">
                <a:solidFill>
                  <a:schemeClr val="dk1"/>
                </a:solidFill>
                <a:effectLst/>
                <a:uFillTx/>
                <a:latin typeface="Arial"/>
              </a:endParaRPr>
            </a:p>
          </p:txBody>
        </p:sp>
        <p:sp>
          <p:nvSpPr>
            <p:cNvPr id="463" name="Freeform 3"/>
            <p:cNvSpPr/>
            <p:nvPr/>
          </p:nvSpPr>
          <p:spPr>
            <a:xfrm>
              <a:off x="718920" y="196200"/>
              <a:ext cx="280800" cy="300240"/>
            </a:xfrm>
            <a:custGeom>
              <a:avLst/>
              <a:gdLst>
                <a:gd name="textAreaLeft" fmla="*/ 0 w 280800"/>
                <a:gd name="textAreaRight" fmla="*/ 282240 w 280800"/>
                <a:gd name="textAreaTop" fmla="*/ 0 h 300240"/>
                <a:gd name="textAreaBottom" fmla="*/ 301680 h 300240"/>
                <a:gd name="GluePoint1X" fmla="*/ 0 w 1126902"/>
                <a:gd name="GluePoint1Y" fmla="*/ 0 h 1204245"/>
                <a:gd name="GluePoint2X" fmla="*/ 0 w 1126902"/>
                <a:gd name="GluePoint2Y" fmla="*/ 312420 h 1204245"/>
                <a:gd name="GluePoint3X" fmla="*/ 74295 w 1126902"/>
                <a:gd name="GluePoint3Y" fmla="*/ 312420 h 1204245"/>
                <a:gd name="GluePoint4X" fmla="*/ 74581 w 1126902"/>
                <a:gd name="GluePoint4Y" fmla="*/ 302609 h 1204245"/>
                <a:gd name="GluePoint5X" fmla="*/ 334328 w 1126902"/>
                <a:gd name="GluePoint5Y" fmla="*/ 90773 h 1204245"/>
                <a:gd name="GluePoint6X" fmla="*/ 352330 w 1126902"/>
                <a:gd name="GluePoint6Y" fmla="*/ 90678 h 1204245"/>
                <a:gd name="GluePoint7X" fmla="*/ 453200 w 1126902"/>
                <a:gd name="GluePoint7Y" fmla="*/ 106204 h 1204245"/>
                <a:gd name="GluePoint8X" fmla="*/ 461201 w 1126902"/>
                <a:gd name="GluePoint8Y" fmla="*/ 128873 h 1204245"/>
                <a:gd name="GluePoint9X" fmla="*/ 461201 w 1126902"/>
                <a:gd name="GluePoint9Y" fmla="*/ 950119 h 1204245"/>
                <a:gd name="GluePoint10X" fmla="*/ 272510 w 1126902"/>
                <a:gd name="GluePoint10Y" fmla="*/ 1129475 h 1204245"/>
                <a:gd name="GluePoint11X" fmla="*/ 262700 w 1126902"/>
                <a:gd name="GluePoint11Y" fmla="*/ 1129856 h 1204245"/>
                <a:gd name="GluePoint12X" fmla="*/ 262700 w 1126902"/>
                <a:gd name="GluePoint12Y" fmla="*/ 1204246 h 1204245"/>
                <a:gd name="GluePoint13X" fmla="*/ 578548 w 1126902"/>
                <a:gd name="GluePoint13Y" fmla="*/ 1196911 h 1204245"/>
                <a:gd name="GluePoint14X" fmla="*/ 864203 w 1126902"/>
                <a:gd name="GluePoint14Y" fmla="*/ 1204246 h 1204245"/>
                <a:gd name="GluePoint15X" fmla="*/ 864203 w 1126902"/>
                <a:gd name="GluePoint15Y" fmla="*/ 1129856 h 1204245"/>
                <a:gd name="GluePoint16X" fmla="*/ 854393 w 1126902"/>
                <a:gd name="GluePoint16Y" fmla="*/ 1129475 h 1204245"/>
                <a:gd name="GluePoint17X" fmla="*/ 665702 w 1126902"/>
                <a:gd name="GluePoint17Y" fmla="*/ 950119 h 1204245"/>
                <a:gd name="GluePoint18X" fmla="*/ 665702 w 1126902"/>
                <a:gd name="GluePoint18Y" fmla="*/ 128873 h 1204245"/>
                <a:gd name="GluePoint19X" fmla="*/ 673608 w 1126902"/>
                <a:gd name="GluePoint19Y" fmla="*/ 108490 h 1204245"/>
                <a:gd name="GluePoint20X" fmla="*/ 791718 w 1126902"/>
                <a:gd name="GluePoint20Y" fmla="*/ 90488 h 1204245"/>
                <a:gd name="GluePoint21X" fmla="*/ 815912 w 1126902"/>
                <a:gd name="GluePoint21Y" fmla="*/ 90773 h 1204245"/>
                <a:gd name="GluePoint22X" fmla="*/ 1052513 w 1126902"/>
                <a:gd name="GluePoint22Y" fmla="*/ 302895 h 1204245"/>
                <a:gd name="GluePoint23X" fmla="*/ 1053084 w 1126902"/>
                <a:gd name="GluePoint23Y" fmla="*/ 312420 h 1204245"/>
                <a:gd name="GluePoint24X" fmla="*/ 1126903 w 1126902"/>
                <a:gd name="GluePoint24Y" fmla="*/ 312420 h 1204245"/>
                <a:gd name="GluePoint25X" fmla="*/ 1126903 w 1126902"/>
                <a:gd name="GluePoint25Y" fmla="*/ 0 h 1204245"/>
                <a:gd name="GluePoint26X" fmla="*/ 563404 w 1126902"/>
                <a:gd name="GluePoint26Y" fmla="*/ 2857 h 1204245"/>
                <a:gd name="GluePoint27X" fmla="*/ 0 w 1126902"/>
                <a:gd name="GluePoint27Y" fmla="*/ 0 h 1204245"/>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 ang="0">
                  <a:pos x="GluePoint16X" y="GluePoint16Y"/>
                </a:cxn>
                <a:cxn ang="0">
                  <a:pos x="GluePoint17X" y="GluePoint17Y"/>
                </a:cxn>
                <a:cxn ang="0">
                  <a:pos x="GluePoint18X" y="GluePoint18Y"/>
                </a:cxn>
                <a:cxn ang="0">
                  <a:pos x="GluePoint19X" y="GluePoint19Y"/>
                </a:cxn>
                <a:cxn ang="0">
                  <a:pos x="GluePoint20X" y="GluePoint20Y"/>
                </a:cxn>
                <a:cxn ang="0">
                  <a:pos x="GluePoint21X" y="GluePoint21Y"/>
                </a:cxn>
                <a:cxn ang="0">
                  <a:pos x="GluePoint22X" y="GluePoint22Y"/>
                </a:cxn>
                <a:cxn ang="0">
                  <a:pos x="GluePoint23X" y="GluePoint23Y"/>
                </a:cxn>
                <a:cxn ang="0">
                  <a:pos x="GluePoint24X" y="GluePoint24Y"/>
                </a:cxn>
                <a:cxn ang="0">
                  <a:pos x="GluePoint25X" y="GluePoint25Y"/>
                </a:cxn>
                <a:cxn ang="0">
                  <a:pos x="GluePoint26X" y="GluePoint26Y"/>
                </a:cxn>
                <a:cxn ang="0">
                  <a:pos x="GluePoint27X" y="GluePoint27Y"/>
                </a:cxn>
              </a:cxnLst>
              <a:rect l="textAreaLeft" t="textAreaTop" r="textAreaRight" b="textAreaBottom"/>
              <a:pathLst>
                <a:path w="1126902" h="1204245">
                  <a:moveTo>
                    <a:pt x="0" y="0"/>
                  </a:moveTo>
                  <a:lnTo>
                    <a:pt x="0" y="312420"/>
                  </a:lnTo>
                  <a:lnTo>
                    <a:pt x="74295" y="312420"/>
                  </a:lnTo>
                  <a:lnTo>
                    <a:pt x="74581" y="302609"/>
                  </a:lnTo>
                  <a:cubicBezTo>
                    <a:pt x="81344" y="99346"/>
                    <a:pt x="159163" y="90773"/>
                    <a:pt x="334328" y="90773"/>
                  </a:cubicBezTo>
                  <a:cubicBezTo>
                    <a:pt x="340328" y="90773"/>
                    <a:pt x="346424" y="90773"/>
                    <a:pt x="352330" y="90678"/>
                  </a:cubicBezTo>
                  <a:cubicBezTo>
                    <a:pt x="395859" y="90392"/>
                    <a:pt x="437007" y="90106"/>
                    <a:pt x="453200" y="106204"/>
                  </a:cubicBezTo>
                  <a:cubicBezTo>
                    <a:pt x="458629" y="111538"/>
                    <a:pt x="461201" y="118967"/>
                    <a:pt x="461201" y="128873"/>
                  </a:cubicBezTo>
                  <a:lnTo>
                    <a:pt x="461201" y="950119"/>
                  </a:lnTo>
                  <a:cubicBezTo>
                    <a:pt x="461201" y="1072039"/>
                    <a:pt x="444151" y="1122426"/>
                    <a:pt x="272510" y="1129475"/>
                  </a:cubicBezTo>
                  <a:lnTo>
                    <a:pt x="262700" y="1129856"/>
                  </a:lnTo>
                  <a:lnTo>
                    <a:pt x="262700" y="1204246"/>
                  </a:lnTo>
                  <a:cubicBezTo>
                    <a:pt x="262700" y="1204246"/>
                    <a:pt x="462725" y="1196911"/>
                    <a:pt x="578548" y="1196911"/>
                  </a:cubicBezTo>
                  <a:cubicBezTo>
                    <a:pt x="666941" y="1196911"/>
                    <a:pt x="864203" y="1204246"/>
                    <a:pt x="864203" y="1204246"/>
                  </a:cubicBezTo>
                  <a:lnTo>
                    <a:pt x="864203" y="1129856"/>
                  </a:lnTo>
                  <a:lnTo>
                    <a:pt x="854393" y="1129475"/>
                  </a:lnTo>
                  <a:cubicBezTo>
                    <a:pt x="682752" y="1122426"/>
                    <a:pt x="665702" y="1072039"/>
                    <a:pt x="665702" y="950119"/>
                  </a:cubicBezTo>
                  <a:lnTo>
                    <a:pt x="665702" y="128873"/>
                  </a:lnTo>
                  <a:cubicBezTo>
                    <a:pt x="665702" y="120396"/>
                    <a:pt x="668369" y="113729"/>
                    <a:pt x="673608" y="108490"/>
                  </a:cubicBezTo>
                  <a:cubicBezTo>
                    <a:pt x="693420" y="89059"/>
                    <a:pt x="747903" y="89821"/>
                    <a:pt x="791718" y="90488"/>
                  </a:cubicBezTo>
                  <a:cubicBezTo>
                    <a:pt x="800005" y="90583"/>
                    <a:pt x="808196" y="90773"/>
                    <a:pt x="815912" y="90773"/>
                  </a:cubicBezTo>
                  <a:cubicBezTo>
                    <a:pt x="987267" y="90773"/>
                    <a:pt x="1042511" y="140303"/>
                    <a:pt x="1052513" y="302895"/>
                  </a:cubicBezTo>
                  <a:lnTo>
                    <a:pt x="1053084" y="312420"/>
                  </a:lnTo>
                  <a:lnTo>
                    <a:pt x="1126903" y="312420"/>
                  </a:lnTo>
                  <a:lnTo>
                    <a:pt x="1126903" y="0"/>
                  </a:lnTo>
                  <a:cubicBezTo>
                    <a:pt x="1126903" y="0"/>
                    <a:pt x="694468" y="2857"/>
                    <a:pt x="563404" y="2857"/>
                  </a:cubicBezTo>
                  <a:cubicBezTo>
                    <a:pt x="432340" y="2857"/>
                    <a:pt x="0" y="0"/>
                    <a:pt x="0" y="0"/>
                  </a:cubicBezTo>
                </a:path>
              </a:pathLst>
            </a:custGeom>
            <a:solidFill>
              <a:schemeClr val="bg1"/>
            </a:solidFill>
            <a:ln w="9525">
              <a:noFill/>
            </a:ln>
          </p:spPr>
          <p:style>
            <a:lnRef idx="0"/>
            <a:fillRef idx="0"/>
            <a:effectRef idx="0"/>
            <a:fontRef idx="minor"/>
          </p:style>
          <p:txBody>
            <a:bodyPr lIns="90000" tIns="45000" rIns="90000" bIns="45000" anchor="ctr">
              <a:noAutofit/>
            </a:bodyPr>
            <a:p>
              <a:endParaRPr lang="en-US" sz="1800" b="0" u="none" strike="noStrike">
                <a:solidFill>
                  <a:schemeClr val="dk1"/>
                </a:solidFill>
                <a:effectLst/>
                <a:uFillTx/>
                <a:latin typeface="Arial"/>
              </a:endParaRPr>
            </a:p>
          </p:txBody>
        </p:sp>
        <p:sp>
          <p:nvSpPr>
            <p:cNvPr id="464" name="Freeform 4"/>
            <p:cNvSpPr/>
            <p:nvPr/>
          </p:nvSpPr>
          <p:spPr>
            <a:xfrm>
              <a:off x="201960" y="195840"/>
              <a:ext cx="297720" cy="300240"/>
            </a:xfrm>
            <a:custGeom>
              <a:avLst/>
              <a:gdLst>
                <a:gd name="textAreaLeft" fmla="*/ 0 w 297720"/>
                <a:gd name="textAreaRight" fmla="*/ 299160 w 297720"/>
                <a:gd name="textAreaTop" fmla="*/ 0 h 300240"/>
                <a:gd name="textAreaBottom" fmla="*/ 301680 h 300240"/>
                <a:gd name="GluePoint1X" fmla="*/ 372618 w 1195101"/>
                <a:gd name="GluePoint1Y" fmla="*/ 571786 h 1204626"/>
                <a:gd name="GluePoint2X" fmla="*/ 372523 w 1195101"/>
                <a:gd name="GluePoint2Y" fmla="*/ 134303 h 1204626"/>
                <a:gd name="GluePoint3X" fmla="*/ 386239 w 1195101"/>
                <a:gd name="GluePoint3Y" fmla="*/ 86487 h 1204626"/>
                <a:gd name="GluePoint4X" fmla="*/ 498348 w 1195101"/>
                <a:gd name="GluePoint4Y" fmla="*/ 85630 h 1204626"/>
                <a:gd name="GluePoint5X" fmla="*/ 738473 w 1195101"/>
                <a:gd name="GluePoint5Y" fmla="*/ 330518 h 1204626"/>
                <a:gd name="GluePoint6X" fmla="*/ 640747 w 1195101"/>
                <a:gd name="GluePoint6Y" fmla="*/ 541687 h 1204626"/>
                <a:gd name="GluePoint7X" fmla="*/ 372618 w 1195101"/>
                <a:gd name="GluePoint7Y" fmla="*/ 571786 h 1204626"/>
                <a:gd name="GluePoint8X" fmla="*/ 1186529 w 1195101"/>
                <a:gd name="GluePoint8Y" fmla="*/ 1129760 h 1204626"/>
                <a:gd name="GluePoint9X" fmla="*/ 1017461 w 1195101"/>
                <a:gd name="GluePoint9Y" fmla="*/ 1040702 h 1204626"/>
                <a:gd name="GluePoint10X" fmla="*/ 661797 w 1195101"/>
                <a:gd name="GluePoint10Y" fmla="*/ 632460 h 1204626"/>
                <a:gd name="GluePoint11X" fmla="*/ 964597 w 1195101"/>
                <a:gd name="GluePoint11Y" fmla="*/ 305371 h 1204626"/>
                <a:gd name="GluePoint12X" fmla="*/ 831056 w 1195101"/>
                <a:gd name="GluePoint12Y" fmla="*/ 55816 h 1204626"/>
                <a:gd name="GluePoint13X" fmla="*/ 544639 w 1195101"/>
                <a:gd name="GluePoint13Y" fmla="*/ 190 h 1204626"/>
                <a:gd name="GluePoint14X" fmla="*/ 317468 w 1195101"/>
                <a:gd name="GluePoint14Y" fmla="*/ 4191 h 1204626"/>
                <a:gd name="GluePoint15X" fmla="*/ 191 w 1195101"/>
                <a:gd name="GluePoint15Y" fmla="*/ 0 h 1204626"/>
                <a:gd name="GluePoint16X" fmla="*/ 191 w 1195101"/>
                <a:gd name="GluePoint16Y" fmla="*/ 74866 h 1204626"/>
                <a:gd name="GluePoint17X" fmla="*/ 15050 w 1195101"/>
                <a:gd name="GluePoint17Y" fmla="*/ 74866 h 1204626"/>
                <a:gd name="GluePoint18X" fmla="*/ 152781 w 1195101"/>
                <a:gd name="GluePoint18Y" fmla="*/ 128683 h 1204626"/>
                <a:gd name="GluePoint19X" fmla="*/ 168307 w 1195101"/>
                <a:gd name="GluePoint19Y" fmla="*/ 350139 h 1204626"/>
                <a:gd name="GluePoint20X" fmla="*/ 168307 w 1195101"/>
                <a:gd name="GluePoint20Y" fmla="*/ 841248 h 1204626"/>
                <a:gd name="GluePoint21X" fmla="*/ 161068 w 1195101"/>
                <a:gd name="GluePoint21Y" fmla="*/ 1034129 h 1204626"/>
                <a:gd name="GluePoint22X" fmla="*/ 152686 w 1195101"/>
                <a:gd name="GluePoint22Y" fmla="*/ 1075944 h 1204626"/>
                <a:gd name="GluePoint23X" fmla="*/ 10382 w 1195101"/>
                <a:gd name="GluePoint23Y" fmla="*/ 1129665 h 1204626"/>
                <a:gd name="GluePoint24X" fmla="*/ 0 w 1195101"/>
                <a:gd name="GluePoint24Y" fmla="*/ 1129665 h 1204626"/>
                <a:gd name="GluePoint25X" fmla="*/ 0 w 1195101"/>
                <a:gd name="GluePoint25Y" fmla="*/ 1204532 h 1204626"/>
                <a:gd name="GluePoint26X" fmla="*/ 278225 w 1195101"/>
                <a:gd name="GluePoint26Y" fmla="*/ 1197102 h 1204626"/>
                <a:gd name="GluePoint27X" fmla="*/ 540734 w 1195101"/>
                <a:gd name="GluePoint27Y" fmla="*/ 1204532 h 1204626"/>
                <a:gd name="GluePoint28X" fmla="*/ 540734 w 1195101"/>
                <a:gd name="GluePoint28Y" fmla="*/ 1129665 h 1204626"/>
                <a:gd name="GluePoint29X" fmla="*/ 525971 w 1195101"/>
                <a:gd name="GluePoint29Y" fmla="*/ 1129665 h 1204626"/>
                <a:gd name="GluePoint30X" fmla="*/ 388239 w 1195101"/>
                <a:gd name="GluePoint30Y" fmla="*/ 1075754 h 1204626"/>
                <a:gd name="GluePoint31X" fmla="*/ 379857 w 1195101"/>
                <a:gd name="GluePoint31Y" fmla="*/ 1034034 h 1204626"/>
                <a:gd name="GluePoint32X" fmla="*/ 372618 w 1195101"/>
                <a:gd name="GluePoint32Y" fmla="*/ 854297 h 1204626"/>
                <a:gd name="GluePoint33X" fmla="*/ 372618 w 1195101"/>
                <a:gd name="GluePoint33Y" fmla="*/ 653510 h 1204626"/>
                <a:gd name="GluePoint34X" fmla="*/ 479107 w 1195101"/>
                <a:gd name="GluePoint34Y" fmla="*/ 702469 h 1204626"/>
                <a:gd name="GluePoint35X" fmla="*/ 501110 w 1195101"/>
                <a:gd name="GluePoint35Y" fmla="*/ 728472 h 1204626"/>
                <a:gd name="GluePoint36X" fmla="*/ 797909 w 1195101"/>
                <a:gd name="GluePoint36Y" fmla="*/ 1096804 h 1204626"/>
                <a:gd name="GluePoint37X" fmla="*/ 885158 w 1195101"/>
                <a:gd name="GluePoint37Y" fmla="*/ 1204532 h 1204626"/>
                <a:gd name="GluePoint38X" fmla="*/ 1027366 w 1195101"/>
                <a:gd name="GluePoint38Y" fmla="*/ 1200436 h 1204626"/>
                <a:gd name="GluePoint39X" fmla="*/ 1195102 w 1195101"/>
                <a:gd name="GluePoint39Y" fmla="*/ 1204627 h 1204626"/>
                <a:gd name="GluePoint40X" fmla="*/ 1195102 w 1195101"/>
                <a:gd name="GluePoint40Y" fmla="*/ 1131094 h 1204626"/>
                <a:gd name="GluePoint41X" fmla="*/ 1186529 w 1195101"/>
                <a:gd name="GluePoint41Y" fmla="*/ 1129760 h 1204626"/>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 ang="0">
                  <a:pos x="GluePoint16X" y="GluePoint16Y"/>
                </a:cxn>
                <a:cxn ang="0">
                  <a:pos x="GluePoint17X" y="GluePoint17Y"/>
                </a:cxn>
                <a:cxn ang="0">
                  <a:pos x="GluePoint18X" y="GluePoint18Y"/>
                </a:cxn>
                <a:cxn ang="0">
                  <a:pos x="GluePoint19X" y="GluePoint19Y"/>
                </a:cxn>
                <a:cxn ang="0">
                  <a:pos x="GluePoint20X" y="GluePoint20Y"/>
                </a:cxn>
                <a:cxn ang="0">
                  <a:pos x="GluePoint21X" y="GluePoint21Y"/>
                </a:cxn>
                <a:cxn ang="0">
                  <a:pos x="GluePoint22X" y="GluePoint22Y"/>
                </a:cxn>
                <a:cxn ang="0">
                  <a:pos x="GluePoint23X" y="GluePoint23Y"/>
                </a:cxn>
                <a:cxn ang="0">
                  <a:pos x="GluePoint24X" y="GluePoint24Y"/>
                </a:cxn>
                <a:cxn ang="0">
                  <a:pos x="GluePoint25X" y="GluePoint25Y"/>
                </a:cxn>
                <a:cxn ang="0">
                  <a:pos x="GluePoint26X" y="GluePoint26Y"/>
                </a:cxn>
                <a:cxn ang="0">
                  <a:pos x="GluePoint27X" y="GluePoint27Y"/>
                </a:cxn>
                <a:cxn ang="0">
                  <a:pos x="GluePoint28X" y="GluePoint28Y"/>
                </a:cxn>
                <a:cxn ang="0">
                  <a:pos x="GluePoint29X" y="GluePoint29Y"/>
                </a:cxn>
                <a:cxn ang="0">
                  <a:pos x="GluePoint30X" y="GluePoint30Y"/>
                </a:cxn>
                <a:cxn ang="0">
                  <a:pos x="GluePoint31X" y="GluePoint31Y"/>
                </a:cxn>
                <a:cxn ang="0">
                  <a:pos x="GluePoint32X" y="GluePoint32Y"/>
                </a:cxn>
                <a:cxn ang="0">
                  <a:pos x="GluePoint33X" y="GluePoint33Y"/>
                </a:cxn>
                <a:cxn ang="0">
                  <a:pos x="GluePoint34X" y="GluePoint34Y"/>
                </a:cxn>
                <a:cxn ang="0">
                  <a:pos x="GluePoint35X" y="GluePoint35Y"/>
                </a:cxn>
                <a:cxn ang="0">
                  <a:pos x="GluePoint36X" y="GluePoint36Y"/>
                </a:cxn>
                <a:cxn ang="0">
                  <a:pos x="GluePoint37X" y="GluePoint37Y"/>
                </a:cxn>
                <a:cxn ang="0">
                  <a:pos x="GluePoint38X" y="GluePoint38Y"/>
                </a:cxn>
                <a:cxn ang="0">
                  <a:pos x="GluePoint39X" y="GluePoint39Y"/>
                </a:cxn>
                <a:cxn ang="0">
                  <a:pos x="GluePoint40X" y="GluePoint40Y"/>
                </a:cxn>
                <a:cxn ang="0">
                  <a:pos x="GluePoint41X" y="GluePoint41Y"/>
                </a:cxn>
              </a:cxnLst>
              <a:rect l="textAreaLeft" t="textAreaTop" r="textAreaRight" b="textAreaBottom"/>
              <a:pathLst>
                <a:path w="1195101" h="1204626">
                  <a:moveTo>
                    <a:pt x="372618" y="571786"/>
                  </a:moveTo>
                  <a:cubicBezTo>
                    <a:pt x="372618" y="571786"/>
                    <a:pt x="372618" y="136874"/>
                    <a:pt x="372523" y="134303"/>
                  </a:cubicBezTo>
                  <a:cubicBezTo>
                    <a:pt x="372237" y="116967"/>
                    <a:pt x="371761" y="93250"/>
                    <a:pt x="386239" y="86487"/>
                  </a:cubicBezTo>
                  <a:cubicBezTo>
                    <a:pt x="396240" y="82105"/>
                    <a:pt x="493014" y="85630"/>
                    <a:pt x="498348" y="85630"/>
                  </a:cubicBezTo>
                  <a:cubicBezTo>
                    <a:pt x="650938" y="85630"/>
                    <a:pt x="738473" y="174974"/>
                    <a:pt x="738473" y="330518"/>
                  </a:cubicBezTo>
                  <a:cubicBezTo>
                    <a:pt x="738473" y="443960"/>
                    <a:pt x="708374" y="509016"/>
                    <a:pt x="640747" y="541687"/>
                  </a:cubicBezTo>
                  <a:cubicBezTo>
                    <a:pt x="577691" y="571976"/>
                    <a:pt x="372618" y="571786"/>
                    <a:pt x="372618" y="571786"/>
                  </a:cubicBezTo>
                  <a:moveTo>
                    <a:pt x="1186529" y="1129760"/>
                  </a:moveTo>
                  <a:cubicBezTo>
                    <a:pt x="1100138" y="1116235"/>
                    <a:pt x="1074134" y="1106424"/>
                    <a:pt x="1017461" y="1040702"/>
                  </a:cubicBezTo>
                  <a:lnTo>
                    <a:pt x="661797" y="632460"/>
                  </a:lnTo>
                  <a:cubicBezTo>
                    <a:pt x="849059" y="608076"/>
                    <a:pt x="964597" y="484251"/>
                    <a:pt x="964597" y="305371"/>
                  </a:cubicBezTo>
                  <a:cubicBezTo>
                    <a:pt x="964597" y="188976"/>
                    <a:pt x="919544" y="105061"/>
                    <a:pt x="831056" y="55816"/>
                  </a:cubicBezTo>
                  <a:cubicBezTo>
                    <a:pt x="763619" y="18383"/>
                    <a:pt x="670084" y="190"/>
                    <a:pt x="544639" y="190"/>
                  </a:cubicBezTo>
                  <a:cubicBezTo>
                    <a:pt x="507206" y="1143"/>
                    <a:pt x="416909" y="4191"/>
                    <a:pt x="317468" y="4191"/>
                  </a:cubicBezTo>
                  <a:cubicBezTo>
                    <a:pt x="214313" y="4191"/>
                    <a:pt x="191" y="0"/>
                    <a:pt x="191" y="0"/>
                  </a:cubicBezTo>
                  <a:lnTo>
                    <a:pt x="191" y="74866"/>
                  </a:lnTo>
                  <a:lnTo>
                    <a:pt x="15050" y="74866"/>
                  </a:lnTo>
                  <a:cubicBezTo>
                    <a:pt x="71818" y="74486"/>
                    <a:pt x="135731" y="74771"/>
                    <a:pt x="152781" y="128683"/>
                  </a:cubicBezTo>
                  <a:cubicBezTo>
                    <a:pt x="168307" y="175355"/>
                    <a:pt x="168307" y="306896"/>
                    <a:pt x="168307" y="350139"/>
                  </a:cubicBezTo>
                  <a:lnTo>
                    <a:pt x="168307" y="841248"/>
                  </a:lnTo>
                  <a:cubicBezTo>
                    <a:pt x="168307" y="895445"/>
                    <a:pt x="168307" y="977837"/>
                    <a:pt x="161068" y="1034129"/>
                  </a:cubicBezTo>
                  <a:cubicBezTo>
                    <a:pt x="158972" y="1050798"/>
                    <a:pt x="156210" y="1065276"/>
                    <a:pt x="152686" y="1075944"/>
                  </a:cubicBezTo>
                  <a:cubicBezTo>
                    <a:pt x="135350" y="1129665"/>
                    <a:pt x="66104" y="1129665"/>
                    <a:pt x="10382" y="1129665"/>
                  </a:cubicBezTo>
                  <a:lnTo>
                    <a:pt x="0" y="1129665"/>
                  </a:lnTo>
                  <a:lnTo>
                    <a:pt x="0" y="1204532"/>
                  </a:lnTo>
                  <a:cubicBezTo>
                    <a:pt x="0" y="1204532"/>
                    <a:pt x="166783" y="1197102"/>
                    <a:pt x="278225" y="1197102"/>
                  </a:cubicBezTo>
                  <a:cubicBezTo>
                    <a:pt x="374047" y="1197102"/>
                    <a:pt x="540734" y="1204246"/>
                    <a:pt x="540734" y="1204532"/>
                  </a:cubicBezTo>
                  <a:lnTo>
                    <a:pt x="540734" y="1129665"/>
                  </a:lnTo>
                  <a:lnTo>
                    <a:pt x="525971" y="1129665"/>
                  </a:lnTo>
                  <a:cubicBezTo>
                    <a:pt x="470059" y="1129951"/>
                    <a:pt x="406813" y="1129760"/>
                    <a:pt x="388239" y="1075754"/>
                  </a:cubicBezTo>
                  <a:cubicBezTo>
                    <a:pt x="384620" y="1065086"/>
                    <a:pt x="381953" y="1050607"/>
                    <a:pt x="379857" y="1034034"/>
                  </a:cubicBezTo>
                  <a:cubicBezTo>
                    <a:pt x="372618" y="978122"/>
                    <a:pt x="372618" y="898017"/>
                    <a:pt x="372618" y="854297"/>
                  </a:cubicBezTo>
                  <a:lnTo>
                    <a:pt x="372618" y="653510"/>
                  </a:lnTo>
                  <a:cubicBezTo>
                    <a:pt x="439198" y="654082"/>
                    <a:pt x="444913" y="661035"/>
                    <a:pt x="479107" y="702469"/>
                  </a:cubicBezTo>
                  <a:cubicBezTo>
                    <a:pt x="485489" y="710089"/>
                    <a:pt x="492728" y="718756"/>
                    <a:pt x="501110" y="728472"/>
                  </a:cubicBezTo>
                  <a:lnTo>
                    <a:pt x="797909" y="1096804"/>
                  </a:lnTo>
                  <a:lnTo>
                    <a:pt x="885158" y="1204532"/>
                  </a:lnTo>
                  <a:cubicBezTo>
                    <a:pt x="885158" y="1204532"/>
                    <a:pt x="980885" y="1200436"/>
                    <a:pt x="1027366" y="1200436"/>
                  </a:cubicBezTo>
                  <a:cubicBezTo>
                    <a:pt x="1094994" y="1200436"/>
                    <a:pt x="1195102" y="1204627"/>
                    <a:pt x="1195102" y="1204627"/>
                  </a:cubicBezTo>
                  <a:lnTo>
                    <a:pt x="1195102" y="1131094"/>
                  </a:lnTo>
                  <a:lnTo>
                    <a:pt x="1186529" y="1129760"/>
                  </a:lnTo>
                  <a:close/>
                </a:path>
              </a:pathLst>
            </a:custGeom>
            <a:solidFill>
              <a:schemeClr val="bg1"/>
            </a:solidFill>
            <a:ln w="9525">
              <a:noFill/>
            </a:ln>
          </p:spPr>
          <p:style>
            <a:lnRef idx="0"/>
            <a:fillRef idx="0"/>
            <a:effectRef idx="0"/>
            <a:fontRef idx="minor"/>
          </p:style>
          <p:txBody>
            <a:bodyPr lIns="90000" tIns="45000" rIns="90000" bIns="45000" anchor="ctr">
              <a:noAutofit/>
            </a:bodyPr>
            <a:p>
              <a:endParaRPr lang="en-US" sz="1800" b="0" u="none" strike="noStrike">
                <a:solidFill>
                  <a:schemeClr val="dk1"/>
                </a:solidFill>
                <a:effectLst/>
                <a:uFillTx/>
                <a:latin typeface="Arial"/>
              </a:endParaRPr>
            </a:p>
          </p:txBody>
        </p:sp>
      </p:grpSp>
      <p:sp>
        <p:nvSpPr>
          <p:cNvPr id="465" name="Text Placeholder 14"/>
          <p:cNvSpPr/>
          <p:nvPr/>
        </p:nvSpPr>
        <p:spPr>
          <a:xfrm>
            <a:off x="386640" y="3434040"/>
            <a:ext cx="2464560" cy="953280"/>
          </a:xfrm>
          <a:prstGeom prst="rect">
            <a:avLst/>
          </a:prstGeom>
          <a:noFill/>
          <a:ln w="0">
            <a:noFill/>
          </a:ln>
        </p:spPr>
        <p:style>
          <a:lnRef idx="0"/>
          <a:fillRef idx="0"/>
          <a:effectRef idx="0"/>
          <a:fontRef idx="minor"/>
        </p:style>
        <p:txBody>
          <a:bodyPr lIns="90000" tIns="45000" rIns="90000" bIns="45000" anchor="t">
            <a:noAutofit/>
          </a:bodyPr>
          <a:p>
            <a:endParaRPr lang="en-US" sz="2000" b="1" u="none" strike="noStrike">
              <a:solidFill>
                <a:srgbClr val="E56B2A"/>
              </a:solidFill>
              <a:effectLst/>
              <a:uFillTx/>
              <a:latin typeface="Arial"/>
            </a:endParaRPr>
          </a:p>
        </p:txBody>
      </p:sp>
      <p:sp>
        <p:nvSpPr>
          <p:cNvPr id="466" name="Rectangle 1"/>
          <p:cNvSpPr/>
          <p:nvPr/>
        </p:nvSpPr>
        <p:spPr>
          <a:xfrm>
            <a:off x="0" y="0"/>
            <a:ext cx="12190680" cy="685656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p>
            <a:endParaRPr lang="en-US" sz="1800" b="0" u="none" strike="noStrike">
              <a:solidFill>
                <a:schemeClr val="lt1"/>
              </a:solidFill>
              <a:effectLst/>
              <a:uFillTx/>
              <a:latin typeface="Arial"/>
            </a:endParaRPr>
          </a:p>
        </p:txBody>
      </p:sp>
      <p:sp>
        <p:nvSpPr>
          <p:cNvPr id="467" name="Rectangle 3"/>
          <p:cNvSpPr/>
          <p:nvPr/>
        </p:nvSpPr>
        <p:spPr>
          <a:xfrm>
            <a:off x="0" y="6218280"/>
            <a:ext cx="12190680" cy="638280"/>
          </a:xfrm>
          <a:prstGeom prst="rect">
            <a:avLst/>
          </a:prstGeom>
          <a:solidFill>
            <a:srgbClr val="F86901"/>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p>
            <a:endParaRPr lang="en-US" sz="1800" b="0" u="none" strike="noStrike">
              <a:solidFill>
                <a:schemeClr val="lt1"/>
              </a:solidFill>
              <a:effectLst/>
              <a:uFillTx/>
              <a:latin typeface="Arial"/>
            </a:endParaRPr>
          </a:p>
        </p:txBody>
      </p:sp>
      <p:sp>
        <p:nvSpPr>
          <p:cNvPr id="468" name="TextBox 4"/>
          <p:cNvSpPr/>
          <p:nvPr/>
        </p:nvSpPr>
        <p:spPr>
          <a:xfrm>
            <a:off x="11689200" y="6487920"/>
            <a:ext cx="476280" cy="238680"/>
          </a:xfrm>
          <a:prstGeom prst="rect">
            <a:avLst/>
          </a:prstGeom>
          <a:noFill/>
          <a:ln w="0">
            <a:noFill/>
          </a:ln>
        </p:spPr>
        <p:style>
          <a:lnRef idx="0"/>
          <a:fillRef idx="0"/>
          <a:effectRef idx="0"/>
          <a:fontRef idx="minor"/>
        </p:style>
        <p:txBody>
          <a:bodyPr lIns="90000" tIns="45000" rIns="90000" bIns="45000" anchor="t">
            <a:spAutoFit/>
          </a:bodyPr>
          <a:p>
            <a:pPr defTabSz="914400">
              <a:lnSpc>
                <a:spcPct val="80000"/>
              </a:lnSpc>
            </a:pPr>
            <a:r>
              <a:rPr lang="en-US" sz="1200" b="0" u="none" strike="noStrike">
                <a:solidFill>
                  <a:schemeClr val="lt1"/>
                </a:solidFill>
                <a:effectLst/>
                <a:uFillTx/>
                <a:latin typeface="Georgia"/>
              </a:rPr>
              <a:t> </a:t>
            </a:r>
            <a:fld id="{D40D220F-C302-4294-AE62-BF1240B3681B}" type="slidenum">
              <a:rPr lang="en-US" sz="1130" b="0" u="none" strike="noStrike">
                <a:solidFill>
                  <a:schemeClr val="lt1"/>
                </a:solidFill>
                <a:effectLst/>
                <a:uFillTx/>
                <a:latin typeface="Arial"/>
              </a:rPr>
              <a:t>&lt;number&gt;</a:t>
            </a:fld>
            <a:endParaRPr lang="en-US" sz="1130" b="0" u="none" strike="noStrike">
              <a:solidFill>
                <a:srgbClr val="000000"/>
              </a:solidFill>
              <a:effectLst/>
              <a:uFillTx/>
              <a:latin typeface="Arial"/>
            </a:endParaRPr>
          </a:p>
        </p:txBody>
      </p:sp>
      <p:pic>
        <p:nvPicPr>
          <p:cNvPr id="469" name="Graphic 5"/>
          <p:cNvPicPr/>
          <p:nvPr/>
        </p:nvPicPr>
        <p:blipFill>
          <a:blip r:embed="rId4">
            <a:extLst>
              <a:ext uri="{96DAC541-7B7A-43D3-8B79-37D633B846F1}">
                <asvg:svgBlip xmlns:asvg="http://schemas.microsoft.com/office/drawing/2016/SVG/main" r:embed="rId5"/>
              </a:ext>
            </a:extLst>
          </a:blip>
          <a:stretch/>
        </p:blipFill>
        <p:spPr>
          <a:xfrm>
            <a:off x="9069840" y="6459120"/>
            <a:ext cx="2699280" cy="238680"/>
          </a:xfrm>
          <a:prstGeom prst="rect">
            <a:avLst/>
          </a:prstGeom>
          <a:noFill/>
          <a:ln w="0">
            <a:noFill/>
          </a:ln>
        </p:spPr>
      </p:pic>
      <p:grpSp>
        <p:nvGrpSpPr>
          <p:cNvPr id="470" name="Graphic 22"/>
          <p:cNvGrpSpPr/>
          <p:nvPr/>
        </p:nvGrpSpPr>
        <p:grpSpPr>
          <a:xfrm>
            <a:off x="201960" y="6414120"/>
            <a:ext cx="797760" cy="300600"/>
            <a:chOff x="201960" y="6414120"/>
            <a:chExt cx="797760" cy="300600"/>
          </a:xfrm>
        </p:grpSpPr>
        <p:sp>
          <p:nvSpPr>
            <p:cNvPr id="471" name="Freeform 7"/>
            <p:cNvSpPr/>
            <p:nvPr/>
          </p:nvSpPr>
          <p:spPr>
            <a:xfrm>
              <a:off x="540720" y="6414120"/>
              <a:ext cx="135720" cy="300240"/>
            </a:xfrm>
            <a:custGeom>
              <a:avLst/>
              <a:gdLst>
                <a:gd name="textAreaLeft" fmla="*/ 0 w 135720"/>
                <a:gd name="textAreaRight" fmla="*/ 137160 w 135720"/>
                <a:gd name="textAreaTop" fmla="*/ 0 h 300240"/>
                <a:gd name="textAreaBottom" fmla="*/ 301680 h 300240"/>
                <a:gd name="GluePoint1X" fmla="*/ 393478 w 547877"/>
                <a:gd name="GluePoint1Y" fmla="*/ 129064 h 1204531"/>
                <a:gd name="GluePoint2X" fmla="*/ 537686 w 547877"/>
                <a:gd name="GluePoint2Y" fmla="*/ 74771 h 1204531"/>
                <a:gd name="GluePoint3X" fmla="*/ 547878 w 547877"/>
                <a:gd name="GluePoint3Y" fmla="*/ 74771 h 1204531"/>
                <a:gd name="GluePoint4X" fmla="*/ 547878 w 547877"/>
                <a:gd name="GluePoint4Y" fmla="*/ 0 h 1204531"/>
                <a:gd name="GluePoint5X" fmla="*/ 267938 w 547877"/>
                <a:gd name="GluePoint5Y" fmla="*/ 4667 h 1204531"/>
                <a:gd name="GluePoint6X" fmla="*/ 0 w 547877"/>
                <a:gd name="GluePoint6Y" fmla="*/ 0 h 1204531"/>
                <a:gd name="GluePoint7X" fmla="*/ 0 w 547877"/>
                <a:gd name="GluePoint7Y" fmla="*/ 74771 h 1204531"/>
                <a:gd name="GluePoint8X" fmla="*/ 10192 w 547877"/>
                <a:gd name="GluePoint8Y" fmla="*/ 74771 h 1204531"/>
                <a:gd name="GluePoint9X" fmla="*/ 154400 w 547877"/>
                <a:gd name="GluePoint9Y" fmla="*/ 128968 h 1204531"/>
                <a:gd name="GluePoint10X" fmla="*/ 171640 w 547877"/>
                <a:gd name="GluePoint10Y" fmla="*/ 363188 h 1204531"/>
                <a:gd name="GluePoint11X" fmla="*/ 171640 w 547877"/>
                <a:gd name="GluePoint11Y" fmla="*/ 841153 h 1204531"/>
                <a:gd name="GluePoint12X" fmla="*/ 154496 w 547877"/>
                <a:gd name="GluePoint12Y" fmla="*/ 1075373 h 1204531"/>
                <a:gd name="GluePoint13X" fmla="*/ 10192 w 547877"/>
                <a:gd name="GluePoint13Y" fmla="*/ 1129569 h 1204531"/>
                <a:gd name="GluePoint14X" fmla="*/ 0 w 547877"/>
                <a:gd name="GluePoint14Y" fmla="*/ 1129569 h 1204531"/>
                <a:gd name="GluePoint15X" fmla="*/ 0 w 547877"/>
                <a:gd name="GluePoint15Y" fmla="*/ 1204531 h 1204531"/>
                <a:gd name="GluePoint16X" fmla="*/ 268224 w 547877"/>
                <a:gd name="GluePoint16Y" fmla="*/ 1197102 h 1204531"/>
                <a:gd name="GluePoint17X" fmla="*/ 547878 w 547877"/>
                <a:gd name="GluePoint17Y" fmla="*/ 1204531 h 1204531"/>
                <a:gd name="GluePoint18X" fmla="*/ 547878 w 547877"/>
                <a:gd name="GluePoint18Y" fmla="*/ 1129569 h 1204531"/>
                <a:gd name="GluePoint19X" fmla="*/ 537686 w 547877"/>
                <a:gd name="GluePoint19Y" fmla="*/ 1129569 h 1204531"/>
                <a:gd name="GluePoint20X" fmla="*/ 393478 w 547877"/>
                <a:gd name="GluePoint20Y" fmla="*/ 1075468 h 1204531"/>
                <a:gd name="GluePoint21X" fmla="*/ 376333 w 547877"/>
                <a:gd name="GluePoint21Y" fmla="*/ 841153 h 1204531"/>
                <a:gd name="GluePoint22X" fmla="*/ 376333 w 547877"/>
                <a:gd name="GluePoint22Y" fmla="*/ 363188 h 1204531"/>
                <a:gd name="GluePoint23X" fmla="*/ 393478 w 547877"/>
                <a:gd name="GluePoint23Y" fmla="*/ 129064 h 1204531"/>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 ang="0">
                  <a:pos x="GluePoint16X" y="GluePoint16Y"/>
                </a:cxn>
                <a:cxn ang="0">
                  <a:pos x="GluePoint17X" y="GluePoint17Y"/>
                </a:cxn>
                <a:cxn ang="0">
                  <a:pos x="GluePoint18X" y="GluePoint18Y"/>
                </a:cxn>
                <a:cxn ang="0">
                  <a:pos x="GluePoint19X" y="GluePoint19Y"/>
                </a:cxn>
                <a:cxn ang="0">
                  <a:pos x="GluePoint20X" y="GluePoint20Y"/>
                </a:cxn>
                <a:cxn ang="0">
                  <a:pos x="GluePoint21X" y="GluePoint21Y"/>
                </a:cxn>
                <a:cxn ang="0">
                  <a:pos x="GluePoint22X" y="GluePoint22Y"/>
                </a:cxn>
                <a:cxn ang="0">
                  <a:pos x="GluePoint23X" y="GluePoint23Y"/>
                </a:cxn>
              </a:cxnLst>
              <a:rect l="textAreaLeft" t="textAreaTop" r="textAreaRight" b="textAreaBottom"/>
              <a:pathLst>
                <a:path w="547877" h="1204531">
                  <a:moveTo>
                    <a:pt x="393478" y="129064"/>
                  </a:moveTo>
                  <a:cubicBezTo>
                    <a:pt x="414242" y="74771"/>
                    <a:pt x="482727" y="74771"/>
                    <a:pt x="537686" y="74771"/>
                  </a:cubicBezTo>
                  <a:lnTo>
                    <a:pt x="547878" y="74771"/>
                  </a:lnTo>
                  <a:lnTo>
                    <a:pt x="547878" y="0"/>
                  </a:lnTo>
                  <a:cubicBezTo>
                    <a:pt x="547878" y="0"/>
                    <a:pt x="333565" y="4667"/>
                    <a:pt x="267938" y="4667"/>
                  </a:cubicBezTo>
                  <a:cubicBezTo>
                    <a:pt x="200406" y="4667"/>
                    <a:pt x="0" y="0"/>
                    <a:pt x="0" y="0"/>
                  </a:cubicBezTo>
                  <a:lnTo>
                    <a:pt x="0" y="74771"/>
                  </a:lnTo>
                  <a:lnTo>
                    <a:pt x="10192" y="74771"/>
                  </a:lnTo>
                  <a:cubicBezTo>
                    <a:pt x="65246" y="74771"/>
                    <a:pt x="133731" y="74771"/>
                    <a:pt x="154400" y="128968"/>
                  </a:cubicBezTo>
                  <a:cubicBezTo>
                    <a:pt x="171640" y="175450"/>
                    <a:pt x="171640" y="307086"/>
                    <a:pt x="171640" y="363188"/>
                  </a:cubicBezTo>
                  <a:lnTo>
                    <a:pt x="171640" y="841153"/>
                  </a:lnTo>
                  <a:cubicBezTo>
                    <a:pt x="171640" y="897350"/>
                    <a:pt x="171640" y="1028890"/>
                    <a:pt x="154496" y="1075373"/>
                  </a:cubicBezTo>
                  <a:cubicBezTo>
                    <a:pt x="133731" y="1129569"/>
                    <a:pt x="65246" y="1129569"/>
                    <a:pt x="10192" y="1129569"/>
                  </a:cubicBezTo>
                  <a:lnTo>
                    <a:pt x="0" y="1129569"/>
                  </a:lnTo>
                  <a:lnTo>
                    <a:pt x="0" y="1204531"/>
                  </a:lnTo>
                  <a:cubicBezTo>
                    <a:pt x="0" y="1204341"/>
                    <a:pt x="173260" y="1197102"/>
                    <a:pt x="268224" y="1197102"/>
                  </a:cubicBezTo>
                  <a:cubicBezTo>
                    <a:pt x="377476" y="1197102"/>
                    <a:pt x="547878" y="1204531"/>
                    <a:pt x="547878" y="1204531"/>
                  </a:cubicBezTo>
                  <a:lnTo>
                    <a:pt x="547878" y="1129569"/>
                  </a:lnTo>
                  <a:lnTo>
                    <a:pt x="537686" y="1129569"/>
                  </a:lnTo>
                  <a:cubicBezTo>
                    <a:pt x="482727" y="1129569"/>
                    <a:pt x="414242" y="1129569"/>
                    <a:pt x="393478" y="1075468"/>
                  </a:cubicBezTo>
                  <a:cubicBezTo>
                    <a:pt x="376333" y="1028890"/>
                    <a:pt x="376333" y="897350"/>
                    <a:pt x="376333" y="841153"/>
                  </a:cubicBezTo>
                  <a:lnTo>
                    <a:pt x="376333" y="363188"/>
                  </a:lnTo>
                  <a:cubicBezTo>
                    <a:pt x="376333" y="307086"/>
                    <a:pt x="376333" y="175450"/>
                    <a:pt x="393478" y="129064"/>
                  </a:cubicBezTo>
                </a:path>
              </a:pathLst>
            </a:custGeom>
            <a:solidFill>
              <a:schemeClr val="bg1"/>
            </a:solidFill>
            <a:ln w="9525">
              <a:noFill/>
            </a:ln>
          </p:spPr>
          <p:style>
            <a:lnRef idx="0"/>
            <a:fillRef idx="0"/>
            <a:effectRef idx="0"/>
            <a:fontRef idx="minor"/>
          </p:style>
          <p:txBody>
            <a:bodyPr lIns="68040" tIns="45000" rIns="68040" bIns="45000" anchor="ctr">
              <a:noAutofit/>
            </a:bodyPr>
            <a:p>
              <a:endParaRPr lang="en-US" sz="1800" b="0" u="none" strike="noStrike">
                <a:solidFill>
                  <a:schemeClr val="dk1"/>
                </a:solidFill>
                <a:effectLst/>
                <a:uFillTx/>
                <a:latin typeface="Arial"/>
              </a:endParaRPr>
            </a:p>
          </p:txBody>
        </p:sp>
        <p:sp>
          <p:nvSpPr>
            <p:cNvPr id="472" name="Freeform 8"/>
            <p:cNvSpPr/>
            <p:nvPr/>
          </p:nvSpPr>
          <p:spPr>
            <a:xfrm>
              <a:off x="718920" y="6414480"/>
              <a:ext cx="280800" cy="300240"/>
            </a:xfrm>
            <a:custGeom>
              <a:avLst/>
              <a:gdLst>
                <a:gd name="textAreaLeft" fmla="*/ 0 w 280800"/>
                <a:gd name="textAreaRight" fmla="*/ 282240 w 280800"/>
                <a:gd name="textAreaTop" fmla="*/ 0 h 300240"/>
                <a:gd name="textAreaBottom" fmla="*/ 301680 h 300240"/>
                <a:gd name="GluePoint1X" fmla="*/ 0 w 1126902"/>
                <a:gd name="GluePoint1Y" fmla="*/ 0 h 1204245"/>
                <a:gd name="GluePoint2X" fmla="*/ 0 w 1126902"/>
                <a:gd name="GluePoint2Y" fmla="*/ 312420 h 1204245"/>
                <a:gd name="GluePoint3X" fmla="*/ 74295 w 1126902"/>
                <a:gd name="GluePoint3Y" fmla="*/ 312420 h 1204245"/>
                <a:gd name="GluePoint4X" fmla="*/ 74581 w 1126902"/>
                <a:gd name="GluePoint4Y" fmla="*/ 302609 h 1204245"/>
                <a:gd name="GluePoint5X" fmla="*/ 334328 w 1126902"/>
                <a:gd name="GluePoint5Y" fmla="*/ 90773 h 1204245"/>
                <a:gd name="GluePoint6X" fmla="*/ 352330 w 1126902"/>
                <a:gd name="GluePoint6Y" fmla="*/ 90678 h 1204245"/>
                <a:gd name="GluePoint7X" fmla="*/ 453200 w 1126902"/>
                <a:gd name="GluePoint7Y" fmla="*/ 106204 h 1204245"/>
                <a:gd name="GluePoint8X" fmla="*/ 461201 w 1126902"/>
                <a:gd name="GluePoint8Y" fmla="*/ 128873 h 1204245"/>
                <a:gd name="GluePoint9X" fmla="*/ 461201 w 1126902"/>
                <a:gd name="GluePoint9Y" fmla="*/ 950119 h 1204245"/>
                <a:gd name="GluePoint10X" fmla="*/ 272510 w 1126902"/>
                <a:gd name="GluePoint10Y" fmla="*/ 1129475 h 1204245"/>
                <a:gd name="GluePoint11X" fmla="*/ 262700 w 1126902"/>
                <a:gd name="GluePoint11Y" fmla="*/ 1129856 h 1204245"/>
                <a:gd name="GluePoint12X" fmla="*/ 262700 w 1126902"/>
                <a:gd name="GluePoint12Y" fmla="*/ 1204246 h 1204245"/>
                <a:gd name="GluePoint13X" fmla="*/ 578548 w 1126902"/>
                <a:gd name="GluePoint13Y" fmla="*/ 1196911 h 1204245"/>
                <a:gd name="GluePoint14X" fmla="*/ 864203 w 1126902"/>
                <a:gd name="GluePoint14Y" fmla="*/ 1204246 h 1204245"/>
                <a:gd name="GluePoint15X" fmla="*/ 864203 w 1126902"/>
                <a:gd name="GluePoint15Y" fmla="*/ 1129856 h 1204245"/>
                <a:gd name="GluePoint16X" fmla="*/ 854393 w 1126902"/>
                <a:gd name="GluePoint16Y" fmla="*/ 1129475 h 1204245"/>
                <a:gd name="GluePoint17X" fmla="*/ 665702 w 1126902"/>
                <a:gd name="GluePoint17Y" fmla="*/ 950119 h 1204245"/>
                <a:gd name="GluePoint18X" fmla="*/ 665702 w 1126902"/>
                <a:gd name="GluePoint18Y" fmla="*/ 128873 h 1204245"/>
                <a:gd name="GluePoint19X" fmla="*/ 673608 w 1126902"/>
                <a:gd name="GluePoint19Y" fmla="*/ 108490 h 1204245"/>
                <a:gd name="GluePoint20X" fmla="*/ 791718 w 1126902"/>
                <a:gd name="GluePoint20Y" fmla="*/ 90488 h 1204245"/>
                <a:gd name="GluePoint21X" fmla="*/ 815912 w 1126902"/>
                <a:gd name="GluePoint21Y" fmla="*/ 90773 h 1204245"/>
                <a:gd name="GluePoint22X" fmla="*/ 1052513 w 1126902"/>
                <a:gd name="GluePoint22Y" fmla="*/ 302895 h 1204245"/>
                <a:gd name="GluePoint23X" fmla="*/ 1053084 w 1126902"/>
                <a:gd name="GluePoint23Y" fmla="*/ 312420 h 1204245"/>
                <a:gd name="GluePoint24X" fmla="*/ 1126903 w 1126902"/>
                <a:gd name="GluePoint24Y" fmla="*/ 312420 h 1204245"/>
                <a:gd name="GluePoint25X" fmla="*/ 1126903 w 1126902"/>
                <a:gd name="GluePoint25Y" fmla="*/ 0 h 1204245"/>
                <a:gd name="GluePoint26X" fmla="*/ 563404 w 1126902"/>
                <a:gd name="GluePoint26Y" fmla="*/ 2857 h 1204245"/>
                <a:gd name="GluePoint27X" fmla="*/ 0 w 1126902"/>
                <a:gd name="GluePoint27Y" fmla="*/ 0 h 1204245"/>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 ang="0">
                  <a:pos x="GluePoint16X" y="GluePoint16Y"/>
                </a:cxn>
                <a:cxn ang="0">
                  <a:pos x="GluePoint17X" y="GluePoint17Y"/>
                </a:cxn>
                <a:cxn ang="0">
                  <a:pos x="GluePoint18X" y="GluePoint18Y"/>
                </a:cxn>
                <a:cxn ang="0">
                  <a:pos x="GluePoint19X" y="GluePoint19Y"/>
                </a:cxn>
                <a:cxn ang="0">
                  <a:pos x="GluePoint20X" y="GluePoint20Y"/>
                </a:cxn>
                <a:cxn ang="0">
                  <a:pos x="GluePoint21X" y="GluePoint21Y"/>
                </a:cxn>
                <a:cxn ang="0">
                  <a:pos x="GluePoint22X" y="GluePoint22Y"/>
                </a:cxn>
                <a:cxn ang="0">
                  <a:pos x="GluePoint23X" y="GluePoint23Y"/>
                </a:cxn>
                <a:cxn ang="0">
                  <a:pos x="GluePoint24X" y="GluePoint24Y"/>
                </a:cxn>
                <a:cxn ang="0">
                  <a:pos x="GluePoint25X" y="GluePoint25Y"/>
                </a:cxn>
                <a:cxn ang="0">
                  <a:pos x="GluePoint26X" y="GluePoint26Y"/>
                </a:cxn>
                <a:cxn ang="0">
                  <a:pos x="GluePoint27X" y="GluePoint27Y"/>
                </a:cxn>
              </a:cxnLst>
              <a:rect l="textAreaLeft" t="textAreaTop" r="textAreaRight" b="textAreaBottom"/>
              <a:pathLst>
                <a:path w="1126902" h="1204245">
                  <a:moveTo>
                    <a:pt x="0" y="0"/>
                  </a:moveTo>
                  <a:lnTo>
                    <a:pt x="0" y="312420"/>
                  </a:lnTo>
                  <a:lnTo>
                    <a:pt x="74295" y="312420"/>
                  </a:lnTo>
                  <a:lnTo>
                    <a:pt x="74581" y="302609"/>
                  </a:lnTo>
                  <a:cubicBezTo>
                    <a:pt x="81344" y="99346"/>
                    <a:pt x="159163" y="90773"/>
                    <a:pt x="334328" y="90773"/>
                  </a:cubicBezTo>
                  <a:cubicBezTo>
                    <a:pt x="340328" y="90773"/>
                    <a:pt x="346424" y="90773"/>
                    <a:pt x="352330" y="90678"/>
                  </a:cubicBezTo>
                  <a:cubicBezTo>
                    <a:pt x="395859" y="90392"/>
                    <a:pt x="437007" y="90106"/>
                    <a:pt x="453200" y="106204"/>
                  </a:cubicBezTo>
                  <a:cubicBezTo>
                    <a:pt x="458629" y="111538"/>
                    <a:pt x="461201" y="118967"/>
                    <a:pt x="461201" y="128873"/>
                  </a:cubicBezTo>
                  <a:lnTo>
                    <a:pt x="461201" y="950119"/>
                  </a:lnTo>
                  <a:cubicBezTo>
                    <a:pt x="461201" y="1072039"/>
                    <a:pt x="444151" y="1122426"/>
                    <a:pt x="272510" y="1129475"/>
                  </a:cubicBezTo>
                  <a:lnTo>
                    <a:pt x="262700" y="1129856"/>
                  </a:lnTo>
                  <a:lnTo>
                    <a:pt x="262700" y="1204246"/>
                  </a:lnTo>
                  <a:cubicBezTo>
                    <a:pt x="262700" y="1204246"/>
                    <a:pt x="462725" y="1196911"/>
                    <a:pt x="578548" y="1196911"/>
                  </a:cubicBezTo>
                  <a:cubicBezTo>
                    <a:pt x="666941" y="1196911"/>
                    <a:pt x="864203" y="1204246"/>
                    <a:pt x="864203" y="1204246"/>
                  </a:cubicBezTo>
                  <a:lnTo>
                    <a:pt x="864203" y="1129856"/>
                  </a:lnTo>
                  <a:lnTo>
                    <a:pt x="854393" y="1129475"/>
                  </a:lnTo>
                  <a:cubicBezTo>
                    <a:pt x="682752" y="1122426"/>
                    <a:pt x="665702" y="1072039"/>
                    <a:pt x="665702" y="950119"/>
                  </a:cubicBezTo>
                  <a:lnTo>
                    <a:pt x="665702" y="128873"/>
                  </a:lnTo>
                  <a:cubicBezTo>
                    <a:pt x="665702" y="120396"/>
                    <a:pt x="668369" y="113729"/>
                    <a:pt x="673608" y="108490"/>
                  </a:cubicBezTo>
                  <a:cubicBezTo>
                    <a:pt x="693420" y="89059"/>
                    <a:pt x="747903" y="89821"/>
                    <a:pt x="791718" y="90488"/>
                  </a:cubicBezTo>
                  <a:cubicBezTo>
                    <a:pt x="800005" y="90583"/>
                    <a:pt x="808196" y="90773"/>
                    <a:pt x="815912" y="90773"/>
                  </a:cubicBezTo>
                  <a:cubicBezTo>
                    <a:pt x="987267" y="90773"/>
                    <a:pt x="1042511" y="140303"/>
                    <a:pt x="1052513" y="302895"/>
                  </a:cubicBezTo>
                  <a:lnTo>
                    <a:pt x="1053084" y="312420"/>
                  </a:lnTo>
                  <a:lnTo>
                    <a:pt x="1126903" y="312420"/>
                  </a:lnTo>
                  <a:lnTo>
                    <a:pt x="1126903" y="0"/>
                  </a:lnTo>
                  <a:cubicBezTo>
                    <a:pt x="1126903" y="0"/>
                    <a:pt x="694468" y="2857"/>
                    <a:pt x="563404" y="2857"/>
                  </a:cubicBezTo>
                  <a:cubicBezTo>
                    <a:pt x="432340" y="2857"/>
                    <a:pt x="0" y="0"/>
                    <a:pt x="0" y="0"/>
                  </a:cubicBezTo>
                </a:path>
              </a:pathLst>
            </a:custGeom>
            <a:solidFill>
              <a:schemeClr val="bg1"/>
            </a:solidFill>
            <a:ln w="9525">
              <a:noFill/>
            </a:ln>
          </p:spPr>
          <p:style>
            <a:lnRef idx="0"/>
            <a:fillRef idx="0"/>
            <a:effectRef idx="0"/>
            <a:fontRef idx="minor"/>
          </p:style>
          <p:txBody>
            <a:bodyPr lIns="90000" tIns="45000" rIns="90000" bIns="45000" anchor="ctr">
              <a:noAutofit/>
            </a:bodyPr>
            <a:p>
              <a:endParaRPr lang="en-US" sz="1800" b="0" u="none" strike="noStrike">
                <a:solidFill>
                  <a:schemeClr val="dk1"/>
                </a:solidFill>
                <a:effectLst/>
                <a:uFillTx/>
                <a:latin typeface="Arial"/>
              </a:endParaRPr>
            </a:p>
          </p:txBody>
        </p:sp>
        <p:sp>
          <p:nvSpPr>
            <p:cNvPr id="473" name="Freeform 11"/>
            <p:cNvSpPr/>
            <p:nvPr/>
          </p:nvSpPr>
          <p:spPr>
            <a:xfrm>
              <a:off x="201960" y="6414120"/>
              <a:ext cx="297720" cy="300240"/>
            </a:xfrm>
            <a:custGeom>
              <a:avLst/>
              <a:gdLst>
                <a:gd name="textAreaLeft" fmla="*/ 0 w 297720"/>
                <a:gd name="textAreaRight" fmla="*/ 299160 w 297720"/>
                <a:gd name="textAreaTop" fmla="*/ 0 h 300240"/>
                <a:gd name="textAreaBottom" fmla="*/ 301680 h 300240"/>
                <a:gd name="GluePoint1X" fmla="*/ 372618 w 1195101"/>
                <a:gd name="GluePoint1Y" fmla="*/ 571786 h 1204626"/>
                <a:gd name="GluePoint2X" fmla="*/ 372523 w 1195101"/>
                <a:gd name="GluePoint2Y" fmla="*/ 134303 h 1204626"/>
                <a:gd name="GluePoint3X" fmla="*/ 386239 w 1195101"/>
                <a:gd name="GluePoint3Y" fmla="*/ 86487 h 1204626"/>
                <a:gd name="GluePoint4X" fmla="*/ 498348 w 1195101"/>
                <a:gd name="GluePoint4Y" fmla="*/ 85630 h 1204626"/>
                <a:gd name="GluePoint5X" fmla="*/ 738473 w 1195101"/>
                <a:gd name="GluePoint5Y" fmla="*/ 330518 h 1204626"/>
                <a:gd name="GluePoint6X" fmla="*/ 640747 w 1195101"/>
                <a:gd name="GluePoint6Y" fmla="*/ 541687 h 1204626"/>
                <a:gd name="GluePoint7X" fmla="*/ 372618 w 1195101"/>
                <a:gd name="GluePoint7Y" fmla="*/ 571786 h 1204626"/>
                <a:gd name="GluePoint8X" fmla="*/ 1186529 w 1195101"/>
                <a:gd name="GluePoint8Y" fmla="*/ 1129760 h 1204626"/>
                <a:gd name="GluePoint9X" fmla="*/ 1017461 w 1195101"/>
                <a:gd name="GluePoint9Y" fmla="*/ 1040702 h 1204626"/>
                <a:gd name="GluePoint10X" fmla="*/ 661797 w 1195101"/>
                <a:gd name="GluePoint10Y" fmla="*/ 632460 h 1204626"/>
                <a:gd name="GluePoint11X" fmla="*/ 964597 w 1195101"/>
                <a:gd name="GluePoint11Y" fmla="*/ 305371 h 1204626"/>
                <a:gd name="GluePoint12X" fmla="*/ 831056 w 1195101"/>
                <a:gd name="GluePoint12Y" fmla="*/ 55816 h 1204626"/>
                <a:gd name="GluePoint13X" fmla="*/ 544639 w 1195101"/>
                <a:gd name="GluePoint13Y" fmla="*/ 190 h 1204626"/>
                <a:gd name="GluePoint14X" fmla="*/ 317468 w 1195101"/>
                <a:gd name="GluePoint14Y" fmla="*/ 4191 h 1204626"/>
                <a:gd name="GluePoint15X" fmla="*/ 191 w 1195101"/>
                <a:gd name="GluePoint15Y" fmla="*/ 0 h 1204626"/>
                <a:gd name="GluePoint16X" fmla="*/ 191 w 1195101"/>
                <a:gd name="GluePoint16Y" fmla="*/ 74866 h 1204626"/>
                <a:gd name="GluePoint17X" fmla="*/ 15050 w 1195101"/>
                <a:gd name="GluePoint17Y" fmla="*/ 74866 h 1204626"/>
                <a:gd name="GluePoint18X" fmla="*/ 152781 w 1195101"/>
                <a:gd name="GluePoint18Y" fmla="*/ 128683 h 1204626"/>
                <a:gd name="GluePoint19X" fmla="*/ 168307 w 1195101"/>
                <a:gd name="GluePoint19Y" fmla="*/ 350139 h 1204626"/>
                <a:gd name="GluePoint20X" fmla="*/ 168307 w 1195101"/>
                <a:gd name="GluePoint20Y" fmla="*/ 841248 h 1204626"/>
                <a:gd name="GluePoint21X" fmla="*/ 161068 w 1195101"/>
                <a:gd name="GluePoint21Y" fmla="*/ 1034129 h 1204626"/>
                <a:gd name="GluePoint22X" fmla="*/ 152686 w 1195101"/>
                <a:gd name="GluePoint22Y" fmla="*/ 1075944 h 1204626"/>
                <a:gd name="GluePoint23X" fmla="*/ 10382 w 1195101"/>
                <a:gd name="GluePoint23Y" fmla="*/ 1129665 h 1204626"/>
                <a:gd name="GluePoint24X" fmla="*/ 0 w 1195101"/>
                <a:gd name="GluePoint24Y" fmla="*/ 1129665 h 1204626"/>
                <a:gd name="GluePoint25X" fmla="*/ 0 w 1195101"/>
                <a:gd name="GluePoint25Y" fmla="*/ 1204532 h 1204626"/>
                <a:gd name="GluePoint26X" fmla="*/ 278225 w 1195101"/>
                <a:gd name="GluePoint26Y" fmla="*/ 1197102 h 1204626"/>
                <a:gd name="GluePoint27X" fmla="*/ 540734 w 1195101"/>
                <a:gd name="GluePoint27Y" fmla="*/ 1204532 h 1204626"/>
                <a:gd name="GluePoint28X" fmla="*/ 540734 w 1195101"/>
                <a:gd name="GluePoint28Y" fmla="*/ 1129665 h 1204626"/>
                <a:gd name="GluePoint29X" fmla="*/ 525971 w 1195101"/>
                <a:gd name="GluePoint29Y" fmla="*/ 1129665 h 1204626"/>
                <a:gd name="GluePoint30X" fmla="*/ 388239 w 1195101"/>
                <a:gd name="GluePoint30Y" fmla="*/ 1075754 h 1204626"/>
                <a:gd name="GluePoint31X" fmla="*/ 379857 w 1195101"/>
                <a:gd name="GluePoint31Y" fmla="*/ 1034034 h 1204626"/>
                <a:gd name="GluePoint32X" fmla="*/ 372618 w 1195101"/>
                <a:gd name="GluePoint32Y" fmla="*/ 854297 h 1204626"/>
                <a:gd name="GluePoint33X" fmla="*/ 372618 w 1195101"/>
                <a:gd name="GluePoint33Y" fmla="*/ 653510 h 1204626"/>
                <a:gd name="GluePoint34X" fmla="*/ 479107 w 1195101"/>
                <a:gd name="GluePoint34Y" fmla="*/ 702469 h 1204626"/>
                <a:gd name="GluePoint35X" fmla="*/ 501110 w 1195101"/>
                <a:gd name="GluePoint35Y" fmla="*/ 728472 h 1204626"/>
                <a:gd name="GluePoint36X" fmla="*/ 797909 w 1195101"/>
                <a:gd name="GluePoint36Y" fmla="*/ 1096804 h 1204626"/>
                <a:gd name="GluePoint37X" fmla="*/ 885158 w 1195101"/>
                <a:gd name="GluePoint37Y" fmla="*/ 1204532 h 1204626"/>
                <a:gd name="GluePoint38X" fmla="*/ 1027366 w 1195101"/>
                <a:gd name="GluePoint38Y" fmla="*/ 1200436 h 1204626"/>
                <a:gd name="GluePoint39X" fmla="*/ 1195102 w 1195101"/>
                <a:gd name="GluePoint39Y" fmla="*/ 1204627 h 1204626"/>
                <a:gd name="GluePoint40X" fmla="*/ 1195102 w 1195101"/>
                <a:gd name="GluePoint40Y" fmla="*/ 1131094 h 1204626"/>
                <a:gd name="GluePoint41X" fmla="*/ 1186529 w 1195101"/>
                <a:gd name="GluePoint41Y" fmla="*/ 1129760 h 1204626"/>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 ang="0">
                  <a:pos x="GluePoint16X" y="GluePoint16Y"/>
                </a:cxn>
                <a:cxn ang="0">
                  <a:pos x="GluePoint17X" y="GluePoint17Y"/>
                </a:cxn>
                <a:cxn ang="0">
                  <a:pos x="GluePoint18X" y="GluePoint18Y"/>
                </a:cxn>
                <a:cxn ang="0">
                  <a:pos x="GluePoint19X" y="GluePoint19Y"/>
                </a:cxn>
                <a:cxn ang="0">
                  <a:pos x="GluePoint20X" y="GluePoint20Y"/>
                </a:cxn>
                <a:cxn ang="0">
                  <a:pos x="GluePoint21X" y="GluePoint21Y"/>
                </a:cxn>
                <a:cxn ang="0">
                  <a:pos x="GluePoint22X" y="GluePoint22Y"/>
                </a:cxn>
                <a:cxn ang="0">
                  <a:pos x="GluePoint23X" y="GluePoint23Y"/>
                </a:cxn>
                <a:cxn ang="0">
                  <a:pos x="GluePoint24X" y="GluePoint24Y"/>
                </a:cxn>
                <a:cxn ang="0">
                  <a:pos x="GluePoint25X" y="GluePoint25Y"/>
                </a:cxn>
                <a:cxn ang="0">
                  <a:pos x="GluePoint26X" y="GluePoint26Y"/>
                </a:cxn>
                <a:cxn ang="0">
                  <a:pos x="GluePoint27X" y="GluePoint27Y"/>
                </a:cxn>
                <a:cxn ang="0">
                  <a:pos x="GluePoint28X" y="GluePoint28Y"/>
                </a:cxn>
                <a:cxn ang="0">
                  <a:pos x="GluePoint29X" y="GluePoint29Y"/>
                </a:cxn>
                <a:cxn ang="0">
                  <a:pos x="GluePoint30X" y="GluePoint30Y"/>
                </a:cxn>
                <a:cxn ang="0">
                  <a:pos x="GluePoint31X" y="GluePoint31Y"/>
                </a:cxn>
                <a:cxn ang="0">
                  <a:pos x="GluePoint32X" y="GluePoint32Y"/>
                </a:cxn>
                <a:cxn ang="0">
                  <a:pos x="GluePoint33X" y="GluePoint33Y"/>
                </a:cxn>
                <a:cxn ang="0">
                  <a:pos x="GluePoint34X" y="GluePoint34Y"/>
                </a:cxn>
                <a:cxn ang="0">
                  <a:pos x="GluePoint35X" y="GluePoint35Y"/>
                </a:cxn>
                <a:cxn ang="0">
                  <a:pos x="GluePoint36X" y="GluePoint36Y"/>
                </a:cxn>
                <a:cxn ang="0">
                  <a:pos x="GluePoint37X" y="GluePoint37Y"/>
                </a:cxn>
                <a:cxn ang="0">
                  <a:pos x="GluePoint38X" y="GluePoint38Y"/>
                </a:cxn>
                <a:cxn ang="0">
                  <a:pos x="GluePoint39X" y="GluePoint39Y"/>
                </a:cxn>
                <a:cxn ang="0">
                  <a:pos x="GluePoint40X" y="GluePoint40Y"/>
                </a:cxn>
                <a:cxn ang="0">
                  <a:pos x="GluePoint41X" y="GluePoint41Y"/>
                </a:cxn>
              </a:cxnLst>
              <a:rect l="textAreaLeft" t="textAreaTop" r="textAreaRight" b="textAreaBottom"/>
              <a:pathLst>
                <a:path w="1195101" h="1204626">
                  <a:moveTo>
                    <a:pt x="372618" y="571786"/>
                  </a:moveTo>
                  <a:cubicBezTo>
                    <a:pt x="372618" y="571786"/>
                    <a:pt x="372618" y="136874"/>
                    <a:pt x="372523" y="134303"/>
                  </a:cubicBezTo>
                  <a:cubicBezTo>
                    <a:pt x="372237" y="116967"/>
                    <a:pt x="371761" y="93250"/>
                    <a:pt x="386239" y="86487"/>
                  </a:cubicBezTo>
                  <a:cubicBezTo>
                    <a:pt x="396240" y="82105"/>
                    <a:pt x="493014" y="85630"/>
                    <a:pt x="498348" y="85630"/>
                  </a:cubicBezTo>
                  <a:cubicBezTo>
                    <a:pt x="650938" y="85630"/>
                    <a:pt x="738473" y="174974"/>
                    <a:pt x="738473" y="330518"/>
                  </a:cubicBezTo>
                  <a:cubicBezTo>
                    <a:pt x="738473" y="443960"/>
                    <a:pt x="708374" y="509016"/>
                    <a:pt x="640747" y="541687"/>
                  </a:cubicBezTo>
                  <a:cubicBezTo>
                    <a:pt x="577691" y="571976"/>
                    <a:pt x="372618" y="571786"/>
                    <a:pt x="372618" y="571786"/>
                  </a:cubicBezTo>
                  <a:moveTo>
                    <a:pt x="1186529" y="1129760"/>
                  </a:moveTo>
                  <a:cubicBezTo>
                    <a:pt x="1100138" y="1116235"/>
                    <a:pt x="1074134" y="1106424"/>
                    <a:pt x="1017461" y="1040702"/>
                  </a:cubicBezTo>
                  <a:lnTo>
                    <a:pt x="661797" y="632460"/>
                  </a:lnTo>
                  <a:cubicBezTo>
                    <a:pt x="849059" y="608076"/>
                    <a:pt x="964597" y="484251"/>
                    <a:pt x="964597" y="305371"/>
                  </a:cubicBezTo>
                  <a:cubicBezTo>
                    <a:pt x="964597" y="188976"/>
                    <a:pt x="919544" y="105061"/>
                    <a:pt x="831056" y="55816"/>
                  </a:cubicBezTo>
                  <a:cubicBezTo>
                    <a:pt x="763619" y="18383"/>
                    <a:pt x="670084" y="190"/>
                    <a:pt x="544639" y="190"/>
                  </a:cubicBezTo>
                  <a:cubicBezTo>
                    <a:pt x="507206" y="1143"/>
                    <a:pt x="416909" y="4191"/>
                    <a:pt x="317468" y="4191"/>
                  </a:cubicBezTo>
                  <a:cubicBezTo>
                    <a:pt x="214313" y="4191"/>
                    <a:pt x="191" y="0"/>
                    <a:pt x="191" y="0"/>
                  </a:cubicBezTo>
                  <a:lnTo>
                    <a:pt x="191" y="74866"/>
                  </a:lnTo>
                  <a:lnTo>
                    <a:pt x="15050" y="74866"/>
                  </a:lnTo>
                  <a:cubicBezTo>
                    <a:pt x="71818" y="74486"/>
                    <a:pt x="135731" y="74771"/>
                    <a:pt x="152781" y="128683"/>
                  </a:cubicBezTo>
                  <a:cubicBezTo>
                    <a:pt x="168307" y="175355"/>
                    <a:pt x="168307" y="306896"/>
                    <a:pt x="168307" y="350139"/>
                  </a:cubicBezTo>
                  <a:lnTo>
                    <a:pt x="168307" y="841248"/>
                  </a:lnTo>
                  <a:cubicBezTo>
                    <a:pt x="168307" y="895445"/>
                    <a:pt x="168307" y="977837"/>
                    <a:pt x="161068" y="1034129"/>
                  </a:cubicBezTo>
                  <a:cubicBezTo>
                    <a:pt x="158972" y="1050798"/>
                    <a:pt x="156210" y="1065276"/>
                    <a:pt x="152686" y="1075944"/>
                  </a:cubicBezTo>
                  <a:cubicBezTo>
                    <a:pt x="135350" y="1129665"/>
                    <a:pt x="66104" y="1129665"/>
                    <a:pt x="10382" y="1129665"/>
                  </a:cubicBezTo>
                  <a:lnTo>
                    <a:pt x="0" y="1129665"/>
                  </a:lnTo>
                  <a:lnTo>
                    <a:pt x="0" y="1204532"/>
                  </a:lnTo>
                  <a:cubicBezTo>
                    <a:pt x="0" y="1204532"/>
                    <a:pt x="166783" y="1197102"/>
                    <a:pt x="278225" y="1197102"/>
                  </a:cubicBezTo>
                  <a:cubicBezTo>
                    <a:pt x="374047" y="1197102"/>
                    <a:pt x="540734" y="1204246"/>
                    <a:pt x="540734" y="1204532"/>
                  </a:cubicBezTo>
                  <a:lnTo>
                    <a:pt x="540734" y="1129665"/>
                  </a:lnTo>
                  <a:lnTo>
                    <a:pt x="525971" y="1129665"/>
                  </a:lnTo>
                  <a:cubicBezTo>
                    <a:pt x="470059" y="1129951"/>
                    <a:pt x="406813" y="1129760"/>
                    <a:pt x="388239" y="1075754"/>
                  </a:cubicBezTo>
                  <a:cubicBezTo>
                    <a:pt x="384620" y="1065086"/>
                    <a:pt x="381953" y="1050607"/>
                    <a:pt x="379857" y="1034034"/>
                  </a:cubicBezTo>
                  <a:cubicBezTo>
                    <a:pt x="372618" y="978122"/>
                    <a:pt x="372618" y="898017"/>
                    <a:pt x="372618" y="854297"/>
                  </a:cubicBezTo>
                  <a:lnTo>
                    <a:pt x="372618" y="653510"/>
                  </a:lnTo>
                  <a:cubicBezTo>
                    <a:pt x="439198" y="654082"/>
                    <a:pt x="444913" y="661035"/>
                    <a:pt x="479107" y="702469"/>
                  </a:cubicBezTo>
                  <a:cubicBezTo>
                    <a:pt x="485489" y="710089"/>
                    <a:pt x="492728" y="718756"/>
                    <a:pt x="501110" y="728472"/>
                  </a:cubicBezTo>
                  <a:lnTo>
                    <a:pt x="797909" y="1096804"/>
                  </a:lnTo>
                  <a:lnTo>
                    <a:pt x="885158" y="1204532"/>
                  </a:lnTo>
                  <a:cubicBezTo>
                    <a:pt x="885158" y="1204532"/>
                    <a:pt x="980885" y="1200436"/>
                    <a:pt x="1027366" y="1200436"/>
                  </a:cubicBezTo>
                  <a:cubicBezTo>
                    <a:pt x="1094994" y="1200436"/>
                    <a:pt x="1195102" y="1204627"/>
                    <a:pt x="1195102" y="1204627"/>
                  </a:cubicBezTo>
                  <a:lnTo>
                    <a:pt x="1195102" y="1131094"/>
                  </a:lnTo>
                  <a:lnTo>
                    <a:pt x="1186529" y="1129760"/>
                  </a:lnTo>
                  <a:close/>
                </a:path>
              </a:pathLst>
            </a:custGeom>
            <a:solidFill>
              <a:schemeClr val="bg1"/>
            </a:solidFill>
            <a:ln w="9525">
              <a:noFill/>
            </a:ln>
          </p:spPr>
          <p:style>
            <a:lnRef idx="0"/>
            <a:fillRef idx="0"/>
            <a:effectRef idx="0"/>
            <a:fontRef idx="minor"/>
          </p:style>
          <p:txBody>
            <a:bodyPr lIns="90000" tIns="45000" rIns="90000" bIns="45000" anchor="ctr">
              <a:noAutofit/>
            </a:bodyPr>
            <a:p>
              <a:endParaRPr lang="en-US" sz="1800" b="0" u="none" strike="noStrike">
                <a:solidFill>
                  <a:schemeClr val="dk1"/>
                </a:solidFill>
                <a:effectLst/>
                <a:uFillTx/>
                <a:latin typeface="Arial"/>
              </a:endParaRPr>
            </a:p>
          </p:txBody>
        </p:sp>
      </p:grpSp>
    </p:spTree>
  </p:cSld>
</p:sldLayout>
</file>

<file path=ppt/slideLayouts/slideLayout2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Quote 3">
    <p:bg>
      <p:bgPr>
        <a:solidFill>
          <a:srgbClr val="FFFFFF"/>
        </a:solidFill>
      </p:bgPr>
    </p:bg>
    <p:spTree>
      <p:nvGrpSpPr>
        <p:cNvPr id="1" name=""/>
        <p:cNvGrpSpPr/>
        <p:nvPr/>
      </p:nvGrpSpPr>
      <p:grpSpPr>
        <a:xfrm>
          <a:off x="0" y="0"/>
          <a:ext cx="0" cy="0"/>
          <a:chOff x="0" y="0"/>
          <a:chExt cx="0" cy="0"/>
        </a:xfrm>
      </p:grpSpPr>
      <p:sp>
        <p:nvSpPr>
          <p:cNvPr id="474" name="Rectangle 5"/>
          <p:cNvSpPr/>
          <p:nvPr/>
        </p:nvSpPr>
        <p:spPr>
          <a:xfrm>
            <a:off x="0" y="0"/>
            <a:ext cx="12190680" cy="666000"/>
          </a:xfrm>
          <a:prstGeom prst="rect">
            <a:avLst/>
          </a:prstGeom>
          <a:solidFill>
            <a:srgbClr val="F86901"/>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p>
            <a:endParaRPr lang="en-US" sz="1800" b="0" u="none" strike="noStrike">
              <a:solidFill>
                <a:schemeClr val="lt1"/>
              </a:solidFill>
              <a:effectLst/>
              <a:uFillTx/>
              <a:latin typeface="Arial"/>
            </a:endParaRPr>
          </a:p>
        </p:txBody>
      </p:sp>
      <p:sp>
        <p:nvSpPr>
          <p:cNvPr id="475" name="TextBox 10"/>
          <p:cNvSpPr/>
          <p:nvPr/>
        </p:nvSpPr>
        <p:spPr>
          <a:xfrm>
            <a:off x="11689200" y="269640"/>
            <a:ext cx="476280" cy="238680"/>
          </a:xfrm>
          <a:prstGeom prst="rect">
            <a:avLst/>
          </a:prstGeom>
          <a:noFill/>
          <a:ln w="0">
            <a:noFill/>
          </a:ln>
        </p:spPr>
        <p:style>
          <a:lnRef idx="0"/>
          <a:fillRef idx="0"/>
          <a:effectRef idx="0"/>
          <a:fontRef idx="minor"/>
        </p:style>
        <p:txBody>
          <a:bodyPr lIns="90000" tIns="45000" rIns="90000" bIns="45000" anchor="t">
            <a:spAutoFit/>
          </a:bodyPr>
          <a:p>
            <a:pPr defTabSz="914400">
              <a:lnSpc>
                <a:spcPct val="80000"/>
              </a:lnSpc>
            </a:pPr>
            <a:r>
              <a:rPr lang="en-US" sz="1200" b="0" u="none" strike="noStrike">
                <a:solidFill>
                  <a:srgbClr val="E56B2A"/>
                </a:solidFill>
                <a:effectLst/>
                <a:uFillTx/>
                <a:latin typeface="Georgia"/>
              </a:rPr>
              <a:t> </a:t>
            </a:r>
            <a:fld id="{B9FA10BB-B165-4639-9052-C24978F2A4EB}" type="slidenum">
              <a:rPr lang="en-US" sz="1130" b="0" u="none" strike="noStrike">
                <a:solidFill>
                  <a:schemeClr val="lt1"/>
                </a:solidFill>
                <a:effectLst/>
                <a:uFillTx/>
                <a:latin typeface="Arial"/>
              </a:rPr>
              <a:t>&lt;number&gt;</a:t>
            </a:fld>
            <a:endParaRPr lang="en-US" sz="1130" b="0" u="none" strike="noStrike">
              <a:solidFill>
                <a:srgbClr val="000000"/>
              </a:solidFill>
              <a:effectLst/>
              <a:uFillTx/>
              <a:latin typeface="Arial"/>
            </a:endParaRPr>
          </a:p>
        </p:txBody>
      </p:sp>
      <p:pic>
        <p:nvPicPr>
          <p:cNvPr id="476" name="Graphic 11"/>
          <p:cNvPicPr/>
          <p:nvPr/>
        </p:nvPicPr>
        <p:blipFill>
          <a:blip r:embed="rId2">
            <a:extLst>
              <a:ext uri="{96DAC541-7B7A-43D3-8B79-37D633B846F1}">
                <asvg:svgBlip xmlns:asvg="http://schemas.microsoft.com/office/drawing/2016/SVG/main" r:embed="rId3"/>
              </a:ext>
            </a:extLst>
          </a:blip>
          <a:stretch/>
        </p:blipFill>
        <p:spPr>
          <a:xfrm>
            <a:off x="9069840" y="240840"/>
            <a:ext cx="2699280" cy="238680"/>
          </a:xfrm>
          <a:prstGeom prst="rect">
            <a:avLst/>
          </a:prstGeom>
          <a:noFill/>
          <a:ln w="0">
            <a:noFill/>
          </a:ln>
        </p:spPr>
      </p:pic>
      <p:grpSp>
        <p:nvGrpSpPr>
          <p:cNvPr id="477" name="Graphic 22"/>
          <p:cNvGrpSpPr/>
          <p:nvPr/>
        </p:nvGrpSpPr>
        <p:grpSpPr>
          <a:xfrm>
            <a:off x="201960" y="195840"/>
            <a:ext cx="797760" cy="300600"/>
            <a:chOff x="201960" y="195840"/>
            <a:chExt cx="797760" cy="300600"/>
          </a:xfrm>
        </p:grpSpPr>
        <p:sp>
          <p:nvSpPr>
            <p:cNvPr id="478" name="Freeform 2"/>
            <p:cNvSpPr/>
            <p:nvPr/>
          </p:nvSpPr>
          <p:spPr>
            <a:xfrm>
              <a:off x="540720" y="195840"/>
              <a:ext cx="135720" cy="300240"/>
            </a:xfrm>
            <a:custGeom>
              <a:avLst/>
              <a:gdLst>
                <a:gd name="textAreaLeft" fmla="*/ 0 w 135720"/>
                <a:gd name="textAreaRight" fmla="*/ 137160 w 135720"/>
                <a:gd name="textAreaTop" fmla="*/ 0 h 300240"/>
                <a:gd name="textAreaBottom" fmla="*/ 301680 h 300240"/>
                <a:gd name="GluePoint1X" fmla="*/ 393478 w 547877"/>
                <a:gd name="GluePoint1Y" fmla="*/ 129064 h 1204531"/>
                <a:gd name="GluePoint2X" fmla="*/ 537686 w 547877"/>
                <a:gd name="GluePoint2Y" fmla="*/ 74771 h 1204531"/>
                <a:gd name="GluePoint3X" fmla="*/ 547878 w 547877"/>
                <a:gd name="GluePoint3Y" fmla="*/ 74771 h 1204531"/>
                <a:gd name="GluePoint4X" fmla="*/ 547878 w 547877"/>
                <a:gd name="GluePoint4Y" fmla="*/ 0 h 1204531"/>
                <a:gd name="GluePoint5X" fmla="*/ 267938 w 547877"/>
                <a:gd name="GluePoint5Y" fmla="*/ 4667 h 1204531"/>
                <a:gd name="GluePoint6X" fmla="*/ 0 w 547877"/>
                <a:gd name="GluePoint6Y" fmla="*/ 0 h 1204531"/>
                <a:gd name="GluePoint7X" fmla="*/ 0 w 547877"/>
                <a:gd name="GluePoint7Y" fmla="*/ 74771 h 1204531"/>
                <a:gd name="GluePoint8X" fmla="*/ 10192 w 547877"/>
                <a:gd name="GluePoint8Y" fmla="*/ 74771 h 1204531"/>
                <a:gd name="GluePoint9X" fmla="*/ 154400 w 547877"/>
                <a:gd name="GluePoint9Y" fmla="*/ 128968 h 1204531"/>
                <a:gd name="GluePoint10X" fmla="*/ 171640 w 547877"/>
                <a:gd name="GluePoint10Y" fmla="*/ 363188 h 1204531"/>
                <a:gd name="GluePoint11X" fmla="*/ 171640 w 547877"/>
                <a:gd name="GluePoint11Y" fmla="*/ 841153 h 1204531"/>
                <a:gd name="GluePoint12X" fmla="*/ 154496 w 547877"/>
                <a:gd name="GluePoint12Y" fmla="*/ 1075373 h 1204531"/>
                <a:gd name="GluePoint13X" fmla="*/ 10192 w 547877"/>
                <a:gd name="GluePoint13Y" fmla="*/ 1129569 h 1204531"/>
                <a:gd name="GluePoint14X" fmla="*/ 0 w 547877"/>
                <a:gd name="GluePoint14Y" fmla="*/ 1129569 h 1204531"/>
                <a:gd name="GluePoint15X" fmla="*/ 0 w 547877"/>
                <a:gd name="GluePoint15Y" fmla="*/ 1204531 h 1204531"/>
                <a:gd name="GluePoint16X" fmla="*/ 268224 w 547877"/>
                <a:gd name="GluePoint16Y" fmla="*/ 1197102 h 1204531"/>
                <a:gd name="GluePoint17X" fmla="*/ 547878 w 547877"/>
                <a:gd name="GluePoint17Y" fmla="*/ 1204531 h 1204531"/>
                <a:gd name="GluePoint18X" fmla="*/ 547878 w 547877"/>
                <a:gd name="GluePoint18Y" fmla="*/ 1129569 h 1204531"/>
                <a:gd name="GluePoint19X" fmla="*/ 537686 w 547877"/>
                <a:gd name="GluePoint19Y" fmla="*/ 1129569 h 1204531"/>
                <a:gd name="GluePoint20X" fmla="*/ 393478 w 547877"/>
                <a:gd name="GluePoint20Y" fmla="*/ 1075468 h 1204531"/>
                <a:gd name="GluePoint21X" fmla="*/ 376333 w 547877"/>
                <a:gd name="GluePoint21Y" fmla="*/ 841153 h 1204531"/>
                <a:gd name="GluePoint22X" fmla="*/ 376333 w 547877"/>
                <a:gd name="GluePoint22Y" fmla="*/ 363188 h 1204531"/>
                <a:gd name="GluePoint23X" fmla="*/ 393478 w 547877"/>
                <a:gd name="GluePoint23Y" fmla="*/ 129064 h 1204531"/>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 ang="0">
                  <a:pos x="GluePoint16X" y="GluePoint16Y"/>
                </a:cxn>
                <a:cxn ang="0">
                  <a:pos x="GluePoint17X" y="GluePoint17Y"/>
                </a:cxn>
                <a:cxn ang="0">
                  <a:pos x="GluePoint18X" y="GluePoint18Y"/>
                </a:cxn>
                <a:cxn ang="0">
                  <a:pos x="GluePoint19X" y="GluePoint19Y"/>
                </a:cxn>
                <a:cxn ang="0">
                  <a:pos x="GluePoint20X" y="GluePoint20Y"/>
                </a:cxn>
                <a:cxn ang="0">
                  <a:pos x="GluePoint21X" y="GluePoint21Y"/>
                </a:cxn>
                <a:cxn ang="0">
                  <a:pos x="GluePoint22X" y="GluePoint22Y"/>
                </a:cxn>
                <a:cxn ang="0">
                  <a:pos x="GluePoint23X" y="GluePoint23Y"/>
                </a:cxn>
              </a:cxnLst>
              <a:rect l="textAreaLeft" t="textAreaTop" r="textAreaRight" b="textAreaBottom"/>
              <a:pathLst>
                <a:path w="547877" h="1204531">
                  <a:moveTo>
                    <a:pt x="393478" y="129064"/>
                  </a:moveTo>
                  <a:cubicBezTo>
                    <a:pt x="414242" y="74771"/>
                    <a:pt x="482727" y="74771"/>
                    <a:pt x="537686" y="74771"/>
                  </a:cubicBezTo>
                  <a:lnTo>
                    <a:pt x="547878" y="74771"/>
                  </a:lnTo>
                  <a:lnTo>
                    <a:pt x="547878" y="0"/>
                  </a:lnTo>
                  <a:cubicBezTo>
                    <a:pt x="547878" y="0"/>
                    <a:pt x="333565" y="4667"/>
                    <a:pt x="267938" y="4667"/>
                  </a:cubicBezTo>
                  <a:cubicBezTo>
                    <a:pt x="200406" y="4667"/>
                    <a:pt x="0" y="0"/>
                    <a:pt x="0" y="0"/>
                  </a:cubicBezTo>
                  <a:lnTo>
                    <a:pt x="0" y="74771"/>
                  </a:lnTo>
                  <a:lnTo>
                    <a:pt x="10192" y="74771"/>
                  </a:lnTo>
                  <a:cubicBezTo>
                    <a:pt x="65246" y="74771"/>
                    <a:pt x="133731" y="74771"/>
                    <a:pt x="154400" y="128968"/>
                  </a:cubicBezTo>
                  <a:cubicBezTo>
                    <a:pt x="171640" y="175450"/>
                    <a:pt x="171640" y="307086"/>
                    <a:pt x="171640" y="363188"/>
                  </a:cubicBezTo>
                  <a:lnTo>
                    <a:pt x="171640" y="841153"/>
                  </a:lnTo>
                  <a:cubicBezTo>
                    <a:pt x="171640" y="897350"/>
                    <a:pt x="171640" y="1028890"/>
                    <a:pt x="154496" y="1075373"/>
                  </a:cubicBezTo>
                  <a:cubicBezTo>
                    <a:pt x="133731" y="1129569"/>
                    <a:pt x="65246" y="1129569"/>
                    <a:pt x="10192" y="1129569"/>
                  </a:cubicBezTo>
                  <a:lnTo>
                    <a:pt x="0" y="1129569"/>
                  </a:lnTo>
                  <a:lnTo>
                    <a:pt x="0" y="1204531"/>
                  </a:lnTo>
                  <a:cubicBezTo>
                    <a:pt x="0" y="1204341"/>
                    <a:pt x="173260" y="1197102"/>
                    <a:pt x="268224" y="1197102"/>
                  </a:cubicBezTo>
                  <a:cubicBezTo>
                    <a:pt x="377476" y="1197102"/>
                    <a:pt x="547878" y="1204531"/>
                    <a:pt x="547878" y="1204531"/>
                  </a:cubicBezTo>
                  <a:lnTo>
                    <a:pt x="547878" y="1129569"/>
                  </a:lnTo>
                  <a:lnTo>
                    <a:pt x="537686" y="1129569"/>
                  </a:lnTo>
                  <a:cubicBezTo>
                    <a:pt x="482727" y="1129569"/>
                    <a:pt x="414242" y="1129569"/>
                    <a:pt x="393478" y="1075468"/>
                  </a:cubicBezTo>
                  <a:cubicBezTo>
                    <a:pt x="376333" y="1028890"/>
                    <a:pt x="376333" y="897350"/>
                    <a:pt x="376333" y="841153"/>
                  </a:cubicBezTo>
                  <a:lnTo>
                    <a:pt x="376333" y="363188"/>
                  </a:lnTo>
                  <a:cubicBezTo>
                    <a:pt x="376333" y="307086"/>
                    <a:pt x="376333" y="175450"/>
                    <a:pt x="393478" y="129064"/>
                  </a:cubicBezTo>
                </a:path>
              </a:pathLst>
            </a:custGeom>
            <a:solidFill>
              <a:schemeClr val="bg1"/>
            </a:solidFill>
            <a:ln w="9525">
              <a:noFill/>
            </a:ln>
          </p:spPr>
          <p:style>
            <a:lnRef idx="0"/>
            <a:fillRef idx="0"/>
            <a:effectRef idx="0"/>
            <a:fontRef idx="minor"/>
          </p:style>
          <p:txBody>
            <a:bodyPr lIns="68040" tIns="45000" rIns="68040" bIns="45000" anchor="ctr">
              <a:noAutofit/>
            </a:bodyPr>
            <a:p>
              <a:endParaRPr lang="en-US" sz="1800" b="0" u="none" strike="noStrike">
                <a:solidFill>
                  <a:schemeClr val="dk1"/>
                </a:solidFill>
                <a:effectLst/>
                <a:uFillTx/>
                <a:latin typeface="Arial"/>
              </a:endParaRPr>
            </a:p>
          </p:txBody>
        </p:sp>
        <p:sp>
          <p:nvSpPr>
            <p:cNvPr id="479" name="Freeform 3"/>
            <p:cNvSpPr/>
            <p:nvPr/>
          </p:nvSpPr>
          <p:spPr>
            <a:xfrm>
              <a:off x="718920" y="196200"/>
              <a:ext cx="280800" cy="300240"/>
            </a:xfrm>
            <a:custGeom>
              <a:avLst/>
              <a:gdLst>
                <a:gd name="textAreaLeft" fmla="*/ 0 w 280800"/>
                <a:gd name="textAreaRight" fmla="*/ 282240 w 280800"/>
                <a:gd name="textAreaTop" fmla="*/ 0 h 300240"/>
                <a:gd name="textAreaBottom" fmla="*/ 301680 h 300240"/>
                <a:gd name="GluePoint1X" fmla="*/ 0 w 1126902"/>
                <a:gd name="GluePoint1Y" fmla="*/ 0 h 1204245"/>
                <a:gd name="GluePoint2X" fmla="*/ 0 w 1126902"/>
                <a:gd name="GluePoint2Y" fmla="*/ 312420 h 1204245"/>
                <a:gd name="GluePoint3X" fmla="*/ 74295 w 1126902"/>
                <a:gd name="GluePoint3Y" fmla="*/ 312420 h 1204245"/>
                <a:gd name="GluePoint4X" fmla="*/ 74581 w 1126902"/>
                <a:gd name="GluePoint4Y" fmla="*/ 302609 h 1204245"/>
                <a:gd name="GluePoint5X" fmla="*/ 334328 w 1126902"/>
                <a:gd name="GluePoint5Y" fmla="*/ 90773 h 1204245"/>
                <a:gd name="GluePoint6X" fmla="*/ 352330 w 1126902"/>
                <a:gd name="GluePoint6Y" fmla="*/ 90678 h 1204245"/>
                <a:gd name="GluePoint7X" fmla="*/ 453200 w 1126902"/>
                <a:gd name="GluePoint7Y" fmla="*/ 106204 h 1204245"/>
                <a:gd name="GluePoint8X" fmla="*/ 461201 w 1126902"/>
                <a:gd name="GluePoint8Y" fmla="*/ 128873 h 1204245"/>
                <a:gd name="GluePoint9X" fmla="*/ 461201 w 1126902"/>
                <a:gd name="GluePoint9Y" fmla="*/ 950119 h 1204245"/>
                <a:gd name="GluePoint10X" fmla="*/ 272510 w 1126902"/>
                <a:gd name="GluePoint10Y" fmla="*/ 1129475 h 1204245"/>
                <a:gd name="GluePoint11X" fmla="*/ 262700 w 1126902"/>
                <a:gd name="GluePoint11Y" fmla="*/ 1129856 h 1204245"/>
                <a:gd name="GluePoint12X" fmla="*/ 262700 w 1126902"/>
                <a:gd name="GluePoint12Y" fmla="*/ 1204246 h 1204245"/>
                <a:gd name="GluePoint13X" fmla="*/ 578548 w 1126902"/>
                <a:gd name="GluePoint13Y" fmla="*/ 1196911 h 1204245"/>
                <a:gd name="GluePoint14X" fmla="*/ 864203 w 1126902"/>
                <a:gd name="GluePoint14Y" fmla="*/ 1204246 h 1204245"/>
                <a:gd name="GluePoint15X" fmla="*/ 864203 w 1126902"/>
                <a:gd name="GluePoint15Y" fmla="*/ 1129856 h 1204245"/>
                <a:gd name="GluePoint16X" fmla="*/ 854393 w 1126902"/>
                <a:gd name="GluePoint16Y" fmla="*/ 1129475 h 1204245"/>
                <a:gd name="GluePoint17X" fmla="*/ 665702 w 1126902"/>
                <a:gd name="GluePoint17Y" fmla="*/ 950119 h 1204245"/>
                <a:gd name="GluePoint18X" fmla="*/ 665702 w 1126902"/>
                <a:gd name="GluePoint18Y" fmla="*/ 128873 h 1204245"/>
                <a:gd name="GluePoint19X" fmla="*/ 673608 w 1126902"/>
                <a:gd name="GluePoint19Y" fmla="*/ 108490 h 1204245"/>
                <a:gd name="GluePoint20X" fmla="*/ 791718 w 1126902"/>
                <a:gd name="GluePoint20Y" fmla="*/ 90488 h 1204245"/>
                <a:gd name="GluePoint21X" fmla="*/ 815912 w 1126902"/>
                <a:gd name="GluePoint21Y" fmla="*/ 90773 h 1204245"/>
                <a:gd name="GluePoint22X" fmla="*/ 1052513 w 1126902"/>
                <a:gd name="GluePoint22Y" fmla="*/ 302895 h 1204245"/>
                <a:gd name="GluePoint23X" fmla="*/ 1053084 w 1126902"/>
                <a:gd name="GluePoint23Y" fmla="*/ 312420 h 1204245"/>
                <a:gd name="GluePoint24X" fmla="*/ 1126903 w 1126902"/>
                <a:gd name="GluePoint24Y" fmla="*/ 312420 h 1204245"/>
                <a:gd name="GluePoint25X" fmla="*/ 1126903 w 1126902"/>
                <a:gd name="GluePoint25Y" fmla="*/ 0 h 1204245"/>
                <a:gd name="GluePoint26X" fmla="*/ 563404 w 1126902"/>
                <a:gd name="GluePoint26Y" fmla="*/ 2857 h 1204245"/>
                <a:gd name="GluePoint27X" fmla="*/ 0 w 1126902"/>
                <a:gd name="GluePoint27Y" fmla="*/ 0 h 1204245"/>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 ang="0">
                  <a:pos x="GluePoint16X" y="GluePoint16Y"/>
                </a:cxn>
                <a:cxn ang="0">
                  <a:pos x="GluePoint17X" y="GluePoint17Y"/>
                </a:cxn>
                <a:cxn ang="0">
                  <a:pos x="GluePoint18X" y="GluePoint18Y"/>
                </a:cxn>
                <a:cxn ang="0">
                  <a:pos x="GluePoint19X" y="GluePoint19Y"/>
                </a:cxn>
                <a:cxn ang="0">
                  <a:pos x="GluePoint20X" y="GluePoint20Y"/>
                </a:cxn>
                <a:cxn ang="0">
                  <a:pos x="GluePoint21X" y="GluePoint21Y"/>
                </a:cxn>
                <a:cxn ang="0">
                  <a:pos x="GluePoint22X" y="GluePoint22Y"/>
                </a:cxn>
                <a:cxn ang="0">
                  <a:pos x="GluePoint23X" y="GluePoint23Y"/>
                </a:cxn>
                <a:cxn ang="0">
                  <a:pos x="GluePoint24X" y="GluePoint24Y"/>
                </a:cxn>
                <a:cxn ang="0">
                  <a:pos x="GluePoint25X" y="GluePoint25Y"/>
                </a:cxn>
                <a:cxn ang="0">
                  <a:pos x="GluePoint26X" y="GluePoint26Y"/>
                </a:cxn>
                <a:cxn ang="0">
                  <a:pos x="GluePoint27X" y="GluePoint27Y"/>
                </a:cxn>
              </a:cxnLst>
              <a:rect l="textAreaLeft" t="textAreaTop" r="textAreaRight" b="textAreaBottom"/>
              <a:pathLst>
                <a:path w="1126902" h="1204245">
                  <a:moveTo>
                    <a:pt x="0" y="0"/>
                  </a:moveTo>
                  <a:lnTo>
                    <a:pt x="0" y="312420"/>
                  </a:lnTo>
                  <a:lnTo>
                    <a:pt x="74295" y="312420"/>
                  </a:lnTo>
                  <a:lnTo>
                    <a:pt x="74581" y="302609"/>
                  </a:lnTo>
                  <a:cubicBezTo>
                    <a:pt x="81344" y="99346"/>
                    <a:pt x="159163" y="90773"/>
                    <a:pt x="334328" y="90773"/>
                  </a:cubicBezTo>
                  <a:cubicBezTo>
                    <a:pt x="340328" y="90773"/>
                    <a:pt x="346424" y="90773"/>
                    <a:pt x="352330" y="90678"/>
                  </a:cubicBezTo>
                  <a:cubicBezTo>
                    <a:pt x="395859" y="90392"/>
                    <a:pt x="437007" y="90106"/>
                    <a:pt x="453200" y="106204"/>
                  </a:cubicBezTo>
                  <a:cubicBezTo>
                    <a:pt x="458629" y="111538"/>
                    <a:pt x="461201" y="118967"/>
                    <a:pt x="461201" y="128873"/>
                  </a:cubicBezTo>
                  <a:lnTo>
                    <a:pt x="461201" y="950119"/>
                  </a:lnTo>
                  <a:cubicBezTo>
                    <a:pt x="461201" y="1072039"/>
                    <a:pt x="444151" y="1122426"/>
                    <a:pt x="272510" y="1129475"/>
                  </a:cubicBezTo>
                  <a:lnTo>
                    <a:pt x="262700" y="1129856"/>
                  </a:lnTo>
                  <a:lnTo>
                    <a:pt x="262700" y="1204246"/>
                  </a:lnTo>
                  <a:cubicBezTo>
                    <a:pt x="262700" y="1204246"/>
                    <a:pt x="462725" y="1196911"/>
                    <a:pt x="578548" y="1196911"/>
                  </a:cubicBezTo>
                  <a:cubicBezTo>
                    <a:pt x="666941" y="1196911"/>
                    <a:pt x="864203" y="1204246"/>
                    <a:pt x="864203" y="1204246"/>
                  </a:cubicBezTo>
                  <a:lnTo>
                    <a:pt x="864203" y="1129856"/>
                  </a:lnTo>
                  <a:lnTo>
                    <a:pt x="854393" y="1129475"/>
                  </a:lnTo>
                  <a:cubicBezTo>
                    <a:pt x="682752" y="1122426"/>
                    <a:pt x="665702" y="1072039"/>
                    <a:pt x="665702" y="950119"/>
                  </a:cubicBezTo>
                  <a:lnTo>
                    <a:pt x="665702" y="128873"/>
                  </a:lnTo>
                  <a:cubicBezTo>
                    <a:pt x="665702" y="120396"/>
                    <a:pt x="668369" y="113729"/>
                    <a:pt x="673608" y="108490"/>
                  </a:cubicBezTo>
                  <a:cubicBezTo>
                    <a:pt x="693420" y="89059"/>
                    <a:pt x="747903" y="89821"/>
                    <a:pt x="791718" y="90488"/>
                  </a:cubicBezTo>
                  <a:cubicBezTo>
                    <a:pt x="800005" y="90583"/>
                    <a:pt x="808196" y="90773"/>
                    <a:pt x="815912" y="90773"/>
                  </a:cubicBezTo>
                  <a:cubicBezTo>
                    <a:pt x="987267" y="90773"/>
                    <a:pt x="1042511" y="140303"/>
                    <a:pt x="1052513" y="302895"/>
                  </a:cubicBezTo>
                  <a:lnTo>
                    <a:pt x="1053084" y="312420"/>
                  </a:lnTo>
                  <a:lnTo>
                    <a:pt x="1126903" y="312420"/>
                  </a:lnTo>
                  <a:lnTo>
                    <a:pt x="1126903" y="0"/>
                  </a:lnTo>
                  <a:cubicBezTo>
                    <a:pt x="1126903" y="0"/>
                    <a:pt x="694468" y="2857"/>
                    <a:pt x="563404" y="2857"/>
                  </a:cubicBezTo>
                  <a:cubicBezTo>
                    <a:pt x="432340" y="2857"/>
                    <a:pt x="0" y="0"/>
                    <a:pt x="0" y="0"/>
                  </a:cubicBezTo>
                </a:path>
              </a:pathLst>
            </a:custGeom>
            <a:solidFill>
              <a:schemeClr val="bg1"/>
            </a:solidFill>
            <a:ln w="9525">
              <a:noFill/>
            </a:ln>
          </p:spPr>
          <p:style>
            <a:lnRef idx="0"/>
            <a:fillRef idx="0"/>
            <a:effectRef idx="0"/>
            <a:fontRef idx="minor"/>
          </p:style>
          <p:txBody>
            <a:bodyPr lIns="90000" tIns="45000" rIns="90000" bIns="45000" anchor="ctr">
              <a:noAutofit/>
            </a:bodyPr>
            <a:p>
              <a:endParaRPr lang="en-US" sz="1800" b="0" u="none" strike="noStrike">
                <a:solidFill>
                  <a:schemeClr val="dk1"/>
                </a:solidFill>
                <a:effectLst/>
                <a:uFillTx/>
                <a:latin typeface="Arial"/>
              </a:endParaRPr>
            </a:p>
          </p:txBody>
        </p:sp>
        <p:sp>
          <p:nvSpPr>
            <p:cNvPr id="480" name="Freeform 4"/>
            <p:cNvSpPr/>
            <p:nvPr/>
          </p:nvSpPr>
          <p:spPr>
            <a:xfrm>
              <a:off x="201960" y="195840"/>
              <a:ext cx="297720" cy="300240"/>
            </a:xfrm>
            <a:custGeom>
              <a:avLst/>
              <a:gdLst>
                <a:gd name="textAreaLeft" fmla="*/ 0 w 297720"/>
                <a:gd name="textAreaRight" fmla="*/ 299160 w 297720"/>
                <a:gd name="textAreaTop" fmla="*/ 0 h 300240"/>
                <a:gd name="textAreaBottom" fmla="*/ 301680 h 300240"/>
                <a:gd name="GluePoint1X" fmla="*/ 372618 w 1195101"/>
                <a:gd name="GluePoint1Y" fmla="*/ 571786 h 1204626"/>
                <a:gd name="GluePoint2X" fmla="*/ 372523 w 1195101"/>
                <a:gd name="GluePoint2Y" fmla="*/ 134303 h 1204626"/>
                <a:gd name="GluePoint3X" fmla="*/ 386239 w 1195101"/>
                <a:gd name="GluePoint3Y" fmla="*/ 86487 h 1204626"/>
                <a:gd name="GluePoint4X" fmla="*/ 498348 w 1195101"/>
                <a:gd name="GluePoint4Y" fmla="*/ 85630 h 1204626"/>
                <a:gd name="GluePoint5X" fmla="*/ 738473 w 1195101"/>
                <a:gd name="GluePoint5Y" fmla="*/ 330518 h 1204626"/>
                <a:gd name="GluePoint6X" fmla="*/ 640747 w 1195101"/>
                <a:gd name="GluePoint6Y" fmla="*/ 541687 h 1204626"/>
                <a:gd name="GluePoint7X" fmla="*/ 372618 w 1195101"/>
                <a:gd name="GluePoint7Y" fmla="*/ 571786 h 1204626"/>
                <a:gd name="GluePoint8X" fmla="*/ 1186529 w 1195101"/>
                <a:gd name="GluePoint8Y" fmla="*/ 1129760 h 1204626"/>
                <a:gd name="GluePoint9X" fmla="*/ 1017461 w 1195101"/>
                <a:gd name="GluePoint9Y" fmla="*/ 1040702 h 1204626"/>
                <a:gd name="GluePoint10X" fmla="*/ 661797 w 1195101"/>
                <a:gd name="GluePoint10Y" fmla="*/ 632460 h 1204626"/>
                <a:gd name="GluePoint11X" fmla="*/ 964597 w 1195101"/>
                <a:gd name="GluePoint11Y" fmla="*/ 305371 h 1204626"/>
                <a:gd name="GluePoint12X" fmla="*/ 831056 w 1195101"/>
                <a:gd name="GluePoint12Y" fmla="*/ 55816 h 1204626"/>
                <a:gd name="GluePoint13X" fmla="*/ 544639 w 1195101"/>
                <a:gd name="GluePoint13Y" fmla="*/ 190 h 1204626"/>
                <a:gd name="GluePoint14X" fmla="*/ 317468 w 1195101"/>
                <a:gd name="GluePoint14Y" fmla="*/ 4191 h 1204626"/>
                <a:gd name="GluePoint15X" fmla="*/ 191 w 1195101"/>
                <a:gd name="GluePoint15Y" fmla="*/ 0 h 1204626"/>
                <a:gd name="GluePoint16X" fmla="*/ 191 w 1195101"/>
                <a:gd name="GluePoint16Y" fmla="*/ 74866 h 1204626"/>
                <a:gd name="GluePoint17X" fmla="*/ 15050 w 1195101"/>
                <a:gd name="GluePoint17Y" fmla="*/ 74866 h 1204626"/>
                <a:gd name="GluePoint18X" fmla="*/ 152781 w 1195101"/>
                <a:gd name="GluePoint18Y" fmla="*/ 128683 h 1204626"/>
                <a:gd name="GluePoint19X" fmla="*/ 168307 w 1195101"/>
                <a:gd name="GluePoint19Y" fmla="*/ 350139 h 1204626"/>
                <a:gd name="GluePoint20X" fmla="*/ 168307 w 1195101"/>
                <a:gd name="GluePoint20Y" fmla="*/ 841248 h 1204626"/>
                <a:gd name="GluePoint21X" fmla="*/ 161068 w 1195101"/>
                <a:gd name="GluePoint21Y" fmla="*/ 1034129 h 1204626"/>
                <a:gd name="GluePoint22X" fmla="*/ 152686 w 1195101"/>
                <a:gd name="GluePoint22Y" fmla="*/ 1075944 h 1204626"/>
                <a:gd name="GluePoint23X" fmla="*/ 10382 w 1195101"/>
                <a:gd name="GluePoint23Y" fmla="*/ 1129665 h 1204626"/>
                <a:gd name="GluePoint24X" fmla="*/ 0 w 1195101"/>
                <a:gd name="GluePoint24Y" fmla="*/ 1129665 h 1204626"/>
                <a:gd name="GluePoint25X" fmla="*/ 0 w 1195101"/>
                <a:gd name="GluePoint25Y" fmla="*/ 1204532 h 1204626"/>
                <a:gd name="GluePoint26X" fmla="*/ 278225 w 1195101"/>
                <a:gd name="GluePoint26Y" fmla="*/ 1197102 h 1204626"/>
                <a:gd name="GluePoint27X" fmla="*/ 540734 w 1195101"/>
                <a:gd name="GluePoint27Y" fmla="*/ 1204532 h 1204626"/>
                <a:gd name="GluePoint28X" fmla="*/ 540734 w 1195101"/>
                <a:gd name="GluePoint28Y" fmla="*/ 1129665 h 1204626"/>
                <a:gd name="GluePoint29X" fmla="*/ 525971 w 1195101"/>
                <a:gd name="GluePoint29Y" fmla="*/ 1129665 h 1204626"/>
                <a:gd name="GluePoint30X" fmla="*/ 388239 w 1195101"/>
                <a:gd name="GluePoint30Y" fmla="*/ 1075754 h 1204626"/>
                <a:gd name="GluePoint31X" fmla="*/ 379857 w 1195101"/>
                <a:gd name="GluePoint31Y" fmla="*/ 1034034 h 1204626"/>
                <a:gd name="GluePoint32X" fmla="*/ 372618 w 1195101"/>
                <a:gd name="GluePoint32Y" fmla="*/ 854297 h 1204626"/>
                <a:gd name="GluePoint33X" fmla="*/ 372618 w 1195101"/>
                <a:gd name="GluePoint33Y" fmla="*/ 653510 h 1204626"/>
                <a:gd name="GluePoint34X" fmla="*/ 479107 w 1195101"/>
                <a:gd name="GluePoint34Y" fmla="*/ 702469 h 1204626"/>
                <a:gd name="GluePoint35X" fmla="*/ 501110 w 1195101"/>
                <a:gd name="GluePoint35Y" fmla="*/ 728472 h 1204626"/>
                <a:gd name="GluePoint36X" fmla="*/ 797909 w 1195101"/>
                <a:gd name="GluePoint36Y" fmla="*/ 1096804 h 1204626"/>
                <a:gd name="GluePoint37X" fmla="*/ 885158 w 1195101"/>
                <a:gd name="GluePoint37Y" fmla="*/ 1204532 h 1204626"/>
                <a:gd name="GluePoint38X" fmla="*/ 1027366 w 1195101"/>
                <a:gd name="GluePoint38Y" fmla="*/ 1200436 h 1204626"/>
                <a:gd name="GluePoint39X" fmla="*/ 1195102 w 1195101"/>
                <a:gd name="GluePoint39Y" fmla="*/ 1204627 h 1204626"/>
                <a:gd name="GluePoint40X" fmla="*/ 1195102 w 1195101"/>
                <a:gd name="GluePoint40Y" fmla="*/ 1131094 h 1204626"/>
                <a:gd name="GluePoint41X" fmla="*/ 1186529 w 1195101"/>
                <a:gd name="GluePoint41Y" fmla="*/ 1129760 h 1204626"/>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 ang="0">
                  <a:pos x="GluePoint16X" y="GluePoint16Y"/>
                </a:cxn>
                <a:cxn ang="0">
                  <a:pos x="GluePoint17X" y="GluePoint17Y"/>
                </a:cxn>
                <a:cxn ang="0">
                  <a:pos x="GluePoint18X" y="GluePoint18Y"/>
                </a:cxn>
                <a:cxn ang="0">
                  <a:pos x="GluePoint19X" y="GluePoint19Y"/>
                </a:cxn>
                <a:cxn ang="0">
                  <a:pos x="GluePoint20X" y="GluePoint20Y"/>
                </a:cxn>
                <a:cxn ang="0">
                  <a:pos x="GluePoint21X" y="GluePoint21Y"/>
                </a:cxn>
                <a:cxn ang="0">
                  <a:pos x="GluePoint22X" y="GluePoint22Y"/>
                </a:cxn>
                <a:cxn ang="0">
                  <a:pos x="GluePoint23X" y="GluePoint23Y"/>
                </a:cxn>
                <a:cxn ang="0">
                  <a:pos x="GluePoint24X" y="GluePoint24Y"/>
                </a:cxn>
                <a:cxn ang="0">
                  <a:pos x="GluePoint25X" y="GluePoint25Y"/>
                </a:cxn>
                <a:cxn ang="0">
                  <a:pos x="GluePoint26X" y="GluePoint26Y"/>
                </a:cxn>
                <a:cxn ang="0">
                  <a:pos x="GluePoint27X" y="GluePoint27Y"/>
                </a:cxn>
                <a:cxn ang="0">
                  <a:pos x="GluePoint28X" y="GluePoint28Y"/>
                </a:cxn>
                <a:cxn ang="0">
                  <a:pos x="GluePoint29X" y="GluePoint29Y"/>
                </a:cxn>
                <a:cxn ang="0">
                  <a:pos x="GluePoint30X" y="GluePoint30Y"/>
                </a:cxn>
                <a:cxn ang="0">
                  <a:pos x="GluePoint31X" y="GluePoint31Y"/>
                </a:cxn>
                <a:cxn ang="0">
                  <a:pos x="GluePoint32X" y="GluePoint32Y"/>
                </a:cxn>
                <a:cxn ang="0">
                  <a:pos x="GluePoint33X" y="GluePoint33Y"/>
                </a:cxn>
                <a:cxn ang="0">
                  <a:pos x="GluePoint34X" y="GluePoint34Y"/>
                </a:cxn>
                <a:cxn ang="0">
                  <a:pos x="GluePoint35X" y="GluePoint35Y"/>
                </a:cxn>
                <a:cxn ang="0">
                  <a:pos x="GluePoint36X" y="GluePoint36Y"/>
                </a:cxn>
                <a:cxn ang="0">
                  <a:pos x="GluePoint37X" y="GluePoint37Y"/>
                </a:cxn>
                <a:cxn ang="0">
                  <a:pos x="GluePoint38X" y="GluePoint38Y"/>
                </a:cxn>
                <a:cxn ang="0">
                  <a:pos x="GluePoint39X" y="GluePoint39Y"/>
                </a:cxn>
                <a:cxn ang="0">
                  <a:pos x="GluePoint40X" y="GluePoint40Y"/>
                </a:cxn>
                <a:cxn ang="0">
                  <a:pos x="GluePoint41X" y="GluePoint41Y"/>
                </a:cxn>
              </a:cxnLst>
              <a:rect l="textAreaLeft" t="textAreaTop" r="textAreaRight" b="textAreaBottom"/>
              <a:pathLst>
                <a:path w="1195101" h="1204626">
                  <a:moveTo>
                    <a:pt x="372618" y="571786"/>
                  </a:moveTo>
                  <a:cubicBezTo>
                    <a:pt x="372618" y="571786"/>
                    <a:pt x="372618" y="136874"/>
                    <a:pt x="372523" y="134303"/>
                  </a:cubicBezTo>
                  <a:cubicBezTo>
                    <a:pt x="372237" y="116967"/>
                    <a:pt x="371761" y="93250"/>
                    <a:pt x="386239" y="86487"/>
                  </a:cubicBezTo>
                  <a:cubicBezTo>
                    <a:pt x="396240" y="82105"/>
                    <a:pt x="493014" y="85630"/>
                    <a:pt x="498348" y="85630"/>
                  </a:cubicBezTo>
                  <a:cubicBezTo>
                    <a:pt x="650938" y="85630"/>
                    <a:pt x="738473" y="174974"/>
                    <a:pt x="738473" y="330518"/>
                  </a:cubicBezTo>
                  <a:cubicBezTo>
                    <a:pt x="738473" y="443960"/>
                    <a:pt x="708374" y="509016"/>
                    <a:pt x="640747" y="541687"/>
                  </a:cubicBezTo>
                  <a:cubicBezTo>
                    <a:pt x="577691" y="571976"/>
                    <a:pt x="372618" y="571786"/>
                    <a:pt x="372618" y="571786"/>
                  </a:cubicBezTo>
                  <a:moveTo>
                    <a:pt x="1186529" y="1129760"/>
                  </a:moveTo>
                  <a:cubicBezTo>
                    <a:pt x="1100138" y="1116235"/>
                    <a:pt x="1074134" y="1106424"/>
                    <a:pt x="1017461" y="1040702"/>
                  </a:cubicBezTo>
                  <a:lnTo>
                    <a:pt x="661797" y="632460"/>
                  </a:lnTo>
                  <a:cubicBezTo>
                    <a:pt x="849059" y="608076"/>
                    <a:pt x="964597" y="484251"/>
                    <a:pt x="964597" y="305371"/>
                  </a:cubicBezTo>
                  <a:cubicBezTo>
                    <a:pt x="964597" y="188976"/>
                    <a:pt x="919544" y="105061"/>
                    <a:pt x="831056" y="55816"/>
                  </a:cubicBezTo>
                  <a:cubicBezTo>
                    <a:pt x="763619" y="18383"/>
                    <a:pt x="670084" y="190"/>
                    <a:pt x="544639" y="190"/>
                  </a:cubicBezTo>
                  <a:cubicBezTo>
                    <a:pt x="507206" y="1143"/>
                    <a:pt x="416909" y="4191"/>
                    <a:pt x="317468" y="4191"/>
                  </a:cubicBezTo>
                  <a:cubicBezTo>
                    <a:pt x="214313" y="4191"/>
                    <a:pt x="191" y="0"/>
                    <a:pt x="191" y="0"/>
                  </a:cubicBezTo>
                  <a:lnTo>
                    <a:pt x="191" y="74866"/>
                  </a:lnTo>
                  <a:lnTo>
                    <a:pt x="15050" y="74866"/>
                  </a:lnTo>
                  <a:cubicBezTo>
                    <a:pt x="71818" y="74486"/>
                    <a:pt x="135731" y="74771"/>
                    <a:pt x="152781" y="128683"/>
                  </a:cubicBezTo>
                  <a:cubicBezTo>
                    <a:pt x="168307" y="175355"/>
                    <a:pt x="168307" y="306896"/>
                    <a:pt x="168307" y="350139"/>
                  </a:cubicBezTo>
                  <a:lnTo>
                    <a:pt x="168307" y="841248"/>
                  </a:lnTo>
                  <a:cubicBezTo>
                    <a:pt x="168307" y="895445"/>
                    <a:pt x="168307" y="977837"/>
                    <a:pt x="161068" y="1034129"/>
                  </a:cubicBezTo>
                  <a:cubicBezTo>
                    <a:pt x="158972" y="1050798"/>
                    <a:pt x="156210" y="1065276"/>
                    <a:pt x="152686" y="1075944"/>
                  </a:cubicBezTo>
                  <a:cubicBezTo>
                    <a:pt x="135350" y="1129665"/>
                    <a:pt x="66104" y="1129665"/>
                    <a:pt x="10382" y="1129665"/>
                  </a:cubicBezTo>
                  <a:lnTo>
                    <a:pt x="0" y="1129665"/>
                  </a:lnTo>
                  <a:lnTo>
                    <a:pt x="0" y="1204532"/>
                  </a:lnTo>
                  <a:cubicBezTo>
                    <a:pt x="0" y="1204532"/>
                    <a:pt x="166783" y="1197102"/>
                    <a:pt x="278225" y="1197102"/>
                  </a:cubicBezTo>
                  <a:cubicBezTo>
                    <a:pt x="374047" y="1197102"/>
                    <a:pt x="540734" y="1204246"/>
                    <a:pt x="540734" y="1204532"/>
                  </a:cubicBezTo>
                  <a:lnTo>
                    <a:pt x="540734" y="1129665"/>
                  </a:lnTo>
                  <a:lnTo>
                    <a:pt x="525971" y="1129665"/>
                  </a:lnTo>
                  <a:cubicBezTo>
                    <a:pt x="470059" y="1129951"/>
                    <a:pt x="406813" y="1129760"/>
                    <a:pt x="388239" y="1075754"/>
                  </a:cubicBezTo>
                  <a:cubicBezTo>
                    <a:pt x="384620" y="1065086"/>
                    <a:pt x="381953" y="1050607"/>
                    <a:pt x="379857" y="1034034"/>
                  </a:cubicBezTo>
                  <a:cubicBezTo>
                    <a:pt x="372618" y="978122"/>
                    <a:pt x="372618" y="898017"/>
                    <a:pt x="372618" y="854297"/>
                  </a:cubicBezTo>
                  <a:lnTo>
                    <a:pt x="372618" y="653510"/>
                  </a:lnTo>
                  <a:cubicBezTo>
                    <a:pt x="439198" y="654082"/>
                    <a:pt x="444913" y="661035"/>
                    <a:pt x="479107" y="702469"/>
                  </a:cubicBezTo>
                  <a:cubicBezTo>
                    <a:pt x="485489" y="710089"/>
                    <a:pt x="492728" y="718756"/>
                    <a:pt x="501110" y="728472"/>
                  </a:cubicBezTo>
                  <a:lnTo>
                    <a:pt x="797909" y="1096804"/>
                  </a:lnTo>
                  <a:lnTo>
                    <a:pt x="885158" y="1204532"/>
                  </a:lnTo>
                  <a:cubicBezTo>
                    <a:pt x="885158" y="1204532"/>
                    <a:pt x="980885" y="1200436"/>
                    <a:pt x="1027366" y="1200436"/>
                  </a:cubicBezTo>
                  <a:cubicBezTo>
                    <a:pt x="1094994" y="1200436"/>
                    <a:pt x="1195102" y="1204627"/>
                    <a:pt x="1195102" y="1204627"/>
                  </a:cubicBezTo>
                  <a:lnTo>
                    <a:pt x="1195102" y="1131094"/>
                  </a:lnTo>
                  <a:lnTo>
                    <a:pt x="1186529" y="1129760"/>
                  </a:lnTo>
                  <a:close/>
                </a:path>
              </a:pathLst>
            </a:custGeom>
            <a:solidFill>
              <a:schemeClr val="bg1"/>
            </a:solidFill>
            <a:ln w="9525">
              <a:noFill/>
            </a:ln>
          </p:spPr>
          <p:style>
            <a:lnRef idx="0"/>
            <a:fillRef idx="0"/>
            <a:effectRef idx="0"/>
            <a:fontRef idx="minor"/>
          </p:style>
          <p:txBody>
            <a:bodyPr lIns="90000" tIns="45000" rIns="90000" bIns="45000" anchor="ctr">
              <a:noAutofit/>
            </a:bodyPr>
            <a:p>
              <a:endParaRPr lang="en-US" sz="1800" b="0" u="none" strike="noStrike">
                <a:solidFill>
                  <a:schemeClr val="dk1"/>
                </a:solidFill>
                <a:effectLst/>
                <a:uFillTx/>
                <a:latin typeface="Arial"/>
              </a:endParaRPr>
            </a:p>
          </p:txBody>
        </p:sp>
      </p:grpSp>
      <p:sp>
        <p:nvSpPr>
          <p:cNvPr id="481" name="Text Placeholder 14"/>
          <p:cNvSpPr/>
          <p:nvPr/>
        </p:nvSpPr>
        <p:spPr>
          <a:xfrm>
            <a:off x="386640" y="3434040"/>
            <a:ext cx="2464560" cy="953280"/>
          </a:xfrm>
          <a:prstGeom prst="rect">
            <a:avLst/>
          </a:prstGeom>
          <a:noFill/>
          <a:ln w="0">
            <a:noFill/>
          </a:ln>
        </p:spPr>
        <p:style>
          <a:lnRef idx="0"/>
          <a:fillRef idx="0"/>
          <a:effectRef idx="0"/>
          <a:fontRef idx="minor"/>
        </p:style>
        <p:txBody>
          <a:bodyPr lIns="90000" tIns="45000" rIns="90000" bIns="45000" anchor="t">
            <a:noAutofit/>
          </a:bodyPr>
          <a:p>
            <a:endParaRPr lang="en-US" sz="2000" b="1" u="none" strike="noStrike">
              <a:solidFill>
                <a:srgbClr val="E56B2A"/>
              </a:solidFill>
              <a:effectLst/>
              <a:uFillTx/>
              <a:latin typeface="Arial"/>
            </a:endParaRPr>
          </a:p>
        </p:txBody>
      </p:sp>
      <p:sp>
        <p:nvSpPr>
          <p:cNvPr id="482" name="Rectangle 1"/>
          <p:cNvSpPr/>
          <p:nvPr/>
        </p:nvSpPr>
        <p:spPr>
          <a:xfrm>
            <a:off x="0" y="0"/>
            <a:ext cx="12190680" cy="6856560"/>
          </a:xfrm>
          <a:prstGeom prst="rect">
            <a:avLst/>
          </a:prstGeom>
          <a:solidFill>
            <a:srgbClr val="F86901"/>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p>
            <a:endParaRPr lang="en-US" sz="1800" b="0" u="none" strike="noStrike">
              <a:solidFill>
                <a:schemeClr val="lt1"/>
              </a:solidFill>
              <a:effectLst/>
              <a:uFillTx/>
              <a:latin typeface="Arial"/>
            </a:endParaRPr>
          </a:p>
        </p:txBody>
      </p:sp>
      <p:sp>
        <p:nvSpPr>
          <p:cNvPr id="483" name="Freeform 2"/>
          <p:cNvSpPr/>
          <p:nvPr/>
        </p:nvSpPr>
        <p:spPr>
          <a:xfrm>
            <a:off x="-10677960" y="1598400"/>
            <a:ext cx="15401160" cy="18002160"/>
          </a:xfrm>
          <a:custGeom>
            <a:avLst/>
            <a:gdLst>
              <a:gd name="textAreaLeft" fmla="*/ 0 w 15401160"/>
              <a:gd name="textAreaRight" fmla="*/ 15402600 w 15401160"/>
              <a:gd name="textAreaTop" fmla="*/ 0 h 18002160"/>
              <a:gd name="textAreaBottom" fmla="*/ 18003600 h 18002160"/>
              <a:gd name="GluePoint1X" fmla="*/ 1701641 w 2043969"/>
              <a:gd name="GluePoint1Y" fmla="*/ 0 h 2389155"/>
              <a:gd name="GluePoint2X" fmla="*/ 0 w 2043969"/>
              <a:gd name="GluePoint2Y" fmla="*/ 1702213 h 2389155"/>
              <a:gd name="GluePoint3X" fmla="*/ 0 w 2043969"/>
              <a:gd name="GluePoint3Y" fmla="*/ 2389156 h 2389155"/>
              <a:gd name="GluePoint4X" fmla="*/ 2043970 w 2043969"/>
              <a:gd name="GluePoint4Y" fmla="*/ 340805 h 2389155"/>
              <a:gd name="GluePoint5X" fmla="*/ 1701641 w 2043969"/>
              <a:gd name="GluePoint5Y" fmla="*/ 340805 h 2389155"/>
            </a:gdLst>
            <a:ahLst/>
            <a:cxnLst>
              <a:cxn ang="0">
                <a:pos x="GluePoint1X" y="GluePoint1Y"/>
              </a:cxn>
              <a:cxn ang="0">
                <a:pos x="GluePoint2X" y="GluePoint2Y"/>
              </a:cxn>
              <a:cxn ang="0">
                <a:pos x="GluePoint3X" y="GluePoint3Y"/>
              </a:cxn>
              <a:cxn ang="0">
                <a:pos x="GluePoint4X" y="GluePoint4Y"/>
              </a:cxn>
              <a:cxn ang="0">
                <a:pos x="GluePoint5X" y="GluePoint5Y"/>
              </a:cxn>
            </a:cxnLst>
            <a:rect l="textAreaLeft" t="textAreaTop" r="textAreaRight" b="textAreaBottom"/>
            <a:pathLst>
              <a:path w="2043969" h="2389155">
                <a:moveTo>
                  <a:pt x="1701641" y="0"/>
                </a:moveTo>
                <a:lnTo>
                  <a:pt x="0" y="1702213"/>
                </a:lnTo>
                <a:lnTo>
                  <a:pt x="0" y="2389156"/>
                </a:lnTo>
                <a:lnTo>
                  <a:pt x="2043970" y="340805"/>
                </a:lnTo>
                <a:lnTo>
                  <a:pt x="1701641" y="340805"/>
                </a:lnTo>
                <a:close/>
              </a:path>
            </a:pathLst>
          </a:custGeom>
          <a:solidFill>
            <a:schemeClr val="bg1"/>
          </a:solidFill>
          <a:ln w="9525">
            <a:noFill/>
          </a:ln>
        </p:spPr>
        <p:style>
          <a:lnRef idx="0"/>
          <a:fillRef idx="0"/>
          <a:effectRef idx="0"/>
          <a:fontRef idx="minor"/>
        </p:style>
        <p:txBody>
          <a:bodyPr lIns="90000" tIns="45000" rIns="90000" bIns="45000" anchor="ctr">
            <a:noAutofit/>
          </a:bodyPr>
          <a:p>
            <a:endParaRPr lang="en-US" sz="1800" b="0" u="none" strike="noStrike">
              <a:solidFill>
                <a:schemeClr val="dk1"/>
              </a:solidFill>
              <a:effectLst/>
              <a:uFillTx/>
              <a:latin typeface="Arial"/>
            </a:endParaRPr>
          </a:p>
        </p:txBody>
      </p:sp>
      <p:sp>
        <p:nvSpPr>
          <p:cNvPr id="484" name="Rectangle 3"/>
          <p:cNvSpPr/>
          <p:nvPr/>
        </p:nvSpPr>
        <p:spPr>
          <a:xfrm>
            <a:off x="0" y="6218280"/>
            <a:ext cx="12190680" cy="638280"/>
          </a:xfrm>
          <a:prstGeom prst="rect">
            <a:avLst/>
          </a:prstGeom>
          <a:solidFill>
            <a:srgbClr val="F86901"/>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p>
            <a:endParaRPr lang="en-US" sz="1800" b="0" u="none" strike="noStrike">
              <a:solidFill>
                <a:schemeClr val="lt1"/>
              </a:solidFill>
              <a:effectLst/>
              <a:uFillTx/>
              <a:latin typeface="Arial"/>
            </a:endParaRPr>
          </a:p>
        </p:txBody>
      </p:sp>
      <p:sp>
        <p:nvSpPr>
          <p:cNvPr id="485" name="TextBox 4"/>
          <p:cNvSpPr/>
          <p:nvPr/>
        </p:nvSpPr>
        <p:spPr>
          <a:xfrm>
            <a:off x="11689200" y="6487920"/>
            <a:ext cx="476280" cy="238680"/>
          </a:xfrm>
          <a:prstGeom prst="rect">
            <a:avLst/>
          </a:prstGeom>
          <a:noFill/>
          <a:ln w="0">
            <a:noFill/>
          </a:ln>
        </p:spPr>
        <p:style>
          <a:lnRef idx="0"/>
          <a:fillRef idx="0"/>
          <a:effectRef idx="0"/>
          <a:fontRef idx="minor"/>
        </p:style>
        <p:txBody>
          <a:bodyPr lIns="90000" tIns="45000" rIns="90000" bIns="45000" anchor="t">
            <a:spAutoFit/>
          </a:bodyPr>
          <a:p>
            <a:pPr defTabSz="914400">
              <a:lnSpc>
                <a:spcPct val="80000"/>
              </a:lnSpc>
            </a:pPr>
            <a:r>
              <a:rPr lang="en-US" sz="1200" b="0" u="none" strike="noStrike">
                <a:solidFill>
                  <a:schemeClr val="lt1"/>
                </a:solidFill>
                <a:effectLst/>
                <a:uFillTx/>
                <a:latin typeface="Georgia"/>
              </a:rPr>
              <a:t> </a:t>
            </a:r>
            <a:fld id="{3E8D328B-5380-49E9-9656-69B197AAFD40}" type="slidenum">
              <a:rPr lang="en-US" sz="1130" b="0" u="none" strike="noStrike">
                <a:solidFill>
                  <a:schemeClr val="lt1"/>
                </a:solidFill>
                <a:effectLst/>
                <a:uFillTx/>
                <a:latin typeface="Arial"/>
              </a:rPr>
              <a:t>&lt;number&gt;</a:t>
            </a:fld>
            <a:endParaRPr lang="en-US" sz="1130" b="0" u="none" strike="noStrike">
              <a:solidFill>
                <a:srgbClr val="000000"/>
              </a:solidFill>
              <a:effectLst/>
              <a:uFillTx/>
              <a:latin typeface="Arial"/>
            </a:endParaRPr>
          </a:p>
        </p:txBody>
      </p:sp>
      <p:pic>
        <p:nvPicPr>
          <p:cNvPr id="486" name="Graphic 5"/>
          <p:cNvPicPr/>
          <p:nvPr/>
        </p:nvPicPr>
        <p:blipFill>
          <a:blip r:embed="rId4">
            <a:extLst>
              <a:ext uri="{96DAC541-7B7A-43D3-8B79-37D633B846F1}">
                <asvg:svgBlip xmlns:asvg="http://schemas.microsoft.com/office/drawing/2016/SVG/main" r:embed="rId5"/>
              </a:ext>
            </a:extLst>
          </a:blip>
          <a:stretch/>
        </p:blipFill>
        <p:spPr>
          <a:xfrm>
            <a:off x="9069840" y="6459120"/>
            <a:ext cx="2699280" cy="238680"/>
          </a:xfrm>
          <a:prstGeom prst="rect">
            <a:avLst/>
          </a:prstGeom>
          <a:noFill/>
          <a:ln w="0">
            <a:noFill/>
          </a:ln>
        </p:spPr>
      </p:pic>
      <p:grpSp>
        <p:nvGrpSpPr>
          <p:cNvPr id="487" name="Graphic 22"/>
          <p:cNvGrpSpPr/>
          <p:nvPr/>
        </p:nvGrpSpPr>
        <p:grpSpPr>
          <a:xfrm>
            <a:off x="201960" y="6414120"/>
            <a:ext cx="797760" cy="300600"/>
            <a:chOff x="201960" y="6414120"/>
            <a:chExt cx="797760" cy="300600"/>
          </a:xfrm>
        </p:grpSpPr>
        <p:sp>
          <p:nvSpPr>
            <p:cNvPr id="488" name="Freeform 7"/>
            <p:cNvSpPr/>
            <p:nvPr/>
          </p:nvSpPr>
          <p:spPr>
            <a:xfrm>
              <a:off x="540720" y="6414120"/>
              <a:ext cx="135720" cy="300240"/>
            </a:xfrm>
            <a:custGeom>
              <a:avLst/>
              <a:gdLst>
                <a:gd name="textAreaLeft" fmla="*/ 0 w 135720"/>
                <a:gd name="textAreaRight" fmla="*/ 137160 w 135720"/>
                <a:gd name="textAreaTop" fmla="*/ 0 h 300240"/>
                <a:gd name="textAreaBottom" fmla="*/ 301680 h 300240"/>
                <a:gd name="GluePoint1X" fmla="*/ 393478 w 547877"/>
                <a:gd name="GluePoint1Y" fmla="*/ 129064 h 1204531"/>
                <a:gd name="GluePoint2X" fmla="*/ 537686 w 547877"/>
                <a:gd name="GluePoint2Y" fmla="*/ 74771 h 1204531"/>
                <a:gd name="GluePoint3X" fmla="*/ 547878 w 547877"/>
                <a:gd name="GluePoint3Y" fmla="*/ 74771 h 1204531"/>
                <a:gd name="GluePoint4X" fmla="*/ 547878 w 547877"/>
                <a:gd name="GluePoint4Y" fmla="*/ 0 h 1204531"/>
                <a:gd name="GluePoint5X" fmla="*/ 267938 w 547877"/>
                <a:gd name="GluePoint5Y" fmla="*/ 4667 h 1204531"/>
                <a:gd name="GluePoint6X" fmla="*/ 0 w 547877"/>
                <a:gd name="GluePoint6Y" fmla="*/ 0 h 1204531"/>
                <a:gd name="GluePoint7X" fmla="*/ 0 w 547877"/>
                <a:gd name="GluePoint7Y" fmla="*/ 74771 h 1204531"/>
                <a:gd name="GluePoint8X" fmla="*/ 10192 w 547877"/>
                <a:gd name="GluePoint8Y" fmla="*/ 74771 h 1204531"/>
                <a:gd name="GluePoint9X" fmla="*/ 154400 w 547877"/>
                <a:gd name="GluePoint9Y" fmla="*/ 128968 h 1204531"/>
                <a:gd name="GluePoint10X" fmla="*/ 171640 w 547877"/>
                <a:gd name="GluePoint10Y" fmla="*/ 363188 h 1204531"/>
                <a:gd name="GluePoint11X" fmla="*/ 171640 w 547877"/>
                <a:gd name="GluePoint11Y" fmla="*/ 841153 h 1204531"/>
                <a:gd name="GluePoint12X" fmla="*/ 154496 w 547877"/>
                <a:gd name="GluePoint12Y" fmla="*/ 1075373 h 1204531"/>
                <a:gd name="GluePoint13X" fmla="*/ 10192 w 547877"/>
                <a:gd name="GluePoint13Y" fmla="*/ 1129569 h 1204531"/>
                <a:gd name="GluePoint14X" fmla="*/ 0 w 547877"/>
                <a:gd name="GluePoint14Y" fmla="*/ 1129569 h 1204531"/>
                <a:gd name="GluePoint15X" fmla="*/ 0 w 547877"/>
                <a:gd name="GluePoint15Y" fmla="*/ 1204531 h 1204531"/>
                <a:gd name="GluePoint16X" fmla="*/ 268224 w 547877"/>
                <a:gd name="GluePoint16Y" fmla="*/ 1197102 h 1204531"/>
                <a:gd name="GluePoint17X" fmla="*/ 547878 w 547877"/>
                <a:gd name="GluePoint17Y" fmla="*/ 1204531 h 1204531"/>
                <a:gd name="GluePoint18X" fmla="*/ 547878 w 547877"/>
                <a:gd name="GluePoint18Y" fmla="*/ 1129569 h 1204531"/>
                <a:gd name="GluePoint19X" fmla="*/ 537686 w 547877"/>
                <a:gd name="GluePoint19Y" fmla="*/ 1129569 h 1204531"/>
                <a:gd name="GluePoint20X" fmla="*/ 393478 w 547877"/>
                <a:gd name="GluePoint20Y" fmla="*/ 1075468 h 1204531"/>
                <a:gd name="GluePoint21X" fmla="*/ 376333 w 547877"/>
                <a:gd name="GluePoint21Y" fmla="*/ 841153 h 1204531"/>
                <a:gd name="GluePoint22X" fmla="*/ 376333 w 547877"/>
                <a:gd name="GluePoint22Y" fmla="*/ 363188 h 1204531"/>
                <a:gd name="GluePoint23X" fmla="*/ 393478 w 547877"/>
                <a:gd name="GluePoint23Y" fmla="*/ 129064 h 1204531"/>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 ang="0">
                  <a:pos x="GluePoint16X" y="GluePoint16Y"/>
                </a:cxn>
                <a:cxn ang="0">
                  <a:pos x="GluePoint17X" y="GluePoint17Y"/>
                </a:cxn>
                <a:cxn ang="0">
                  <a:pos x="GluePoint18X" y="GluePoint18Y"/>
                </a:cxn>
                <a:cxn ang="0">
                  <a:pos x="GluePoint19X" y="GluePoint19Y"/>
                </a:cxn>
                <a:cxn ang="0">
                  <a:pos x="GluePoint20X" y="GluePoint20Y"/>
                </a:cxn>
                <a:cxn ang="0">
                  <a:pos x="GluePoint21X" y="GluePoint21Y"/>
                </a:cxn>
                <a:cxn ang="0">
                  <a:pos x="GluePoint22X" y="GluePoint22Y"/>
                </a:cxn>
                <a:cxn ang="0">
                  <a:pos x="GluePoint23X" y="GluePoint23Y"/>
                </a:cxn>
              </a:cxnLst>
              <a:rect l="textAreaLeft" t="textAreaTop" r="textAreaRight" b="textAreaBottom"/>
              <a:pathLst>
                <a:path w="547877" h="1204531">
                  <a:moveTo>
                    <a:pt x="393478" y="129064"/>
                  </a:moveTo>
                  <a:cubicBezTo>
                    <a:pt x="414242" y="74771"/>
                    <a:pt x="482727" y="74771"/>
                    <a:pt x="537686" y="74771"/>
                  </a:cubicBezTo>
                  <a:lnTo>
                    <a:pt x="547878" y="74771"/>
                  </a:lnTo>
                  <a:lnTo>
                    <a:pt x="547878" y="0"/>
                  </a:lnTo>
                  <a:cubicBezTo>
                    <a:pt x="547878" y="0"/>
                    <a:pt x="333565" y="4667"/>
                    <a:pt x="267938" y="4667"/>
                  </a:cubicBezTo>
                  <a:cubicBezTo>
                    <a:pt x="200406" y="4667"/>
                    <a:pt x="0" y="0"/>
                    <a:pt x="0" y="0"/>
                  </a:cubicBezTo>
                  <a:lnTo>
                    <a:pt x="0" y="74771"/>
                  </a:lnTo>
                  <a:lnTo>
                    <a:pt x="10192" y="74771"/>
                  </a:lnTo>
                  <a:cubicBezTo>
                    <a:pt x="65246" y="74771"/>
                    <a:pt x="133731" y="74771"/>
                    <a:pt x="154400" y="128968"/>
                  </a:cubicBezTo>
                  <a:cubicBezTo>
                    <a:pt x="171640" y="175450"/>
                    <a:pt x="171640" y="307086"/>
                    <a:pt x="171640" y="363188"/>
                  </a:cubicBezTo>
                  <a:lnTo>
                    <a:pt x="171640" y="841153"/>
                  </a:lnTo>
                  <a:cubicBezTo>
                    <a:pt x="171640" y="897350"/>
                    <a:pt x="171640" y="1028890"/>
                    <a:pt x="154496" y="1075373"/>
                  </a:cubicBezTo>
                  <a:cubicBezTo>
                    <a:pt x="133731" y="1129569"/>
                    <a:pt x="65246" y="1129569"/>
                    <a:pt x="10192" y="1129569"/>
                  </a:cubicBezTo>
                  <a:lnTo>
                    <a:pt x="0" y="1129569"/>
                  </a:lnTo>
                  <a:lnTo>
                    <a:pt x="0" y="1204531"/>
                  </a:lnTo>
                  <a:cubicBezTo>
                    <a:pt x="0" y="1204341"/>
                    <a:pt x="173260" y="1197102"/>
                    <a:pt x="268224" y="1197102"/>
                  </a:cubicBezTo>
                  <a:cubicBezTo>
                    <a:pt x="377476" y="1197102"/>
                    <a:pt x="547878" y="1204531"/>
                    <a:pt x="547878" y="1204531"/>
                  </a:cubicBezTo>
                  <a:lnTo>
                    <a:pt x="547878" y="1129569"/>
                  </a:lnTo>
                  <a:lnTo>
                    <a:pt x="537686" y="1129569"/>
                  </a:lnTo>
                  <a:cubicBezTo>
                    <a:pt x="482727" y="1129569"/>
                    <a:pt x="414242" y="1129569"/>
                    <a:pt x="393478" y="1075468"/>
                  </a:cubicBezTo>
                  <a:cubicBezTo>
                    <a:pt x="376333" y="1028890"/>
                    <a:pt x="376333" y="897350"/>
                    <a:pt x="376333" y="841153"/>
                  </a:cubicBezTo>
                  <a:lnTo>
                    <a:pt x="376333" y="363188"/>
                  </a:lnTo>
                  <a:cubicBezTo>
                    <a:pt x="376333" y="307086"/>
                    <a:pt x="376333" y="175450"/>
                    <a:pt x="393478" y="129064"/>
                  </a:cubicBezTo>
                </a:path>
              </a:pathLst>
            </a:custGeom>
            <a:solidFill>
              <a:schemeClr val="bg1"/>
            </a:solidFill>
            <a:ln w="9525">
              <a:noFill/>
            </a:ln>
          </p:spPr>
          <p:style>
            <a:lnRef idx="0"/>
            <a:fillRef idx="0"/>
            <a:effectRef idx="0"/>
            <a:fontRef idx="minor"/>
          </p:style>
          <p:txBody>
            <a:bodyPr lIns="68040" tIns="45000" rIns="68040" bIns="45000" anchor="ctr">
              <a:noAutofit/>
            </a:bodyPr>
            <a:p>
              <a:endParaRPr lang="en-US" sz="1800" b="0" u="none" strike="noStrike">
                <a:solidFill>
                  <a:schemeClr val="dk1"/>
                </a:solidFill>
                <a:effectLst/>
                <a:uFillTx/>
                <a:latin typeface="Arial"/>
              </a:endParaRPr>
            </a:p>
          </p:txBody>
        </p:sp>
        <p:sp>
          <p:nvSpPr>
            <p:cNvPr id="489" name="Freeform 16"/>
            <p:cNvSpPr/>
            <p:nvPr/>
          </p:nvSpPr>
          <p:spPr>
            <a:xfrm>
              <a:off x="718920" y="6414480"/>
              <a:ext cx="280800" cy="300240"/>
            </a:xfrm>
            <a:custGeom>
              <a:avLst/>
              <a:gdLst>
                <a:gd name="textAreaLeft" fmla="*/ 0 w 280800"/>
                <a:gd name="textAreaRight" fmla="*/ 282240 w 280800"/>
                <a:gd name="textAreaTop" fmla="*/ 0 h 300240"/>
                <a:gd name="textAreaBottom" fmla="*/ 301680 h 300240"/>
                <a:gd name="GluePoint1X" fmla="*/ 0 w 1126902"/>
                <a:gd name="GluePoint1Y" fmla="*/ 0 h 1204245"/>
                <a:gd name="GluePoint2X" fmla="*/ 0 w 1126902"/>
                <a:gd name="GluePoint2Y" fmla="*/ 312420 h 1204245"/>
                <a:gd name="GluePoint3X" fmla="*/ 74295 w 1126902"/>
                <a:gd name="GluePoint3Y" fmla="*/ 312420 h 1204245"/>
                <a:gd name="GluePoint4X" fmla="*/ 74581 w 1126902"/>
                <a:gd name="GluePoint4Y" fmla="*/ 302609 h 1204245"/>
                <a:gd name="GluePoint5X" fmla="*/ 334328 w 1126902"/>
                <a:gd name="GluePoint5Y" fmla="*/ 90773 h 1204245"/>
                <a:gd name="GluePoint6X" fmla="*/ 352330 w 1126902"/>
                <a:gd name="GluePoint6Y" fmla="*/ 90678 h 1204245"/>
                <a:gd name="GluePoint7X" fmla="*/ 453200 w 1126902"/>
                <a:gd name="GluePoint7Y" fmla="*/ 106204 h 1204245"/>
                <a:gd name="GluePoint8X" fmla="*/ 461201 w 1126902"/>
                <a:gd name="GluePoint8Y" fmla="*/ 128873 h 1204245"/>
                <a:gd name="GluePoint9X" fmla="*/ 461201 w 1126902"/>
                <a:gd name="GluePoint9Y" fmla="*/ 950119 h 1204245"/>
                <a:gd name="GluePoint10X" fmla="*/ 272510 w 1126902"/>
                <a:gd name="GluePoint10Y" fmla="*/ 1129475 h 1204245"/>
                <a:gd name="GluePoint11X" fmla="*/ 262700 w 1126902"/>
                <a:gd name="GluePoint11Y" fmla="*/ 1129856 h 1204245"/>
                <a:gd name="GluePoint12X" fmla="*/ 262700 w 1126902"/>
                <a:gd name="GluePoint12Y" fmla="*/ 1204246 h 1204245"/>
                <a:gd name="GluePoint13X" fmla="*/ 578548 w 1126902"/>
                <a:gd name="GluePoint13Y" fmla="*/ 1196911 h 1204245"/>
                <a:gd name="GluePoint14X" fmla="*/ 864203 w 1126902"/>
                <a:gd name="GluePoint14Y" fmla="*/ 1204246 h 1204245"/>
                <a:gd name="GluePoint15X" fmla="*/ 864203 w 1126902"/>
                <a:gd name="GluePoint15Y" fmla="*/ 1129856 h 1204245"/>
                <a:gd name="GluePoint16X" fmla="*/ 854393 w 1126902"/>
                <a:gd name="GluePoint16Y" fmla="*/ 1129475 h 1204245"/>
                <a:gd name="GluePoint17X" fmla="*/ 665702 w 1126902"/>
                <a:gd name="GluePoint17Y" fmla="*/ 950119 h 1204245"/>
                <a:gd name="GluePoint18X" fmla="*/ 665702 w 1126902"/>
                <a:gd name="GluePoint18Y" fmla="*/ 128873 h 1204245"/>
                <a:gd name="GluePoint19X" fmla="*/ 673608 w 1126902"/>
                <a:gd name="GluePoint19Y" fmla="*/ 108490 h 1204245"/>
                <a:gd name="GluePoint20X" fmla="*/ 791718 w 1126902"/>
                <a:gd name="GluePoint20Y" fmla="*/ 90488 h 1204245"/>
                <a:gd name="GluePoint21X" fmla="*/ 815912 w 1126902"/>
                <a:gd name="GluePoint21Y" fmla="*/ 90773 h 1204245"/>
                <a:gd name="GluePoint22X" fmla="*/ 1052513 w 1126902"/>
                <a:gd name="GluePoint22Y" fmla="*/ 302895 h 1204245"/>
                <a:gd name="GluePoint23X" fmla="*/ 1053084 w 1126902"/>
                <a:gd name="GluePoint23Y" fmla="*/ 312420 h 1204245"/>
                <a:gd name="GluePoint24X" fmla="*/ 1126903 w 1126902"/>
                <a:gd name="GluePoint24Y" fmla="*/ 312420 h 1204245"/>
                <a:gd name="GluePoint25X" fmla="*/ 1126903 w 1126902"/>
                <a:gd name="GluePoint25Y" fmla="*/ 0 h 1204245"/>
                <a:gd name="GluePoint26X" fmla="*/ 563404 w 1126902"/>
                <a:gd name="GluePoint26Y" fmla="*/ 2857 h 1204245"/>
                <a:gd name="GluePoint27X" fmla="*/ 0 w 1126902"/>
                <a:gd name="GluePoint27Y" fmla="*/ 0 h 1204245"/>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 ang="0">
                  <a:pos x="GluePoint16X" y="GluePoint16Y"/>
                </a:cxn>
                <a:cxn ang="0">
                  <a:pos x="GluePoint17X" y="GluePoint17Y"/>
                </a:cxn>
                <a:cxn ang="0">
                  <a:pos x="GluePoint18X" y="GluePoint18Y"/>
                </a:cxn>
                <a:cxn ang="0">
                  <a:pos x="GluePoint19X" y="GluePoint19Y"/>
                </a:cxn>
                <a:cxn ang="0">
                  <a:pos x="GluePoint20X" y="GluePoint20Y"/>
                </a:cxn>
                <a:cxn ang="0">
                  <a:pos x="GluePoint21X" y="GluePoint21Y"/>
                </a:cxn>
                <a:cxn ang="0">
                  <a:pos x="GluePoint22X" y="GluePoint22Y"/>
                </a:cxn>
                <a:cxn ang="0">
                  <a:pos x="GluePoint23X" y="GluePoint23Y"/>
                </a:cxn>
                <a:cxn ang="0">
                  <a:pos x="GluePoint24X" y="GluePoint24Y"/>
                </a:cxn>
                <a:cxn ang="0">
                  <a:pos x="GluePoint25X" y="GluePoint25Y"/>
                </a:cxn>
                <a:cxn ang="0">
                  <a:pos x="GluePoint26X" y="GluePoint26Y"/>
                </a:cxn>
                <a:cxn ang="0">
                  <a:pos x="GluePoint27X" y="GluePoint27Y"/>
                </a:cxn>
              </a:cxnLst>
              <a:rect l="textAreaLeft" t="textAreaTop" r="textAreaRight" b="textAreaBottom"/>
              <a:pathLst>
                <a:path w="1126902" h="1204245">
                  <a:moveTo>
                    <a:pt x="0" y="0"/>
                  </a:moveTo>
                  <a:lnTo>
                    <a:pt x="0" y="312420"/>
                  </a:lnTo>
                  <a:lnTo>
                    <a:pt x="74295" y="312420"/>
                  </a:lnTo>
                  <a:lnTo>
                    <a:pt x="74581" y="302609"/>
                  </a:lnTo>
                  <a:cubicBezTo>
                    <a:pt x="81344" y="99346"/>
                    <a:pt x="159163" y="90773"/>
                    <a:pt x="334328" y="90773"/>
                  </a:cubicBezTo>
                  <a:cubicBezTo>
                    <a:pt x="340328" y="90773"/>
                    <a:pt x="346424" y="90773"/>
                    <a:pt x="352330" y="90678"/>
                  </a:cubicBezTo>
                  <a:cubicBezTo>
                    <a:pt x="395859" y="90392"/>
                    <a:pt x="437007" y="90106"/>
                    <a:pt x="453200" y="106204"/>
                  </a:cubicBezTo>
                  <a:cubicBezTo>
                    <a:pt x="458629" y="111538"/>
                    <a:pt x="461201" y="118967"/>
                    <a:pt x="461201" y="128873"/>
                  </a:cubicBezTo>
                  <a:lnTo>
                    <a:pt x="461201" y="950119"/>
                  </a:lnTo>
                  <a:cubicBezTo>
                    <a:pt x="461201" y="1072039"/>
                    <a:pt x="444151" y="1122426"/>
                    <a:pt x="272510" y="1129475"/>
                  </a:cubicBezTo>
                  <a:lnTo>
                    <a:pt x="262700" y="1129856"/>
                  </a:lnTo>
                  <a:lnTo>
                    <a:pt x="262700" y="1204246"/>
                  </a:lnTo>
                  <a:cubicBezTo>
                    <a:pt x="262700" y="1204246"/>
                    <a:pt x="462725" y="1196911"/>
                    <a:pt x="578548" y="1196911"/>
                  </a:cubicBezTo>
                  <a:cubicBezTo>
                    <a:pt x="666941" y="1196911"/>
                    <a:pt x="864203" y="1204246"/>
                    <a:pt x="864203" y="1204246"/>
                  </a:cubicBezTo>
                  <a:lnTo>
                    <a:pt x="864203" y="1129856"/>
                  </a:lnTo>
                  <a:lnTo>
                    <a:pt x="854393" y="1129475"/>
                  </a:lnTo>
                  <a:cubicBezTo>
                    <a:pt x="682752" y="1122426"/>
                    <a:pt x="665702" y="1072039"/>
                    <a:pt x="665702" y="950119"/>
                  </a:cubicBezTo>
                  <a:lnTo>
                    <a:pt x="665702" y="128873"/>
                  </a:lnTo>
                  <a:cubicBezTo>
                    <a:pt x="665702" y="120396"/>
                    <a:pt x="668369" y="113729"/>
                    <a:pt x="673608" y="108490"/>
                  </a:cubicBezTo>
                  <a:cubicBezTo>
                    <a:pt x="693420" y="89059"/>
                    <a:pt x="747903" y="89821"/>
                    <a:pt x="791718" y="90488"/>
                  </a:cubicBezTo>
                  <a:cubicBezTo>
                    <a:pt x="800005" y="90583"/>
                    <a:pt x="808196" y="90773"/>
                    <a:pt x="815912" y="90773"/>
                  </a:cubicBezTo>
                  <a:cubicBezTo>
                    <a:pt x="987267" y="90773"/>
                    <a:pt x="1042511" y="140303"/>
                    <a:pt x="1052513" y="302895"/>
                  </a:cubicBezTo>
                  <a:lnTo>
                    <a:pt x="1053084" y="312420"/>
                  </a:lnTo>
                  <a:lnTo>
                    <a:pt x="1126903" y="312420"/>
                  </a:lnTo>
                  <a:lnTo>
                    <a:pt x="1126903" y="0"/>
                  </a:lnTo>
                  <a:cubicBezTo>
                    <a:pt x="1126903" y="0"/>
                    <a:pt x="694468" y="2857"/>
                    <a:pt x="563404" y="2857"/>
                  </a:cubicBezTo>
                  <a:cubicBezTo>
                    <a:pt x="432340" y="2857"/>
                    <a:pt x="0" y="0"/>
                    <a:pt x="0" y="0"/>
                  </a:cubicBezTo>
                </a:path>
              </a:pathLst>
            </a:custGeom>
            <a:solidFill>
              <a:schemeClr val="bg1"/>
            </a:solidFill>
            <a:ln w="9525">
              <a:noFill/>
            </a:ln>
          </p:spPr>
          <p:style>
            <a:lnRef idx="0"/>
            <a:fillRef idx="0"/>
            <a:effectRef idx="0"/>
            <a:fontRef idx="minor"/>
          </p:style>
          <p:txBody>
            <a:bodyPr lIns="90000" tIns="45000" rIns="90000" bIns="45000" anchor="ctr">
              <a:noAutofit/>
            </a:bodyPr>
            <a:p>
              <a:endParaRPr lang="en-US" sz="1800" b="0" u="none" strike="noStrike">
                <a:solidFill>
                  <a:schemeClr val="dk1"/>
                </a:solidFill>
                <a:effectLst/>
                <a:uFillTx/>
                <a:latin typeface="Arial"/>
              </a:endParaRPr>
            </a:p>
          </p:txBody>
        </p:sp>
        <p:sp>
          <p:nvSpPr>
            <p:cNvPr id="490" name="Freeform 19"/>
            <p:cNvSpPr/>
            <p:nvPr/>
          </p:nvSpPr>
          <p:spPr>
            <a:xfrm>
              <a:off x="201960" y="6414120"/>
              <a:ext cx="297720" cy="300240"/>
            </a:xfrm>
            <a:custGeom>
              <a:avLst/>
              <a:gdLst>
                <a:gd name="textAreaLeft" fmla="*/ 0 w 297720"/>
                <a:gd name="textAreaRight" fmla="*/ 299160 w 297720"/>
                <a:gd name="textAreaTop" fmla="*/ 0 h 300240"/>
                <a:gd name="textAreaBottom" fmla="*/ 301680 h 300240"/>
                <a:gd name="GluePoint1X" fmla="*/ 372618 w 1195101"/>
                <a:gd name="GluePoint1Y" fmla="*/ 571786 h 1204626"/>
                <a:gd name="GluePoint2X" fmla="*/ 372523 w 1195101"/>
                <a:gd name="GluePoint2Y" fmla="*/ 134303 h 1204626"/>
                <a:gd name="GluePoint3X" fmla="*/ 386239 w 1195101"/>
                <a:gd name="GluePoint3Y" fmla="*/ 86487 h 1204626"/>
                <a:gd name="GluePoint4X" fmla="*/ 498348 w 1195101"/>
                <a:gd name="GluePoint4Y" fmla="*/ 85630 h 1204626"/>
                <a:gd name="GluePoint5X" fmla="*/ 738473 w 1195101"/>
                <a:gd name="GluePoint5Y" fmla="*/ 330518 h 1204626"/>
                <a:gd name="GluePoint6X" fmla="*/ 640747 w 1195101"/>
                <a:gd name="GluePoint6Y" fmla="*/ 541687 h 1204626"/>
                <a:gd name="GluePoint7X" fmla="*/ 372618 w 1195101"/>
                <a:gd name="GluePoint7Y" fmla="*/ 571786 h 1204626"/>
                <a:gd name="GluePoint8X" fmla="*/ 1186529 w 1195101"/>
                <a:gd name="GluePoint8Y" fmla="*/ 1129760 h 1204626"/>
                <a:gd name="GluePoint9X" fmla="*/ 1017461 w 1195101"/>
                <a:gd name="GluePoint9Y" fmla="*/ 1040702 h 1204626"/>
                <a:gd name="GluePoint10X" fmla="*/ 661797 w 1195101"/>
                <a:gd name="GluePoint10Y" fmla="*/ 632460 h 1204626"/>
                <a:gd name="GluePoint11X" fmla="*/ 964597 w 1195101"/>
                <a:gd name="GluePoint11Y" fmla="*/ 305371 h 1204626"/>
                <a:gd name="GluePoint12X" fmla="*/ 831056 w 1195101"/>
                <a:gd name="GluePoint12Y" fmla="*/ 55816 h 1204626"/>
                <a:gd name="GluePoint13X" fmla="*/ 544639 w 1195101"/>
                <a:gd name="GluePoint13Y" fmla="*/ 190 h 1204626"/>
                <a:gd name="GluePoint14X" fmla="*/ 317468 w 1195101"/>
                <a:gd name="GluePoint14Y" fmla="*/ 4191 h 1204626"/>
                <a:gd name="GluePoint15X" fmla="*/ 191 w 1195101"/>
                <a:gd name="GluePoint15Y" fmla="*/ 0 h 1204626"/>
                <a:gd name="GluePoint16X" fmla="*/ 191 w 1195101"/>
                <a:gd name="GluePoint16Y" fmla="*/ 74866 h 1204626"/>
                <a:gd name="GluePoint17X" fmla="*/ 15050 w 1195101"/>
                <a:gd name="GluePoint17Y" fmla="*/ 74866 h 1204626"/>
                <a:gd name="GluePoint18X" fmla="*/ 152781 w 1195101"/>
                <a:gd name="GluePoint18Y" fmla="*/ 128683 h 1204626"/>
                <a:gd name="GluePoint19X" fmla="*/ 168307 w 1195101"/>
                <a:gd name="GluePoint19Y" fmla="*/ 350139 h 1204626"/>
                <a:gd name="GluePoint20X" fmla="*/ 168307 w 1195101"/>
                <a:gd name="GluePoint20Y" fmla="*/ 841248 h 1204626"/>
                <a:gd name="GluePoint21X" fmla="*/ 161068 w 1195101"/>
                <a:gd name="GluePoint21Y" fmla="*/ 1034129 h 1204626"/>
                <a:gd name="GluePoint22X" fmla="*/ 152686 w 1195101"/>
                <a:gd name="GluePoint22Y" fmla="*/ 1075944 h 1204626"/>
                <a:gd name="GluePoint23X" fmla="*/ 10382 w 1195101"/>
                <a:gd name="GluePoint23Y" fmla="*/ 1129665 h 1204626"/>
                <a:gd name="GluePoint24X" fmla="*/ 0 w 1195101"/>
                <a:gd name="GluePoint24Y" fmla="*/ 1129665 h 1204626"/>
                <a:gd name="GluePoint25X" fmla="*/ 0 w 1195101"/>
                <a:gd name="GluePoint25Y" fmla="*/ 1204532 h 1204626"/>
                <a:gd name="GluePoint26X" fmla="*/ 278225 w 1195101"/>
                <a:gd name="GluePoint26Y" fmla="*/ 1197102 h 1204626"/>
                <a:gd name="GluePoint27X" fmla="*/ 540734 w 1195101"/>
                <a:gd name="GluePoint27Y" fmla="*/ 1204532 h 1204626"/>
                <a:gd name="GluePoint28X" fmla="*/ 540734 w 1195101"/>
                <a:gd name="GluePoint28Y" fmla="*/ 1129665 h 1204626"/>
                <a:gd name="GluePoint29X" fmla="*/ 525971 w 1195101"/>
                <a:gd name="GluePoint29Y" fmla="*/ 1129665 h 1204626"/>
                <a:gd name="GluePoint30X" fmla="*/ 388239 w 1195101"/>
                <a:gd name="GluePoint30Y" fmla="*/ 1075754 h 1204626"/>
                <a:gd name="GluePoint31X" fmla="*/ 379857 w 1195101"/>
                <a:gd name="GluePoint31Y" fmla="*/ 1034034 h 1204626"/>
                <a:gd name="GluePoint32X" fmla="*/ 372618 w 1195101"/>
                <a:gd name="GluePoint32Y" fmla="*/ 854297 h 1204626"/>
                <a:gd name="GluePoint33X" fmla="*/ 372618 w 1195101"/>
                <a:gd name="GluePoint33Y" fmla="*/ 653510 h 1204626"/>
                <a:gd name="GluePoint34X" fmla="*/ 479107 w 1195101"/>
                <a:gd name="GluePoint34Y" fmla="*/ 702469 h 1204626"/>
                <a:gd name="GluePoint35X" fmla="*/ 501110 w 1195101"/>
                <a:gd name="GluePoint35Y" fmla="*/ 728472 h 1204626"/>
                <a:gd name="GluePoint36X" fmla="*/ 797909 w 1195101"/>
                <a:gd name="GluePoint36Y" fmla="*/ 1096804 h 1204626"/>
                <a:gd name="GluePoint37X" fmla="*/ 885158 w 1195101"/>
                <a:gd name="GluePoint37Y" fmla="*/ 1204532 h 1204626"/>
                <a:gd name="GluePoint38X" fmla="*/ 1027366 w 1195101"/>
                <a:gd name="GluePoint38Y" fmla="*/ 1200436 h 1204626"/>
                <a:gd name="GluePoint39X" fmla="*/ 1195102 w 1195101"/>
                <a:gd name="GluePoint39Y" fmla="*/ 1204627 h 1204626"/>
                <a:gd name="GluePoint40X" fmla="*/ 1195102 w 1195101"/>
                <a:gd name="GluePoint40Y" fmla="*/ 1131094 h 1204626"/>
                <a:gd name="GluePoint41X" fmla="*/ 1186529 w 1195101"/>
                <a:gd name="GluePoint41Y" fmla="*/ 1129760 h 1204626"/>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 ang="0">
                  <a:pos x="GluePoint16X" y="GluePoint16Y"/>
                </a:cxn>
                <a:cxn ang="0">
                  <a:pos x="GluePoint17X" y="GluePoint17Y"/>
                </a:cxn>
                <a:cxn ang="0">
                  <a:pos x="GluePoint18X" y="GluePoint18Y"/>
                </a:cxn>
                <a:cxn ang="0">
                  <a:pos x="GluePoint19X" y="GluePoint19Y"/>
                </a:cxn>
                <a:cxn ang="0">
                  <a:pos x="GluePoint20X" y="GluePoint20Y"/>
                </a:cxn>
                <a:cxn ang="0">
                  <a:pos x="GluePoint21X" y="GluePoint21Y"/>
                </a:cxn>
                <a:cxn ang="0">
                  <a:pos x="GluePoint22X" y="GluePoint22Y"/>
                </a:cxn>
                <a:cxn ang="0">
                  <a:pos x="GluePoint23X" y="GluePoint23Y"/>
                </a:cxn>
                <a:cxn ang="0">
                  <a:pos x="GluePoint24X" y="GluePoint24Y"/>
                </a:cxn>
                <a:cxn ang="0">
                  <a:pos x="GluePoint25X" y="GluePoint25Y"/>
                </a:cxn>
                <a:cxn ang="0">
                  <a:pos x="GluePoint26X" y="GluePoint26Y"/>
                </a:cxn>
                <a:cxn ang="0">
                  <a:pos x="GluePoint27X" y="GluePoint27Y"/>
                </a:cxn>
                <a:cxn ang="0">
                  <a:pos x="GluePoint28X" y="GluePoint28Y"/>
                </a:cxn>
                <a:cxn ang="0">
                  <a:pos x="GluePoint29X" y="GluePoint29Y"/>
                </a:cxn>
                <a:cxn ang="0">
                  <a:pos x="GluePoint30X" y="GluePoint30Y"/>
                </a:cxn>
                <a:cxn ang="0">
                  <a:pos x="GluePoint31X" y="GluePoint31Y"/>
                </a:cxn>
                <a:cxn ang="0">
                  <a:pos x="GluePoint32X" y="GluePoint32Y"/>
                </a:cxn>
                <a:cxn ang="0">
                  <a:pos x="GluePoint33X" y="GluePoint33Y"/>
                </a:cxn>
                <a:cxn ang="0">
                  <a:pos x="GluePoint34X" y="GluePoint34Y"/>
                </a:cxn>
                <a:cxn ang="0">
                  <a:pos x="GluePoint35X" y="GluePoint35Y"/>
                </a:cxn>
                <a:cxn ang="0">
                  <a:pos x="GluePoint36X" y="GluePoint36Y"/>
                </a:cxn>
                <a:cxn ang="0">
                  <a:pos x="GluePoint37X" y="GluePoint37Y"/>
                </a:cxn>
                <a:cxn ang="0">
                  <a:pos x="GluePoint38X" y="GluePoint38Y"/>
                </a:cxn>
                <a:cxn ang="0">
                  <a:pos x="GluePoint39X" y="GluePoint39Y"/>
                </a:cxn>
                <a:cxn ang="0">
                  <a:pos x="GluePoint40X" y="GluePoint40Y"/>
                </a:cxn>
                <a:cxn ang="0">
                  <a:pos x="GluePoint41X" y="GluePoint41Y"/>
                </a:cxn>
              </a:cxnLst>
              <a:rect l="textAreaLeft" t="textAreaTop" r="textAreaRight" b="textAreaBottom"/>
              <a:pathLst>
                <a:path w="1195101" h="1204626">
                  <a:moveTo>
                    <a:pt x="372618" y="571786"/>
                  </a:moveTo>
                  <a:cubicBezTo>
                    <a:pt x="372618" y="571786"/>
                    <a:pt x="372618" y="136874"/>
                    <a:pt x="372523" y="134303"/>
                  </a:cubicBezTo>
                  <a:cubicBezTo>
                    <a:pt x="372237" y="116967"/>
                    <a:pt x="371761" y="93250"/>
                    <a:pt x="386239" y="86487"/>
                  </a:cubicBezTo>
                  <a:cubicBezTo>
                    <a:pt x="396240" y="82105"/>
                    <a:pt x="493014" y="85630"/>
                    <a:pt x="498348" y="85630"/>
                  </a:cubicBezTo>
                  <a:cubicBezTo>
                    <a:pt x="650938" y="85630"/>
                    <a:pt x="738473" y="174974"/>
                    <a:pt x="738473" y="330518"/>
                  </a:cubicBezTo>
                  <a:cubicBezTo>
                    <a:pt x="738473" y="443960"/>
                    <a:pt x="708374" y="509016"/>
                    <a:pt x="640747" y="541687"/>
                  </a:cubicBezTo>
                  <a:cubicBezTo>
                    <a:pt x="577691" y="571976"/>
                    <a:pt x="372618" y="571786"/>
                    <a:pt x="372618" y="571786"/>
                  </a:cubicBezTo>
                  <a:moveTo>
                    <a:pt x="1186529" y="1129760"/>
                  </a:moveTo>
                  <a:cubicBezTo>
                    <a:pt x="1100138" y="1116235"/>
                    <a:pt x="1074134" y="1106424"/>
                    <a:pt x="1017461" y="1040702"/>
                  </a:cubicBezTo>
                  <a:lnTo>
                    <a:pt x="661797" y="632460"/>
                  </a:lnTo>
                  <a:cubicBezTo>
                    <a:pt x="849059" y="608076"/>
                    <a:pt x="964597" y="484251"/>
                    <a:pt x="964597" y="305371"/>
                  </a:cubicBezTo>
                  <a:cubicBezTo>
                    <a:pt x="964597" y="188976"/>
                    <a:pt x="919544" y="105061"/>
                    <a:pt x="831056" y="55816"/>
                  </a:cubicBezTo>
                  <a:cubicBezTo>
                    <a:pt x="763619" y="18383"/>
                    <a:pt x="670084" y="190"/>
                    <a:pt x="544639" y="190"/>
                  </a:cubicBezTo>
                  <a:cubicBezTo>
                    <a:pt x="507206" y="1143"/>
                    <a:pt x="416909" y="4191"/>
                    <a:pt x="317468" y="4191"/>
                  </a:cubicBezTo>
                  <a:cubicBezTo>
                    <a:pt x="214313" y="4191"/>
                    <a:pt x="191" y="0"/>
                    <a:pt x="191" y="0"/>
                  </a:cubicBezTo>
                  <a:lnTo>
                    <a:pt x="191" y="74866"/>
                  </a:lnTo>
                  <a:lnTo>
                    <a:pt x="15050" y="74866"/>
                  </a:lnTo>
                  <a:cubicBezTo>
                    <a:pt x="71818" y="74486"/>
                    <a:pt x="135731" y="74771"/>
                    <a:pt x="152781" y="128683"/>
                  </a:cubicBezTo>
                  <a:cubicBezTo>
                    <a:pt x="168307" y="175355"/>
                    <a:pt x="168307" y="306896"/>
                    <a:pt x="168307" y="350139"/>
                  </a:cubicBezTo>
                  <a:lnTo>
                    <a:pt x="168307" y="841248"/>
                  </a:lnTo>
                  <a:cubicBezTo>
                    <a:pt x="168307" y="895445"/>
                    <a:pt x="168307" y="977837"/>
                    <a:pt x="161068" y="1034129"/>
                  </a:cubicBezTo>
                  <a:cubicBezTo>
                    <a:pt x="158972" y="1050798"/>
                    <a:pt x="156210" y="1065276"/>
                    <a:pt x="152686" y="1075944"/>
                  </a:cubicBezTo>
                  <a:cubicBezTo>
                    <a:pt x="135350" y="1129665"/>
                    <a:pt x="66104" y="1129665"/>
                    <a:pt x="10382" y="1129665"/>
                  </a:cubicBezTo>
                  <a:lnTo>
                    <a:pt x="0" y="1129665"/>
                  </a:lnTo>
                  <a:lnTo>
                    <a:pt x="0" y="1204532"/>
                  </a:lnTo>
                  <a:cubicBezTo>
                    <a:pt x="0" y="1204532"/>
                    <a:pt x="166783" y="1197102"/>
                    <a:pt x="278225" y="1197102"/>
                  </a:cubicBezTo>
                  <a:cubicBezTo>
                    <a:pt x="374047" y="1197102"/>
                    <a:pt x="540734" y="1204246"/>
                    <a:pt x="540734" y="1204532"/>
                  </a:cubicBezTo>
                  <a:lnTo>
                    <a:pt x="540734" y="1129665"/>
                  </a:lnTo>
                  <a:lnTo>
                    <a:pt x="525971" y="1129665"/>
                  </a:lnTo>
                  <a:cubicBezTo>
                    <a:pt x="470059" y="1129951"/>
                    <a:pt x="406813" y="1129760"/>
                    <a:pt x="388239" y="1075754"/>
                  </a:cubicBezTo>
                  <a:cubicBezTo>
                    <a:pt x="384620" y="1065086"/>
                    <a:pt x="381953" y="1050607"/>
                    <a:pt x="379857" y="1034034"/>
                  </a:cubicBezTo>
                  <a:cubicBezTo>
                    <a:pt x="372618" y="978122"/>
                    <a:pt x="372618" y="898017"/>
                    <a:pt x="372618" y="854297"/>
                  </a:cubicBezTo>
                  <a:lnTo>
                    <a:pt x="372618" y="653510"/>
                  </a:lnTo>
                  <a:cubicBezTo>
                    <a:pt x="439198" y="654082"/>
                    <a:pt x="444913" y="661035"/>
                    <a:pt x="479107" y="702469"/>
                  </a:cubicBezTo>
                  <a:cubicBezTo>
                    <a:pt x="485489" y="710089"/>
                    <a:pt x="492728" y="718756"/>
                    <a:pt x="501110" y="728472"/>
                  </a:cubicBezTo>
                  <a:lnTo>
                    <a:pt x="797909" y="1096804"/>
                  </a:lnTo>
                  <a:lnTo>
                    <a:pt x="885158" y="1204532"/>
                  </a:lnTo>
                  <a:cubicBezTo>
                    <a:pt x="885158" y="1204532"/>
                    <a:pt x="980885" y="1200436"/>
                    <a:pt x="1027366" y="1200436"/>
                  </a:cubicBezTo>
                  <a:cubicBezTo>
                    <a:pt x="1094994" y="1200436"/>
                    <a:pt x="1195102" y="1204627"/>
                    <a:pt x="1195102" y="1204627"/>
                  </a:cubicBezTo>
                  <a:lnTo>
                    <a:pt x="1195102" y="1131094"/>
                  </a:lnTo>
                  <a:lnTo>
                    <a:pt x="1186529" y="1129760"/>
                  </a:lnTo>
                  <a:close/>
                </a:path>
              </a:pathLst>
            </a:custGeom>
            <a:solidFill>
              <a:schemeClr val="bg1"/>
            </a:solidFill>
            <a:ln w="9525">
              <a:noFill/>
            </a:ln>
          </p:spPr>
          <p:style>
            <a:lnRef idx="0"/>
            <a:fillRef idx="0"/>
            <a:effectRef idx="0"/>
            <a:fontRef idx="minor"/>
          </p:style>
          <p:txBody>
            <a:bodyPr lIns="90000" tIns="45000" rIns="90000" bIns="45000" anchor="ctr">
              <a:noAutofit/>
            </a:bodyPr>
            <a:p>
              <a:endParaRPr lang="en-US" sz="1800" b="0" u="none" strike="noStrike">
                <a:solidFill>
                  <a:schemeClr val="dk1"/>
                </a:solidFill>
                <a:effectLst/>
                <a:uFillTx/>
                <a:latin typeface="Arial"/>
              </a:endParaRPr>
            </a:p>
          </p:txBody>
        </p:sp>
      </p:grpSp>
      <p:sp>
        <p:nvSpPr>
          <p:cNvPr id="491" name="PlaceHolder 1"/>
          <p:cNvSpPr>
            <a:spLocks noGrp="1"/>
          </p:cNvSpPr>
          <p:nvPr>
            <p:ph type="title" hasCustomPrompt="1"/>
          </p:nvPr>
        </p:nvSpPr>
        <p:spPr>
          <a:xfrm>
            <a:off x="2395440" y="2361960"/>
            <a:ext cx="9503280" cy="1616040"/>
          </a:xfrm>
          <a:prstGeom prst="rect">
            <a:avLst/>
          </a:prstGeom>
          <a:noFill/>
          <a:ln w="0">
            <a:noFill/>
          </a:ln>
        </p:spPr>
        <p:txBody>
          <a:bodyPr lIns="90000" tIns="45000" rIns="90000" bIns="45000" anchor="t">
            <a:normAutofit/>
          </a:bodyPr>
          <a:lstStyle>
            <a:lvl1pPr indent="0" algn="l" defTabSz="914400">
              <a:lnSpc>
                <a:spcPct val="90000"/>
              </a:lnSpc>
              <a:buNone/>
              <a:tabLst>
                <a:tab pos="0" algn="l"/>
              </a:tabLst>
              <a:defRPr lang="en-US" sz="5400" b="1" u="none" strike="noStrike">
                <a:solidFill>
                  <a:schemeClr val="lt1"/>
                </a:solidFill>
                <a:effectLst/>
                <a:uFillTx/>
                <a:latin typeface="Arial"/>
              </a:defRPr>
            </a:lvl1pPr>
          </a:lstStyle>
          <a:p>
            <a:pPr indent="0" algn="l" defTabSz="914400">
              <a:lnSpc>
                <a:spcPct val="90000"/>
              </a:lnSpc>
              <a:buNone/>
              <a:tabLst>
                <a:tab pos="0" algn="l"/>
              </a:tabLst>
            </a:pPr>
            <a:r>
              <a:rPr lang="en-US" sz="5400" b="1" u="none" strike="noStrike">
                <a:solidFill>
                  <a:schemeClr val="lt1"/>
                </a:solidFill>
                <a:effectLst/>
                <a:uFillTx/>
                <a:latin typeface="Arial"/>
              </a:rPr>
              <a:t>Quote here quote here quote here.</a:t>
            </a:r>
            <a:endParaRPr lang="en-US" sz="5400" b="1" u="none" strike="noStrike">
              <a:solidFill>
                <a:schemeClr val="lt1"/>
              </a:solidFill>
              <a:effectLst/>
              <a:uFillTx/>
              <a:latin typeface="Arial"/>
            </a:endParaRPr>
          </a:p>
        </p:txBody>
      </p:sp>
    </p:spTree>
  </p:cSld>
</p:sldLayout>
</file>

<file path=ppt/slideLayouts/slideLayout2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ransition Slide Grey Bkgnd Header Bottom">
    <p:bg>
      <p:bgPr>
        <a:solidFill>
          <a:srgbClr val="FFFFFF"/>
        </a:solidFill>
      </p:bgPr>
    </p:bg>
    <p:spTree>
      <p:nvGrpSpPr>
        <p:cNvPr id="1" name=""/>
        <p:cNvGrpSpPr/>
        <p:nvPr/>
      </p:nvGrpSpPr>
      <p:grpSpPr>
        <a:xfrm>
          <a:off x="0" y="0"/>
          <a:ext cx="0" cy="0"/>
          <a:chOff x="0" y="0"/>
          <a:chExt cx="0" cy="0"/>
        </a:xfrm>
      </p:grpSpPr>
      <p:sp>
        <p:nvSpPr>
          <p:cNvPr id="492" name="Rectangle 5"/>
          <p:cNvSpPr/>
          <p:nvPr/>
        </p:nvSpPr>
        <p:spPr>
          <a:xfrm>
            <a:off x="0" y="0"/>
            <a:ext cx="12190680" cy="666000"/>
          </a:xfrm>
          <a:prstGeom prst="rect">
            <a:avLst/>
          </a:prstGeom>
          <a:solidFill>
            <a:srgbClr val="F86901"/>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p>
            <a:endParaRPr lang="en-US" sz="1800" b="0" u="none" strike="noStrike">
              <a:solidFill>
                <a:schemeClr val="lt1"/>
              </a:solidFill>
              <a:effectLst/>
              <a:uFillTx/>
              <a:latin typeface="Arial"/>
            </a:endParaRPr>
          </a:p>
        </p:txBody>
      </p:sp>
      <p:sp>
        <p:nvSpPr>
          <p:cNvPr id="493" name="TextBox 10"/>
          <p:cNvSpPr/>
          <p:nvPr/>
        </p:nvSpPr>
        <p:spPr>
          <a:xfrm>
            <a:off x="11689200" y="269640"/>
            <a:ext cx="476280" cy="238680"/>
          </a:xfrm>
          <a:prstGeom prst="rect">
            <a:avLst/>
          </a:prstGeom>
          <a:noFill/>
          <a:ln w="0">
            <a:noFill/>
          </a:ln>
        </p:spPr>
        <p:style>
          <a:lnRef idx="0"/>
          <a:fillRef idx="0"/>
          <a:effectRef idx="0"/>
          <a:fontRef idx="minor"/>
        </p:style>
        <p:txBody>
          <a:bodyPr lIns="90000" tIns="45000" rIns="90000" bIns="45000" anchor="t">
            <a:spAutoFit/>
          </a:bodyPr>
          <a:p>
            <a:pPr defTabSz="914400">
              <a:lnSpc>
                <a:spcPct val="80000"/>
              </a:lnSpc>
            </a:pPr>
            <a:r>
              <a:rPr lang="en-US" sz="1200" b="0" u="none" strike="noStrike">
                <a:solidFill>
                  <a:srgbClr val="E56B2A"/>
                </a:solidFill>
                <a:effectLst/>
                <a:uFillTx/>
                <a:latin typeface="Georgia"/>
              </a:rPr>
              <a:t> </a:t>
            </a:r>
            <a:fld id="{985FB429-B999-4A6F-8DB9-D0B017D0DAAD}" type="slidenum">
              <a:rPr lang="en-US" sz="1130" b="0" u="none" strike="noStrike">
                <a:solidFill>
                  <a:schemeClr val="lt1"/>
                </a:solidFill>
                <a:effectLst/>
                <a:uFillTx/>
                <a:latin typeface="Arial"/>
              </a:rPr>
              <a:t>&lt;number&gt;</a:t>
            </a:fld>
            <a:endParaRPr lang="en-US" sz="1130" b="0" u="none" strike="noStrike">
              <a:solidFill>
                <a:srgbClr val="000000"/>
              </a:solidFill>
              <a:effectLst/>
              <a:uFillTx/>
              <a:latin typeface="Arial"/>
            </a:endParaRPr>
          </a:p>
        </p:txBody>
      </p:sp>
      <p:pic>
        <p:nvPicPr>
          <p:cNvPr id="494" name="Graphic 11"/>
          <p:cNvPicPr/>
          <p:nvPr/>
        </p:nvPicPr>
        <p:blipFill>
          <a:blip r:embed="rId2">
            <a:extLst>
              <a:ext uri="{96DAC541-7B7A-43D3-8B79-37D633B846F1}">
                <asvg:svgBlip xmlns:asvg="http://schemas.microsoft.com/office/drawing/2016/SVG/main" r:embed="rId3"/>
              </a:ext>
            </a:extLst>
          </a:blip>
          <a:stretch/>
        </p:blipFill>
        <p:spPr>
          <a:xfrm>
            <a:off x="9069840" y="240840"/>
            <a:ext cx="2699280" cy="238680"/>
          </a:xfrm>
          <a:prstGeom prst="rect">
            <a:avLst/>
          </a:prstGeom>
          <a:noFill/>
          <a:ln w="0">
            <a:noFill/>
          </a:ln>
        </p:spPr>
      </p:pic>
      <p:grpSp>
        <p:nvGrpSpPr>
          <p:cNvPr id="495" name="Graphic 22"/>
          <p:cNvGrpSpPr/>
          <p:nvPr/>
        </p:nvGrpSpPr>
        <p:grpSpPr>
          <a:xfrm>
            <a:off x="201960" y="195840"/>
            <a:ext cx="797760" cy="300600"/>
            <a:chOff x="201960" y="195840"/>
            <a:chExt cx="797760" cy="300600"/>
          </a:xfrm>
        </p:grpSpPr>
        <p:sp>
          <p:nvSpPr>
            <p:cNvPr id="496" name="Freeform 2"/>
            <p:cNvSpPr/>
            <p:nvPr/>
          </p:nvSpPr>
          <p:spPr>
            <a:xfrm>
              <a:off x="540720" y="195840"/>
              <a:ext cx="135720" cy="300240"/>
            </a:xfrm>
            <a:custGeom>
              <a:avLst/>
              <a:gdLst>
                <a:gd name="textAreaLeft" fmla="*/ 0 w 135720"/>
                <a:gd name="textAreaRight" fmla="*/ 137160 w 135720"/>
                <a:gd name="textAreaTop" fmla="*/ 0 h 300240"/>
                <a:gd name="textAreaBottom" fmla="*/ 301680 h 300240"/>
                <a:gd name="GluePoint1X" fmla="*/ 393478 w 547877"/>
                <a:gd name="GluePoint1Y" fmla="*/ 129064 h 1204531"/>
                <a:gd name="GluePoint2X" fmla="*/ 537686 w 547877"/>
                <a:gd name="GluePoint2Y" fmla="*/ 74771 h 1204531"/>
                <a:gd name="GluePoint3X" fmla="*/ 547878 w 547877"/>
                <a:gd name="GluePoint3Y" fmla="*/ 74771 h 1204531"/>
                <a:gd name="GluePoint4X" fmla="*/ 547878 w 547877"/>
                <a:gd name="GluePoint4Y" fmla="*/ 0 h 1204531"/>
                <a:gd name="GluePoint5X" fmla="*/ 267938 w 547877"/>
                <a:gd name="GluePoint5Y" fmla="*/ 4667 h 1204531"/>
                <a:gd name="GluePoint6X" fmla="*/ 0 w 547877"/>
                <a:gd name="GluePoint6Y" fmla="*/ 0 h 1204531"/>
                <a:gd name="GluePoint7X" fmla="*/ 0 w 547877"/>
                <a:gd name="GluePoint7Y" fmla="*/ 74771 h 1204531"/>
                <a:gd name="GluePoint8X" fmla="*/ 10192 w 547877"/>
                <a:gd name="GluePoint8Y" fmla="*/ 74771 h 1204531"/>
                <a:gd name="GluePoint9X" fmla="*/ 154400 w 547877"/>
                <a:gd name="GluePoint9Y" fmla="*/ 128968 h 1204531"/>
                <a:gd name="GluePoint10X" fmla="*/ 171640 w 547877"/>
                <a:gd name="GluePoint10Y" fmla="*/ 363188 h 1204531"/>
                <a:gd name="GluePoint11X" fmla="*/ 171640 w 547877"/>
                <a:gd name="GluePoint11Y" fmla="*/ 841153 h 1204531"/>
                <a:gd name="GluePoint12X" fmla="*/ 154496 w 547877"/>
                <a:gd name="GluePoint12Y" fmla="*/ 1075373 h 1204531"/>
                <a:gd name="GluePoint13X" fmla="*/ 10192 w 547877"/>
                <a:gd name="GluePoint13Y" fmla="*/ 1129569 h 1204531"/>
                <a:gd name="GluePoint14X" fmla="*/ 0 w 547877"/>
                <a:gd name="GluePoint14Y" fmla="*/ 1129569 h 1204531"/>
                <a:gd name="GluePoint15X" fmla="*/ 0 w 547877"/>
                <a:gd name="GluePoint15Y" fmla="*/ 1204531 h 1204531"/>
                <a:gd name="GluePoint16X" fmla="*/ 268224 w 547877"/>
                <a:gd name="GluePoint16Y" fmla="*/ 1197102 h 1204531"/>
                <a:gd name="GluePoint17X" fmla="*/ 547878 w 547877"/>
                <a:gd name="GluePoint17Y" fmla="*/ 1204531 h 1204531"/>
                <a:gd name="GluePoint18X" fmla="*/ 547878 w 547877"/>
                <a:gd name="GluePoint18Y" fmla="*/ 1129569 h 1204531"/>
                <a:gd name="GluePoint19X" fmla="*/ 537686 w 547877"/>
                <a:gd name="GluePoint19Y" fmla="*/ 1129569 h 1204531"/>
                <a:gd name="GluePoint20X" fmla="*/ 393478 w 547877"/>
                <a:gd name="GluePoint20Y" fmla="*/ 1075468 h 1204531"/>
                <a:gd name="GluePoint21X" fmla="*/ 376333 w 547877"/>
                <a:gd name="GluePoint21Y" fmla="*/ 841153 h 1204531"/>
                <a:gd name="GluePoint22X" fmla="*/ 376333 w 547877"/>
                <a:gd name="GluePoint22Y" fmla="*/ 363188 h 1204531"/>
                <a:gd name="GluePoint23X" fmla="*/ 393478 w 547877"/>
                <a:gd name="GluePoint23Y" fmla="*/ 129064 h 1204531"/>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 ang="0">
                  <a:pos x="GluePoint16X" y="GluePoint16Y"/>
                </a:cxn>
                <a:cxn ang="0">
                  <a:pos x="GluePoint17X" y="GluePoint17Y"/>
                </a:cxn>
                <a:cxn ang="0">
                  <a:pos x="GluePoint18X" y="GluePoint18Y"/>
                </a:cxn>
                <a:cxn ang="0">
                  <a:pos x="GluePoint19X" y="GluePoint19Y"/>
                </a:cxn>
                <a:cxn ang="0">
                  <a:pos x="GluePoint20X" y="GluePoint20Y"/>
                </a:cxn>
                <a:cxn ang="0">
                  <a:pos x="GluePoint21X" y="GluePoint21Y"/>
                </a:cxn>
                <a:cxn ang="0">
                  <a:pos x="GluePoint22X" y="GluePoint22Y"/>
                </a:cxn>
                <a:cxn ang="0">
                  <a:pos x="GluePoint23X" y="GluePoint23Y"/>
                </a:cxn>
              </a:cxnLst>
              <a:rect l="textAreaLeft" t="textAreaTop" r="textAreaRight" b="textAreaBottom"/>
              <a:pathLst>
                <a:path w="547877" h="1204531">
                  <a:moveTo>
                    <a:pt x="393478" y="129064"/>
                  </a:moveTo>
                  <a:cubicBezTo>
                    <a:pt x="414242" y="74771"/>
                    <a:pt x="482727" y="74771"/>
                    <a:pt x="537686" y="74771"/>
                  </a:cubicBezTo>
                  <a:lnTo>
                    <a:pt x="547878" y="74771"/>
                  </a:lnTo>
                  <a:lnTo>
                    <a:pt x="547878" y="0"/>
                  </a:lnTo>
                  <a:cubicBezTo>
                    <a:pt x="547878" y="0"/>
                    <a:pt x="333565" y="4667"/>
                    <a:pt x="267938" y="4667"/>
                  </a:cubicBezTo>
                  <a:cubicBezTo>
                    <a:pt x="200406" y="4667"/>
                    <a:pt x="0" y="0"/>
                    <a:pt x="0" y="0"/>
                  </a:cubicBezTo>
                  <a:lnTo>
                    <a:pt x="0" y="74771"/>
                  </a:lnTo>
                  <a:lnTo>
                    <a:pt x="10192" y="74771"/>
                  </a:lnTo>
                  <a:cubicBezTo>
                    <a:pt x="65246" y="74771"/>
                    <a:pt x="133731" y="74771"/>
                    <a:pt x="154400" y="128968"/>
                  </a:cubicBezTo>
                  <a:cubicBezTo>
                    <a:pt x="171640" y="175450"/>
                    <a:pt x="171640" y="307086"/>
                    <a:pt x="171640" y="363188"/>
                  </a:cubicBezTo>
                  <a:lnTo>
                    <a:pt x="171640" y="841153"/>
                  </a:lnTo>
                  <a:cubicBezTo>
                    <a:pt x="171640" y="897350"/>
                    <a:pt x="171640" y="1028890"/>
                    <a:pt x="154496" y="1075373"/>
                  </a:cubicBezTo>
                  <a:cubicBezTo>
                    <a:pt x="133731" y="1129569"/>
                    <a:pt x="65246" y="1129569"/>
                    <a:pt x="10192" y="1129569"/>
                  </a:cubicBezTo>
                  <a:lnTo>
                    <a:pt x="0" y="1129569"/>
                  </a:lnTo>
                  <a:lnTo>
                    <a:pt x="0" y="1204531"/>
                  </a:lnTo>
                  <a:cubicBezTo>
                    <a:pt x="0" y="1204341"/>
                    <a:pt x="173260" y="1197102"/>
                    <a:pt x="268224" y="1197102"/>
                  </a:cubicBezTo>
                  <a:cubicBezTo>
                    <a:pt x="377476" y="1197102"/>
                    <a:pt x="547878" y="1204531"/>
                    <a:pt x="547878" y="1204531"/>
                  </a:cubicBezTo>
                  <a:lnTo>
                    <a:pt x="547878" y="1129569"/>
                  </a:lnTo>
                  <a:lnTo>
                    <a:pt x="537686" y="1129569"/>
                  </a:lnTo>
                  <a:cubicBezTo>
                    <a:pt x="482727" y="1129569"/>
                    <a:pt x="414242" y="1129569"/>
                    <a:pt x="393478" y="1075468"/>
                  </a:cubicBezTo>
                  <a:cubicBezTo>
                    <a:pt x="376333" y="1028890"/>
                    <a:pt x="376333" y="897350"/>
                    <a:pt x="376333" y="841153"/>
                  </a:cubicBezTo>
                  <a:lnTo>
                    <a:pt x="376333" y="363188"/>
                  </a:lnTo>
                  <a:cubicBezTo>
                    <a:pt x="376333" y="307086"/>
                    <a:pt x="376333" y="175450"/>
                    <a:pt x="393478" y="129064"/>
                  </a:cubicBezTo>
                </a:path>
              </a:pathLst>
            </a:custGeom>
            <a:solidFill>
              <a:schemeClr val="bg1"/>
            </a:solidFill>
            <a:ln w="9525">
              <a:noFill/>
            </a:ln>
          </p:spPr>
          <p:style>
            <a:lnRef idx="0"/>
            <a:fillRef idx="0"/>
            <a:effectRef idx="0"/>
            <a:fontRef idx="minor"/>
          </p:style>
          <p:txBody>
            <a:bodyPr lIns="68040" tIns="45000" rIns="68040" bIns="45000" anchor="ctr">
              <a:noAutofit/>
            </a:bodyPr>
            <a:p>
              <a:endParaRPr lang="en-US" sz="1800" b="0" u="none" strike="noStrike">
                <a:solidFill>
                  <a:schemeClr val="dk1"/>
                </a:solidFill>
                <a:effectLst/>
                <a:uFillTx/>
                <a:latin typeface="Arial"/>
              </a:endParaRPr>
            </a:p>
          </p:txBody>
        </p:sp>
        <p:sp>
          <p:nvSpPr>
            <p:cNvPr id="497" name="Freeform 3"/>
            <p:cNvSpPr/>
            <p:nvPr/>
          </p:nvSpPr>
          <p:spPr>
            <a:xfrm>
              <a:off x="718920" y="196200"/>
              <a:ext cx="280800" cy="300240"/>
            </a:xfrm>
            <a:custGeom>
              <a:avLst/>
              <a:gdLst>
                <a:gd name="textAreaLeft" fmla="*/ 0 w 280800"/>
                <a:gd name="textAreaRight" fmla="*/ 282240 w 280800"/>
                <a:gd name="textAreaTop" fmla="*/ 0 h 300240"/>
                <a:gd name="textAreaBottom" fmla="*/ 301680 h 300240"/>
                <a:gd name="GluePoint1X" fmla="*/ 0 w 1126902"/>
                <a:gd name="GluePoint1Y" fmla="*/ 0 h 1204245"/>
                <a:gd name="GluePoint2X" fmla="*/ 0 w 1126902"/>
                <a:gd name="GluePoint2Y" fmla="*/ 312420 h 1204245"/>
                <a:gd name="GluePoint3X" fmla="*/ 74295 w 1126902"/>
                <a:gd name="GluePoint3Y" fmla="*/ 312420 h 1204245"/>
                <a:gd name="GluePoint4X" fmla="*/ 74581 w 1126902"/>
                <a:gd name="GluePoint4Y" fmla="*/ 302609 h 1204245"/>
                <a:gd name="GluePoint5X" fmla="*/ 334328 w 1126902"/>
                <a:gd name="GluePoint5Y" fmla="*/ 90773 h 1204245"/>
                <a:gd name="GluePoint6X" fmla="*/ 352330 w 1126902"/>
                <a:gd name="GluePoint6Y" fmla="*/ 90678 h 1204245"/>
                <a:gd name="GluePoint7X" fmla="*/ 453200 w 1126902"/>
                <a:gd name="GluePoint7Y" fmla="*/ 106204 h 1204245"/>
                <a:gd name="GluePoint8X" fmla="*/ 461201 w 1126902"/>
                <a:gd name="GluePoint8Y" fmla="*/ 128873 h 1204245"/>
                <a:gd name="GluePoint9X" fmla="*/ 461201 w 1126902"/>
                <a:gd name="GluePoint9Y" fmla="*/ 950119 h 1204245"/>
                <a:gd name="GluePoint10X" fmla="*/ 272510 w 1126902"/>
                <a:gd name="GluePoint10Y" fmla="*/ 1129475 h 1204245"/>
                <a:gd name="GluePoint11X" fmla="*/ 262700 w 1126902"/>
                <a:gd name="GluePoint11Y" fmla="*/ 1129856 h 1204245"/>
                <a:gd name="GluePoint12X" fmla="*/ 262700 w 1126902"/>
                <a:gd name="GluePoint12Y" fmla="*/ 1204246 h 1204245"/>
                <a:gd name="GluePoint13X" fmla="*/ 578548 w 1126902"/>
                <a:gd name="GluePoint13Y" fmla="*/ 1196911 h 1204245"/>
                <a:gd name="GluePoint14X" fmla="*/ 864203 w 1126902"/>
                <a:gd name="GluePoint14Y" fmla="*/ 1204246 h 1204245"/>
                <a:gd name="GluePoint15X" fmla="*/ 864203 w 1126902"/>
                <a:gd name="GluePoint15Y" fmla="*/ 1129856 h 1204245"/>
                <a:gd name="GluePoint16X" fmla="*/ 854393 w 1126902"/>
                <a:gd name="GluePoint16Y" fmla="*/ 1129475 h 1204245"/>
                <a:gd name="GluePoint17X" fmla="*/ 665702 w 1126902"/>
                <a:gd name="GluePoint17Y" fmla="*/ 950119 h 1204245"/>
                <a:gd name="GluePoint18X" fmla="*/ 665702 w 1126902"/>
                <a:gd name="GluePoint18Y" fmla="*/ 128873 h 1204245"/>
                <a:gd name="GluePoint19X" fmla="*/ 673608 w 1126902"/>
                <a:gd name="GluePoint19Y" fmla="*/ 108490 h 1204245"/>
                <a:gd name="GluePoint20X" fmla="*/ 791718 w 1126902"/>
                <a:gd name="GluePoint20Y" fmla="*/ 90488 h 1204245"/>
                <a:gd name="GluePoint21X" fmla="*/ 815912 w 1126902"/>
                <a:gd name="GluePoint21Y" fmla="*/ 90773 h 1204245"/>
                <a:gd name="GluePoint22X" fmla="*/ 1052513 w 1126902"/>
                <a:gd name="GluePoint22Y" fmla="*/ 302895 h 1204245"/>
                <a:gd name="GluePoint23X" fmla="*/ 1053084 w 1126902"/>
                <a:gd name="GluePoint23Y" fmla="*/ 312420 h 1204245"/>
                <a:gd name="GluePoint24X" fmla="*/ 1126903 w 1126902"/>
                <a:gd name="GluePoint24Y" fmla="*/ 312420 h 1204245"/>
                <a:gd name="GluePoint25X" fmla="*/ 1126903 w 1126902"/>
                <a:gd name="GluePoint25Y" fmla="*/ 0 h 1204245"/>
                <a:gd name="GluePoint26X" fmla="*/ 563404 w 1126902"/>
                <a:gd name="GluePoint26Y" fmla="*/ 2857 h 1204245"/>
                <a:gd name="GluePoint27X" fmla="*/ 0 w 1126902"/>
                <a:gd name="GluePoint27Y" fmla="*/ 0 h 1204245"/>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 ang="0">
                  <a:pos x="GluePoint16X" y="GluePoint16Y"/>
                </a:cxn>
                <a:cxn ang="0">
                  <a:pos x="GluePoint17X" y="GluePoint17Y"/>
                </a:cxn>
                <a:cxn ang="0">
                  <a:pos x="GluePoint18X" y="GluePoint18Y"/>
                </a:cxn>
                <a:cxn ang="0">
                  <a:pos x="GluePoint19X" y="GluePoint19Y"/>
                </a:cxn>
                <a:cxn ang="0">
                  <a:pos x="GluePoint20X" y="GluePoint20Y"/>
                </a:cxn>
                <a:cxn ang="0">
                  <a:pos x="GluePoint21X" y="GluePoint21Y"/>
                </a:cxn>
                <a:cxn ang="0">
                  <a:pos x="GluePoint22X" y="GluePoint22Y"/>
                </a:cxn>
                <a:cxn ang="0">
                  <a:pos x="GluePoint23X" y="GluePoint23Y"/>
                </a:cxn>
                <a:cxn ang="0">
                  <a:pos x="GluePoint24X" y="GluePoint24Y"/>
                </a:cxn>
                <a:cxn ang="0">
                  <a:pos x="GluePoint25X" y="GluePoint25Y"/>
                </a:cxn>
                <a:cxn ang="0">
                  <a:pos x="GluePoint26X" y="GluePoint26Y"/>
                </a:cxn>
                <a:cxn ang="0">
                  <a:pos x="GluePoint27X" y="GluePoint27Y"/>
                </a:cxn>
              </a:cxnLst>
              <a:rect l="textAreaLeft" t="textAreaTop" r="textAreaRight" b="textAreaBottom"/>
              <a:pathLst>
                <a:path w="1126902" h="1204245">
                  <a:moveTo>
                    <a:pt x="0" y="0"/>
                  </a:moveTo>
                  <a:lnTo>
                    <a:pt x="0" y="312420"/>
                  </a:lnTo>
                  <a:lnTo>
                    <a:pt x="74295" y="312420"/>
                  </a:lnTo>
                  <a:lnTo>
                    <a:pt x="74581" y="302609"/>
                  </a:lnTo>
                  <a:cubicBezTo>
                    <a:pt x="81344" y="99346"/>
                    <a:pt x="159163" y="90773"/>
                    <a:pt x="334328" y="90773"/>
                  </a:cubicBezTo>
                  <a:cubicBezTo>
                    <a:pt x="340328" y="90773"/>
                    <a:pt x="346424" y="90773"/>
                    <a:pt x="352330" y="90678"/>
                  </a:cubicBezTo>
                  <a:cubicBezTo>
                    <a:pt x="395859" y="90392"/>
                    <a:pt x="437007" y="90106"/>
                    <a:pt x="453200" y="106204"/>
                  </a:cubicBezTo>
                  <a:cubicBezTo>
                    <a:pt x="458629" y="111538"/>
                    <a:pt x="461201" y="118967"/>
                    <a:pt x="461201" y="128873"/>
                  </a:cubicBezTo>
                  <a:lnTo>
                    <a:pt x="461201" y="950119"/>
                  </a:lnTo>
                  <a:cubicBezTo>
                    <a:pt x="461201" y="1072039"/>
                    <a:pt x="444151" y="1122426"/>
                    <a:pt x="272510" y="1129475"/>
                  </a:cubicBezTo>
                  <a:lnTo>
                    <a:pt x="262700" y="1129856"/>
                  </a:lnTo>
                  <a:lnTo>
                    <a:pt x="262700" y="1204246"/>
                  </a:lnTo>
                  <a:cubicBezTo>
                    <a:pt x="262700" y="1204246"/>
                    <a:pt x="462725" y="1196911"/>
                    <a:pt x="578548" y="1196911"/>
                  </a:cubicBezTo>
                  <a:cubicBezTo>
                    <a:pt x="666941" y="1196911"/>
                    <a:pt x="864203" y="1204246"/>
                    <a:pt x="864203" y="1204246"/>
                  </a:cubicBezTo>
                  <a:lnTo>
                    <a:pt x="864203" y="1129856"/>
                  </a:lnTo>
                  <a:lnTo>
                    <a:pt x="854393" y="1129475"/>
                  </a:lnTo>
                  <a:cubicBezTo>
                    <a:pt x="682752" y="1122426"/>
                    <a:pt x="665702" y="1072039"/>
                    <a:pt x="665702" y="950119"/>
                  </a:cubicBezTo>
                  <a:lnTo>
                    <a:pt x="665702" y="128873"/>
                  </a:lnTo>
                  <a:cubicBezTo>
                    <a:pt x="665702" y="120396"/>
                    <a:pt x="668369" y="113729"/>
                    <a:pt x="673608" y="108490"/>
                  </a:cubicBezTo>
                  <a:cubicBezTo>
                    <a:pt x="693420" y="89059"/>
                    <a:pt x="747903" y="89821"/>
                    <a:pt x="791718" y="90488"/>
                  </a:cubicBezTo>
                  <a:cubicBezTo>
                    <a:pt x="800005" y="90583"/>
                    <a:pt x="808196" y="90773"/>
                    <a:pt x="815912" y="90773"/>
                  </a:cubicBezTo>
                  <a:cubicBezTo>
                    <a:pt x="987267" y="90773"/>
                    <a:pt x="1042511" y="140303"/>
                    <a:pt x="1052513" y="302895"/>
                  </a:cubicBezTo>
                  <a:lnTo>
                    <a:pt x="1053084" y="312420"/>
                  </a:lnTo>
                  <a:lnTo>
                    <a:pt x="1126903" y="312420"/>
                  </a:lnTo>
                  <a:lnTo>
                    <a:pt x="1126903" y="0"/>
                  </a:lnTo>
                  <a:cubicBezTo>
                    <a:pt x="1126903" y="0"/>
                    <a:pt x="694468" y="2857"/>
                    <a:pt x="563404" y="2857"/>
                  </a:cubicBezTo>
                  <a:cubicBezTo>
                    <a:pt x="432340" y="2857"/>
                    <a:pt x="0" y="0"/>
                    <a:pt x="0" y="0"/>
                  </a:cubicBezTo>
                </a:path>
              </a:pathLst>
            </a:custGeom>
            <a:solidFill>
              <a:schemeClr val="bg1"/>
            </a:solidFill>
            <a:ln w="9525">
              <a:noFill/>
            </a:ln>
          </p:spPr>
          <p:style>
            <a:lnRef idx="0"/>
            <a:fillRef idx="0"/>
            <a:effectRef idx="0"/>
            <a:fontRef idx="minor"/>
          </p:style>
          <p:txBody>
            <a:bodyPr lIns="90000" tIns="45000" rIns="90000" bIns="45000" anchor="ctr">
              <a:noAutofit/>
            </a:bodyPr>
            <a:p>
              <a:endParaRPr lang="en-US" sz="1800" b="0" u="none" strike="noStrike">
                <a:solidFill>
                  <a:schemeClr val="dk1"/>
                </a:solidFill>
                <a:effectLst/>
                <a:uFillTx/>
                <a:latin typeface="Arial"/>
              </a:endParaRPr>
            </a:p>
          </p:txBody>
        </p:sp>
        <p:sp>
          <p:nvSpPr>
            <p:cNvPr id="498" name="Freeform 4"/>
            <p:cNvSpPr/>
            <p:nvPr/>
          </p:nvSpPr>
          <p:spPr>
            <a:xfrm>
              <a:off x="201960" y="195840"/>
              <a:ext cx="297720" cy="300240"/>
            </a:xfrm>
            <a:custGeom>
              <a:avLst/>
              <a:gdLst>
                <a:gd name="textAreaLeft" fmla="*/ 0 w 297720"/>
                <a:gd name="textAreaRight" fmla="*/ 299160 w 297720"/>
                <a:gd name="textAreaTop" fmla="*/ 0 h 300240"/>
                <a:gd name="textAreaBottom" fmla="*/ 301680 h 300240"/>
                <a:gd name="GluePoint1X" fmla="*/ 372618 w 1195101"/>
                <a:gd name="GluePoint1Y" fmla="*/ 571786 h 1204626"/>
                <a:gd name="GluePoint2X" fmla="*/ 372523 w 1195101"/>
                <a:gd name="GluePoint2Y" fmla="*/ 134303 h 1204626"/>
                <a:gd name="GluePoint3X" fmla="*/ 386239 w 1195101"/>
                <a:gd name="GluePoint3Y" fmla="*/ 86487 h 1204626"/>
                <a:gd name="GluePoint4X" fmla="*/ 498348 w 1195101"/>
                <a:gd name="GluePoint4Y" fmla="*/ 85630 h 1204626"/>
                <a:gd name="GluePoint5X" fmla="*/ 738473 w 1195101"/>
                <a:gd name="GluePoint5Y" fmla="*/ 330518 h 1204626"/>
                <a:gd name="GluePoint6X" fmla="*/ 640747 w 1195101"/>
                <a:gd name="GluePoint6Y" fmla="*/ 541687 h 1204626"/>
                <a:gd name="GluePoint7X" fmla="*/ 372618 w 1195101"/>
                <a:gd name="GluePoint7Y" fmla="*/ 571786 h 1204626"/>
                <a:gd name="GluePoint8X" fmla="*/ 1186529 w 1195101"/>
                <a:gd name="GluePoint8Y" fmla="*/ 1129760 h 1204626"/>
                <a:gd name="GluePoint9X" fmla="*/ 1017461 w 1195101"/>
                <a:gd name="GluePoint9Y" fmla="*/ 1040702 h 1204626"/>
                <a:gd name="GluePoint10X" fmla="*/ 661797 w 1195101"/>
                <a:gd name="GluePoint10Y" fmla="*/ 632460 h 1204626"/>
                <a:gd name="GluePoint11X" fmla="*/ 964597 w 1195101"/>
                <a:gd name="GluePoint11Y" fmla="*/ 305371 h 1204626"/>
                <a:gd name="GluePoint12X" fmla="*/ 831056 w 1195101"/>
                <a:gd name="GluePoint12Y" fmla="*/ 55816 h 1204626"/>
                <a:gd name="GluePoint13X" fmla="*/ 544639 w 1195101"/>
                <a:gd name="GluePoint13Y" fmla="*/ 190 h 1204626"/>
                <a:gd name="GluePoint14X" fmla="*/ 317468 w 1195101"/>
                <a:gd name="GluePoint14Y" fmla="*/ 4191 h 1204626"/>
                <a:gd name="GluePoint15X" fmla="*/ 191 w 1195101"/>
                <a:gd name="GluePoint15Y" fmla="*/ 0 h 1204626"/>
                <a:gd name="GluePoint16X" fmla="*/ 191 w 1195101"/>
                <a:gd name="GluePoint16Y" fmla="*/ 74866 h 1204626"/>
                <a:gd name="GluePoint17X" fmla="*/ 15050 w 1195101"/>
                <a:gd name="GluePoint17Y" fmla="*/ 74866 h 1204626"/>
                <a:gd name="GluePoint18X" fmla="*/ 152781 w 1195101"/>
                <a:gd name="GluePoint18Y" fmla="*/ 128683 h 1204626"/>
                <a:gd name="GluePoint19X" fmla="*/ 168307 w 1195101"/>
                <a:gd name="GluePoint19Y" fmla="*/ 350139 h 1204626"/>
                <a:gd name="GluePoint20X" fmla="*/ 168307 w 1195101"/>
                <a:gd name="GluePoint20Y" fmla="*/ 841248 h 1204626"/>
                <a:gd name="GluePoint21X" fmla="*/ 161068 w 1195101"/>
                <a:gd name="GluePoint21Y" fmla="*/ 1034129 h 1204626"/>
                <a:gd name="GluePoint22X" fmla="*/ 152686 w 1195101"/>
                <a:gd name="GluePoint22Y" fmla="*/ 1075944 h 1204626"/>
                <a:gd name="GluePoint23X" fmla="*/ 10382 w 1195101"/>
                <a:gd name="GluePoint23Y" fmla="*/ 1129665 h 1204626"/>
                <a:gd name="GluePoint24X" fmla="*/ 0 w 1195101"/>
                <a:gd name="GluePoint24Y" fmla="*/ 1129665 h 1204626"/>
                <a:gd name="GluePoint25X" fmla="*/ 0 w 1195101"/>
                <a:gd name="GluePoint25Y" fmla="*/ 1204532 h 1204626"/>
                <a:gd name="GluePoint26X" fmla="*/ 278225 w 1195101"/>
                <a:gd name="GluePoint26Y" fmla="*/ 1197102 h 1204626"/>
                <a:gd name="GluePoint27X" fmla="*/ 540734 w 1195101"/>
                <a:gd name="GluePoint27Y" fmla="*/ 1204532 h 1204626"/>
                <a:gd name="GluePoint28X" fmla="*/ 540734 w 1195101"/>
                <a:gd name="GluePoint28Y" fmla="*/ 1129665 h 1204626"/>
                <a:gd name="GluePoint29X" fmla="*/ 525971 w 1195101"/>
                <a:gd name="GluePoint29Y" fmla="*/ 1129665 h 1204626"/>
                <a:gd name="GluePoint30X" fmla="*/ 388239 w 1195101"/>
                <a:gd name="GluePoint30Y" fmla="*/ 1075754 h 1204626"/>
                <a:gd name="GluePoint31X" fmla="*/ 379857 w 1195101"/>
                <a:gd name="GluePoint31Y" fmla="*/ 1034034 h 1204626"/>
                <a:gd name="GluePoint32X" fmla="*/ 372618 w 1195101"/>
                <a:gd name="GluePoint32Y" fmla="*/ 854297 h 1204626"/>
                <a:gd name="GluePoint33X" fmla="*/ 372618 w 1195101"/>
                <a:gd name="GluePoint33Y" fmla="*/ 653510 h 1204626"/>
                <a:gd name="GluePoint34X" fmla="*/ 479107 w 1195101"/>
                <a:gd name="GluePoint34Y" fmla="*/ 702469 h 1204626"/>
                <a:gd name="GluePoint35X" fmla="*/ 501110 w 1195101"/>
                <a:gd name="GluePoint35Y" fmla="*/ 728472 h 1204626"/>
                <a:gd name="GluePoint36X" fmla="*/ 797909 w 1195101"/>
                <a:gd name="GluePoint36Y" fmla="*/ 1096804 h 1204626"/>
                <a:gd name="GluePoint37X" fmla="*/ 885158 w 1195101"/>
                <a:gd name="GluePoint37Y" fmla="*/ 1204532 h 1204626"/>
                <a:gd name="GluePoint38X" fmla="*/ 1027366 w 1195101"/>
                <a:gd name="GluePoint38Y" fmla="*/ 1200436 h 1204626"/>
                <a:gd name="GluePoint39X" fmla="*/ 1195102 w 1195101"/>
                <a:gd name="GluePoint39Y" fmla="*/ 1204627 h 1204626"/>
                <a:gd name="GluePoint40X" fmla="*/ 1195102 w 1195101"/>
                <a:gd name="GluePoint40Y" fmla="*/ 1131094 h 1204626"/>
                <a:gd name="GluePoint41X" fmla="*/ 1186529 w 1195101"/>
                <a:gd name="GluePoint41Y" fmla="*/ 1129760 h 1204626"/>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 ang="0">
                  <a:pos x="GluePoint16X" y="GluePoint16Y"/>
                </a:cxn>
                <a:cxn ang="0">
                  <a:pos x="GluePoint17X" y="GluePoint17Y"/>
                </a:cxn>
                <a:cxn ang="0">
                  <a:pos x="GluePoint18X" y="GluePoint18Y"/>
                </a:cxn>
                <a:cxn ang="0">
                  <a:pos x="GluePoint19X" y="GluePoint19Y"/>
                </a:cxn>
                <a:cxn ang="0">
                  <a:pos x="GluePoint20X" y="GluePoint20Y"/>
                </a:cxn>
                <a:cxn ang="0">
                  <a:pos x="GluePoint21X" y="GluePoint21Y"/>
                </a:cxn>
                <a:cxn ang="0">
                  <a:pos x="GluePoint22X" y="GluePoint22Y"/>
                </a:cxn>
                <a:cxn ang="0">
                  <a:pos x="GluePoint23X" y="GluePoint23Y"/>
                </a:cxn>
                <a:cxn ang="0">
                  <a:pos x="GluePoint24X" y="GluePoint24Y"/>
                </a:cxn>
                <a:cxn ang="0">
                  <a:pos x="GluePoint25X" y="GluePoint25Y"/>
                </a:cxn>
                <a:cxn ang="0">
                  <a:pos x="GluePoint26X" y="GluePoint26Y"/>
                </a:cxn>
                <a:cxn ang="0">
                  <a:pos x="GluePoint27X" y="GluePoint27Y"/>
                </a:cxn>
                <a:cxn ang="0">
                  <a:pos x="GluePoint28X" y="GluePoint28Y"/>
                </a:cxn>
                <a:cxn ang="0">
                  <a:pos x="GluePoint29X" y="GluePoint29Y"/>
                </a:cxn>
                <a:cxn ang="0">
                  <a:pos x="GluePoint30X" y="GluePoint30Y"/>
                </a:cxn>
                <a:cxn ang="0">
                  <a:pos x="GluePoint31X" y="GluePoint31Y"/>
                </a:cxn>
                <a:cxn ang="0">
                  <a:pos x="GluePoint32X" y="GluePoint32Y"/>
                </a:cxn>
                <a:cxn ang="0">
                  <a:pos x="GluePoint33X" y="GluePoint33Y"/>
                </a:cxn>
                <a:cxn ang="0">
                  <a:pos x="GluePoint34X" y="GluePoint34Y"/>
                </a:cxn>
                <a:cxn ang="0">
                  <a:pos x="GluePoint35X" y="GluePoint35Y"/>
                </a:cxn>
                <a:cxn ang="0">
                  <a:pos x="GluePoint36X" y="GluePoint36Y"/>
                </a:cxn>
                <a:cxn ang="0">
                  <a:pos x="GluePoint37X" y="GluePoint37Y"/>
                </a:cxn>
                <a:cxn ang="0">
                  <a:pos x="GluePoint38X" y="GluePoint38Y"/>
                </a:cxn>
                <a:cxn ang="0">
                  <a:pos x="GluePoint39X" y="GluePoint39Y"/>
                </a:cxn>
                <a:cxn ang="0">
                  <a:pos x="GluePoint40X" y="GluePoint40Y"/>
                </a:cxn>
                <a:cxn ang="0">
                  <a:pos x="GluePoint41X" y="GluePoint41Y"/>
                </a:cxn>
              </a:cxnLst>
              <a:rect l="textAreaLeft" t="textAreaTop" r="textAreaRight" b="textAreaBottom"/>
              <a:pathLst>
                <a:path w="1195101" h="1204626">
                  <a:moveTo>
                    <a:pt x="372618" y="571786"/>
                  </a:moveTo>
                  <a:cubicBezTo>
                    <a:pt x="372618" y="571786"/>
                    <a:pt x="372618" y="136874"/>
                    <a:pt x="372523" y="134303"/>
                  </a:cubicBezTo>
                  <a:cubicBezTo>
                    <a:pt x="372237" y="116967"/>
                    <a:pt x="371761" y="93250"/>
                    <a:pt x="386239" y="86487"/>
                  </a:cubicBezTo>
                  <a:cubicBezTo>
                    <a:pt x="396240" y="82105"/>
                    <a:pt x="493014" y="85630"/>
                    <a:pt x="498348" y="85630"/>
                  </a:cubicBezTo>
                  <a:cubicBezTo>
                    <a:pt x="650938" y="85630"/>
                    <a:pt x="738473" y="174974"/>
                    <a:pt x="738473" y="330518"/>
                  </a:cubicBezTo>
                  <a:cubicBezTo>
                    <a:pt x="738473" y="443960"/>
                    <a:pt x="708374" y="509016"/>
                    <a:pt x="640747" y="541687"/>
                  </a:cubicBezTo>
                  <a:cubicBezTo>
                    <a:pt x="577691" y="571976"/>
                    <a:pt x="372618" y="571786"/>
                    <a:pt x="372618" y="571786"/>
                  </a:cubicBezTo>
                  <a:moveTo>
                    <a:pt x="1186529" y="1129760"/>
                  </a:moveTo>
                  <a:cubicBezTo>
                    <a:pt x="1100138" y="1116235"/>
                    <a:pt x="1074134" y="1106424"/>
                    <a:pt x="1017461" y="1040702"/>
                  </a:cubicBezTo>
                  <a:lnTo>
                    <a:pt x="661797" y="632460"/>
                  </a:lnTo>
                  <a:cubicBezTo>
                    <a:pt x="849059" y="608076"/>
                    <a:pt x="964597" y="484251"/>
                    <a:pt x="964597" y="305371"/>
                  </a:cubicBezTo>
                  <a:cubicBezTo>
                    <a:pt x="964597" y="188976"/>
                    <a:pt x="919544" y="105061"/>
                    <a:pt x="831056" y="55816"/>
                  </a:cubicBezTo>
                  <a:cubicBezTo>
                    <a:pt x="763619" y="18383"/>
                    <a:pt x="670084" y="190"/>
                    <a:pt x="544639" y="190"/>
                  </a:cubicBezTo>
                  <a:cubicBezTo>
                    <a:pt x="507206" y="1143"/>
                    <a:pt x="416909" y="4191"/>
                    <a:pt x="317468" y="4191"/>
                  </a:cubicBezTo>
                  <a:cubicBezTo>
                    <a:pt x="214313" y="4191"/>
                    <a:pt x="191" y="0"/>
                    <a:pt x="191" y="0"/>
                  </a:cubicBezTo>
                  <a:lnTo>
                    <a:pt x="191" y="74866"/>
                  </a:lnTo>
                  <a:lnTo>
                    <a:pt x="15050" y="74866"/>
                  </a:lnTo>
                  <a:cubicBezTo>
                    <a:pt x="71818" y="74486"/>
                    <a:pt x="135731" y="74771"/>
                    <a:pt x="152781" y="128683"/>
                  </a:cubicBezTo>
                  <a:cubicBezTo>
                    <a:pt x="168307" y="175355"/>
                    <a:pt x="168307" y="306896"/>
                    <a:pt x="168307" y="350139"/>
                  </a:cubicBezTo>
                  <a:lnTo>
                    <a:pt x="168307" y="841248"/>
                  </a:lnTo>
                  <a:cubicBezTo>
                    <a:pt x="168307" y="895445"/>
                    <a:pt x="168307" y="977837"/>
                    <a:pt x="161068" y="1034129"/>
                  </a:cubicBezTo>
                  <a:cubicBezTo>
                    <a:pt x="158972" y="1050798"/>
                    <a:pt x="156210" y="1065276"/>
                    <a:pt x="152686" y="1075944"/>
                  </a:cubicBezTo>
                  <a:cubicBezTo>
                    <a:pt x="135350" y="1129665"/>
                    <a:pt x="66104" y="1129665"/>
                    <a:pt x="10382" y="1129665"/>
                  </a:cubicBezTo>
                  <a:lnTo>
                    <a:pt x="0" y="1129665"/>
                  </a:lnTo>
                  <a:lnTo>
                    <a:pt x="0" y="1204532"/>
                  </a:lnTo>
                  <a:cubicBezTo>
                    <a:pt x="0" y="1204532"/>
                    <a:pt x="166783" y="1197102"/>
                    <a:pt x="278225" y="1197102"/>
                  </a:cubicBezTo>
                  <a:cubicBezTo>
                    <a:pt x="374047" y="1197102"/>
                    <a:pt x="540734" y="1204246"/>
                    <a:pt x="540734" y="1204532"/>
                  </a:cubicBezTo>
                  <a:lnTo>
                    <a:pt x="540734" y="1129665"/>
                  </a:lnTo>
                  <a:lnTo>
                    <a:pt x="525971" y="1129665"/>
                  </a:lnTo>
                  <a:cubicBezTo>
                    <a:pt x="470059" y="1129951"/>
                    <a:pt x="406813" y="1129760"/>
                    <a:pt x="388239" y="1075754"/>
                  </a:cubicBezTo>
                  <a:cubicBezTo>
                    <a:pt x="384620" y="1065086"/>
                    <a:pt x="381953" y="1050607"/>
                    <a:pt x="379857" y="1034034"/>
                  </a:cubicBezTo>
                  <a:cubicBezTo>
                    <a:pt x="372618" y="978122"/>
                    <a:pt x="372618" y="898017"/>
                    <a:pt x="372618" y="854297"/>
                  </a:cubicBezTo>
                  <a:lnTo>
                    <a:pt x="372618" y="653510"/>
                  </a:lnTo>
                  <a:cubicBezTo>
                    <a:pt x="439198" y="654082"/>
                    <a:pt x="444913" y="661035"/>
                    <a:pt x="479107" y="702469"/>
                  </a:cubicBezTo>
                  <a:cubicBezTo>
                    <a:pt x="485489" y="710089"/>
                    <a:pt x="492728" y="718756"/>
                    <a:pt x="501110" y="728472"/>
                  </a:cubicBezTo>
                  <a:lnTo>
                    <a:pt x="797909" y="1096804"/>
                  </a:lnTo>
                  <a:lnTo>
                    <a:pt x="885158" y="1204532"/>
                  </a:lnTo>
                  <a:cubicBezTo>
                    <a:pt x="885158" y="1204532"/>
                    <a:pt x="980885" y="1200436"/>
                    <a:pt x="1027366" y="1200436"/>
                  </a:cubicBezTo>
                  <a:cubicBezTo>
                    <a:pt x="1094994" y="1200436"/>
                    <a:pt x="1195102" y="1204627"/>
                    <a:pt x="1195102" y="1204627"/>
                  </a:cubicBezTo>
                  <a:lnTo>
                    <a:pt x="1195102" y="1131094"/>
                  </a:lnTo>
                  <a:lnTo>
                    <a:pt x="1186529" y="1129760"/>
                  </a:lnTo>
                  <a:close/>
                </a:path>
              </a:pathLst>
            </a:custGeom>
            <a:solidFill>
              <a:schemeClr val="bg1"/>
            </a:solidFill>
            <a:ln w="9525">
              <a:noFill/>
            </a:ln>
          </p:spPr>
          <p:style>
            <a:lnRef idx="0"/>
            <a:fillRef idx="0"/>
            <a:effectRef idx="0"/>
            <a:fontRef idx="minor"/>
          </p:style>
          <p:txBody>
            <a:bodyPr lIns="90000" tIns="45000" rIns="90000" bIns="45000" anchor="ctr">
              <a:noAutofit/>
            </a:bodyPr>
            <a:p>
              <a:endParaRPr lang="en-US" sz="1800" b="0" u="none" strike="noStrike">
                <a:solidFill>
                  <a:schemeClr val="dk1"/>
                </a:solidFill>
                <a:effectLst/>
                <a:uFillTx/>
                <a:latin typeface="Arial"/>
              </a:endParaRPr>
            </a:p>
          </p:txBody>
        </p:sp>
      </p:grpSp>
      <p:sp>
        <p:nvSpPr>
          <p:cNvPr id="499" name="Text Placeholder 14"/>
          <p:cNvSpPr/>
          <p:nvPr/>
        </p:nvSpPr>
        <p:spPr>
          <a:xfrm>
            <a:off x="386640" y="3434040"/>
            <a:ext cx="2464560" cy="953280"/>
          </a:xfrm>
          <a:prstGeom prst="rect">
            <a:avLst/>
          </a:prstGeom>
          <a:noFill/>
          <a:ln w="0">
            <a:noFill/>
          </a:ln>
        </p:spPr>
        <p:style>
          <a:lnRef idx="0"/>
          <a:fillRef idx="0"/>
          <a:effectRef idx="0"/>
          <a:fontRef idx="minor"/>
        </p:style>
        <p:txBody>
          <a:bodyPr lIns="90000" tIns="45000" rIns="90000" bIns="45000" anchor="t">
            <a:noAutofit/>
          </a:bodyPr>
          <a:p>
            <a:endParaRPr lang="en-US" sz="2000" b="1" u="none" strike="noStrike">
              <a:solidFill>
                <a:srgbClr val="E56B2A"/>
              </a:solidFill>
              <a:effectLst/>
              <a:uFillTx/>
              <a:latin typeface="Arial"/>
            </a:endParaRPr>
          </a:p>
        </p:txBody>
      </p:sp>
      <p:sp>
        <p:nvSpPr>
          <p:cNvPr id="500" name="Rectangle 3"/>
          <p:cNvSpPr/>
          <p:nvPr/>
        </p:nvSpPr>
        <p:spPr>
          <a:xfrm>
            <a:off x="0" y="0"/>
            <a:ext cx="12190680" cy="6856560"/>
          </a:xfrm>
          <a:prstGeom prst="rect">
            <a:avLst/>
          </a:prstGeom>
          <a:solidFill>
            <a:srgbClr val="E6E7E8"/>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p>
            <a:endParaRPr lang="en-US" sz="1800" b="0" u="none" strike="noStrike">
              <a:solidFill>
                <a:schemeClr val="lt1"/>
              </a:solidFill>
              <a:effectLst/>
              <a:uFillTx/>
              <a:latin typeface="Arial"/>
            </a:endParaRPr>
          </a:p>
        </p:txBody>
      </p:sp>
      <p:grpSp>
        <p:nvGrpSpPr>
          <p:cNvPr id="501" name="Group 2"/>
          <p:cNvGrpSpPr/>
          <p:nvPr/>
        </p:nvGrpSpPr>
        <p:grpSpPr>
          <a:xfrm>
            <a:off x="0" y="6190560"/>
            <a:ext cx="12190680" cy="666000"/>
            <a:chOff x="0" y="6190560"/>
            <a:chExt cx="12190680" cy="666000"/>
          </a:xfrm>
        </p:grpSpPr>
        <p:sp>
          <p:nvSpPr>
            <p:cNvPr id="502" name="Rectangle 5"/>
            <p:cNvSpPr/>
            <p:nvPr/>
          </p:nvSpPr>
          <p:spPr>
            <a:xfrm>
              <a:off x="0" y="6190560"/>
              <a:ext cx="12190680" cy="666000"/>
            </a:xfrm>
            <a:prstGeom prst="rect">
              <a:avLst/>
            </a:prstGeom>
            <a:solidFill>
              <a:srgbClr val="F86901"/>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p>
              <a:endParaRPr lang="en-US" sz="1800" b="0" u="none" strike="noStrike">
                <a:solidFill>
                  <a:schemeClr val="lt1"/>
                </a:solidFill>
                <a:effectLst/>
                <a:uFillTx/>
                <a:latin typeface="Arial"/>
              </a:endParaRPr>
            </a:p>
          </p:txBody>
        </p:sp>
        <p:grpSp>
          <p:nvGrpSpPr>
            <p:cNvPr id="503" name="Graphic 22"/>
            <p:cNvGrpSpPr/>
            <p:nvPr/>
          </p:nvGrpSpPr>
          <p:grpSpPr>
            <a:xfrm>
              <a:off x="201960" y="6386400"/>
              <a:ext cx="797760" cy="300600"/>
              <a:chOff x="201960" y="6386400"/>
              <a:chExt cx="797760" cy="300600"/>
            </a:xfrm>
          </p:grpSpPr>
          <p:sp>
            <p:nvSpPr>
              <p:cNvPr id="504" name="Freeform 9"/>
              <p:cNvSpPr/>
              <p:nvPr/>
            </p:nvSpPr>
            <p:spPr>
              <a:xfrm>
                <a:off x="540720" y="6386400"/>
                <a:ext cx="135720" cy="300240"/>
              </a:xfrm>
              <a:custGeom>
                <a:avLst/>
                <a:gdLst>
                  <a:gd name="textAreaLeft" fmla="*/ 0 w 135720"/>
                  <a:gd name="textAreaRight" fmla="*/ 137160 w 135720"/>
                  <a:gd name="textAreaTop" fmla="*/ 0 h 300240"/>
                  <a:gd name="textAreaBottom" fmla="*/ 301680 h 300240"/>
                  <a:gd name="GluePoint1X" fmla="*/ 393478 w 547877"/>
                  <a:gd name="GluePoint1Y" fmla="*/ 129064 h 1204531"/>
                  <a:gd name="GluePoint2X" fmla="*/ 537686 w 547877"/>
                  <a:gd name="GluePoint2Y" fmla="*/ 74771 h 1204531"/>
                  <a:gd name="GluePoint3X" fmla="*/ 547878 w 547877"/>
                  <a:gd name="GluePoint3Y" fmla="*/ 74771 h 1204531"/>
                  <a:gd name="GluePoint4X" fmla="*/ 547878 w 547877"/>
                  <a:gd name="GluePoint4Y" fmla="*/ 0 h 1204531"/>
                  <a:gd name="GluePoint5X" fmla="*/ 267938 w 547877"/>
                  <a:gd name="GluePoint5Y" fmla="*/ 4667 h 1204531"/>
                  <a:gd name="GluePoint6X" fmla="*/ 0 w 547877"/>
                  <a:gd name="GluePoint6Y" fmla="*/ 0 h 1204531"/>
                  <a:gd name="GluePoint7X" fmla="*/ 0 w 547877"/>
                  <a:gd name="GluePoint7Y" fmla="*/ 74771 h 1204531"/>
                  <a:gd name="GluePoint8X" fmla="*/ 10192 w 547877"/>
                  <a:gd name="GluePoint8Y" fmla="*/ 74771 h 1204531"/>
                  <a:gd name="GluePoint9X" fmla="*/ 154400 w 547877"/>
                  <a:gd name="GluePoint9Y" fmla="*/ 128968 h 1204531"/>
                  <a:gd name="GluePoint10X" fmla="*/ 171640 w 547877"/>
                  <a:gd name="GluePoint10Y" fmla="*/ 363188 h 1204531"/>
                  <a:gd name="GluePoint11X" fmla="*/ 171640 w 547877"/>
                  <a:gd name="GluePoint11Y" fmla="*/ 841153 h 1204531"/>
                  <a:gd name="GluePoint12X" fmla="*/ 154496 w 547877"/>
                  <a:gd name="GluePoint12Y" fmla="*/ 1075373 h 1204531"/>
                  <a:gd name="GluePoint13X" fmla="*/ 10192 w 547877"/>
                  <a:gd name="GluePoint13Y" fmla="*/ 1129569 h 1204531"/>
                  <a:gd name="GluePoint14X" fmla="*/ 0 w 547877"/>
                  <a:gd name="GluePoint14Y" fmla="*/ 1129569 h 1204531"/>
                  <a:gd name="GluePoint15X" fmla="*/ 0 w 547877"/>
                  <a:gd name="GluePoint15Y" fmla="*/ 1204531 h 1204531"/>
                  <a:gd name="GluePoint16X" fmla="*/ 268224 w 547877"/>
                  <a:gd name="GluePoint16Y" fmla="*/ 1197102 h 1204531"/>
                  <a:gd name="GluePoint17X" fmla="*/ 547878 w 547877"/>
                  <a:gd name="GluePoint17Y" fmla="*/ 1204531 h 1204531"/>
                  <a:gd name="GluePoint18X" fmla="*/ 547878 w 547877"/>
                  <a:gd name="GluePoint18Y" fmla="*/ 1129569 h 1204531"/>
                  <a:gd name="GluePoint19X" fmla="*/ 537686 w 547877"/>
                  <a:gd name="GluePoint19Y" fmla="*/ 1129569 h 1204531"/>
                  <a:gd name="GluePoint20X" fmla="*/ 393478 w 547877"/>
                  <a:gd name="GluePoint20Y" fmla="*/ 1075468 h 1204531"/>
                  <a:gd name="GluePoint21X" fmla="*/ 376333 w 547877"/>
                  <a:gd name="GluePoint21Y" fmla="*/ 841153 h 1204531"/>
                  <a:gd name="GluePoint22X" fmla="*/ 376333 w 547877"/>
                  <a:gd name="GluePoint22Y" fmla="*/ 363188 h 1204531"/>
                  <a:gd name="GluePoint23X" fmla="*/ 393478 w 547877"/>
                  <a:gd name="GluePoint23Y" fmla="*/ 129064 h 1204531"/>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 ang="0">
                    <a:pos x="GluePoint16X" y="GluePoint16Y"/>
                  </a:cxn>
                  <a:cxn ang="0">
                    <a:pos x="GluePoint17X" y="GluePoint17Y"/>
                  </a:cxn>
                  <a:cxn ang="0">
                    <a:pos x="GluePoint18X" y="GluePoint18Y"/>
                  </a:cxn>
                  <a:cxn ang="0">
                    <a:pos x="GluePoint19X" y="GluePoint19Y"/>
                  </a:cxn>
                  <a:cxn ang="0">
                    <a:pos x="GluePoint20X" y="GluePoint20Y"/>
                  </a:cxn>
                  <a:cxn ang="0">
                    <a:pos x="GluePoint21X" y="GluePoint21Y"/>
                  </a:cxn>
                  <a:cxn ang="0">
                    <a:pos x="GluePoint22X" y="GluePoint22Y"/>
                  </a:cxn>
                  <a:cxn ang="0">
                    <a:pos x="GluePoint23X" y="GluePoint23Y"/>
                  </a:cxn>
                </a:cxnLst>
                <a:rect l="textAreaLeft" t="textAreaTop" r="textAreaRight" b="textAreaBottom"/>
                <a:pathLst>
                  <a:path w="547877" h="1204531">
                    <a:moveTo>
                      <a:pt x="393478" y="129064"/>
                    </a:moveTo>
                    <a:cubicBezTo>
                      <a:pt x="414242" y="74771"/>
                      <a:pt x="482727" y="74771"/>
                      <a:pt x="537686" y="74771"/>
                    </a:cubicBezTo>
                    <a:lnTo>
                      <a:pt x="547878" y="74771"/>
                    </a:lnTo>
                    <a:lnTo>
                      <a:pt x="547878" y="0"/>
                    </a:lnTo>
                    <a:cubicBezTo>
                      <a:pt x="547878" y="0"/>
                      <a:pt x="333565" y="4667"/>
                      <a:pt x="267938" y="4667"/>
                    </a:cubicBezTo>
                    <a:cubicBezTo>
                      <a:pt x="200406" y="4667"/>
                      <a:pt x="0" y="0"/>
                      <a:pt x="0" y="0"/>
                    </a:cubicBezTo>
                    <a:lnTo>
                      <a:pt x="0" y="74771"/>
                    </a:lnTo>
                    <a:lnTo>
                      <a:pt x="10192" y="74771"/>
                    </a:lnTo>
                    <a:cubicBezTo>
                      <a:pt x="65246" y="74771"/>
                      <a:pt x="133731" y="74771"/>
                      <a:pt x="154400" y="128968"/>
                    </a:cubicBezTo>
                    <a:cubicBezTo>
                      <a:pt x="171640" y="175450"/>
                      <a:pt x="171640" y="307086"/>
                      <a:pt x="171640" y="363188"/>
                    </a:cubicBezTo>
                    <a:lnTo>
                      <a:pt x="171640" y="841153"/>
                    </a:lnTo>
                    <a:cubicBezTo>
                      <a:pt x="171640" y="897350"/>
                      <a:pt x="171640" y="1028890"/>
                      <a:pt x="154496" y="1075373"/>
                    </a:cubicBezTo>
                    <a:cubicBezTo>
                      <a:pt x="133731" y="1129569"/>
                      <a:pt x="65246" y="1129569"/>
                      <a:pt x="10192" y="1129569"/>
                    </a:cubicBezTo>
                    <a:lnTo>
                      <a:pt x="0" y="1129569"/>
                    </a:lnTo>
                    <a:lnTo>
                      <a:pt x="0" y="1204531"/>
                    </a:lnTo>
                    <a:cubicBezTo>
                      <a:pt x="0" y="1204341"/>
                      <a:pt x="173260" y="1197102"/>
                      <a:pt x="268224" y="1197102"/>
                    </a:cubicBezTo>
                    <a:cubicBezTo>
                      <a:pt x="377476" y="1197102"/>
                      <a:pt x="547878" y="1204531"/>
                      <a:pt x="547878" y="1204531"/>
                    </a:cubicBezTo>
                    <a:lnTo>
                      <a:pt x="547878" y="1129569"/>
                    </a:lnTo>
                    <a:lnTo>
                      <a:pt x="537686" y="1129569"/>
                    </a:lnTo>
                    <a:cubicBezTo>
                      <a:pt x="482727" y="1129569"/>
                      <a:pt x="414242" y="1129569"/>
                      <a:pt x="393478" y="1075468"/>
                    </a:cubicBezTo>
                    <a:cubicBezTo>
                      <a:pt x="376333" y="1028890"/>
                      <a:pt x="376333" y="897350"/>
                      <a:pt x="376333" y="841153"/>
                    </a:cubicBezTo>
                    <a:lnTo>
                      <a:pt x="376333" y="363188"/>
                    </a:lnTo>
                    <a:cubicBezTo>
                      <a:pt x="376333" y="307086"/>
                      <a:pt x="376333" y="175450"/>
                      <a:pt x="393478" y="129064"/>
                    </a:cubicBezTo>
                  </a:path>
                </a:pathLst>
              </a:custGeom>
              <a:solidFill>
                <a:schemeClr val="bg1"/>
              </a:solidFill>
              <a:ln w="9525">
                <a:noFill/>
              </a:ln>
            </p:spPr>
            <p:style>
              <a:lnRef idx="0"/>
              <a:fillRef idx="0"/>
              <a:effectRef idx="0"/>
              <a:fontRef idx="minor"/>
            </p:style>
            <p:txBody>
              <a:bodyPr lIns="68040" tIns="45000" rIns="68040" bIns="45000" anchor="ctr">
                <a:noAutofit/>
              </a:bodyPr>
              <a:p>
                <a:endParaRPr lang="en-US" sz="1800" b="0" u="none" strike="noStrike">
                  <a:solidFill>
                    <a:schemeClr val="dk1"/>
                  </a:solidFill>
                  <a:effectLst/>
                  <a:uFillTx/>
                  <a:latin typeface="Arial"/>
                </a:endParaRPr>
              </a:p>
            </p:txBody>
          </p:sp>
          <p:sp>
            <p:nvSpPr>
              <p:cNvPr id="505" name="Freeform 18"/>
              <p:cNvSpPr/>
              <p:nvPr/>
            </p:nvSpPr>
            <p:spPr>
              <a:xfrm>
                <a:off x="718920" y="6386760"/>
                <a:ext cx="280800" cy="300240"/>
              </a:xfrm>
              <a:custGeom>
                <a:avLst/>
                <a:gdLst>
                  <a:gd name="textAreaLeft" fmla="*/ 0 w 280800"/>
                  <a:gd name="textAreaRight" fmla="*/ 282240 w 280800"/>
                  <a:gd name="textAreaTop" fmla="*/ 0 h 300240"/>
                  <a:gd name="textAreaBottom" fmla="*/ 301680 h 300240"/>
                  <a:gd name="GluePoint1X" fmla="*/ 0 w 1126902"/>
                  <a:gd name="GluePoint1Y" fmla="*/ 0 h 1204245"/>
                  <a:gd name="GluePoint2X" fmla="*/ 0 w 1126902"/>
                  <a:gd name="GluePoint2Y" fmla="*/ 312420 h 1204245"/>
                  <a:gd name="GluePoint3X" fmla="*/ 74295 w 1126902"/>
                  <a:gd name="GluePoint3Y" fmla="*/ 312420 h 1204245"/>
                  <a:gd name="GluePoint4X" fmla="*/ 74581 w 1126902"/>
                  <a:gd name="GluePoint4Y" fmla="*/ 302609 h 1204245"/>
                  <a:gd name="GluePoint5X" fmla="*/ 334328 w 1126902"/>
                  <a:gd name="GluePoint5Y" fmla="*/ 90773 h 1204245"/>
                  <a:gd name="GluePoint6X" fmla="*/ 352330 w 1126902"/>
                  <a:gd name="GluePoint6Y" fmla="*/ 90678 h 1204245"/>
                  <a:gd name="GluePoint7X" fmla="*/ 453200 w 1126902"/>
                  <a:gd name="GluePoint7Y" fmla="*/ 106204 h 1204245"/>
                  <a:gd name="GluePoint8X" fmla="*/ 461201 w 1126902"/>
                  <a:gd name="GluePoint8Y" fmla="*/ 128873 h 1204245"/>
                  <a:gd name="GluePoint9X" fmla="*/ 461201 w 1126902"/>
                  <a:gd name="GluePoint9Y" fmla="*/ 950119 h 1204245"/>
                  <a:gd name="GluePoint10X" fmla="*/ 272510 w 1126902"/>
                  <a:gd name="GluePoint10Y" fmla="*/ 1129475 h 1204245"/>
                  <a:gd name="GluePoint11X" fmla="*/ 262700 w 1126902"/>
                  <a:gd name="GluePoint11Y" fmla="*/ 1129856 h 1204245"/>
                  <a:gd name="GluePoint12X" fmla="*/ 262700 w 1126902"/>
                  <a:gd name="GluePoint12Y" fmla="*/ 1204246 h 1204245"/>
                  <a:gd name="GluePoint13X" fmla="*/ 578548 w 1126902"/>
                  <a:gd name="GluePoint13Y" fmla="*/ 1196911 h 1204245"/>
                  <a:gd name="GluePoint14X" fmla="*/ 864203 w 1126902"/>
                  <a:gd name="GluePoint14Y" fmla="*/ 1204246 h 1204245"/>
                  <a:gd name="GluePoint15X" fmla="*/ 864203 w 1126902"/>
                  <a:gd name="GluePoint15Y" fmla="*/ 1129856 h 1204245"/>
                  <a:gd name="GluePoint16X" fmla="*/ 854393 w 1126902"/>
                  <a:gd name="GluePoint16Y" fmla="*/ 1129475 h 1204245"/>
                  <a:gd name="GluePoint17X" fmla="*/ 665702 w 1126902"/>
                  <a:gd name="GluePoint17Y" fmla="*/ 950119 h 1204245"/>
                  <a:gd name="GluePoint18X" fmla="*/ 665702 w 1126902"/>
                  <a:gd name="GluePoint18Y" fmla="*/ 128873 h 1204245"/>
                  <a:gd name="GluePoint19X" fmla="*/ 673608 w 1126902"/>
                  <a:gd name="GluePoint19Y" fmla="*/ 108490 h 1204245"/>
                  <a:gd name="GluePoint20X" fmla="*/ 791718 w 1126902"/>
                  <a:gd name="GluePoint20Y" fmla="*/ 90488 h 1204245"/>
                  <a:gd name="GluePoint21X" fmla="*/ 815912 w 1126902"/>
                  <a:gd name="GluePoint21Y" fmla="*/ 90773 h 1204245"/>
                  <a:gd name="GluePoint22X" fmla="*/ 1052513 w 1126902"/>
                  <a:gd name="GluePoint22Y" fmla="*/ 302895 h 1204245"/>
                  <a:gd name="GluePoint23X" fmla="*/ 1053084 w 1126902"/>
                  <a:gd name="GluePoint23Y" fmla="*/ 312420 h 1204245"/>
                  <a:gd name="GluePoint24X" fmla="*/ 1126903 w 1126902"/>
                  <a:gd name="GluePoint24Y" fmla="*/ 312420 h 1204245"/>
                  <a:gd name="GluePoint25X" fmla="*/ 1126903 w 1126902"/>
                  <a:gd name="GluePoint25Y" fmla="*/ 0 h 1204245"/>
                  <a:gd name="GluePoint26X" fmla="*/ 563404 w 1126902"/>
                  <a:gd name="GluePoint26Y" fmla="*/ 2857 h 1204245"/>
                  <a:gd name="GluePoint27X" fmla="*/ 0 w 1126902"/>
                  <a:gd name="GluePoint27Y" fmla="*/ 0 h 1204245"/>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 ang="0">
                    <a:pos x="GluePoint16X" y="GluePoint16Y"/>
                  </a:cxn>
                  <a:cxn ang="0">
                    <a:pos x="GluePoint17X" y="GluePoint17Y"/>
                  </a:cxn>
                  <a:cxn ang="0">
                    <a:pos x="GluePoint18X" y="GluePoint18Y"/>
                  </a:cxn>
                  <a:cxn ang="0">
                    <a:pos x="GluePoint19X" y="GluePoint19Y"/>
                  </a:cxn>
                  <a:cxn ang="0">
                    <a:pos x="GluePoint20X" y="GluePoint20Y"/>
                  </a:cxn>
                  <a:cxn ang="0">
                    <a:pos x="GluePoint21X" y="GluePoint21Y"/>
                  </a:cxn>
                  <a:cxn ang="0">
                    <a:pos x="GluePoint22X" y="GluePoint22Y"/>
                  </a:cxn>
                  <a:cxn ang="0">
                    <a:pos x="GluePoint23X" y="GluePoint23Y"/>
                  </a:cxn>
                  <a:cxn ang="0">
                    <a:pos x="GluePoint24X" y="GluePoint24Y"/>
                  </a:cxn>
                  <a:cxn ang="0">
                    <a:pos x="GluePoint25X" y="GluePoint25Y"/>
                  </a:cxn>
                  <a:cxn ang="0">
                    <a:pos x="GluePoint26X" y="GluePoint26Y"/>
                  </a:cxn>
                  <a:cxn ang="0">
                    <a:pos x="GluePoint27X" y="GluePoint27Y"/>
                  </a:cxn>
                </a:cxnLst>
                <a:rect l="textAreaLeft" t="textAreaTop" r="textAreaRight" b="textAreaBottom"/>
                <a:pathLst>
                  <a:path w="1126902" h="1204245">
                    <a:moveTo>
                      <a:pt x="0" y="0"/>
                    </a:moveTo>
                    <a:lnTo>
                      <a:pt x="0" y="312420"/>
                    </a:lnTo>
                    <a:lnTo>
                      <a:pt x="74295" y="312420"/>
                    </a:lnTo>
                    <a:lnTo>
                      <a:pt x="74581" y="302609"/>
                    </a:lnTo>
                    <a:cubicBezTo>
                      <a:pt x="81344" y="99346"/>
                      <a:pt x="159163" y="90773"/>
                      <a:pt x="334328" y="90773"/>
                    </a:cubicBezTo>
                    <a:cubicBezTo>
                      <a:pt x="340328" y="90773"/>
                      <a:pt x="346424" y="90773"/>
                      <a:pt x="352330" y="90678"/>
                    </a:cubicBezTo>
                    <a:cubicBezTo>
                      <a:pt x="395859" y="90392"/>
                      <a:pt x="437007" y="90106"/>
                      <a:pt x="453200" y="106204"/>
                    </a:cubicBezTo>
                    <a:cubicBezTo>
                      <a:pt x="458629" y="111538"/>
                      <a:pt x="461201" y="118967"/>
                      <a:pt x="461201" y="128873"/>
                    </a:cubicBezTo>
                    <a:lnTo>
                      <a:pt x="461201" y="950119"/>
                    </a:lnTo>
                    <a:cubicBezTo>
                      <a:pt x="461201" y="1072039"/>
                      <a:pt x="444151" y="1122426"/>
                      <a:pt x="272510" y="1129475"/>
                    </a:cubicBezTo>
                    <a:lnTo>
                      <a:pt x="262700" y="1129856"/>
                    </a:lnTo>
                    <a:lnTo>
                      <a:pt x="262700" y="1204246"/>
                    </a:lnTo>
                    <a:cubicBezTo>
                      <a:pt x="262700" y="1204246"/>
                      <a:pt x="462725" y="1196911"/>
                      <a:pt x="578548" y="1196911"/>
                    </a:cubicBezTo>
                    <a:cubicBezTo>
                      <a:pt x="666941" y="1196911"/>
                      <a:pt x="864203" y="1204246"/>
                      <a:pt x="864203" y="1204246"/>
                    </a:cubicBezTo>
                    <a:lnTo>
                      <a:pt x="864203" y="1129856"/>
                    </a:lnTo>
                    <a:lnTo>
                      <a:pt x="854393" y="1129475"/>
                    </a:lnTo>
                    <a:cubicBezTo>
                      <a:pt x="682752" y="1122426"/>
                      <a:pt x="665702" y="1072039"/>
                      <a:pt x="665702" y="950119"/>
                    </a:cubicBezTo>
                    <a:lnTo>
                      <a:pt x="665702" y="128873"/>
                    </a:lnTo>
                    <a:cubicBezTo>
                      <a:pt x="665702" y="120396"/>
                      <a:pt x="668369" y="113729"/>
                      <a:pt x="673608" y="108490"/>
                    </a:cubicBezTo>
                    <a:cubicBezTo>
                      <a:pt x="693420" y="89059"/>
                      <a:pt x="747903" y="89821"/>
                      <a:pt x="791718" y="90488"/>
                    </a:cubicBezTo>
                    <a:cubicBezTo>
                      <a:pt x="800005" y="90583"/>
                      <a:pt x="808196" y="90773"/>
                      <a:pt x="815912" y="90773"/>
                    </a:cubicBezTo>
                    <a:cubicBezTo>
                      <a:pt x="987267" y="90773"/>
                      <a:pt x="1042511" y="140303"/>
                      <a:pt x="1052513" y="302895"/>
                    </a:cubicBezTo>
                    <a:lnTo>
                      <a:pt x="1053084" y="312420"/>
                    </a:lnTo>
                    <a:lnTo>
                      <a:pt x="1126903" y="312420"/>
                    </a:lnTo>
                    <a:lnTo>
                      <a:pt x="1126903" y="0"/>
                    </a:lnTo>
                    <a:cubicBezTo>
                      <a:pt x="1126903" y="0"/>
                      <a:pt x="694468" y="2857"/>
                      <a:pt x="563404" y="2857"/>
                    </a:cubicBezTo>
                    <a:cubicBezTo>
                      <a:pt x="432340" y="2857"/>
                      <a:pt x="0" y="0"/>
                      <a:pt x="0" y="0"/>
                    </a:cubicBezTo>
                  </a:path>
                </a:pathLst>
              </a:custGeom>
              <a:solidFill>
                <a:schemeClr val="bg1"/>
              </a:solidFill>
              <a:ln w="9525">
                <a:noFill/>
              </a:ln>
            </p:spPr>
            <p:style>
              <a:lnRef idx="0"/>
              <a:fillRef idx="0"/>
              <a:effectRef idx="0"/>
              <a:fontRef idx="minor"/>
            </p:style>
            <p:txBody>
              <a:bodyPr lIns="90000" tIns="45000" rIns="90000" bIns="45000" anchor="ctr">
                <a:noAutofit/>
              </a:bodyPr>
              <a:p>
                <a:endParaRPr lang="en-US" sz="1800" b="0" u="none" strike="noStrike">
                  <a:solidFill>
                    <a:schemeClr val="dk1"/>
                  </a:solidFill>
                  <a:effectLst/>
                  <a:uFillTx/>
                  <a:latin typeface="Arial"/>
                </a:endParaRPr>
              </a:p>
            </p:txBody>
          </p:sp>
          <p:sp>
            <p:nvSpPr>
              <p:cNvPr id="506" name="Freeform 19"/>
              <p:cNvSpPr/>
              <p:nvPr/>
            </p:nvSpPr>
            <p:spPr>
              <a:xfrm>
                <a:off x="201960" y="6386400"/>
                <a:ext cx="297720" cy="300240"/>
              </a:xfrm>
              <a:custGeom>
                <a:avLst/>
                <a:gdLst>
                  <a:gd name="textAreaLeft" fmla="*/ 0 w 297720"/>
                  <a:gd name="textAreaRight" fmla="*/ 299160 w 297720"/>
                  <a:gd name="textAreaTop" fmla="*/ 0 h 300240"/>
                  <a:gd name="textAreaBottom" fmla="*/ 301680 h 300240"/>
                  <a:gd name="GluePoint1X" fmla="*/ 372618 w 1195101"/>
                  <a:gd name="GluePoint1Y" fmla="*/ 571786 h 1204626"/>
                  <a:gd name="GluePoint2X" fmla="*/ 372523 w 1195101"/>
                  <a:gd name="GluePoint2Y" fmla="*/ 134303 h 1204626"/>
                  <a:gd name="GluePoint3X" fmla="*/ 386239 w 1195101"/>
                  <a:gd name="GluePoint3Y" fmla="*/ 86487 h 1204626"/>
                  <a:gd name="GluePoint4X" fmla="*/ 498348 w 1195101"/>
                  <a:gd name="GluePoint4Y" fmla="*/ 85630 h 1204626"/>
                  <a:gd name="GluePoint5X" fmla="*/ 738473 w 1195101"/>
                  <a:gd name="GluePoint5Y" fmla="*/ 330518 h 1204626"/>
                  <a:gd name="GluePoint6X" fmla="*/ 640747 w 1195101"/>
                  <a:gd name="GluePoint6Y" fmla="*/ 541687 h 1204626"/>
                  <a:gd name="GluePoint7X" fmla="*/ 372618 w 1195101"/>
                  <a:gd name="GluePoint7Y" fmla="*/ 571786 h 1204626"/>
                  <a:gd name="GluePoint8X" fmla="*/ 1186529 w 1195101"/>
                  <a:gd name="GluePoint8Y" fmla="*/ 1129760 h 1204626"/>
                  <a:gd name="GluePoint9X" fmla="*/ 1017461 w 1195101"/>
                  <a:gd name="GluePoint9Y" fmla="*/ 1040702 h 1204626"/>
                  <a:gd name="GluePoint10X" fmla="*/ 661797 w 1195101"/>
                  <a:gd name="GluePoint10Y" fmla="*/ 632460 h 1204626"/>
                  <a:gd name="GluePoint11X" fmla="*/ 964597 w 1195101"/>
                  <a:gd name="GluePoint11Y" fmla="*/ 305371 h 1204626"/>
                  <a:gd name="GluePoint12X" fmla="*/ 831056 w 1195101"/>
                  <a:gd name="GluePoint12Y" fmla="*/ 55816 h 1204626"/>
                  <a:gd name="GluePoint13X" fmla="*/ 544639 w 1195101"/>
                  <a:gd name="GluePoint13Y" fmla="*/ 190 h 1204626"/>
                  <a:gd name="GluePoint14X" fmla="*/ 317468 w 1195101"/>
                  <a:gd name="GluePoint14Y" fmla="*/ 4191 h 1204626"/>
                  <a:gd name="GluePoint15X" fmla="*/ 191 w 1195101"/>
                  <a:gd name="GluePoint15Y" fmla="*/ 0 h 1204626"/>
                  <a:gd name="GluePoint16X" fmla="*/ 191 w 1195101"/>
                  <a:gd name="GluePoint16Y" fmla="*/ 74866 h 1204626"/>
                  <a:gd name="GluePoint17X" fmla="*/ 15050 w 1195101"/>
                  <a:gd name="GluePoint17Y" fmla="*/ 74866 h 1204626"/>
                  <a:gd name="GluePoint18X" fmla="*/ 152781 w 1195101"/>
                  <a:gd name="GluePoint18Y" fmla="*/ 128683 h 1204626"/>
                  <a:gd name="GluePoint19X" fmla="*/ 168307 w 1195101"/>
                  <a:gd name="GluePoint19Y" fmla="*/ 350139 h 1204626"/>
                  <a:gd name="GluePoint20X" fmla="*/ 168307 w 1195101"/>
                  <a:gd name="GluePoint20Y" fmla="*/ 841248 h 1204626"/>
                  <a:gd name="GluePoint21X" fmla="*/ 161068 w 1195101"/>
                  <a:gd name="GluePoint21Y" fmla="*/ 1034129 h 1204626"/>
                  <a:gd name="GluePoint22X" fmla="*/ 152686 w 1195101"/>
                  <a:gd name="GluePoint22Y" fmla="*/ 1075944 h 1204626"/>
                  <a:gd name="GluePoint23X" fmla="*/ 10382 w 1195101"/>
                  <a:gd name="GluePoint23Y" fmla="*/ 1129665 h 1204626"/>
                  <a:gd name="GluePoint24X" fmla="*/ 0 w 1195101"/>
                  <a:gd name="GluePoint24Y" fmla="*/ 1129665 h 1204626"/>
                  <a:gd name="GluePoint25X" fmla="*/ 0 w 1195101"/>
                  <a:gd name="GluePoint25Y" fmla="*/ 1204532 h 1204626"/>
                  <a:gd name="GluePoint26X" fmla="*/ 278225 w 1195101"/>
                  <a:gd name="GluePoint26Y" fmla="*/ 1197102 h 1204626"/>
                  <a:gd name="GluePoint27X" fmla="*/ 540734 w 1195101"/>
                  <a:gd name="GluePoint27Y" fmla="*/ 1204532 h 1204626"/>
                  <a:gd name="GluePoint28X" fmla="*/ 540734 w 1195101"/>
                  <a:gd name="GluePoint28Y" fmla="*/ 1129665 h 1204626"/>
                  <a:gd name="GluePoint29X" fmla="*/ 525971 w 1195101"/>
                  <a:gd name="GluePoint29Y" fmla="*/ 1129665 h 1204626"/>
                  <a:gd name="GluePoint30X" fmla="*/ 388239 w 1195101"/>
                  <a:gd name="GluePoint30Y" fmla="*/ 1075754 h 1204626"/>
                  <a:gd name="GluePoint31X" fmla="*/ 379857 w 1195101"/>
                  <a:gd name="GluePoint31Y" fmla="*/ 1034034 h 1204626"/>
                  <a:gd name="GluePoint32X" fmla="*/ 372618 w 1195101"/>
                  <a:gd name="GluePoint32Y" fmla="*/ 854297 h 1204626"/>
                  <a:gd name="GluePoint33X" fmla="*/ 372618 w 1195101"/>
                  <a:gd name="GluePoint33Y" fmla="*/ 653510 h 1204626"/>
                  <a:gd name="GluePoint34X" fmla="*/ 479107 w 1195101"/>
                  <a:gd name="GluePoint34Y" fmla="*/ 702469 h 1204626"/>
                  <a:gd name="GluePoint35X" fmla="*/ 501110 w 1195101"/>
                  <a:gd name="GluePoint35Y" fmla="*/ 728472 h 1204626"/>
                  <a:gd name="GluePoint36X" fmla="*/ 797909 w 1195101"/>
                  <a:gd name="GluePoint36Y" fmla="*/ 1096804 h 1204626"/>
                  <a:gd name="GluePoint37X" fmla="*/ 885158 w 1195101"/>
                  <a:gd name="GluePoint37Y" fmla="*/ 1204532 h 1204626"/>
                  <a:gd name="GluePoint38X" fmla="*/ 1027366 w 1195101"/>
                  <a:gd name="GluePoint38Y" fmla="*/ 1200436 h 1204626"/>
                  <a:gd name="GluePoint39X" fmla="*/ 1195102 w 1195101"/>
                  <a:gd name="GluePoint39Y" fmla="*/ 1204627 h 1204626"/>
                  <a:gd name="GluePoint40X" fmla="*/ 1195102 w 1195101"/>
                  <a:gd name="GluePoint40Y" fmla="*/ 1131094 h 1204626"/>
                  <a:gd name="GluePoint41X" fmla="*/ 1186529 w 1195101"/>
                  <a:gd name="GluePoint41Y" fmla="*/ 1129760 h 1204626"/>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 ang="0">
                    <a:pos x="GluePoint16X" y="GluePoint16Y"/>
                  </a:cxn>
                  <a:cxn ang="0">
                    <a:pos x="GluePoint17X" y="GluePoint17Y"/>
                  </a:cxn>
                  <a:cxn ang="0">
                    <a:pos x="GluePoint18X" y="GluePoint18Y"/>
                  </a:cxn>
                  <a:cxn ang="0">
                    <a:pos x="GluePoint19X" y="GluePoint19Y"/>
                  </a:cxn>
                  <a:cxn ang="0">
                    <a:pos x="GluePoint20X" y="GluePoint20Y"/>
                  </a:cxn>
                  <a:cxn ang="0">
                    <a:pos x="GluePoint21X" y="GluePoint21Y"/>
                  </a:cxn>
                  <a:cxn ang="0">
                    <a:pos x="GluePoint22X" y="GluePoint22Y"/>
                  </a:cxn>
                  <a:cxn ang="0">
                    <a:pos x="GluePoint23X" y="GluePoint23Y"/>
                  </a:cxn>
                  <a:cxn ang="0">
                    <a:pos x="GluePoint24X" y="GluePoint24Y"/>
                  </a:cxn>
                  <a:cxn ang="0">
                    <a:pos x="GluePoint25X" y="GluePoint25Y"/>
                  </a:cxn>
                  <a:cxn ang="0">
                    <a:pos x="GluePoint26X" y="GluePoint26Y"/>
                  </a:cxn>
                  <a:cxn ang="0">
                    <a:pos x="GluePoint27X" y="GluePoint27Y"/>
                  </a:cxn>
                  <a:cxn ang="0">
                    <a:pos x="GluePoint28X" y="GluePoint28Y"/>
                  </a:cxn>
                  <a:cxn ang="0">
                    <a:pos x="GluePoint29X" y="GluePoint29Y"/>
                  </a:cxn>
                  <a:cxn ang="0">
                    <a:pos x="GluePoint30X" y="GluePoint30Y"/>
                  </a:cxn>
                  <a:cxn ang="0">
                    <a:pos x="GluePoint31X" y="GluePoint31Y"/>
                  </a:cxn>
                  <a:cxn ang="0">
                    <a:pos x="GluePoint32X" y="GluePoint32Y"/>
                  </a:cxn>
                  <a:cxn ang="0">
                    <a:pos x="GluePoint33X" y="GluePoint33Y"/>
                  </a:cxn>
                  <a:cxn ang="0">
                    <a:pos x="GluePoint34X" y="GluePoint34Y"/>
                  </a:cxn>
                  <a:cxn ang="0">
                    <a:pos x="GluePoint35X" y="GluePoint35Y"/>
                  </a:cxn>
                  <a:cxn ang="0">
                    <a:pos x="GluePoint36X" y="GluePoint36Y"/>
                  </a:cxn>
                  <a:cxn ang="0">
                    <a:pos x="GluePoint37X" y="GluePoint37Y"/>
                  </a:cxn>
                  <a:cxn ang="0">
                    <a:pos x="GluePoint38X" y="GluePoint38Y"/>
                  </a:cxn>
                  <a:cxn ang="0">
                    <a:pos x="GluePoint39X" y="GluePoint39Y"/>
                  </a:cxn>
                  <a:cxn ang="0">
                    <a:pos x="GluePoint40X" y="GluePoint40Y"/>
                  </a:cxn>
                  <a:cxn ang="0">
                    <a:pos x="GluePoint41X" y="GluePoint41Y"/>
                  </a:cxn>
                </a:cxnLst>
                <a:rect l="textAreaLeft" t="textAreaTop" r="textAreaRight" b="textAreaBottom"/>
                <a:pathLst>
                  <a:path w="1195101" h="1204626">
                    <a:moveTo>
                      <a:pt x="372618" y="571786"/>
                    </a:moveTo>
                    <a:cubicBezTo>
                      <a:pt x="372618" y="571786"/>
                      <a:pt x="372618" y="136874"/>
                      <a:pt x="372523" y="134303"/>
                    </a:cubicBezTo>
                    <a:cubicBezTo>
                      <a:pt x="372237" y="116967"/>
                      <a:pt x="371761" y="93250"/>
                      <a:pt x="386239" y="86487"/>
                    </a:cubicBezTo>
                    <a:cubicBezTo>
                      <a:pt x="396240" y="82105"/>
                      <a:pt x="493014" y="85630"/>
                      <a:pt x="498348" y="85630"/>
                    </a:cubicBezTo>
                    <a:cubicBezTo>
                      <a:pt x="650938" y="85630"/>
                      <a:pt x="738473" y="174974"/>
                      <a:pt x="738473" y="330518"/>
                    </a:cubicBezTo>
                    <a:cubicBezTo>
                      <a:pt x="738473" y="443960"/>
                      <a:pt x="708374" y="509016"/>
                      <a:pt x="640747" y="541687"/>
                    </a:cubicBezTo>
                    <a:cubicBezTo>
                      <a:pt x="577691" y="571976"/>
                      <a:pt x="372618" y="571786"/>
                      <a:pt x="372618" y="571786"/>
                    </a:cubicBezTo>
                    <a:moveTo>
                      <a:pt x="1186529" y="1129760"/>
                    </a:moveTo>
                    <a:cubicBezTo>
                      <a:pt x="1100138" y="1116235"/>
                      <a:pt x="1074134" y="1106424"/>
                      <a:pt x="1017461" y="1040702"/>
                    </a:cubicBezTo>
                    <a:lnTo>
                      <a:pt x="661797" y="632460"/>
                    </a:lnTo>
                    <a:cubicBezTo>
                      <a:pt x="849059" y="608076"/>
                      <a:pt x="964597" y="484251"/>
                      <a:pt x="964597" y="305371"/>
                    </a:cubicBezTo>
                    <a:cubicBezTo>
                      <a:pt x="964597" y="188976"/>
                      <a:pt x="919544" y="105061"/>
                      <a:pt x="831056" y="55816"/>
                    </a:cubicBezTo>
                    <a:cubicBezTo>
                      <a:pt x="763619" y="18383"/>
                      <a:pt x="670084" y="190"/>
                      <a:pt x="544639" y="190"/>
                    </a:cubicBezTo>
                    <a:cubicBezTo>
                      <a:pt x="507206" y="1143"/>
                      <a:pt x="416909" y="4191"/>
                      <a:pt x="317468" y="4191"/>
                    </a:cubicBezTo>
                    <a:cubicBezTo>
                      <a:pt x="214313" y="4191"/>
                      <a:pt x="191" y="0"/>
                      <a:pt x="191" y="0"/>
                    </a:cubicBezTo>
                    <a:lnTo>
                      <a:pt x="191" y="74866"/>
                    </a:lnTo>
                    <a:lnTo>
                      <a:pt x="15050" y="74866"/>
                    </a:lnTo>
                    <a:cubicBezTo>
                      <a:pt x="71818" y="74486"/>
                      <a:pt x="135731" y="74771"/>
                      <a:pt x="152781" y="128683"/>
                    </a:cubicBezTo>
                    <a:cubicBezTo>
                      <a:pt x="168307" y="175355"/>
                      <a:pt x="168307" y="306896"/>
                      <a:pt x="168307" y="350139"/>
                    </a:cubicBezTo>
                    <a:lnTo>
                      <a:pt x="168307" y="841248"/>
                    </a:lnTo>
                    <a:cubicBezTo>
                      <a:pt x="168307" y="895445"/>
                      <a:pt x="168307" y="977837"/>
                      <a:pt x="161068" y="1034129"/>
                    </a:cubicBezTo>
                    <a:cubicBezTo>
                      <a:pt x="158972" y="1050798"/>
                      <a:pt x="156210" y="1065276"/>
                      <a:pt x="152686" y="1075944"/>
                    </a:cubicBezTo>
                    <a:cubicBezTo>
                      <a:pt x="135350" y="1129665"/>
                      <a:pt x="66104" y="1129665"/>
                      <a:pt x="10382" y="1129665"/>
                    </a:cubicBezTo>
                    <a:lnTo>
                      <a:pt x="0" y="1129665"/>
                    </a:lnTo>
                    <a:lnTo>
                      <a:pt x="0" y="1204532"/>
                    </a:lnTo>
                    <a:cubicBezTo>
                      <a:pt x="0" y="1204532"/>
                      <a:pt x="166783" y="1197102"/>
                      <a:pt x="278225" y="1197102"/>
                    </a:cubicBezTo>
                    <a:cubicBezTo>
                      <a:pt x="374047" y="1197102"/>
                      <a:pt x="540734" y="1204246"/>
                      <a:pt x="540734" y="1204532"/>
                    </a:cubicBezTo>
                    <a:lnTo>
                      <a:pt x="540734" y="1129665"/>
                    </a:lnTo>
                    <a:lnTo>
                      <a:pt x="525971" y="1129665"/>
                    </a:lnTo>
                    <a:cubicBezTo>
                      <a:pt x="470059" y="1129951"/>
                      <a:pt x="406813" y="1129760"/>
                      <a:pt x="388239" y="1075754"/>
                    </a:cubicBezTo>
                    <a:cubicBezTo>
                      <a:pt x="384620" y="1065086"/>
                      <a:pt x="381953" y="1050607"/>
                      <a:pt x="379857" y="1034034"/>
                    </a:cubicBezTo>
                    <a:cubicBezTo>
                      <a:pt x="372618" y="978122"/>
                      <a:pt x="372618" y="898017"/>
                      <a:pt x="372618" y="854297"/>
                    </a:cubicBezTo>
                    <a:lnTo>
                      <a:pt x="372618" y="653510"/>
                    </a:lnTo>
                    <a:cubicBezTo>
                      <a:pt x="439198" y="654082"/>
                      <a:pt x="444913" y="661035"/>
                      <a:pt x="479107" y="702469"/>
                    </a:cubicBezTo>
                    <a:cubicBezTo>
                      <a:pt x="485489" y="710089"/>
                      <a:pt x="492728" y="718756"/>
                      <a:pt x="501110" y="728472"/>
                    </a:cubicBezTo>
                    <a:lnTo>
                      <a:pt x="797909" y="1096804"/>
                    </a:lnTo>
                    <a:lnTo>
                      <a:pt x="885158" y="1204532"/>
                    </a:lnTo>
                    <a:cubicBezTo>
                      <a:pt x="885158" y="1204532"/>
                      <a:pt x="980885" y="1200436"/>
                      <a:pt x="1027366" y="1200436"/>
                    </a:cubicBezTo>
                    <a:cubicBezTo>
                      <a:pt x="1094994" y="1200436"/>
                      <a:pt x="1195102" y="1204627"/>
                      <a:pt x="1195102" y="1204627"/>
                    </a:cubicBezTo>
                    <a:lnTo>
                      <a:pt x="1195102" y="1131094"/>
                    </a:lnTo>
                    <a:lnTo>
                      <a:pt x="1186529" y="1129760"/>
                    </a:lnTo>
                    <a:close/>
                  </a:path>
                </a:pathLst>
              </a:custGeom>
              <a:solidFill>
                <a:schemeClr val="bg1"/>
              </a:solidFill>
              <a:ln w="9525">
                <a:noFill/>
              </a:ln>
            </p:spPr>
            <p:style>
              <a:lnRef idx="0"/>
              <a:fillRef idx="0"/>
              <a:effectRef idx="0"/>
              <a:fontRef idx="minor"/>
            </p:style>
            <p:txBody>
              <a:bodyPr lIns="90000" tIns="45000" rIns="90000" bIns="45000" anchor="ctr">
                <a:noAutofit/>
              </a:bodyPr>
              <a:p>
                <a:endParaRPr lang="en-US" sz="1800" b="0" u="none" strike="noStrike">
                  <a:solidFill>
                    <a:schemeClr val="dk1"/>
                  </a:solidFill>
                  <a:effectLst/>
                  <a:uFillTx/>
                  <a:latin typeface="Arial"/>
                </a:endParaRPr>
              </a:p>
            </p:txBody>
          </p:sp>
        </p:grpSp>
      </p:grpSp>
      <p:sp>
        <p:nvSpPr>
          <p:cNvPr id="507" name="PlaceHolder 1"/>
          <p:cNvSpPr>
            <a:spLocks noGrp="1"/>
          </p:cNvSpPr>
          <p:nvPr>
            <p:ph type="title" hasCustomPrompt="1"/>
          </p:nvPr>
        </p:nvSpPr>
        <p:spPr>
          <a:xfrm>
            <a:off x="296640" y="2361600"/>
            <a:ext cx="11631600" cy="816480"/>
          </a:xfrm>
          <a:prstGeom prst="rect">
            <a:avLst/>
          </a:prstGeom>
          <a:noFill/>
          <a:ln w="0">
            <a:noFill/>
          </a:ln>
        </p:spPr>
        <p:txBody>
          <a:bodyPr lIns="90000" tIns="45000" rIns="90000" bIns="45000" anchor="t">
            <a:normAutofit/>
          </a:bodyPr>
          <a:lstStyle>
            <a:lvl1pPr indent="0" algn="ctr" defTabSz="914400">
              <a:lnSpc>
                <a:spcPct val="90000"/>
              </a:lnSpc>
              <a:buNone/>
              <a:tabLst>
                <a:tab pos="0" algn="l"/>
              </a:tabLst>
              <a:defRPr lang="en-US" sz="4800" b="1" u="none" strike="noStrike">
                <a:solidFill>
                  <a:schemeClr val="dk1"/>
                </a:solidFill>
                <a:effectLst/>
                <a:uFillTx/>
                <a:latin typeface="Arial"/>
              </a:defRPr>
            </a:lvl1pPr>
          </a:lstStyle>
          <a:p>
            <a:pPr indent="0" algn="ctr" defTabSz="914400">
              <a:lnSpc>
                <a:spcPct val="90000"/>
              </a:lnSpc>
              <a:buNone/>
              <a:tabLst>
                <a:tab pos="0" algn="l"/>
              </a:tabLst>
            </a:pPr>
            <a:r>
              <a:rPr lang="en-US" sz="4800" b="1" u="none" strike="noStrike">
                <a:solidFill>
                  <a:schemeClr val="dk1"/>
                </a:solidFill>
                <a:effectLst/>
                <a:uFillTx/>
                <a:latin typeface="Arial"/>
              </a:rPr>
              <a:t>Click to add Transition Header</a:t>
            </a:r>
            <a:endParaRPr lang="en-US" sz="4800" b="1" u="none" strike="noStrike">
              <a:solidFill>
                <a:schemeClr val="dk1"/>
              </a:solidFill>
              <a:effectLst/>
              <a:uFillTx/>
              <a:latin typeface="Arial"/>
            </a:endParaRPr>
          </a:p>
        </p:txBody>
      </p:sp>
      <p:sp>
        <p:nvSpPr>
          <p:cNvPr id="508" name="TextBox 1"/>
          <p:cNvSpPr/>
          <p:nvPr/>
        </p:nvSpPr>
        <p:spPr>
          <a:xfrm>
            <a:off x="11689200" y="6487920"/>
            <a:ext cx="476280" cy="238680"/>
          </a:xfrm>
          <a:prstGeom prst="rect">
            <a:avLst/>
          </a:prstGeom>
          <a:noFill/>
          <a:ln w="0">
            <a:noFill/>
          </a:ln>
        </p:spPr>
        <p:style>
          <a:lnRef idx="0"/>
          <a:fillRef idx="0"/>
          <a:effectRef idx="0"/>
          <a:fontRef idx="minor"/>
        </p:style>
        <p:txBody>
          <a:bodyPr lIns="90000" tIns="45000" rIns="90000" bIns="45000" anchor="t">
            <a:spAutoFit/>
          </a:bodyPr>
          <a:p>
            <a:pPr defTabSz="914400">
              <a:lnSpc>
                <a:spcPct val="80000"/>
              </a:lnSpc>
            </a:pPr>
            <a:r>
              <a:rPr lang="en-US" sz="1200" b="0" u="none" strike="noStrike">
                <a:solidFill>
                  <a:schemeClr val="lt1"/>
                </a:solidFill>
                <a:effectLst/>
                <a:uFillTx/>
                <a:latin typeface="Georgia"/>
              </a:rPr>
              <a:t> </a:t>
            </a:r>
            <a:fld id="{D07C7CE7-6AEB-4F8F-9C3F-A79D5DA7CC54}" type="slidenum">
              <a:rPr lang="en-US" sz="1130" b="0" u="none" strike="noStrike">
                <a:solidFill>
                  <a:schemeClr val="lt1"/>
                </a:solidFill>
                <a:effectLst/>
                <a:uFillTx/>
                <a:latin typeface="Arial"/>
              </a:rPr>
              <a:t>&lt;number&gt;</a:t>
            </a:fld>
            <a:endParaRPr lang="en-US" sz="1130" b="0" u="none" strike="noStrike">
              <a:solidFill>
                <a:srgbClr val="000000"/>
              </a:solidFill>
              <a:effectLst/>
              <a:uFillTx/>
              <a:latin typeface="Arial"/>
            </a:endParaRPr>
          </a:p>
        </p:txBody>
      </p:sp>
      <p:pic>
        <p:nvPicPr>
          <p:cNvPr id="509" name="Graphic 10"/>
          <p:cNvPicPr/>
          <p:nvPr/>
        </p:nvPicPr>
        <p:blipFill>
          <a:blip r:embed="rId4">
            <a:extLst>
              <a:ext uri="{96DAC541-7B7A-43D3-8B79-37D633B846F1}">
                <asvg:svgBlip xmlns:asvg="http://schemas.microsoft.com/office/drawing/2016/SVG/main" r:embed="rId5"/>
              </a:ext>
            </a:extLst>
          </a:blip>
          <a:stretch/>
        </p:blipFill>
        <p:spPr>
          <a:xfrm>
            <a:off x="9069840" y="6459120"/>
            <a:ext cx="2699280" cy="238680"/>
          </a:xfrm>
          <a:prstGeom prst="rect">
            <a:avLst/>
          </a:prstGeom>
          <a:noFill/>
          <a:ln w="0">
            <a:noFill/>
          </a:ln>
        </p:spPr>
      </p:pic>
    </p:spTree>
  </p:cSld>
</p:sldLayout>
</file>

<file path=ppt/slideLayouts/slideLayout2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1_Section Header or End Slide Option 1">
    <p:bg>
      <p:bgPr>
        <a:solidFill>
          <a:srgbClr val="FFFFFF"/>
        </a:solidFill>
      </p:bgPr>
    </p:bg>
    <p:spTree>
      <p:nvGrpSpPr>
        <p:cNvPr id="1" name=""/>
        <p:cNvGrpSpPr/>
        <p:nvPr/>
      </p:nvGrpSpPr>
      <p:grpSpPr>
        <a:xfrm>
          <a:off x="0" y="0"/>
          <a:ext cx="0" cy="0"/>
          <a:chOff x="0" y="0"/>
          <a:chExt cx="0" cy="0"/>
        </a:xfrm>
      </p:grpSpPr>
      <p:sp>
        <p:nvSpPr>
          <p:cNvPr id="510" name="Rectangle 5"/>
          <p:cNvSpPr/>
          <p:nvPr/>
        </p:nvSpPr>
        <p:spPr>
          <a:xfrm>
            <a:off x="0" y="0"/>
            <a:ext cx="12190680" cy="666000"/>
          </a:xfrm>
          <a:prstGeom prst="rect">
            <a:avLst/>
          </a:prstGeom>
          <a:solidFill>
            <a:srgbClr val="F86901"/>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p>
            <a:endParaRPr lang="en-US" sz="1800" b="0" u="none" strike="noStrike">
              <a:solidFill>
                <a:schemeClr val="lt1"/>
              </a:solidFill>
              <a:effectLst/>
              <a:uFillTx/>
              <a:latin typeface="Arial"/>
            </a:endParaRPr>
          </a:p>
        </p:txBody>
      </p:sp>
      <p:sp>
        <p:nvSpPr>
          <p:cNvPr id="511" name="TextBox 10"/>
          <p:cNvSpPr/>
          <p:nvPr/>
        </p:nvSpPr>
        <p:spPr>
          <a:xfrm>
            <a:off x="11689200" y="269640"/>
            <a:ext cx="476280" cy="238680"/>
          </a:xfrm>
          <a:prstGeom prst="rect">
            <a:avLst/>
          </a:prstGeom>
          <a:noFill/>
          <a:ln w="0">
            <a:noFill/>
          </a:ln>
        </p:spPr>
        <p:style>
          <a:lnRef idx="0"/>
          <a:fillRef idx="0"/>
          <a:effectRef idx="0"/>
          <a:fontRef idx="minor"/>
        </p:style>
        <p:txBody>
          <a:bodyPr lIns="90000" tIns="45000" rIns="90000" bIns="45000" anchor="t">
            <a:spAutoFit/>
          </a:bodyPr>
          <a:p>
            <a:pPr defTabSz="914400">
              <a:lnSpc>
                <a:spcPct val="80000"/>
              </a:lnSpc>
            </a:pPr>
            <a:r>
              <a:rPr lang="en-US" sz="1200" b="0" u="none" strike="noStrike">
                <a:solidFill>
                  <a:srgbClr val="E56B2A"/>
                </a:solidFill>
                <a:effectLst/>
                <a:uFillTx/>
                <a:latin typeface="Georgia"/>
              </a:rPr>
              <a:t> </a:t>
            </a:r>
            <a:fld id="{76BA2D04-5836-412C-9D4F-AE805E94ED95}" type="slidenum">
              <a:rPr lang="en-US" sz="1130" b="0" u="none" strike="noStrike">
                <a:solidFill>
                  <a:schemeClr val="lt1"/>
                </a:solidFill>
                <a:effectLst/>
                <a:uFillTx/>
                <a:latin typeface="Arial"/>
              </a:rPr>
              <a:t>&lt;number&gt;</a:t>
            </a:fld>
            <a:endParaRPr lang="en-US" sz="1130" b="0" u="none" strike="noStrike">
              <a:solidFill>
                <a:srgbClr val="000000"/>
              </a:solidFill>
              <a:effectLst/>
              <a:uFillTx/>
              <a:latin typeface="Arial"/>
            </a:endParaRPr>
          </a:p>
        </p:txBody>
      </p:sp>
      <p:pic>
        <p:nvPicPr>
          <p:cNvPr id="512" name="Graphic 11"/>
          <p:cNvPicPr/>
          <p:nvPr/>
        </p:nvPicPr>
        <p:blipFill>
          <a:blip r:embed="rId2">
            <a:extLst>
              <a:ext uri="{96DAC541-7B7A-43D3-8B79-37D633B846F1}">
                <asvg:svgBlip xmlns:asvg="http://schemas.microsoft.com/office/drawing/2016/SVG/main" r:embed="rId3"/>
              </a:ext>
            </a:extLst>
          </a:blip>
          <a:stretch/>
        </p:blipFill>
        <p:spPr>
          <a:xfrm>
            <a:off x="9069840" y="240840"/>
            <a:ext cx="2699280" cy="238680"/>
          </a:xfrm>
          <a:prstGeom prst="rect">
            <a:avLst/>
          </a:prstGeom>
          <a:noFill/>
          <a:ln w="0">
            <a:noFill/>
          </a:ln>
        </p:spPr>
      </p:pic>
      <p:grpSp>
        <p:nvGrpSpPr>
          <p:cNvPr id="513" name="Graphic 22"/>
          <p:cNvGrpSpPr/>
          <p:nvPr/>
        </p:nvGrpSpPr>
        <p:grpSpPr>
          <a:xfrm>
            <a:off x="201960" y="195840"/>
            <a:ext cx="797760" cy="300600"/>
            <a:chOff x="201960" y="195840"/>
            <a:chExt cx="797760" cy="300600"/>
          </a:xfrm>
        </p:grpSpPr>
        <p:sp>
          <p:nvSpPr>
            <p:cNvPr id="514" name="Freeform 2"/>
            <p:cNvSpPr/>
            <p:nvPr/>
          </p:nvSpPr>
          <p:spPr>
            <a:xfrm>
              <a:off x="540720" y="195840"/>
              <a:ext cx="135720" cy="300240"/>
            </a:xfrm>
            <a:custGeom>
              <a:avLst/>
              <a:gdLst>
                <a:gd name="textAreaLeft" fmla="*/ 0 w 135720"/>
                <a:gd name="textAreaRight" fmla="*/ 137160 w 135720"/>
                <a:gd name="textAreaTop" fmla="*/ 0 h 300240"/>
                <a:gd name="textAreaBottom" fmla="*/ 301680 h 300240"/>
                <a:gd name="GluePoint1X" fmla="*/ 393478 w 547877"/>
                <a:gd name="GluePoint1Y" fmla="*/ 129064 h 1204531"/>
                <a:gd name="GluePoint2X" fmla="*/ 537686 w 547877"/>
                <a:gd name="GluePoint2Y" fmla="*/ 74771 h 1204531"/>
                <a:gd name="GluePoint3X" fmla="*/ 547878 w 547877"/>
                <a:gd name="GluePoint3Y" fmla="*/ 74771 h 1204531"/>
                <a:gd name="GluePoint4X" fmla="*/ 547878 w 547877"/>
                <a:gd name="GluePoint4Y" fmla="*/ 0 h 1204531"/>
                <a:gd name="GluePoint5X" fmla="*/ 267938 w 547877"/>
                <a:gd name="GluePoint5Y" fmla="*/ 4667 h 1204531"/>
                <a:gd name="GluePoint6X" fmla="*/ 0 w 547877"/>
                <a:gd name="GluePoint6Y" fmla="*/ 0 h 1204531"/>
                <a:gd name="GluePoint7X" fmla="*/ 0 w 547877"/>
                <a:gd name="GluePoint7Y" fmla="*/ 74771 h 1204531"/>
                <a:gd name="GluePoint8X" fmla="*/ 10192 w 547877"/>
                <a:gd name="GluePoint8Y" fmla="*/ 74771 h 1204531"/>
                <a:gd name="GluePoint9X" fmla="*/ 154400 w 547877"/>
                <a:gd name="GluePoint9Y" fmla="*/ 128968 h 1204531"/>
                <a:gd name="GluePoint10X" fmla="*/ 171640 w 547877"/>
                <a:gd name="GluePoint10Y" fmla="*/ 363188 h 1204531"/>
                <a:gd name="GluePoint11X" fmla="*/ 171640 w 547877"/>
                <a:gd name="GluePoint11Y" fmla="*/ 841153 h 1204531"/>
                <a:gd name="GluePoint12X" fmla="*/ 154496 w 547877"/>
                <a:gd name="GluePoint12Y" fmla="*/ 1075373 h 1204531"/>
                <a:gd name="GluePoint13X" fmla="*/ 10192 w 547877"/>
                <a:gd name="GluePoint13Y" fmla="*/ 1129569 h 1204531"/>
                <a:gd name="GluePoint14X" fmla="*/ 0 w 547877"/>
                <a:gd name="GluePoint14Y" fmla="*/ 1129569 h 1204531"/>
                <a:gd name="GluePoint15X" fmla="*/ 0 w 547877"/>
                <a:gd name="GluePoint15Y" fmla="*/ 1204531 h 1204531"/>
                <a:gd name="GluePoint16X" fmla="*/ 268224 w 547877"/>
                <a:gd name="GluePoint16Y" fmla="*/ 1197102 h 1204531"/>
                <a:gd name="GluePoint17X" fmla="*/ 547878 w 547877"/>
                <a:gd name="GluePoint17Y" fmla="*/ 1204531 h 1204531"/>
                <a:gd name="GluePoint18X" fmla="*/ 547878 w 547877"/>
                <a:gd name="GluePoint18Y" fmla="*/ 1129569 h 1204531"/>
                <a:gd name="GluePoint19X" fmla="*/ 537686 w 547877"/>
                <a:gd name="GluePoint19Y" fmla="*/ 1129569 h 1204531"/>
                <a:gd name="GluePoint20X" fmla="*/ 393478 w 547877"/>
                <a:gd name="GluePoint20Y" fmla="*/ 1075468 h 1204531"/>
                <a:gd name="GluePoint21X" fmla="*/ 376333 w 547877"/>
                <a:gd name="GluePoint21Y" fmla="*/ 841153 h 1204531"/>
                <a:gd name="GluePoint22X" fmla="*/ 376333 w 547877"/>
                <a:gd name="GluePoint22Y" fmla="*/ 363188 h 1204531"/>
                <a:gd name="GluePoint23X" fmla="*/ 393478 w 547877"/>
                <a:gd name="GluePoint23Y" fmla="*/ 129064 h 1204531"/>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 ang="0">
                  <a:pos x="GluePoint16X" y="GluePoint16Y"/>
                </a:cxn>
                <a:cxn ang="0">
                  <a:pos x="GluePoint17X" y="GluePoint17Y"/>
                </a:cxn>
                <a:cxn ang="0">
                  <a:pos x="GluePoint18X" y="GluePoint18Y"/>
                </a:cxn>
                <a:cxn ang="0">
                  <a:pos x="GluePoint19X" y="GluePoint19Y"/>
                </a:cxn>
                <a:cxn ang="0">
                  <a:pos x="GluePoint20X" y="GluePoint20Y"/>
                </a:cxn>
                <a:cxn ang="0">
                  <a:pos x="GluePoint21X" y="GluePoint21Y"/>
                </a:cxn>
                <a:cxn ang="0">
                  <a:pos x="GluePoint22X" y="GluePoint22Y"/>
                </a:cxn>
                <a:cxn ang="0">
                  <a:pos x="GluePoint23X" y="GluePoint23Y"/>
                </a:cxn>
              </a:cxnLst>
              <a:rect l="textAreaLeft" t="textAreaTop" r="textAreaRight" b="textAreaBottom"/>
              <a:pathLst>
                <a:path w="547877" h="1204531">
                  <a:moveTo>
                    <a:pt x="393478" y="129064"/>
                  </a:moveTo>
                  <a:cubicBezTo>
                    <a:pt x="414242" y="74771"/>
                    <a:pt x="482727" y="74771"/>
                    <a:pt x="537686" y="74771"/>
                  </a:cubicBezTo>
                  <a:lnTo>
                    <a:pt x="547878" y="74771"/>
                  </a:lnTo>
                  <a:lnTo>
                    <a:pt x="547878" y="0"/>
                  </a:lnTo>
                  <a:cubicBezTo>
                    <a:pt x="547878" y="0"/>
                    <a:pt x="333565" y="4667"/>
                    <a:pt x="267938" y="4667"/>
                  </a:cubicBezTo>
                  <a:cubicBezTo>
                    <a:pt x="200406" y="4667"/>
                    <a:pt x="0" y="0"/>
                    <a:pt x="0" y="0"/>
                  </a:cubicBezTo>
                  <a:lnTo>
                    <a:pt x="0" y="74771"/>
                  </a:lnTo>
                  <a:lnTo>
                    <a:pt x="10192" y="74771"/>
                  </a:lnTo>
                  <a:cubicBezTo>
                    <a:pt x="65246" y="74771"/>
                    <a:pt x="133731" y="74771"/>
                    <a:pt x="154400" y="128968"/>
                  </a:cubicBezTo>
                  <a:cubicBezTo>
                    <a:pt x="171640" y="175450"/>
                    <a:pt x="171640" y="307086"/>
                    <a:pt x="171640" y="363188"/>
                  </a:cubicBezTo>
                  <a:lnTo>
                    <a:pt x="171640" y="841153"/>
                  </a:lnTo>
                  <a:cubicBezTo>
                    <a:pt x="171640" y="897350"/>
                    <a:pt x="171640" y="1028890"/>
                    <a:pt x="154496" y="1075373"/>
                  </a:cubicBezTo>
                  <a:cubicBezTo>
                    <a:pt x="133731" y="1129569"/>
                    <a:pt x="65246" y="1129569"/>
                    <a:pt x="10192" y="1129569"/>
                  </a:cubicBezTo>
                  <a:lnTo>
                    <a:pt x="0" y="1129569"/>
                  </a:lnTo>
                  <a:lnTo>
                    <a:pt x="0" y="1204531"/>
                  </a:lnTo>
                  <a:cubicBezTo>
                    <a:pt x="0" y="1204341"/>
                    <a:pt x="173260" y="1197102"/>
                    <a:pt x="268224" y="1197102"/>
                  </a:cubicBezTo>
                  <a:cubicBezTo>
                    <a:pt x="377476" y="1197102"/>
                    <a:pt x="547878" y="1204531"/>
                    <a:pt x="547878" y="1204531"/>
                  </a:cubicBezTo>
                  <a:lnTo>
                    <a:pt x="547878" y="1129569"/>
                  </a:lnTo>
                  <a:lnTo>
                    <a:pt x="537686" y="1129569"/>
                  </a:lnTo>
                  <a:cubicBezTo>
                    <a:pt x="482727" y="1129569"/>
                    <a:pt x="414242" y="1129569"/>
                    <a:pt x="393478" y="1075468"/>
                  </a:cubicBezTo>
                  <a:cubicBezTo>
                    <a:pt x="376333" y="1028890"/>
                    <a:pt x="376333" y="897350"/>
                    <a:pt x="376333" y="841153"/>
                  </a:cubicBezTo>
                  <a:lnTo>
                    <a:pt x="376333" y="363188"/>
                  </a:lnTo>
                  <a:cubicBezTo>
                    <a:pt x="376333" y="307086"/>
                    <a:pt x="376333" y="175450"/>
                    <a:pt x="393478" y="129064"/>
                  </a:cubicBezTo>
                </a:path>
              </a:pathLst>
            </a:custGeom>
            <a:solidFill>
              <a:schemeClr val="bg1"/>
            </a:solidFill>
            <a:ln w="9525">
              <a:noFill/>
            </a:ln>
          </p:spPr>
          <p:style>
            <a:lnRef idx="0"/>
            <a:fillRef idx="0"/>
            <a:effectRef idx="0"/>
            <a:fontRef idx="minor"/>
          </p:style>
          <p:txBody>
            <a:bodyPr lIns="68040" tIns="45000" rIns="68040" bIns="45000" anchor="ctr">
              <a:noAutofit/>
            </a:bodyPr>
            <a:p>
              <a:endParaRPr lang="en-US" sz="1800" b="0" u="none" strike="noStrike">
                <a:solidFill>
                  <a:schemeClr val="dk1"/>
                </a:solidFill>
                <a:effectLst/>
                <a:uFillTx/>
                <a:latin typeface="Arial"/>
              </a:endParaRPr>
            </a:p>
          </p:txBody>
        </p:sp>
        <p:sp>
          <p:nvSpPr>
            <p:cNvPr id="515" name="Freeform 3"/>
            <p:cNvSpPr/>
            <p:nvPr/>
          </p:nvSpPr>
          <p:spPr>
            <a:xfrm>
              <a:off x="718920" y="196200"/>
              <a:ext cx="280800" cy="300240"/>
            </a:xfrm>
            <a:custGeom>
              <a:avLst/>
              <a:gdLst>
                <a:gd name="textAreaLeft" fmla="*/ 0 w 280800"/>
                <a:gd name="textAreaRight" fmla="*/ 282240 w 280800"/>
                <a:gd name="textAreaTop" fmla="*/ 0 h 300240"/>
                <a:gd name="textAreaBottom" fmla="*/ 301680 h 300240"/>
                <a:gd name="GluePoint1X" fmla="*/ 0 w 1126902"/>
                <a:gd name="GluePoint1Y" fmla="*/ 0 h 1204245"/>
                <a:gd name="GluePoint2X" fmla="*/ 0 w 1126902"/>
                <a:gd name="GluePoint2Y" fmla="*/ 312420 h 1204245"/>
                <a:gd name="GluePoint3X" fmla="*/ 74295 w 1126902"/>
                <a:gd name="GluePoint3Y" fmla="*/ 312420 h 1204245"/>
                <a:gd name="GluePoint4X" fmla="*/ 74581 w 1126902"/>
                <a:gd name="GluePoint4Y" fmla="*/ 302609 h 1204245"/>
                <a:gd name="GluePoint5X" fmla="*/ 334328 w 1126902"/>
                <a:gd name="GluePoint5Y" fmla="*/ 90773 h 1204245"/>
                <a:gd name="GluePoint6X" fmla="*/ 352330 w 1126902"/>
                <a:gd name="GluePoint6Y" fmla="*/ 90678 h 1204245"/>
                <a:gd name="GluePoint7X" fmla="*/ 453200 w 1126902"/>
                <a:gd name="GluePoint7Y" fmla="*/ 106204 h 1204245"/>
                <a:gd name="GluePoint8X" fmla="*/ 461201 w 1126902"/>
                <a:gd name="GluePoint8Y" fmla="*/ 128873 h 1204245"/>
                <a:gd name="GluePoint9X" fmla="*/ 461201 w 1126902"/>
                <a:gd name="GluePoint9Y" fmla="*/ 950119 h 1204245"/>
                <a:gd name="GluePoint10X" fmla="*/ 272510 w 1126902"/>
                <a:gd name="GluePoint10Y" fmla="*/ 1129475 h 1204245"/>
                <a:gd name="GluePoint11X" fmla="*/ 262700 w 1126902"/>
                <a:gd name="GluePoint11Y" fmla="*/ 1129856 h 1204245"/>
                <a:gd name="GluePoint12X" fmla="*/ 262700 w 1126902"/>
                <a:gd name="GluePoint12Y" fmla="*/ 1204246 h 1204245"/>
                <a:gd name="GluePoint13X" fmla="*/ 578548 w 1126902"/>
                <a:gd name="GluePoint13Y" fmla="*/ 1196911 h 1204245"/>
                <a:gd name="GluePoint14X" fmla="*/ 864203 w 1126902"/>
                <a:gd name="GluePoint14Y" fmla="*/ 1204246 h 1204245"/>
                <a:gd name="GluePoint15X" fmla="*/ 864203 w 1126902"/>
                <a:gd name="GluePoint15Y" fmla="*/ 1129856 h 1204245"/>
                <a:gd name="GluePoint16X" fmla="*/ 854393 w 1126902"/>
                <a:gd name="GluePoint16Y" fmla="*/ 1129475 h 1204245"/>
                <a:gd name="GluePoint17X" fmla="*/ 665702 w 1126902"/>
                <a:gd name="GluePoint17Y" fmla="*/ 950119 h 1204245"/>
                <a:gd name="GluePoint18X" fmla="*/ 665702 w 1126902"/>
                <a:gd name="GluePoint18Y" fmla="*/ 128873 h 1204245"/>
                <a:gd name="GluePoint19X" fmla="*/ 673608 w 1126902"/>
                <a:gd name="GluePoint19Y" fmla="*/ 108490 h 1204245"/>
                <a:gd name="GluePoint20X" fmla="*/ 791718 w 1126902"/>
                <a:gd name="GluePoint20Y" fmla="*/ 90488 h 1204245"/>
                <a:gd name="GluePoint21X" fmla="*/ 815912 w 1126902"/>
                <a:gd name="GluePoint21Y" fmla="*/ 90773 h 1204245"/>
                <a:gd name="GluePoint22X" fmla="*/ 1052513 w 1126902"/>
                <a:gd name="GluePoint22Y" fmla="*/ 302895 h 1204245"/>
                <a:gd name="GluePoint23X" fmla="*/ 1053084 w 1126902"/>
                <a:gd name="GluePoint23Y" fmla="*/ 312420 h 1204245"/>
                <a:gd name="GluePoint24X" fmla="*/ 1126903 w 1126902"/>
                <a:gd name="GluePoint24Y" fmla="*/ 312420 h 1204245"/>
                <a:gd name="GluePoint25X" fmla="*/ 1126903 w 1126902"/>
                <a:gd name="GluePoint25Y" fmla="*/ 0 h 1204245"/>
                <a:gd name="GluePoint26X" fmla="*/ 563404 w 1126902"/>
                <a:gd name="GluePoint26Y" fmla="*/ 2857 h 1204245"/>
                <a:gd name="GluePoint27X" fmla="*/ 0 w 1126902"/>
                <a:gd name="GluePoint27Y" fmla="*/ 0 h 1204245"/>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 ang="0">
                  <a:pos x="GluePoint16X" y="GluePoint16Y"/>
                </a:cxn>
                <a:cxn ang="0">
                  <a:pos x="GluePoint17X" y="GluePoint17Y"/>
                </a:cxn>
                <a:cxn ang="0">
                  <a:pos x="GluePoint18X" y="GluePoint18Y"/>
                </a:cxn>
                <a:cxn ang="0">
                  <a:pos x="GluePoint19X" y="GluePoint19Y"/>
                </a:cxn>
                <a:cxn ang="0">
                  <a:pos x="GluePoint20X" y="GluePoint20Y"/>
                </a:cxn>
                <a:cxn ang="0">
                  <a:pos x="GluePoint21X" y="GluePoint21Y"/>
                </a:cxn>
                <a:cxn ang="0">
                  <a:pos x="GluePoint22X" y="GluePoint22Y"/>
                </a:cxn>
                <a:cxn ang="0">
                  <a:pos x="GluePoint23X" y="GluePoint23Y"/>
                </a:cxn>
                <a:cxn ang="0">
                  <a:pos x="GluePoint24X" y="GluePoint24Y"/>
                </a:cxn>
                <a:cxn ang="0">
                  <a:pos x="GluePoint25X" y="GluePoint25Y"/>
                </a:cxn>
                <a:cxn ang="0">
                  <a:pos x="GluePoint26X" y="GluePoint26Y"/>
                </a:cxn>
                <a:cxn ang="0">
                  <a:pos x="GluePoint27X" y="GluePoint27Y"/>
                </a:cxn>
              </a:cxnLst>
              <a:rect l="textAreaLeft" t="textAreaTop" r="textAreaRight" b="textAreaBottom"/>
              <a:pathLst>
                <a:path w="1126902" h="1204245">
                  <a:moveTo>
                    <a:pt x="0" y="0"/>
                  </a:moveTo>
                  <a:lnTo>
                    <a:pt x="0" y="312420"/>
                  </a:lnTo>
                  <a:lnTo>
                    <a:pt x="74295" y="312420"/>
                  </a:lnTo>
                  <a:lnTo>
                    <a:pt x="74581" y="302609"/>
                  </a:lnTo>
                  <a:cubicBezTo>
                    <a:pt x="81344" y="99346"/>
                    <a:pt x="159163" y="90773"/>
                    <a:pt x="334328" y="90773"/>
                  </a:cubicBezTo>
                  <a:cubicBezTo>
                    <a:pt x="340328" y="90773"/>
                    <a:pt x="346424" y="90773"/>
                    <a:pt x="352330" y="90678"/>
                  </a:cubicBezTo>
                  <a:cubicBezTo>
                    <a:pt x="395859" y="90392"/>
                    <a:pt x="437007" y="90106"/>
                    <a:pt x="453200" y="106204"/>
                  </a:cubicBezTo>
                  <a:cubicBezTo>
                    <a:pt x="458629" y="111538"/>
                    <a:pt x="461201" y="118967"/>
                    <a:pt x="461201" y="128873"/>
                  </a:cubicBezTo>
                  <a:lnTo>
                    <a:pt x="461201" y="950119"/>
                  </a:lnTo>
                  <a:cubicBezTo>
                    <a:pt x="461201" y="1072039"/>
                    <a:pt x="444151" y="1122426"/>
                    <a:pt x="272510" y="1129475"/>
                  </a:cubicBezTo>
                  <a:lnTo>
                    <a:pt x="262700" y="1129856"/>
                  </a:lnTo>
                  <a:lnTo>
                    <a:pt x="262700" y="1204246"/>
                  </a:lnTo>
                  <a:cubicBezTo>
                    <a:pt x="262700" y="1204246"/>
                    <a:pt x="462725" y="1196911"/>
                    <a:pt x="578548" y="1196911"/>
                  </a:cubicBezTo>
                  <a:cubicBezTo>
                    <a:pt x="666941" y="1196911"/>
                    <a:pt x="864203" y="1204246"/>
                    <a:pt x="864203" y="1204246"/>
                  </a:cubicBezTo>
                  <a:lnTo>
                    <a:pt x="864203" y="1129856"/>
                  </a:lnTo>
                  <a:lnTo>
                    <a:pt x="854393" y="1129475"/>
                  </a:lnTo>
                  <a:cubicBezTo>
                    <a:pt x="682752" y="1122426"/>
                    <a:pt x="665702" y="1072039"/>
                    <a:pt x="665702" y="950119"/>
                  </a:cubicBezTo>
                  <a:lnTo>
                    <a:pt x="665702" y="128873"/>
                  </a:lnTo>
                  <a:cubicBezTo>
                    <a:pt x="665702" y="120396"/>
                    <a:pt x="668369" y="113729"/>
                    <a:pt x="673608" y="108490"/>
                  </a:cubicBezTo>
                  <a:cubicBezTo>
                    <a:pt x="693420" y="89059"/>
                    <a:pt x="747903" y="89821"/>
                    <a:pt x="791718" y="90488"/>
                  </a:cubicBezTo>
                  <a:cubicBezTo>
                    <a:pt x="800005" y="90583"/>
                    <a:pt x="808196" y="90773"/>
                    <a:pt x="815912" y="90773"/>
                  </a:cubicBezTo>
                  <a:cubicBezTo>
                    <a:pt x="987267" y="90773"/>
                    <a:pt x="1042511" y="140303"/>
                    <a:pt x="1052513" y="302895"/>
                  </a:cubicBezTo>
                  <a:lnTo>
                    <a:pt x="1053084" y="312420"/>
                  </a:lnTo>
                  <a:lnTo>
                    <a:pt x="1126903" y="312420"/>
                  </a:lnTo>
                  <a:lnTo>
                    <a:pt x="1126903" y="0"/>
                  </a:lnTo>
                  <a:cubicBezTo>
                    <a:pt x="1126903" y="0"/>
                    <a:pt x="694468" y="2857"/>
                    <a:pt x="563404" y="2857"/>
                  </a:cubicBezTo>
                  <a:cubicBezTo>
                    <a:pt x="432340" y="2857"/>
                    <a:pt x="0" y="0"/>
                    <a:pt x="0" y="0"/>
                  </a:cubicBezTo>
                </a:path>
              </a:pathLst>
            </a:custGeom>
            <a:solidFill>
              <a:schemeClr val="bg1"/>
            </a:solidFill>
            <a:ln w="9525">
              <a:noFill/>
            </a:ln>
          </p:spPr>
          <p:style>
            <a:lnRef idx="0"/>
            <a:fillRef idx="0"/>
            <a:effectRef idx="0"/>
            <a:fontRef idx="minor"/>
          </p:style>
          <p:txBody>
            <a:bodyPr lIns="90000" tIns="45000" rIns="90000" bIns="45000" anchor="ctr">
              <a:noAutofit/>
            </a:bodyPr>
            <a:p>
              <a:endParaRPr lang="en-US" sz="1800" b="0" u="none" strike="noStrike">
                <a:solidFill>
                  <a:schemeClr val="dk1"/>
                </a:solidFill>
                <a:effectLst/>
                <a:uFillTx/>
                <a:latin typeface="Arial"/>
              </a:endParaRPr>
            </a:p>
          </p:txBody>
        </p:sp>
        <p:sp>
          <p:nvSpPr>
            <p:cNvPr id="516" name="Freeform 4"/>
            <p:cNvSpPr/>
            <p:nvPr/>
          </p:nvSpPr>
          <p:spPr>
            <a:xfrm>
              <a:off x="201960" y="195840"/>
              <a:ext cx="297720" cy="300240"/>
            </a:xfrm>
            <a:custGeom>
              <a:avLst/>
              <a:gdLst>
                <a:gd name="textAreaLeft" fmla="*/ 0 w 297720"/>
                <a:gd name="textAreaRight" fmla="*/ 299160 w 297720"/>
                <a:gd name="textAreaTop" fmla="*/ 0 h 300240"/>
                <a:gd name="textAreaBottom" fmla="*/ 301680 h 300240"/>
                <a:gd name="GluePoint1X" fmla="*/ 372618 w 1195101"/>
                <a:gd name="GluePoint1Y" fmla="*/ 571786 h 1204626"/>
                <a:gd name="GluePoint2X" fmla="*/ 372523 w 1195101"/>
                <a:gd name="GluePoint2Y" fmla="*/ 134303 h 1204626"/>
                <a:gd name="GluePoint3X" fmla="*/ 386239 w 1195101"/>
                <a:gd name="GluePoint3Y" fmla="*/ 86487 h 1204626"/>
                <a:gd name="GluePoint4X" fmla="*/ 498348 w 1195101"/>
                <a:gd name="GluePoint4Y" fmla="*/ 85630 h 1204626"/>
                <a:gd name="GluePoint5X" fmla="*/ 738473 w 1195101"/>
                <a:gd name="GluePoint5Y" fmla="*/ 330518 h 1204626"/>
                <a:gd name="GluePoint6X" fmla="*/ 640747 w 1195101"/>
                <a:gd name="GluePoint6Y" fmla="*/ 541687 h 1204626"/>
                <a:gd name="GluePoint7X" fmla="*/ 372618 w 1195101"/>
                <a:gd name="GluePoint7Y" fmla="*/ 571786 h 1204626"/>
                <a:gd name="GluePoint8X" fmla="*/ 1186529 w 1195101"/>
                <a:gd name="GluePoint8Y" fmla="*/ 1129760 h 1204626"/>
                <a:gd name="GluePoint9X" fmla="*/ 1017461 w 1195101"/>
                <a:gd name="GluePoint9Y" fmla="*/ 1040702 h 1204626"/>
                <a:gd name="GluePoint10X" fmla="*/ 661797 w 1195101"/>
                <a:gd name="GluePoint10Y" fmla="*/ 632460 h 1204626"/>
                <a:gd name="GluePoint11X" fmla="*/ 964597 w 1195101"/>
                <a:gd name="GluePoint11Y" fmla="*/ 305371 h 1204626"/>
                <a:gd name="GluePoint12X" fmla="*/ 831056 w 1195101"/>
                <a:gd name="GluePoint12Y" fmla="*/ 55816 h 1204626"/>
                <a:gd name="GluePoint13X" fmla="*/ 544639 w 1195101"/>
                <a:gd name="GluePoint13Y" fmla="*/ 190 h 1204626"/>
                <a:gd name="GluePoint14X" fmla="*/ 317468 w 1195101"/>
                <a:gd name="GluePoint14Y" fmla="*/ 4191 h 1204626"/>
                <a:gd name="GluePoint15X" fmla="*/ 191 w 1195101"/>
                <a:gd name="GluePoint15Y" fmla="*/ 0 h 1204626"/>
                <a:gd name="GluePoint16X" fmla="*/ 191 w 1195101"/>
                <a:gd name="GluePoint16Y" fmla="*/ 74866 h 1204626"/>
                <a:gd name="GluePoint17X" fmla="*/ 15050 w 1195101"/>
                <a:gd name="GluePoint17Y" fmla="*/ 74866 h 1204626"/>
                <a:gd name="GluePoint18X" fmla="*/ 152781 w 1195101"/>
                <a:gd name="GluePoint18Y" fmla="*/ 128683 h 1204626"/>
                <a:gd name="GluePoint19X" fmla="*/ 168307 w 1195101"/>
                <a:gd name="GluePoint19Y" fmla="*/ 350139 h 1204626"/>
                <a:gd name="GluePoint20X" fmla="*/ 168307 w 1195101"/>
                <a:gd name="GluePoint20Y" fmla="*/ 841248 h 1204626"/>
                <a:gd name="GluePoint21X" fmla="*/ 161068 w 1195101"/>
                <a:gd name="GluePoint21Y" fmla="*/ 1034129 h 1204626"/>
                <a:gd name="GluePoint22X" fmla="*/ 152686 w 1195101"/>
                <a:gd name="GluePoint22Y" fmla="*/ 1075944 h 1204626"/>
                <a:gd name="GluePoint23X" fmla="*/ 10382 w 1195101"/>
                <a:gd name="GluePoint23Y" fmla="*/ 1129665 h 1204626"/>
                <a:gd name="GluePoint24X" fmla="*/ 0 w 1195101"/>
                <a:gd name="GluePoint24Y" fmla="*/ 1129665 h 1204626"/>
                <a:gd name="GluePoint25X" fmla="*/ 0 w 1195101"/>
                <a:gd name="GluePoint25Y" fmla="*/ 1204532 h 1204626"/>
                <a:gd name="GluePoint26X" fmla="*/ 278225 w 1195101"/>
                <a:gd name="GluePoint26Y" fmla="*/ 1197102 h 1204626"/>
                <a:gd name="GluePoint27X" fmla="*/ 540734 w 1195101"/>
                <a:gd name="GluePoint27Y" fmla="*/ 1204532 h 1204626"/>
                <a:gd name="GluePoint28X" fmla="*/ 540734 w 1195101"/>
                <a:gd name="GluePoint28Y" fmla="*/ 1129665 h 1204626"/>
                <a:gd name="GluePoint29X" fmla="*/ 525971 w 1195101"/>
                <a:gd name="GluePoint29Y" fmla="*/ 1129665 h 1204626"/>
                <a:gd name="GluePoint30X" fmla="*/ 388239 w 1195101"/>
                <a:gd name="GluePoint30Y" fmla="*/ 1075754 h 1204626"/>
                <a:gd name="GluePoint31X" fmla="*/ 379857 w 1195101"/>
                <a:gd name="GluePoint31Y" fmla="*/ 1034034 h 1204626"/>
                <a:gd name="GluePoint32X" fmla="*/ 372618 w 1195101"/>
                <a:gd name="GluePoint32Y" fmla="*/ 854297 h 1204626"/>
                <a:gd name="GluePoint33X" fmla="*/ 372618 w 1195101"/>
                <a:gd name="GluePoint33Y" fmla="*/ 653510 h 1204626"/>
                <a:gd name="GluePoint34X" fmla="*/ 479107 w 1195101"/>
                <a:gd name="GluePoint34Y" fmla="*/ 702469 h 1204626"/>
                <a:gd name="GluePoint35X" fmla="*/ 501110 w 1195101"/>
                <a:gd name="GluePoint35Y" fmla="*/ 728472 h 1204626"/>
                <a:gd name="GluePoint36X" fmla="*/ 797909 w 1195101"/>
                <a:gd name="GluePoint36Y" fmla="*/ 1096804 h 1204626"/>
                <a:gd name="GluePoint37X" fmla="*/ 885158 w 1195101"/>
                <a:gd name="GluePoint37Y" fmla="*/ 1204532 h 1204626"/>
                <a:gd name="GluePoint38X" fmla="*/ 1027366 w 1195101"/>
                <a:gd name="GluePoint38Y" fmla="*/ 1200436 h 1204626"/>
                <a:gd name="GluePoint39X" fmla="*/ 1195102 w 1195101"/>
                <a:gd name="GluePoint39Y" fmla="*/ 1204627 h 1204626"/>
                <a:gd name="GluePoint40X" fmla="*/ 1195102 w 1195101"/>
                <a:gd name="GluePoint40Y" fmla="*/ 1131094 h 1204626"/>
                <a:gd name="GluePoint41X" fmla="*/ 1186529 w 1195101"/>
                <a:gd name="GluePoint41Y" fmla="*/ 1129760 h 1204626"/>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 ang="0">
                  <a:pos x="GluePoint16X" y="GluePoint16Y"/>
                </a:cxn>
                <a:cxn ang="0">
                  <a:pos x="GluePoint17X" y="GluePoint17Y"/>
                </a:cxn>
                <a:cxn ang="0">
                  <a:pos x="GluePoint18X" y="GluePoint18Y"/>
                </a:cxn>
                <a:cxn ang="0">
                  <a:pos x="GluePoint19X" y="GluePoint19Y"/>
                </a:cxn>
                <a:cxn ang="0">
                  <a:pos x="GluePoint20X" y="GluePoint20Y"/>
                </a:cxn>
                <a:cxn ang="0">
                  <a:pos x="GluePoint21X" y="GluePoint21Y"/>
                </a:cxn>
                <a:cxn ang="0">
                  <a:pos x="GluePoint22X" y="GluePoint22Y"/>
                </a:cxn>
                <a:cxn ang="0">
                  <a:pos x="GluePoint23X" y="GluePoint23Y"/>
                </a:cxn>
                <a:cxn ang="0">
                  <a:pos x="GluePoint24X" y="GluePoint24Y"/>
                </a:cxn>
                <a:cxn ang="0">
                  <a:pos x="GluePoint25X" y="GluePoint25Y"/>
                </a:cxn>
                <a:cxn ang="0">
                  <a:pos x="GluePoint26X" y="GluePoint26Y"/>
                </a:cxn>
                <a:cxn ang="0">
                  <a:pos x="GluePoint27X" y="GluePoint27Y"/>
                </a:cxn>
                <a:cxn ang="0">
                  <a:pos x="GluePoint28X" y="GluePoint28Y"/>
                </a:cxn>
                <a:cxn ang="0">
                  <a:pos x="GluePoint29X" y="GluePoint29Y"/>
                </a:cxn>
                <a:cxn ang="0">
                  <a:pos x="GluePoint30X" y="GluePoint30Y"/>
                </a:cxn>
                <a:cxn ang="0">
                  <a:pos x="GluePoint31X" y="GluePoint31Y"/>
                </a:cxn>
                <a:cxn ang="0">
                  <a:pos x="GluePoint32X" y="GluePoint32Y"/>
                </a:cxn>
                <a:cxn ang="0">
                  <a:pos x="GluePoint33X" y="GluePoint33Y"/>
                </a:cxn>
                <a:cxn ang="0">
                  <a:pos x="GluePoint34X" y="GluePoint34Y"/>
                </a:cxn>
                <a:cxn ang="0">
                  <a:pos x="GluePoint35X" y="GluePoint35Y"/>
                </a:cxn>
                <a:cxn ang="0">
                  <a:pos x="GluePoint36X" y="GluePoint36Y"/>
                </a:cxn>
                <a:cxn ang="0">
                  <a:pos x="GluePoint37X" y="GluePoint37Y"/>
                </a:cxn>
                <a:cxn ang="0">
                  <a:pos x="GluePoint38X" y="GluePoint38Y"/>
                </a:cxn>
                <a:cxn ang="0">
                  <a:pos x="GluePoint39X" y="GluePoint39Y"/>
                </a:cxn>
                <a:cxn ang="0">
                  <a:pos x="GluePoint40X" y="GluePoint40Y"/>
                </a:cxn>
                <a:cxn ang="0">
                  <a:pos x="GluePoint41X" y="GluePoint41Y"/>
                </a:cxn>
              </a:cxnLst>
              <a:rect l="textAreaLeft" t="textAreaTop" r="textAreaRight" b="textAreaBottom"/>
              <a:pathLst>
                <a:path w="1195101" h="1204626">
                  <a:moveTo>
                    <a:pt x="372618" y="571786"/>
                  </a:moveTo>
                  <a:cubicBezTo>
                    <a:pt x="372618" y="571786"/>
                    <a:pt x="372618" y="136874"/>
                    <a:pt x="372523" y="134303"/>
                  </a:cubicBezTo>
                  <a:cubicBezTo>
                    <a:pt x="372237" y="116967"/>
                    <a:pt x="371761" y="93250"/>
                    <a:pt x="386239" y="86487"/>
                  </a:cubicBezTo>
                  <a:cubicBezTo>
                    <a:pt x="396240" y="82105"/>
                    <a:pt x="493014" y="85630"/>
                    <a:pt x="498348" y="85630"/>
                  </a:cubicBezTo>
                  <a:cubicBezTo>
                    <a:pt x="650938" y="85630"/>
                    <a:pt x="738473" y="174974"/>
                    <a:pt x="738473" y="330518"/>
                  </a:cubicBezTo>
                  <a:cubicBezTo>
                    <a:pt x="738473" y="443960"/>
                    <a:pt x="708374" y="509016"/>
                    <a:pt x="640747" y="541687"/>
                  </a:cubicBezTo>
                  <a:cubicBezTo>
                    <a:pt x="577691" y="571976"/>
                    <a:pt x="372618" y="571786"/>
                    <a:pt x="372618" y="571786"/>
                  </a:cubicBezTo>
                  <a:moveTo>
                    <a:pt x="1186529" y="1129760"/>
                  </a:moveTo>
                  <a:cubicBezTo>
                    <a:pt x="1100138" y="1116235"/>
                    <a:pt x="1074134" y="1106424"/>
                    <a:pt x="1017461" y="1040702"/>
                  </a:cubicBezTo>
                  <a:lnTo>
                    <a:pt x="661797" y="632460"/>
                  </a:lnTo>
                  <a:cubicBezTo>
                    <a:pt x="849059" y="608076"/>
                    <a:pt x="964597" y="484251"/>
                    <a:pt x="964597" y="305371"/>
                  </a:cubicBezTo>
                  <a:cubicBezTo>
                    <a:pt x="964597" y="188976"/>
                    <a:pt x="919544" y="105061"/>
                    <a:pt x="831056" y="55816"/>
                  </a:cubicBezTo>
                  <a:cubicBezTo>
                    <a:pt x="763619" y="18383"/>
                    <a:pt x="670084" y="190"/>
                    <a:pt x="544639" y="190"/>
                  </a:cubicBezTo>
                  <a:cubicBezTo>
                    <a:pt x="507206" y="1143"/>
                    <a:pt x="416909" y="4191"/>
                    <a:pt x="317468" y="4191"/>
                  </a:cubicBezTo>
                  <a:cubicBezTo>
                    <a:pt x="214313" y="4191"/>
                    <a:pt x="191" y="0"/>
                    <a:pt x="191" y="0"/>
                  </a:cubicBezTo>
                  <a:lnTo>
                    <a:pt x="191" y="74866"/>
                  </a:lnTo>
                  <a:lnTo>
                    <a:pt x="15050" y="74866"/>
                  </a:lnTo>
                  <a:cubicBezTo>
                    <a:pt x="71818" y="74486"/>
                    <a:pt x="135731" y="74771"/>
                    <a:pt x="152781" y="128683"/>
                  </a:cubicBezTo>
                  <a:cubicBezTo>
                    <a:pt x="168307" y="175355"/>
                    <a:pt x="168307" y="306896"/>
                    <a:pt x="168307" y="350139"/>
                  </a:cubicBezTo>
                  <a:lnTo>
                    <a:pt x="168307" y="841248"/>
                  </a:lnTo>
                  <a:cubicBezTo>
                    <a:pt x="168307" y="895445"/>
                    <a:pt x="168307" y="977837"/>
                    <a:pt x="161068" y="1034129"/>
                  </a:cubicBezTo>
                  <a:cubicBezTo>
                    <a:pt x="158972" y="1050798"/>
                    <a:pt x="156210" y="1065276"/>
                    <a:pt x="152686" y="1075944"/>
                  </a:cubicBezTo>
                  <a:cubicBezTo>
                    <a:pt x="135350" y="1129665"/>
                    <a:pt x="66104" y="1129665"/>
                    <a:pt x="10382" y="1129665"/>
                  </a:cubicBezTo>
                  <a:lnTo>
                    <a:pt x="0" y="1129665"/>
                  </a:lnTo>
                  <a:lnTo>
                    <a:pt x="0" y="1204532"/>
                  </a:lnTo>
                  <a:cubicBezTo>
                    <a:pt x="0" y="1204532"/>
                    <a:pt x="166783" y="1197102"/>
                    <a:pt x="278225" y="1197102"/>
                  </a:cubicBezTo>
                  <a:cubicBezTo>
                    <a:pt x="374047" y="1197102"/>
                    <a:pt x="540734" y="1204246"/>
                    <a:pt x="540734" y="1204532"/>
                  </a:cubicBezTo>
                  <a:lnTo>
                    <a:pt x="540734" y="1129665"/>
                  </a:lnTo>
                  <a:lnTo>
                    <a:pt x="525971" y="1129665"/>
                  </a:lnTo>
                  <a:cubicBezTo>
                    <a:pt x="470059" y="1129951"/>
                    <a:pt x="406813" y="1129760"/>
                    <a:pt x="388239" y="1075754"/>
                  </a:cubicBezTo>
                  <a:cubicBezTo>
                    <a:pt x="384620" y="1065086"/>
                    <a:pt x="381953" y="1050607"/>
                    <a:pt x="379857" y="1034034"/>
                  </a:cubicBezTo>
                  <a:cubicBezTo>
                    <a:pt x="372618" y="978122"/>
                    <a:pt x="372618" y="898017"/>
                    <a:pt x="372618" y="854297"/>
                  </a:cubicBezTo>
                  <a:lnTo>
                    <a:pt x="372618" y="653510"/>
                  </a:lnTo>
                  <a:cubicBezTo>
                    <a:pt x="439198" y="654082"/>
                    <a:pt x="444913" y="661035"/>
                    <a:pt x="479107" y="702469"/>
                  </a:cubicBezTo>
                  <a:cubicBezTo>
                    <a:pt x="485489" y="710089"/>
                    <a:pt x="492728" y="718756"/>
                    <a:pt x="501110" y="728472"/>
                  </a:cubicBezTo>
                  <a:lnTo>
                    <a:pt x="797909" y="1096804"/>
                  </a:lnTo>
                  <a:lnTo>
                    <a:pt x="885158" y="1204532"/>
                  </a:lnTo>
                  <a:cubicBezTo>
                    <a:pt x="885158" y="1204532"/>
                    <a:pt x="980885" y="1200436"/>
                    <a:pt x="1027366" y="1200436"/>
                  </a:cubicBezTo>
                  <a:cubicBezTo>
                    <a:pt x="1094994" y="1200436"/>
                    <a:pt x="1195102" y="1204627"/>
                    <a:pt x="1195102" y="1204627"/>
                  </a:cubicBezTo>
                  <a:lnTo>
                    <a:pt x="1195102" y="1131094"/>
                  </a:lnTo>
                  <a:lnTo>
                    <a:pt x="1186529" y="1129760"/>
                  </a:lnTo>
                  <a:close/>
                </a:path>
              </a:pathLst>
            </a:custGeom>
            <a:solidFill>
              <a:schemeClr val="bg1"/>
            </a:solidFill>
            <a:ln w="9525">
              <a:noFill/>
            </a:ln>
          </p:spPr>
          <p:style>
            <a:lnRef idx="0"/>
            <a:fillRef idx="0"/>
            <a:effectRef idx="0"/>
            <a:fontRef idx="minor"/>
          </p:style>
          <p:txBody>
            <a:bodyPr lIns="90000" tIns="45000" rIns="90000" bIns="45000" anchor="ctr">
              <a:noAutofit/>
            </a:bodyPr>
            <a:p>
              <a:endParaRPr lang="en-US" sz="1800" b="0" u="none" strike="noStrike">
                <a:solidFill>
                  <a:schemeClr val="dk1"/>
                </a:solidFill>
                <a:effectLst/>
                <a:uFillTx/>
                <a:latin typeface="Arial"/>
              </a:endParaRPr>
            </a:p>
          </p:txBody>
        </p:sp>
      </p:grpSp>
      <p:sp>
        <p:nvSpPr>
          <p:cNvPr id="517" name="Text Placeholder 14"/>
          <p:cNvSpPr/>
          <p:nvPr/>
        </p:nvSpPr>
        <p:spPr>
          <a:xfrm>
            <a:off x="386640" y="3434040"/>
            <a:ext cx="2464560" cy="953280"/>
          </a:xfrm>
          <a:prstGeom prst="rect">
            <a:avLst/>
          </a:prstGeom>
          <a:noFill/>
          <a:ln w="0">
            <a:noFill/>
          </a:ln>
        </p:spPr>
        <p:style>
          <a:lnRef idx="0"/>
          <a:fillRef idx="0"/>
          <a:effectRef idx="0"/>
          <a:fontRef idx="minor"/>
        </p:style>
        <p:txBody>
          <a:bodyPr lIns="90000" tIns="45000" rIns="90000" bIns="45000" anchor="t">
            <a:noAutofit/>
          </a:bodyPr>
          <a:p>
            <a:endParaRPr lang="en-US" sz="2000" b="1" u="none" strike="noStrike">
              <a:solidFill>
                <a:srgbClr val="E56B2A"/>
              </a:solidFill>
              <a:effectLst/>
              <a:uFillTx/>
              <a:latin typeface="Arial"/>
            </a:endParaRPr>
          </a:p>
        </p:txBody>
      </p:sp>
      <p:pic>
        <p:nvPicPr>
          <p:cNvPr id="518" name="Picture 3" descr="A group of people walking by a sunflower&#10;&#10;Description automatically generated"/>
          <p:cNvPicPr/>
          <p:nvPr/>
        </p:nvPicPr>
        <p:blipFill>
          <a:blip r:embed="rId4"/>
          <a:stretch/>
        </p:blipFill>
        <p:spPr>
          <a:xfrm>
            <a:off x="0" y="0"/>
            <a:ext cx="12187440" cy="6856560"/>
          </a:xfrm>
          <a:prstGeom prst="rect">
            <a:avLst/>
          </a:prstGeom>
          <a:noFill/>
          <a:ln w="0">
            <a:noFill/>
          </a:ln>
        </p:spPr>
      </p:pic>
      <p:grpSp>
        <p:nvGrpSpPr>
          <p:cNvPr id="519" name="Group 1"/>
          <p:cNvGrpSpPr/>
          <p:nvPr/>
        </p:nvGrpSpPr>
        <p:grpSpPr>
          <a:xfrm>
            <a:off x="0" y="6195960"/>
            <a:ext cx="12190680" cy="666000"/>
            <a:chOff x="0" y="6195960"/>
            <a:chExt cx="12190680" cy="666000"/>
          </a:xfrm>
        </p:grpSpPr>
        <p:sp>
          <p:nvSpPr>
            <p:cNvPr id="520" name="Rectangle 6"/>
            <p:cNvSpPr/>
            <p:nvPr/>
          </p:nvSpPr>
          <p:spPr>
            <a:xfrm>
              <a:off x="0" y="6195960"/>
              <a:ext cx="12190680" cy="666000"/>
            </a:xfrm>
            <a:prstGeom prst="rect">
              <a:avLst/>
            </a:prstGeom>
            <a:solidFill>
              <a:srgbClr val="F86901"/>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p>
              <a:endParaRPr lang="en-US" sz="1800" b="0" u="none" strike="noStrike">
                <a:solidFill>
                  <a:schemeClr val="lt1"/>
                </a:solidFill>
                <a:effectLst/>
                <a:uFillTx/>
                <a:latin typeface="Arial"/>
              </a:endParaRPr>
            </a:p>
          </p:txBody>
        </p:sp>
        <p:grpSp>
          <p:nvGrpSpPr>
            <p:cNvPr id="521" name="Graphic 22"/>
            <p:cNvGrpSpPr/>
            <p:nvPr/>
          </p:nvGrpSpPr>
          <p:grpSpPr>
            <a:xfrm>
              <a:off x="201960" y="6391800"/>
              <a:ext cx="797760" cy="300600"/>
              <a:chOff x="201960" y="6391800"/>
              <a:chExt cx="797760" cy="300600"/>
            </a:xfrm>
          </p:grpSpPr>
          <p:sp>
            <p:nvSpPr>
              <p:cNvPr id="522" name="Freeform 15"/>
              <p:cNvSpPr/>
              <p:nvPr/>
            </p:nvSpPr>
            <p:spPr>
              <a:xfrm>
                <a:off x="540720" y="6391800"/>
                <a:ext cx="135720" cy="300240"/>
              </a:xfrm>
              <a:custGeom>
                <a:avLst/>
                <a:gdLst>
                  <a:gd name="textAreaLeft" fmla="*/ 0 w 135720"/>
                  <a:gd name="textAreaRight" fmla="*/ 137160 w 135720"/>
                  <a:gd name="textAreaTop" fmla="*/ 0 h 300240"/>
                  <a:gd name="textAreaBottom" fmla="*/ 301680 h 300240"/>
                  <a:gd name="GluePoint1X" fmla="*/ 393478 w 547877"/>
                  <a:gd name="GluePoint1Y" fmla="*/ 129064 h 1204531"/>
                  <a:gd name="GluePoint2X" fmla="*/ 537686 w 547877"/>
                  <a:gd name="GluePoint2Y" fmla="*/ 74771 h 1204531"/>
                  <a:gd name="GluePoint3X" fmla="*/ 547878 w 547877"/>
                  <a:gd name="GluePoint3Y" fmla="*/ 74771 h 1204531"/>
                  <a:gd name="GluePoint4X" fmla="*/ 547878 w 547877"/>
                  <a:gd name="GluePoint4Y" fmla="*/ 0 h 1204531"/>
                  <a:gd name="GluePoint5X" fmla="*/ 267938 w 547877"/>
                  <a:gd name="GluePoint5Y" fmla="*/ 4667 h 1204531"/>
                  <a:gd name="GluePoint6X" fmla="*/ 0 w 547877"/>
                  <a:gd name="GluePoint6Y" fmla="*/ 0 h 1204531"/>
                  <a:gd name="GluePoint7X" fmla="*/ 0 w 547877"/>
                  <a:gd name="GluePoint7Y" fmla="*/ 74771 h 1204531"/>
                  <a:gd name="GluePoint8X" fmla="*/ 10192 w 547877"/>
                  <a:gd name="GluePoint8Y" fmla="*/ 74771 h 1204531"/>
                  <a:gd name="GluePoint9X" fmla="*/ 154400 w 547877"/>
                  <a:gd name="GluePoint9Y" fmla="*/ 128968 h 1204531"/>
                  <a:gd name="GluePoint10X" fmla="*/ 171640 w 547877"/>
                  <a:gd name="GluePoint10Y" fmla="*/ 363188 h 1204531"/>
                  <a:gd name="GluePoint11X" fmla="*/ 171640 w 547877"/>
                  <a:gd name="GluePoint11Y" fmla="*/ 841153 h 1204531"/>
                  <a:gd name="GluePoint12X" fmla="*/ 154496 w 547877"/>
                  <a:gd name="GluePoint12Y" fmla="*/ 1075373 h 1204531"/>
                  <a:gd name="GluePoint13X" fmla="*/ 10192 w 547877"/>
                  <a:gd name="GluePoint13Y" fmla="*/ 1129569 h 1204531"/>
                  <a:gd name="GluePoint14X" fmla="*/ 0 w 547877"/>
                  <a:gd name="GluePoint14Y" fmla="*/ 1129569 h 1204531"/>
                  <a:gd name="GluePoint15X" fmla="*/ 0 w 547877"/>
                  <a:gd name="GluePoint15Y" fmla="*/ 1204531 h 1204531"/>
                  <a:gd name="GluePoint16X" fmla="*/ 268224 w 547877"/>
                  <a:gd name="GluePoint16Y" fmla="*/ 1197102 h 1204531"/>
                  <a:gd name="GluePoint17X" fmla="*/ 547878 w 547877"/>
                  <a:gd name="GluePoint17Y" fmla="*/ 1204531 h 1204531"/>
                  <a:gd name="GluePoint18X" fmla="*/ 547878 w 547877"/>
                  <a:gd name="GluePoint18Y" fmla="*/ 1129569 h 1204531"/>
                  <a:gd name="GluePoint19X" fmla="*/ 537686 w 547877"/>
                  <a:gd name="GluePoint19Y" fmla="*/ 1129569 h 1204531"/>
                  <a:gd name="GluePoint20X" fmla="*/ 393478 w 547877"/>
                  <a:gd name="GluePoint20Y" fmla="*/ 1075468 h 1204531"/>
                  <a:gd name="GluePoint21X" fmla="*/ 376333 w 547877"/>
                  <a:gd name="GluePoint21Y" fmla="*/ 841153 h 1204531"/>
                  <a:gd name="GluePoint22X" fmla="*/ 376333 w 547877"/>
                  <a:gd name="GluePoint22Y" fmla="*/ 363188 h 1204531"/>
                  <a:gd name="GluePoint23X" fmla="*/ 393478 w 547877"/>
                  <a:gd name="GluePoint23Y" fmla="*/ 129064 h 1204531"/>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 ang="0">
                    <a:pos x="GluePoint16X" y="GluePoint16Y"/>
                  </a:cxn>
                  <a:cxn ang="0">
                    <a:pos x="GluePoint17X" y="GluePoint17Y"/>
                  </a:cxn>
                  <a:cxn ang="0">
                    <a:pos x="GluePoint18X" y="GluePoint18Y"/>
                  </a:cxn>
                  <a:cxn ang="0">
                    <a:pos x="GluePoint19X" y="GluePoint19Y"/>
                  </a:cxn>
                  <a:cxn ang="0">
                    <a:pos x="GluePoint20X" y="GluePoint20Y"/>
                  </a:cxn>
                  <a:cxn ang="0">
                    <a:pos x="GluePoint21X" y="GluePoint21Y"/>
                  </a:cxn>
                  <a:cxn ang="0">
                    <a:pos x="GluePoint22X" y="GluePoint22Y"/>
                  </a:cxn>
                  <a:cxn ang="0">
                    <a:pos x="GluePoint23X" y="GluePoint23Y"/>
                  </a:cxn>
                </a:cxnLst>
                <a:rect l="textAreaLeft" t="textAreaTop" r="textAreaRight" b="textAreaBottom"/>
                <a:pathLst>
                  <a:path w="547877" h="1204531">
                    <a:moveTo>
                      <a:pt x="393478" y="129064"/>
                    </a:moveTo>
                    <a:cubicBezTo>
                      <a:pt x="414242" y="74771"/>
                      <a:pt x="482727" y="74771"/>
                      <a:pt x="537686" y="74771"/>
                    </a:cubicBezTo>
                    <a:lnTo>
                      <a:pt x="547878" y="74771"/>
                    </a:lnTo>
                    <a:lnTo>
                      <a:pt x="547878" y="0"/>
                    </a:lnTo>
                    <a:cubicBezTo>
                      <a:pt x="547878" y="0"/>
                      <a:pt x="333565" y="4667"/>
                      <a:pt x="267938" y="4667"/>
                    </a:cubicBezTo>
                    <a:cubicBezTo>
                      <a:pt x="200406" y="4667"/>
                      <a:pt x="0" y="0"/>
                      <a:pt x="0" y="0"/>
                    </a:cubicBezTo>
                    <a:lnTo>
                      <a:pt x="0" y="74771"/>
                    </a:lnTo>
                    <a:lnTo>
                      <a:pt x="10192" y="74771"/>
                    </a:lnTo>
                    <a:cubicBezTo>
                      <a:pt x="65246" y="74771"/>
                      <a:pt x="133731" y="74771"/>
                      <a:pt x="154400" y="128968"/>
                    </a:cubicBezTo>
                    <a:cubicBezTo>
                      <a:pt x="171640" y="175450"/>
                      <a:pt x="171640" y="307086"/>
                      <a:pt x="171640" y="363188"/>
                    </a:cubicBezTo>
                    <a:lnTo>
                      <a:pt x="171640" y="841153"/>
                    </a:lnTo>
                    <a:cubicBezTo>
                      <a:pt x="171640" y="897350"/>
                      <a:pt x="171640" y="1028890"/>
                      <a:pt x="154496" y="1075373"/>
                    </a:cubicBezTo>
                    <a:cubicBezTo>
                      <a:pt x="133731" y="1129569"/>
                      <a:pt x="65246" y="1129569"/>
                      <a:pt x="10192" y="1129569"/>
                    </a:cubicBezTo>
                    <a:lnTo>
                      <a:pt x="0" y="1129569"/>
                    </a:lnTo>
                    <a:lnTo>
                      <a:pt x="0" y="1204531"/>
                    </a:lnTo>
                    <a:cubicBezTo>
                      <a:pt x="0" y="1204341"/>
                      <a:pt x="173260" y="1197102"/>
                      <a:pt x="268224" y="1197102"/>
                    </a:cubicBezTo>
                    <a:cubicBezTo>
                      <a:pt x="377476" y="1197102"/>
                      <a:pt x="547878" y="1204531"/>
                      <a:pt x="547878" y="1204531"/>
                    </a:cubicBezTo>
                    <a:lnTo>
                      <a:pt x="547878" y="1129569"/>
                    </a:lnTo>
                    <a:lnTo>
                      <a:pt x="537686" y="1129569"/>
                    </a:lnTo>
                    <a:cubicBezTo>
                      <a:pt x="482727" y="1129569"/>
                      <a:pt x="414242" y="1129569"/>
                      <a:pt x="393478" y="1075468"/>
                    </a:cubicBezTo>
                    <a:cubicBezTo>
                      <a:pt x="376333" y="1028890"/>
                      <a:pt x="376333" y="897350"/>
                      <a:pt x="376333" y="841153"/>
                    </a:cubicBezTo>
                    <a:lnTo>
                      <a:pt x="376333" y="363188"/>
                    </a:lnTo>
                    <a:cubicBezTo>
                      <a:pt x="376333" y="307086"/>
                      <a:pt x="376333" y="175450"/>
                      <a:pt x="393478" y="129064"/>
                    </a:cubicBezTo>
                  </a:path>
                </a:pathLst>
              </a:custGeom>
              <a:solidFill>
                <a:schemeClr val="bg1"/>
              </a:solidFill>
              <a:ln w="9525">
                <a:noFill/>
              </a:ln>
            </p:spPr>
            <p:style>
              <a:lnRef idx="0"/>
              <a:fillRef idx="0"/>
              <a:effectRef idx="0"/>
              <a:fontRef idx="minor"/>
            </p:style>
            <p:txBody>
              <a:bodyPr lIns="68040" tIns="45000" rIns="68040" bIns="45000" anchor="ctr">
                <a:noAutofit/>
              </a:bodyPr>
              <a:p>
                <a:endParaRPr lang="en-US" sz="1800" b="0" u="none" strike="noStrike">
                  <a:solidFill>
                    <a:schemeClr val="dk1"/>
                  </a:solidFill>
                  <a:effectLst/>
                  <a:uFillTx/>
                  <a:latin typeface="Arial"/>
                </a:endParaRPr>
              </a:p>
            </p:txBody>
          </p:sp>
          <p:sp>
            <p:nvSpPr>
              <p:cNvPr id="523" name="Freeform 16"/>
              <p:cNvSpPr/>
              <p:nvPr/>
            </p:nvSpPr>
            <p:spPr>
              <a:xfrm>
                <a:off x="718920" y="6392160"/>
                <a:ext cx="280800" cy="300240"/>
              </a:xfrm>
              <a:custGeom>
                <a:avLst/>
                <a:gdLst>
                  <a:gd name="textAreaLeft" fmla="*/ 0 w 280800"/>
                  <a:gd name="textAreaRight" fmla="*/ 282240 w 280800"/>
                  <a:gd name="textAreaTop" fmla="*/ 0 h 300240"/>
                  <a:gd name="textAreaBottom" fmla="*/ 301680 h 300240"/>
                  <a:gd name="GluePoint1X" fmla="*/ 0 w 1126902"/>
                  <a:gd name="GluePoint1Y" fmla="*/ 0 h 1204245"/>
                  <a:gd name="GluePoint2X" fmla="*/ 0 w 1126902"/>
                  <a:gd name="GluePoint2Y" fmla="*/ 312420 h 1204245"/>
                  <a:gd name="GluePoint3X" fmla="*/ 74295 w 1126902"/>
                  <a:gd name="GluePoint3Y" fmla="*/ 312420 h 1204245"/>
                  <a:gd name="GluePoint4X" fmla="*/ 74581 w 1126902"/>
                  <a:gd name="GluePoint4Y" fmla="*/ 302609 h 1204245"/>
                  <a:gd name="GluePoint5X" fmla="*/ 334328 w 1126902"/>
                  <a:gd name="GluePoint5Y" fmla="*/ 90773 h 1204245"/>
                  <a:gd name="GluePoint6X" fmla="*/ 352330 w 1126902"/>
                  <a:gd name="GluePoint6Y" fmla="*/ 90678 h 1204245"/>
                  <a:gd name="GluePoint7X" fmla="*/ 453200 w 1126902"/>
                  <a:gd name="GluePoint7Y" fmla="*/ 106204 h 1204245"/>
                  <a:gd name="GluePoint8X" fmla="*/ 461201 w 1126902"/>
                  <a:gd name="GluePoint8Y" fmla="*/ 128873 h 1204245"/>
                  <a:gd name="GluePoint9X" fmla="*/ 461201 w 1126902"/>
                  <a:gd name="GluePoint9Y" fmla="*/ 950119 h 1204245"/>
                  <a:gd name="GluePoint10X" fmla="*/ 272510 w 1126902"/>
                  <a:gd name="GluePoint10Y" fmla="*/ 1129475 h 1204245"/>
                  <a:gd name="GluePoint11X" fmla="*/ 262700 w 1126902"/>
                  <a:gd name="GluePoint11Y" fmla="*/ 1129856 h 1204245"/>
                  <a:gd name="GluePoint12X" fmla="*/ 262700 w 1126902"/>
                  <a:gd name="GluePoint12Y" fmla="*/ 1204246 h 1204245"/>
                  <a:gd name="GluePoint13X" fmla="*/ 578548 w 1126902"/>
                  <a:gd name="GluePoint13Y" fmla="*/ 1196911 h 1204245"/>
                  <a:gd name="GluePoint14X" fmla="*/ 864203 w 1126902"/>
                  <a:gd name="GluePoint14Y" fmla="*/ 1204246 h 1204245"/>
                  <a:gd name="GluePoint15X" fmla="*/ 864203 w 1126902"/>
                  <a:gd name="GluePoint15Y" fmla="*/ 1129856 h 1204245"/>
                  <a:gd name="GluePoint16X" fmla="*/ 854393 w 1126902"/>
                  <a:gd name="GluePoint16Y" fmla="*/ 1129475 h 1204245"/>
                  <a:gd name="GluePoint17X" fmla="*/ 665702 w 1126902"/>
                  <a:gd name="GluePoint17Y" fmla="*/ 950119 h 1204245"/>
                  <a:gd name="GluePoint18X" fmla="*/ 665702 w 1126902"/>
                  <a:gd name="GluePoint18Y" fmla="*/ 128873 h 1204245"/>
                  <a:gd name="GluePoint19X" fmla="*/ 673608 w 1126902"/>
                  <a:gd name="GluePoint19Y" fmla="*/ 108490 h 1204245"/>
                  <a:gd name="GluePoint20X" fmla="*/ 791718 w 1126902"/>
                  <a:gd name="GluePoint20Y" fmla="*/ 90488 h 1204245"/>
                  <a:gd name="GluePoint21X" fmla="*/ 815912 w 1126902"/>
                  <a:gd name="GluePoint21Y" fmla="*/ 90773 h 1204245"/>
                  <a:gd name="GluePoint22X" fmla="*/ 1052513 w 1126902"/>
                  <a:gd name="GluePoint22Y" fmla="*/ 302895 h 1204245"/>
                  <a:gd name="GluePoint23X" fmla="*/ 1053084 w 1126902"/>
                  <a:gd name="GluePoint23Y" fmla="*/ 312420 h 1204245"/>
                  <a:gd name="GluePoint24X" fmla="*/ 1126903 w 1126902"/>
                  <a:gd name="GluePoint24Y" fmla="*/ 312420 h 1204245"/>
                  <a:gd name="GluePoint25X" fmla="*/ 1126903 w 1126902"/>
                  <a:gd name="GluePoint25Y" fmla="*/ 0 h 1204245"/>
                  <a:gd name="GluePoint26X" fmla="*/ 563404 w 1126902"/>
                  <a:gd name="GluePoint26Y" fmla="*/ 2857 h 1204245"/>
                  <a:gd name="GluePoint27X" fmla="*/ 0 w 1126902"/>
                  <a:gd name="GluePoint27Y" fmla="*/ 0 h 1204245"/>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 ang="0">
                    <a:pos x="GluePoint16X" y="GluePoint16Y"/>
                  </a:cxn>
                  <a:cxn ang="0">
                    <a:pos x="GluePoint17X" y="GluePoint17Y"/>
                  </a:cxn>
                  <a:cxn ang="0">
                    <a:pos x="GluePoint18X" y="GluePoint18Y"/>
                  </a:cxn>
                  <a:cxn ang="0">
                    <a:pos x="GluePoint19X" y="GluePoint19Y"/>
                  </a:cxn>
                  <a:cxn ang="0">
                    <a:pos x="GluePoint20X" y="GluePoint20Y"/>
                  </a:cxn>
                  <a:cxn ang="0">
                    <a:pos x="GluePoint21X" y="GluePoint21Y"/>
                  </a:cxn>
                  <a:cxn ang="0">
                    <a:pos x="GluePoint22X" y="GluePoint22Y"/>
                  </a:cxn>
                  <a:cxn ang="0">
                    <a:pos x="GluePoint23X" y="GluePoint23Y"/>
                  </a:cxn>
                  <a:cxn ang="0">
                    <a:pos x="GluePoint24X" y="GluePoint24Y"/>
                  </a:cxn>
                  <a:cxn ang="0">
                    <a:pos x="GluePoint25X" y="GluePoint25Y"/>
                  </a:cxn>
                  <a:cxn ang="0">
                    <a:pos x="GluePoint26X" y="GluePoint26Y"/>
                  </a:cxn>
                  <a:cxn ang="0">
                    <a:pos x="GluePoint27X" y="GluePoint27Y"/>
                  </a:cxn>
                </a:cxnLst>
                <a:rect l="textAreaLeft" t="textAreaTop" r="textAreaRight" b="textAreaBottom"/>
                <a:pathLst>
                  <a:path w="1126902" h="1204245">
                    <a:moveTo>
                      <a:pt x="0" y="0"/>
                    </a:moveTo>
                    <a:lnTo>
                      <a:pt x="0" y="312420"/>
                    </a:lnTo>
                    <a:lnTo>
                      <a:pt x="74295" y="312420"/>
                    </a:lnTo>
                    <a:lnTo>
                      <a:pt x="74581" y="302609"/>
                    </a:lnTo>
                    <a:cubicBezTo>
                      <a:pt x="81344" y="99346"/>
                      <a:pt x="159163" y="90773"/>
                      <a:pt x="334328" y="90773"/>
                    </a:cubicBezTo>
                    <a:cubicBezTo>
                      <a:pt x="340328" y="90773"/>
                      <a:pt x="346424" y="90773"/>
                      <a:pt x="352330" y="90678"/>
                    </a:cubicBezTo>
                    <a:cubicBezTo>
                      <a:pt x="395859" y="90392"/>
                      <a:pt x="437007" y="90106"/>
                      <a:pt x="453200" y="106204"/>
                    </a:cubicBezTo>
                    <a:cubicBezTo>
                      <a:pt x="458629" y="111538"/>
                      <a:pt x="461201" y="118967"/>
                      <a:pt x="461201" y="128873"/>
                    </a:cubicBezTo>
                    <a:lnTo>
                      <a:pt x="461201" y="950119"/>
                    </a:lnTo>
                    <a:cubicBezTo>
                      <a:pt x="461201" y="1072039"/>
                      <a:pt x="444151" y="1122426"/>
                      <a:pt x="272510" y="1129475"/>
                    </a:cubicBezTo>
                    <a:lnTo>
                      <a:pt x="262700" y="1129856"/>
                    </a:lnTo>
                    <a:lnTo>
                      <a:pt x="262700" y="1204246"/>
                    </a:lnTo>
                    <a:cubicBezTo>
                      <a:pt x="262700" y="1204246"/>
                      <a:pt x="462725" y="1196911"/>
                      <a:pt x="578548" y="1196911"/>
                    </a:cubicBezTo>
                    <a:cubicBezTo>
                      <a:pt x="666941" y="1196911"/>
                      <a:pt x="864203" y="1204246"/>
                      <a:pt x="864203" y="1204246"/>
                    </a:cubicBezTo>
                    <a:lnTo>
                      <a:pt x="864203" y="1129856"/>
                    </a:lnTo>
                    <a:lnTo>
                      <a:pt x="854393" y="1129475"/>
                    </a:lnTo>
                    <a:cubicBezTo>
                      <a:pt x="682752" y="1122426"/>
                      <a:pt x="665702" y="1072039"/>
                      <a:pt x="665702" y="950119"/>
                    </a:cubicBezTo>
                    <a:lnTo>
                      <a:pt x="665702" y="128873"/>
                    </a:lnTo>
                    <a:cubicBezTo>
                      <a:pt x="665702" y="120396"/>
                      <a:pt x="668369" y="113729"/>
                      <a:pt x="673608" y="108490"/>
                    </a:cubicBezTo>
                    <a:cubicBezTo>
                      <a:pt x="693420" y="89059"/>
                      <a:pt x="747903" y="89821"/>
                      <a:pt x="791718" y="90488"/>
                    </a:cubicBezTo>
                    <a:cubicBezTo>
                      <a:pt x="800005" y="90583"/>
                      <a:pt x="808196" y="90773"/>
                      <a:pt x="815912" y="90773"/>
                    </a:cubicBezTo>
                    <a:cubicBezTo>
                      <a:pt x="987267" y="90773"/>
                      <a:pt x="1042511" y="140303"/>
                      <a:pt x="1052513" y="302895"/>
                    </a:cubicBezTo>
                    <a:lnTo>
                      <a:pt x="1053084" y="312420"/>
                    </a:lnTo>
                    <a:lnTo>
                      <a:pt x="1126903" y="312420"/>
                    </a:lnTo>
                    <a:lnTo>
                      <a:pt x="1126903" y="0"/>
                    </a:lnTo>
                    <a:cubicBezTo>
                      <a:pt x="1126903" y="0"/>
                      <a:pt x="694468" y="2857"/>
                      <a:pt x="563404" y="2857"/>
                    </a:cubicBezTo>
                    <a:cubicBezTo>
                      <a:pt x="432340" y="2857"/>
                      <a:pt x="0" y="0"/>
                      <a:pt x="0" y="0"/>
                    </a:cubicBezTo>
                  </a:path>
                </a:pathLst>
              </a:custGeom>
              <a:solidFill>
                <a:schemeClr val="bg1"/>
              </a:solidFill>
              <a:ln w="9525">
                <a:noFill/>
              </a:ln>
            </p:spPr>
            <p:style>
              <a:lnRef idx="0"/>
              <a:fillRef idx="0"/>
              <a:effectRef idx="0"/>
              <a:fontRef idx="minor"/>
            </p:style>
            <p:txBody>
              <a:bodyPr lIns="90000" tIns="45000" rIns="90000" bIns="45000" anchor="ctr">
                <a:noAutofit/>
              </a:bodyPr>
              <a:p>
                <a:endParaRPr lang="en-US" sz="1800" b="0" u="none" strike="noStrike">
                  <a:solidFill>
                    <a:schemeClr val="dk1"/>
                  </a:solidFill>
                  <a:effectLst/>
                  <a:uFillTx/>
                  <a:latin typeface="Arial"/>
                </a:endParaRPr>
              </a:p>
            </p:txBody>
          </p:sp>
          <p:sp>
            <p:nvSpPr>
              <p:cNvPr id="524" name="Freeform 17"/>
              <p:cNvSpPr/>
              <p:nvPr/>
            </p:nvSpPr>
            <p:spPr>
              <a:xfrm>
                <a:off x="201960" y="6391800"/>
                <a:ext cx="297720" cy="300240"/>
              </a:xfrm>
              <a:custGeom>
                <a:avLst/>
                <a:gdLst>
                  <a:gd name="textAreaLeft" fmla="*/ 0 w 297720"/>
                  <a:gd name="textAreaRight" fmla="*/ 299160 w 297720"/>
                  <a:gd name="textAreaTop" fmla="*/ 0 h 300240"/>
                  <a:gd name="textAreaBottom" fmla="*/ 301680 h 300240"/>
                  <a:gd name="GluePoint1X" fmla="*/ 372618 w 1195101"/>
                  <a:gd name="GluePoint1Y" fmla="*/ 571786 h 1204626"/>
                  <a:gd name="GluePoint2X" fmla="*/ 372523 w 1195101"/>
                  <a:gd name="GluePoint2Y" fmla="*/ 134303 h 1204626"/>
                  <a:gd name="GluePoint3X" fmla="*/ 386239 w 1195101"/>
                  <a:gd name="GluePoint3Y" fmla="*/ 86487 h 1204626"/>
                  <a:gd name="GluePoint4X" fmla="*/ 498348 w 1195101"/>
                  <a:gd name="GluePoint4Y" fmla="*/ 85630 h 1204626"/>
                  <a:gd name="GluePoint5X" fmla="*/ 738473 w 1195101"/>
                  <a:gd name="GluePoint5Y" fmla="*/ 330518 h 1204626"/>
                  <a:gd name="GluePoint6X" fmla="*/ 640747 w 1195101"/>
                  <a:gd name="GluePoint6Y" fmla="*/ 541687 h 1204626"/>
                  <a:gd name="GluePoint7X" fmla="*/ 372618 w 1195101"/>
                  <a:gd name="GluePoint7Y" fmla="*/ 571786 h 1204626"/>
                  <a:gd name="GluePoint8X" fmla="*/ 1186529 w 1195101"/>
                  <a:gd name="GluePoint8Y" fmla="*/ 1129760 h 1204626"/>
                  <a:gd name="GluePoint9X" fmla="*/ 1017461 w 1195101"/>
                  <a:gd name="GluePoint9Y" fmla="*/ 1040702 h 1204626"/>
                  <a:gd name="GluePoint10X" fmla="*/ 661797 w 1195101"/>
                  <a:gd name="GluePoint10Y" fmla="*/ 632460 h 1204626"/>
                  <a:gd name="GluePoint11X" fmla="*/ 964597 w 1195101"/>
                  <a:gd name="GluePoint11Y" fmla="*/ 305371 h 1204626"/>
                  <a:gd name="GluePoint12X" fmla="*/ 831056 w 1195101"/>
                  <a:gd name="GluePoint12Y" fmla="*/ 55816 h 1204626"/>
                  <a:gd name="GluePoint13X" fmla="*/ 544639 w 1195101"/>
                  <a:gd name="GluePoint13Y" fmla="*/ 190 h 1204626"/>
                  <a:gd name="GluePoint14X" fmla="*/ 317468 w 1195101"/>
                  <a:gd name="GluePoint14Y" fmla="*/ 4191 h 1204626"/>
                  <a:gd name="GluePoint15X" fmla="*/ 191 w 1195101"/>
                  <a:gd name="GluePoint15Y" fmla="*/ 0 h 1204626"/>
                  <a:gd name="GluePoint16X" fmla="*/ 191 w 1195101"/>
                  <a:gd name="GluePoint16Y" fmla="*/ 74866 h 1204626"/>
                  <a:gd name="GluePoint17X" fmla="*/ 15050 w 1195101"/>
                  <a:gd name="GluePoint17Y" fmla="*/ 74866 h 1204626"/>
                  <a:gd name="GluePoint18X" fmla="*/ 152781 w 1195101"/>
                  <a:gd name="GluePoint18Y" fmla="*/ 128683 h 1204626"/>
                  <a:gd name="GluePoint19X" fmla="*/ 168307 w 1195101"/>
                  <a:gd name="GluePoint19Y" fmla="*/ 350139 h 1204626"/>
                  <a:gd name="GluePoint20X" fmla="*/ 168307 w 1195101"/>
                  <a:gd name="GluePoint20Y" fmla="*/ 841248 h 1204626"/>
                  <a:gd name="GluePoint21X" fmla="*/ 161068 w 1195101"/>
                  <a:gd name="GluePoint21Y" fmla="*/ 1034129 h 1204626"/>
                  <a:gd name="GluePoint22X" fmla="*/ 152686 w 1195101"/>
                  <a:gd name="GluePoint22Y" fmla="*/ 1075944 h 1204626"/>
                  <a:gd name="GluePoint23X" fmla="*/ 10382 w 1195101"/>
                  <a:gd name="GluePoint23Y" fmla="*/ 1129665 h 1204626"/>
                  <a:gd name="GluePoint24X" fmla="*/ 0 w 1195101"/>
                  <a:gd name="GluePoint24Y" fmla="*/ 1129665 h 1204626"/>
                  <a:gd name="GluePoint25X" fmla="*/ 0 w 1195101"/>
                  <a:gd name="GluePoint25Y" fmla="*/ 1204532 h 1204626"/>
                  <a:gd name="GluePoint26X" fmla="*/ 278225 w 1195101"/>
                  <a:gd name="GluePoint26Y" fmla="*/ 1197102 h 1204626"/>
                  <a:gd name="GluePoint27X" fmla="*/ 540734 w 1195101"/>
                  <a:gd name="GluePoint27Y" fmla="*/ 1204532 h 1204626"/>
                  <a:gd name="GluePoint28X" fmla="*/ 540734 w 1195101"/>
                  <a:gd name="GluePoint28Y" fmla="*/ 1129665 h 1204626"/>
                  <a:gd name="GluePoint29X" fmla="*/ 525971 w 1195101"/>
                  <a:gd name="GluePoint29Y" fmla="*/ 1129665 h 1204626"/>
                  <a:gd name="GluePoint30X" fmla="*/ 388239 w 1195101"/>
                  <a:gd name="GluePoint30Y" fmla="*/ 1075754 h 1204626"/>
                  <a:gd name="GluePoint31X" fmla="*/ 379857 w 1195101"/>
                  <a:gd name="GluePoint31Y" fmla="*/ 1034034 h 1204626"/>
                  <a:gd name="GluePoint32X" fmla="*/ 372618 w 1195101"/>
                  <a:gd name="GluePoint32Y" fmla="*/ 854297 h 1204626"/>
                  <a:gd name="GluePoint33X" fmla="*/ 372618 w 1195101"/>
                  <a:gd name="GluePoint33Y" fmla="*/ 653510 h 1204626"/>
                  <a:gd name="GluePoint34X" fmla="*/ 479107 w 1195101"/>
                  <a:gd name="GluePoint34Y" fmla="*/ 702469 h 1204626"/>
                  <a:gd name="GluePoint35X" fmla="*/ 501110 w 1195101"/>
                  <a:gd name="GluePoint35Y" fmla="*/ 728472 h 1204626"/>
                  <a:gd name="GluePoint36X" fmla="*/ 797909 w 1195101"/>
                  <a:gd name="GluePoint36Y" fmla="*/ 1096804 h 1204626"/>
                  <a:gd name="GluePoint37X" fmla="*/ 885158 w 1195101"/>
                  <a:gd name="GluePoint37Y" fmla="*/ 1204532 h 1204626"/>
                  <a:gd name="GluePoint38X" fmla="*/ 1027366 w 1195101"/>
                  <a:gd name="GluePoint38Y" fmla="*/ 1200436 h 1204626"/>
                  <a:gd name="GluePoint39X" fmla="*/ 1195102 w 1195101"/>
                  <a:gd name="GluePoint39Y" fmla="*/ 1204627 h 1204626"/>
                  <a:gd name="GluePoint40X" fmla="*/ 1195102 w 1195101"/>
                  <a:gd name="GluePoint40Y" fmla="*/ 1131094 h 1204626"/>
                  <a:gd name="GluePoint41X" fmla="*/ 1186529 w 1195101"/>
                  <a:gd name="GluePoint41Y" fmla="*/ 1129760 h 1204626"/>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 ang="0">
                    <a:pos x="GluePoint16X" y="GluePoint16Y"/>
                  </a:cxn>
                  <a:cxn ang="0">
                    <a:pos x="GluePoint17X" y="GluePoint17Y"/>
                  </a:cxn>
                  <a:cxn ang="0">
                    <a:pos x="GluePoint18X" y="GluePoint18Y"/>
                  </a:cxn>
                  <a:cxn ang="0">
                    <a:pos x="GluePoint19X" y="GluePoint19Y"/>
                  </a:cxn>
                  <a:cxn ang="0">
                    <a:pos x="GluePoint20X" y="GluePoint20Y"/>
                  </a:cxn>
                  <a:cxn ang="0">
                    <a:pos x="GluePoint21X" y="GluePoint21Y"/>
                  </a:cxn>
                  <a:cxn ang="0">
                    <a:pos x="GluePoint22X" y="GluePoint22Y"/>
                  </a:cxn>
                  <a:cxn ang="0">
                    <a:pos x="GluePoint23X" y="GluePoint23Y"/>
                  </a:cxn>
                  <a:cxn ang="0">
                    <a:pos x="GluePoint24X" y="GluePoint24Y"/>
                  </a:cxn>
                  <a:cxn ang="0">
                    <a:pos x="GluePoint25X" y="GluePoint25Y"/>
                  </a:cxn>
                  <a:cxn ang="0">
                    <a:pos x="GluePoint26X" y="GluePoint26Y"/>
                  </a:cxn>
                  <a:cxn ang="0">
                    <a:pos x="GluePoint27X" y="GluePoint27Y"/>
                  </a:cxn>
                  <a:cxn ang="0">
                    <a:pos x="GluePoint28X" y="GluePoint28Y"/>
                  </a:cxn>
                  <a:cxn ang="0">
                    <a:pos x="GluePoint29X" y="GluePoint29Y"/>
                  </a:cxn>
                  <a:cxn ang="0">
                    <a:pos x="GluePoint30X" y="GluePoint30Y"/>
                  </a:cxn>
                  <a:cxn ang="0">
                    <a:pos x="GluePoint31X" y="GluePoint31Y"/>
                  </a:cxn>
                  <a:cxn ang="0">
                    <a:pos x="GluePoint32X" y="GluePoint32Y"/>
                  </a:cxn>
                  <a:cxn ang="0">
                    <a:pos x="GluePoint33X" y="GluePoint33Y"/>
                  </a:cxn>
                  <a:cxn ang="0">
                    <a:pos x="GluePoint34X" y="GluePoint34Y"/>
                  </a:cxn>
                  <a:cxn ang="0">
                    <a:pos x="GluePoint35X" y="GluePoint35Y"/>
                  </a:cxn>
                  <a:cxn ang="0">
                    <a:pos x="GluePoint36X" y="GluePoint36Y"/>
                  </a:cxn>
                  <a:cxn ang="0">
                    <a:pos x="GluePoint37X" y="GluePoint37Y"/>
                  </a:cxn>
                  <a:cxn ang="0">
                    <a:pos x="GluePoint38X" y="GluePoint38Y"/>
                  </a:cxn>
                  <a:cxn ang="0">
                    <a:pos x="GluePoint39X" y="GluePoint39Y"/>
                  </a:cxn>
                  <a:cxn ang="0">
                    <a:pos x="GluePoint40X" y="GluePoint40Y"/>
                  </a:cxn>
                  <a:cxn ang="0">
                    <a:pos x="GluePoint41X" y="GluePoint41Y"/>
                  </a:cxn>
                </a:cxnLst>
                <a:rect l="textAreaLeft" t="textAreaTop" r="textAreaRight" b="textAreaBottom"/>
                <a:pathLst>
                  <a:path w="1195101" h="1204626">
                    <a:moveTo>
                      <a:pt x="372618" y="571786"/>
                    </a:moveTo>
                    <a:cubicBezTo>
                      <a:pt x="372618" y="571786"/>
                      <a:pt x="372618" y="136874"/>
                      <a:pt x="372523" y="134303"/>
                    </a:cubicBezTo>
                    <a:cubicBezTo>
                      <a:pt x="372237" y="116967"/>
                      <a:pt x="371761" y="93250"/>
                      <a:pt x="386239" y="86487"/>
                    </a:cubicBezTo>
                    <a:cubicBezTo>
                      <a:pt x="396240" y="82105"/>
                      <a:pt x="493014" y="85630"/>
                      <a:pt x="498348" y="85630"/>
                    </a:cubicBezTo>
                    <a:cubicBezTo>
                      <a:pt x="650938" y="85630"/>
                      <a:pt x="738473" y="174974"/>
                      <a:pt x="738473" y="330518"/>
                    </a:cubicBezTo>
                    <a:cubicBezTo>
                      <a:pt x="738473" y="443960"/>
                      <a:pt x="708374" y="509016"/>
                      <a:pt x="640747" y="541687"/>
                    </a:cubicBezTo>
                    <a:cubicBezTo>
                      <a:pt x="577691" y="571976"/>
                      <a:pt x="372618" y="571786"/>
                      <a:pt x="372618" y="571786"/>
                    </a:cubicBezTo>
                    <a:moveTo>
                      <a:pt x="1186529" y="1129760"/>
                    </a:moveTo>
                    <a:cubicBezTo>
                      <a:pt x="1100138" y="1116235"/>
                      <a:pt x="1074134" y="1106424"/>
                      <a:pt x="1017461" y="1040702"/>
                    </a:cubicBezTo>
                    <a:lnTo>
                      <a:pt x="661797" y="632460"/>
                    </a:lnTo>
                    <a:cubicBezTo>
                      <a:pt x="849059" y="608076"/>
                      <a:pt x="964597" y="484251"/>
                      <a:pt x="964597" y="305371"/>
                    </a:cubicBezTo>
                    <a:cubicBezTo>
                      <a:pt x="964597" y="188976"/>
                      <a:pt x="919544" y="105061"/>
                      <a:pt x="831056" y="55816"/>
                    </a:cubicBezTo>
                    <a:cubicBezTo>
                      <a:pt x="763619" y="18383"/>
                      <a:pt x="670084" y="190"/>
                      <a:pt x="544639" y="190"/>
                    </a:cubicBezTo>
                    <a:cubicBezTo>
                      <a:pt x="507206" y="1143"/>
                      <a:pt x="416909" y="4191"/>
                      <a:pt x="317468" y="4191"/>
                    </a:cubicBezTo>
                    <a:cubicBezTo>
                      <a:pt x="214313" y="4191"/>
                      <a:pt x="191" y="0"/>
                      <a:pt x="191" y="0"/>
                    </a:cubicBezTo>
                    <a:lnTo>
                      <a:pt x="191" y="74866"/>
                    </a:lnTo>
                    <a:lnTo>
                      <a:pt x="15050" y="74866"/>
                    </a:lnTo>
                    <a:cubicBezTo>
                      <a:pt x="71818" y="74486"/>
                      <a:pt x="135731" y="74771"/>
                      <a:pt x="152781" y="128683"/>
                    </a:cubicBezTo>
                    <a:cubicBezTo>
                      <a:pt x="168307" y="175355"/>
                      <a:pt x="168307" y="306896"/>
                      <a:pt x="168307" y="350139"/>
                    </a:cubicBezTo>
                    <a:lnTo>
                      <a:pt x="168307" y="841248"/>
                    </a:lnTo>
                    <a:cubicBezTo>
                      <a:pt x="168307" y="895445"/>
                      <a:pt x="168307" y="977837"/>
                      <a:pt x="161068" y="1034129"/>
                    </a:cubicBezTo>
                    <a:cubicBezTo>
                      <a:pt x="158972" y="1050798"/>
                      <a:pt x="156210" y="1065276"/>
                      <a:pt x="152686" y="1075944"/>
                    </a:cubicBezTo>
                    <a:cubicBezTo>
                      <a:pt x="135350" y="1129665"/>
                      <a:pt x="66104" y="1129665"/>
                      <a:pt x="10382" y="1129665"/>
                    </a:cubicBezTo>
                    <a:lnTo>
                      <a:pt x="0" y="1129665"/>
                    </a:lnTo>
                    <a:lnTo>
                      <a:pt x="0" y="1204532"/>
                    </a:lnTo>
                    <a:cubicBezTo>
                      <a:pt x="0" y="1204532"/>
                      <a:pt x="166783" y="1197102"/>
                      <a:pt x="278225" y="1197102"/>
                    </a:cubicBezTo>
                    <a:cubicBezTo>
                      <a:pt x="374047" y="1197102"/>
                      <a:pt x="540734" y="1204246"/>
                      <a:pt x="540734" y="1204532"/>
                    </a:cubicBezTo>
                    <a:lnTo>
                      <a:pt x="540734" y="1129665"/>
                    </a:lnTo>
                    <a:lnTo>
                      <a:pt x="525971" y="1129665"/>
                    </a:lnTo>
                    <a:cubicBezTo>
                      <a:pt x="470059" y="1129951"/>
                      <a:pt x="406813" y="1129760"/>
                      <a:pt x="388239" y="1075754"/>
                    </a:cubicBezTo>
                    <a:cubicBezTo>
                      <a:pt x="384620" y="1065086"/>
                      <a:pt x="381953" y="1050607"/>
                      <a:pt x="379857" y="1034034"/>
                    </a:cubicBezTo>
                    <a:cubicBezTo>
                      <a:pt x="372618" y="978122"/>
                      <a:pt x="372618" y="898017"/>
                      <a:pt x="372618" y="854297"/>
                    </a:cubicBezTo>
                    <a:lnTo>
                      <a:pt x="372618" y="653510"/>
                    </a:lnTo>
                    <a:cubicBezTo>
                      <a:pt x="439198" y="654082"/>
                      <a:pt x="444913" y="661035"/>
                      <a:pt x="479107" y="702469"/>
                    </a:cubicBezTo>
                    <a:cubicBezTo>
                      <a:pt x="485489" y="710089"/>
                      <a:pt x="492728" y="718756"/>
                      <a:pt x="501110" y="728472"/>
                    </a:cubicBezTo>
                    <a:lnTo>
                      <a:pt x="797909" y="1096804"/>
                    </a:lnTo>
                    <a:lnTo>
                      <a:pt x="885158" y="1204532"/>
                    </a:lnTo>
                    <a:cubicBezTo>
                      <a:pt x="885158" y="1204532"/>
                      <a:pt x="980885" y="1200436"/>
                      <a:pt x="1027366" y="1200436"/>
                    </a:cubicBezTo>
                    <a:cubicBezTo>
                      <a:pt x="1094994" y="1200436"/>
                      <a:pt x="1195102" y="1204627"/>
                      <a:pt x="1195102" y="1204627"/>
                    </a:cubicBezTo>
                    <a:lnTo>
                      <a:pt x="1195102" y="1131094"/>
                    </a:lnTo>
                    <a:lnTo>
                      <a:pt x="1186529" y="1129760"/>
                    </a:lnTo>
                    <a:close/>
                  </a:path>
                </a:pathLst>
              </a:custGeom>
              <a:solidFill>
                <a:schemeClr val="bg1"/>
              </a:solidFill>
              <a:ln w="9525">
                <a:noFill/>
              </a:ln>
            </p:spPr>
            <p:style>
              <a:lnRef idx="0"/>
              <a:fillRef idx="0"/>
              <a:effectRef idx="0"/>
              <a:fontRef idx="minor"/>
            </p:style>
            <p:txBody>
              <a:bodyPr lIns="90000" tIns="45000" rIns="90000" bIns="45000" anchor="ctr">
                <a:noAutofit/>
              </a:bodyPr>
              <a:p>
                <a:endParaRPr lang="en-US" sz="1800" b="0" u="none" strike="noStrike">
                  <a:solidFill>
                    <a:schemeClr val="dk1"/>
                  </a:solidFill>
                  <a:effectLst/>
                  <a:uFillTx/>
                  <a:latin typeface="Arial"/>
                </a:endParaRPr>
              </a:p>
            </p:txBody>
          </p:sp>
        </p:grpSp>
      </p:grpSp>
      <p:sp>
        <p:nvSpPr>
          <p:cNvPr id="525" name="Rectangle 2"/>
          <p:cNvSpPr/>
          <p:nvPr/>
        </p:nvSpPr>
        <p:spPr>
          <a:xfrm>
            <a:off x="0" y="0"/>
            <a:ext cx="12190680" cy="106128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p>
            <a:endParaRPr lang="en-US" sz="1800" b="0" u="none" strike="noStrike">
              <a:solidFill>
                <a:schemeClr val="lt1"/>
              </a:solidFill>
              <a:effectLst/>
              <a:uFillTx/>
              <a:latin typeface="Arial"/>
            </a:endParaRPr>
          </a:p>
        </p:txBody>
      </p:sp>
      <p:sp>
        <p:nvSpPr>
          <p:cNvPr id="526" name="PlaceHolder 1"/>
          <p:cNvSpPr>
            <a:spLocks noGrp="1"/>
          </p:cNvSpPr>
          <p:nvPr>
            <p:ph type="title" hasCustomPrompt="1"/>
          </p:nvPr>
        </p:nvSpPr>
        <p:spPr>
          <a:xfrm>
            <a:off x="-6840" y="130320"/>
            <a:ext cx="12201120" cy="930960"/>
          </a:xfrm>
          <a:prstGeom prst="rect">
            <a:avLst/>
          </a:prstGeom>
          <a:noFill/>
          <a:ln w="0">
            <a:noFill/>
          </a:ln>
        </p:spPr>
        <p:txBody>
          <a:bodyPr lIns="90000" tIns="45000" rIns="90000" bIns="45000" anchor="t">
            <a:normAutofit/>
          </a:bodyPr>
          <a:lstStyle>
            <a:lvl1pPr indent="0" algn="ctr" defTabSz="914400">
              <a:lnSpc>
                <a:spcPct val="90000"/>
              </a:lnSpc>
              <a:buNone/>
              <a:tabLst>
                <a:tab pos="0" algn="l"/>
              </a:tabLst>
              <a:defRPr lang="en-US" sz="5400" b="1" u="none" strike="noStrike">
                <a:solidFill>
                  <a:srgbClr val="F86901"/>
                </a:solidFill>
                <a:effectLst/>
                <a:uFillTx/>
                <a:latin typeface="Arial"/>
              </a:defRPr>
            </a:lvl1pPr>
          </a:lstStyle>
          <a:p>
            <a:pPr indent="0" algn="ctr" defTabSz="914400">
              <a:lnSpc>
                <a:spcPct val="90000"/>
              </a:lnSpc>
              <a:buNone/>
              <a:tabLst>
                <a:tab pos="0" algn="l"/>
              </a:tabLst>
            </a:pPr>
            <a:r>
              <a:rPr lang="en-US" sz="5400" b="1" u="none" strike="noStrike">
                <a:solidFill>
                  <a:srgbClr val="F86901"/>
                </a:solidFill>
                <a:effectLst/>
                <a:uFillTx/>
                <a:latin typeface="Arial"/>
              </a:rPr>
              <a:t>Click to add Section Title</a:t>
            </a:r>
            <a:endParaRPr lang="en-US" sz="5400" b="1" u="none" strike="noStrike">
              <a:solidFill>
                <a:srgbClr val="F86901"/>
              </a:solidFill>
              <a:effectLst/>
              <a:uFillTx/>
              <a:latin typeface="Arial"/>
            </a:endParaRPr>
          </a:p>
        </p:txBody>
      </p:sp>
      <p:sp>
        <p:nvSpPr>
          <p:cNvPr id="527" name="TextBox 5"/>
          <p:cNvSpPr/>
          <p:nvPr/>
        </p:nvSpPr>
        <p:spPr>
          <a:xfrm>
            <a:off x="11689200" y="6487920"/>
            <a:ext cx="476280" cy="238680"/>
          </a:xfrm>
          <a:prstGeom prst="rect">
            <a:avLst/>
          </a:prstGeom>
          <a:noFill/>
          <a:ln w="0">
            <a:noFill/>
          </a:ln>
        </p:spPr>
        <p:style>
          <a:lnRef idx="0"/>
          <a:fillRef idx="0"/>
          <a:effectRef idx="0"/>
          <a:fontRef idx="minor"/>
        </p:style>
        <p:txBody>
          <a:bodyPr lIns="90000" tIns="45000" rIns="90000" bIns="45000" anchor="t">
            <a:spAutoFit/>
          </a:bodyPr>
          <a:p>
            <a:pPr defTabSz="914400">
              <a:lnSpc>
                <a:spcPct val="80000"/>
              </a:lnSpc>
            </a:pPr>
            <a:r>
              <a:rPr lang="en-US" sz="1200" b="0" u="none" strike="noStrike">
                <a:solidFill>
                  <a:schemeClr val="lt1"/>
                </a:solidFill>
                <a:effectLst/>
                <a:uFillTx/>
                <a:latin typeface="Georgia"/>
              </a:rPr>
              <a:t> </a:t>
            </a:r>
            <a:fld id="{AD5ED196-58E1-4F7D-B842-FE54259E265D}" type="slidenum">
              <a:rPr lang="en-US" sz="1130" b="0" u="none" strike="noStrike">
                <a:solidFill>
                  <a:schemeClr val="lt1"/>
                </a:solidFill>
                <a:effectLst/>
                <a:uFillTx/>
                <a:latin typeface="Arial"/>
              </a:rPr>
              <a:t>&lt;number&gt;</a:t>
            </a:fld>
            <a:endParaRPr lang="en-US" sz="1130" b="0" u="none" strike="noStrike">
              <a:solidFill>
                <a:srgbClr val="000000"/>
              </a:solidFill>
              <a:effectLst/>
              <a:uFillTx/>
              <a:latin typeface="Arial"/>
            </a:endParaRPr>
          </a:p>
        </p:txBody>
      </p:sp>
      <p:pic>
        <p:nvPicPr>
          <p:cNvPr id="528" name="Graphic 8"/>
          <p:cNvPicPr/>
          <p:nvPr/>
        </p:nvPicPr>
        <p:blipFill>
          <a:blip r:embed="rId5">
            <a:extLst>
              <a:ext uri="{96DAC541-7B7A-43D3-8B79-37D633B846F1}">
                <asvg:svgBlip xmlns:asvg="http://schemas.microsoft.com/office/drawing/2016/SVG/main" r:embed="rId6"/>
              </a:ext>
            </a:extLst>
          </a:blip>
          <a:stretch/>
        </p:blipFill>
        <p:spPr>
          <a:xfrm>
            <a:off x="9069840" y="6459120"/>
            <a:ext cx="2699280" cy="238680"/>
          </a:xfrm>
          <a:prstGeom prst="rect">
            <a:avLst/>
          </a:prstGeom>
          <a:noFill/>
          <a:ln w="0">
            <a:noFill/>
          </a:ln>
        </p:spPr>
      </p:pic>
    </p:spTree>
  </p:cSld>
</p:sldLayout>
</file>

<file path=ppt/slideLayouts/slideLayout2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le Slide Option 3">
    <p:bg>
      <p:bgPr>
        <a:solidFill>
          <a:srgbClr val="FFFFFF"/>
        </a:solidFill>
      </p:bgPr>
    </p:bg>
    <p:spTree>
      <p:nvGrpSpPr>
        <p:cNvPr id="1" name=""/>
        <p:cNvGrpSpPr/>
        <p:nvPr/>
      </p:nvGrpSpPr>
      <p:grpSpPr>
        <a:xfrm>
          <a:off x="0" y="0"/>
          <a:ext cx="0" cy="0"/>
          <a:chOff x="0" y="0"/>
          <a:chExt cx="0" cy="0"/>
        </a:xfrm>
      </p:grpSpPr>
      <p:sp>
        <p:nvSpPr>
          <p:cNvPr id="529" name="Rectangle 5"/>
          <p:cNvSpPr/>
          <p:nvPr/>
        </p:nvSpPr>
        <p:spPr>
          <a:xfrm>
            <a:off x="0" y="0"/>
            <a:ext cx="12190680" cy="666000"/>
          </a:xfrm>
          <a:prstGeom prst="rect">
            <a:avLst/>
          </a:prstGeom>
          <a:solidFill>
            <a:srgbClr val="F86901"/>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p>
            <a:endParaRPr lang="en-US" sz="1800" b="0" u="none" strike="noStrike">
              <a:solidFill>
                <a:schemeClr val="lt1"/>
              </a:solidFill>
              <a:effectLst/>
              <a:uFillTx/>
              <a:latin typeface="Arial"/>
            </a:endParaRPr>
          </a:p>
        </p:txBody>
      </p:sp>
      <p:sp>
        <p:nvSpPr>
          <p:cNvPr id="530" name="TextBox 10"/>
          <p:cNvSpPr/>
          <p:nvPr/>
        </p:nvSpPr>
        <p:spPr>
          <a:xfrm>
            <a:off x="11689200" y="269640"/>
            <a:ext cx="476280" cy="238680"/>
          </a:xfrm>
          <a:prstGeom prst="rect">
            <a:avLst/>
          </a:prstGeom>
          <a:noFill/>
          <a:ln w="0">
            <a:noFill/>
          </a:ln>
        </p:spPr>
        <p:style>
          <a:lnRef idx="0"/>
          <a:fillRef idx="0"/>
          <a:effectRef idx="0"/>
          <a:fontRef idx="minor"/>
        </p:style>
        <p:txBody>
          <a:bodyPr lIns="90000" tIns="45000" rIns="90000" bIns="45000" anchor="t">
            <a:spAutoFit/>
          </a:bodyPr>
          <a:p>
            <a:pPr defTabSz="914400">
              <a:lnSpc>
                <a:spcPct val="80000"/>
              </a:lnSpc>
            </a:pPr>
            <a:r>
              <a:rPr lang="en-US" sz="1200" b="0" u="none" strike="noStrike">
                <a:solidFill>
                  <a:srgbClr val="E56B2A"/>
                </a:solidFill>
                <a:effectLst/>
                <a:uFillTx/>
                <a:latin typeface="Georgia"/>
              </a:rPr>
              <a:t> </a:t>
            </a:r>
            <a:fld id="{42A271D4-B3E3-4218-80B9-7222E29A6AB2}" type="slidenum">
              <a:rPr lang="en-US" sz="1130" b="0" u="none" strike="noStrike">
                <a:solidFill>
                  <a:schemeClr val="lt1"/>
                </a:solidFill>
                <a:effectLst/>
                <a:uFillTx/>
                <a:latin typeface="Arial"/>
              </a:rPr>
              <a:t>&lt;number&gt;</a:t>
            </a:fld>
            <a:endParaRPr lang="en-US" sz="1130" b="0" u="none" strike="noStrike">
              <a:solidFill>
                <a:srgbClr val="000000"/>
              </a:solidFill>
              <a:effectLst/>
              <a:uFillTx/>
              <a:latin typeface="Arial"/>
            </a:endParaRPr>
          </a:p>
        </p:txBody>
      </p:sp>
      <p:pic>
        <p:nvPicPr>
          <p:cNvPr id="531" name="Graphic 11"/>
          <p:cNvPicPr/>
          <p:nvPr/>
        </p:nvPicPr>
        <p:blipFill>
          <a:blip r:embed="rId2">
            <a:extLst>
              <a:ext uri="{96DAC541-7B7A-43D3-8B79-37D633B846F1}">
                <asvg:svgBlip xmlns:asvg="http://schemas.microsoft.com/office/drawing/2016/SVG/main" r:embed="rId3"/>
              </a:ext>
            </a:extLst>
          </a:blip>
          <a:stretch/>
        </p:blipFill>
        <p:spPr>
          <a:xfrm>
            <a:off x="9069840" y="240840"/>
            <a:ext cx="2699280" cy="238680"/>
          </a:xfrm>
          <a:prstGeom prst="rect">
            <a:avLst/>
          </a:prstGeom>
          <a:noFill/>
          <a:ln w="0">
            <a:noFill/>
          </a:ln>
        </p:spPr>
      </p:pic>
      <p:grpSp>
        <p:nvGrpSpPr>
          <p:cNvPr id="532" name="Graphic 22"/>
          <p:cNvGrpSpPr/>
          <p:nvPr/>
        </p:nvGrpSpPr>
        <p:grpSpPr>
          <a:xfrm>
            <a:off x="201960" y="195840"/>
            <a:ext cx="797760" cy="300600"/>
            <a:chOff x="201960" y="195840"/>
            <a:chExt cx="797760" cy="300600"/>
          </a:xfrm>
        </p:grpSpPr>
        <p:sp>
          <p:nvSpPr>
            <p:cNvPr id="533" name="Freeform 2"/>
            <p:cNvSpPr/>
            <p:nvPr/>
          </p:nvSpPr>
          <p:spPr>
            <a:xfrm>
              <a:off x="540720" y="195840"/>
              <a:ext cx="135720" cy="300240"/>
            </a:xfrm>
            <a:custGeom>
              <a:avLst/>
              <a:gdLst>
                <a:gd name="textAreaLeft" fmla="*/ 0 w 135720"/>
                <a:gd name="textAreaRight" fmla="*/ 137160 w 135720"/>
                <a:gd name="textAreaTop" fmla="*/ 0 h 300240"/>
                <a:gd name="textAreaBottom" fmla="*/ 301680 h 300240"/>
                <a:gd name="GluePoint1X" fmla="*/ 393478 w 547877"/>
                <a:gd name="GluePoint1Y" fmla="*/ 129064 h 1204531"/>
                <a:gd name="GluePoint2X" fmla="*/ 537686 w 547877"/>
                <a:gd name="GluePoint2Y" fmla="*/ 74771 h 1204531"/>
                <a:gd name="GluePoint3X" fmla="*/ 547878 w 547877"/>
                <a:gd name="GluePoint3Y" fmla="*/ 74771 h 1204531"/>
                <a:gd name="GluePoint4X" fmla="*/ 547878 w 547877"/>
                <a:gd name="GluePoint4Y" fmla="*/ 0 h 1204531"/>
                <a:gd name="GluePoint5X" fmla="*/ 267938 w 547877"/>
                <a:gd name="GluePoint5Y" fmla="*/ 4667 h 1204531"/>
                <a:gd name="GluePoint6X" fmla="*/ 0 w 547877"/>
                <a:gd name="GluePoint6Y" fmla="*/ 0 h 1204531"/>
                <a:gd name="GluePoint7X" fmla="*/ 0 w 547877"/>
                <a:gd name="GluePoint7Y" fmla="*/ 74771 h 1204531"/>
                <a:gd name="GluePoint8X" fmla="*/ 10192 w 547877"/>
                <a:gd name="GluePoint8Y" fmla="*/ 74771 h 1204531"/>
                <a:gd name="GluePoint9X" fmla="*/ 154400 w 547877"/>
                <a:gd name="GluePoint9Y" fmla="*/ 128968 h 1204531"/>
                <a:gd name="GluePoint10X" fmla="*/ 171640 w 547877"/>
                <a:gd name="GluePoint10Y" fmla="*/ 363188 h 1204531"/>
                <a:gd name="GluePoint11X" fmla="*/ 171640 w 547877"/>
                <a:gd name="GluePoint11Y" fmla="*/ 841153 h 1204531"/>
                <a:gd name="GluePoint12X" fmla="*/ 154496 w 547877"/>
                <a:gd name="GluePoint12Y" fmla="*/ 1075373 h 1204531"/>
                <a:gd name="GluePoint13X" fmla="*/ 10192 w 547877"/>
                <a:gd name="GluePoint13Y" fmla="*/ 1129569 h 1204531"/>
                <a:gd name="GluePoint14X" fmla="*/ 0 w 547877"/>
                <a:gd name="GluePoint14Y" fmla="*/ 1129569 h 1204531"/>
                <a:gd name="GluePoint15X" fmla="*/ 0 w 547877"/>
                <a:gd name="GluePoint15Y" fmla="*/ 1204531 h 1204531"/>
                <a:gd name="GluePoint16X" fmla="*/ 268224 w 547877"/>
                <a:gd name="GluePoint16Y" fmla="*/ 1197102 h 1204531"/>
                <a:gd name="GluePoint17X" fmla="*/ 547878 w 547877"/>
                <a:gd name="GluePoint17Y" fmla="*/ 1204531 h 1204531"/>
                <a:gd name="GluePoint18X" fmla="*/ 547878 w 547877"/>
                <a:gd name="GluePoint18Y" fmla="*/ 1129569 h 1204531"/>
                <a:gd name="GluePoint19X" fmla="*/ 537686 w 547877"/>
                <a:gd name="GluePoint19Y" fmla="*/ 1129569 h 1204531"/>
                <a:gd name="GluePoint20X" fmla="*/ 393478 w 547877"/>
                <a:gd name="GluePoint20Y" fmla="*/ 1075468 h 1204531"/>
                <a:gd name="GluePoint21X" fmla="*/ 376333 w 547877"/>
                <a:gd name="GluePoint21Y" fmla="*/ 841153 h 1204531"/>
                <a:gd name="GluePoint22X" fmla="*/ 376333 w 547877"/>
                <a:gd name="GluePoint22Y" fmla="*/ 363188 h 1204531"/>
                <a:gd name="GluePoint23X" fmla="*/ 393478 w 547877"/>
                <a:gd name="GluePoint23Y" fmla="*/ 129064 h 1204531"/>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 ang="0">
                  <a:pos x="GluePoint16X" y="GluePoint16Y"/>
                </a:cxn>
                <a:cxn ang="0">
                  <a:pos x="GluePoint17X" y="GluePoint17Y"/>
                </a:cxn>
                <a:cxn ang="0">
                  <a:pos x="GluePoint18X" y="GluePoint18Y"/>
                </a:cxn>
                <a:cxn ang="0">
                  <a:pos x="GluePoint19X" y="GluePoint19Y"/>
                </a:cxn>
                <a:cxn ang="0">
                  <a:pos x="GluePoint20X" y="GluePoint20Y"/>
                </a:cxn>
                <a:cxn ang="0">
                  <a:pos x="GluePoint21X" y="GluePoint21Y"/>
                </a:cxn>
                <a:cxn ang="0">
                  <a:pos x="GluePoint22X" y="GluePoint22Y"/>
                </a:cxn>
                <a:cxn ang="0">
                  <a:pos x="GluePoint23X" y="GluePoint23Y"/>
                </a:cxn>
              </a:cxnLst>
              <a:rect l="textAreaLeft" t="textAreaTop" r="textAreaRight" b="textAreaBottom"/>
              <a:pathLst>
                <a:path w="547877" h="1204531">
                  <a:moveTo>
                    <a:pt x="393478" y="129064"/>
                  </a:moveTo>
                  <a:cubicBezTo>
                    <a:pt x="414242" y="74771"/>
                    <a:pt x="482727" y="74771"/>
                    <a:pt x="537686" y="74771"/>
                  </a:cubicBezTo>
                  <a:lnTo>
                    <a:pt x="547878" y="74771"/>
                  </a:lnTo>
                  <a:lnTo>
                    <a:pt x="547878" y="0"/>
                  </a:lnTo>
                  <a:cubicBezTo>
                    <a:pt x="547878" y="0"/>
                    <a:pt x="333565" y="4667"/>
                    <a:pt x="267938" y="4667"/>
                  </a:cubicBezTo>
                  <a:cubicBezTo>
                    <a:pt x="200406" y="4667"/>
                    <a:pt x="0" y="0"/>
                    <a:pt x="0" y="0"/>
                  </a:cubicBezTo>
                  <a:lnTo>
                    <a:pt x="0" y="74771"/>
                  </a:lnTo>
                  <a:lnTo>
                    <a:pt x="10192" y="74771"/>
                  </a:lnTo>
                  <a:cubicBezTo>
                    <a:pt x="65246" y="74771"/>
                    <a:pt x="133731" y="74771"/>
                    <a:pt x="154400" y="128968"/>
                  </a:cubicBezTo>
                  <a:cubicBezTo>
                    <a:pt x="171640" y="175450"/>
                    <a:pt x="171640" y="307086"/>
                    <a:pt x="171640" y="363188"/>
                  </a:cubicBezTo>
                  <a:lnTo>
                    <a:pt x="171640" y="841153"/>
                  </a:lnTo>
                  <a:cubicBezTo>
                    <a:pt x="171640" y="897350"/>
                    <a:pt x="171640" y="1028890"/>
                    <a:pt x="154496" y="1075373"/>
                  </a:cubicBezTo>
                  <a:cubicBezTo>
                    <a:pt x="133731" y="1129569"/>
                    <a:pt x="65246" y="1129569"/>
                    <a:pt x="10192" y="1129569"/>
                  </a:cubicBezTo>
                  <a:lnTo>
                    <a:pt x="0" y="1129569"/>
                  </a:lnTo>
                  <a:lnTo>
                    <a:pt x="0" y="1204531"/>
                  </a:lnTo>
                  <a:cubicBezTo>
                    <a:pt x="0" y="1204341"/>
                    <a:pt x="173260" y="1197102"/>
                    <a:pt x="268224" y="1197102"/>
                  </a:cubicBezTo>
                  <a:cubicBezTo>
                    <a:pt x="377476" y="1197102"/>
                    <a:pt x="547878" y="1204531"/>
                    <a:pt x="547878" y="1204531"/>
                  </a:cubicBezTo>
                  <a:lnTo>
                    <a:pt x="547878" y="1129569"/>
                  </a:lnTo>
                  <a:lnTo>
                    <a:pt x="537686" y="1129569"/>
                  </a:lnTo>
                  <a:cubicBezTo>
                    <a:pt x="482727" y="1129569"/>
                    <a:pt x="414242" y="1129569"/>
                    <a:pt x="393478" y="1075468"/>
                  </a:cubicBezTo>
                  <a:cubicBezTo>
                    <a:pt x="376333" y="1028890"/>
                    <a:pt x="376333" y="897350"/>
                    <a:pt x="376333" y="841153"/>
                  </a:cubicBezTo>
                  <a:lnTo>
                    <a:pt x="376333" y="363188"/>
                  </a:lnTo>
                  <a:cubicBezTo>
                    <a:pt x="376333" y="307086"/>
                    <a:pt x="376333" y="175450"/>
                    <a:pt x="393478" y="129064"/>
                  </a:cubicBezTo>
                </a:path>
              </a:pathLst>
            </a:custGeom>
            <a:solidFill>
              <a:schemeClr val="bg1"/>
            </a:solidFill>
            <a:ln w="9525">
              <a:noFill/>
            </a:ln>
          </p:spPr>
          <p:style>
            <a:lnRef idx="0"/>
            <a:fillRef idx="0"/>
            <a:effectRef idx="0"/>
            <a:fontRef idx="minor"/>
          </p:style>
          <p:txBody>
            <a:bodyPr lIns="68040" tIns="45000" rIns="68040" bIns="45000" anchor="ctr">
              <a:noAutofit/>
            </a:bodyPr>
            <a:p>
              <a:endParaRPr lang="en-US" sz="1800" b="0" u="none" strike="noStrike">
                <a:solidFill>
                  <a:schemeClr val="dk1"/>
                </a:solidFill>
                <a:effectLst/>
                <a:uFillTx/>
                <a:latin typeface="Arial"/>
              </a:endParaRPr>
            </a:p>
          </p:txBody>
        </p:sp>
        <p:sp>
          <p:nvSpPr>
            <p:cNvPr id="534" name="Freeform 3"/>
            <p:cNvSpPr/>
            <p:nvPr/>
          </p:nvSpPr>
          <p:spPr>
            <a:xfrm>
              <a:off x="718920" y="196200"/>
              <a:ext cx="280800" cy="300240"/>
            </a:xfrm>
            <a:custGeom>
              <a:avLst/>
              <a:gdLst>
                <a:gd name="textAreaLeft" fmla="*/ 0 w 280800"/>
                <a:gd name="textAreaRight" fmla="*/ 282240 w 280800"/>
                <a:gd name="textAreaTop" fmla="*/ 0 h 300240"/>
                <a:gd name="textAreaBottom" fmla="*/ 301680 h 300240"/>
                <a:gd name="GluePoint1X" fmla="*/ 0 w 1126902"/>
                <a:gd name="GluePoint1Y" fmla="*/ 0 h 1204245"/>
                <a:gd name="GluePoint2X" fmla="*/ 0 w 1126902"/>
                <a:gd name="GluePoint2Y" fmla="*/ 312420 h 1204245"/>
                <a:gd name="GluePoint3X" fmla="*/ 74295 w 1126902"/>
                <a:gd name="GluePoint3Y" fmla="*/ 312420 h 1204245"/>
                <a:gd name="GluePoint4X" fmla="*/ 74581 w 1126902"/>
                <a:gd name="GluePoint4Y" fmla="*/ 302609 h 1204245"/>
                <a:gd name="GluePoint5X" fmla="*/ 334328 w 1126902"/>
                <a:gd name="GluePoint5Y" fmla="*/ 90773 h 1204245"/>
                <a:gd name="GluePoint6X" fmla="*/ 352330 w 1126902"/>
                <a:gd name="GluePoint6Y" fmla="*/ 90678 h 1204245"/>
                <a:gd name="GluePoint7X" fmla="*/ 453200 w 1126902"/>
                <a:gd name="GluePoint7Y" fmla="*/ 106204 h 1204245"/>
                <a:gd name="GluePoint8X" fmla="*/ 461201 w 1126902"/>
                <a:gd name="GluePoint8Y" fmla="*/ 128873 h 1204245"/>
                <a:gd name="GluePoint9X" fmla="*/ 461201 w 1126902"/>
                <a:gd name="GluePoint9Y" fmla="*/ 950119 h 1204245"/>
                <a:gd name="GluePoint10X" fmla="*/ 272510 w 1126902"/>
                <a:gd name="GluePoint10Y" fmla="*/ 1129475 h 1204245"/>
                <a:gd name="GluePoint11X" fmla="*/ 262700 w 1126902"/>
                <a:gd name="GluePoint11Y" fmla="*/ 1129856 h 1204245"/>
                <a:gd name="GluePoint12X" fmla="*/ 262700 w 1126902"/>
                <a:gd name="GluePoint12Y" fmla="*/ 1204246 h 1204245"/>
                <a:gd name="GluePoint13X" fmla="*/ 578548 w 1126902"/>
                <a:gd name="GluePoint13Y" fmla="*/ 1196911 h 1204245"/>
                <a:gd name="GluePoint14X" fmla="*/ 864203 w 1126902"/>
                <a:gd name="GluePoint14Y" fmla="*/ 1204246 h 1204245"/>
                <a:gd name="GluePoint15X" fmla="*/ 864203 w 1126902"/>
                <a:gd name="GluePoint15Y" fmla="*/ 1129856 h 1204245"/>
                <a:gd name="GluePoint16X" fmla="*/ 854393 w 1126902"/>
                <a:gd name="GluePoint16Y" fmla="*/ 1129475 h 1204245"/>
                <a:gd name="GluePoint17X" fmla="*/ 665702 w 1126902"/>
                <a:gd name="GluePoint17Y" fmla="*/ 950119 h 1204245"/>
                <a:gd name="GluePoint18X" fmla="*/ 665702 w 1126902"/>
                <a:gd name="GluePoint18Y" fmla="*/ 128873 h 1204245"/>
                <a:gd name="GluePoint19X" fmla="*/ 673608 w 1126902"/>
                <a:gd name="GluePoint19Y" fmla="*/ 108490 h 1204245"/>
                <a:gd name="GluePoint20X" fmla="*/ 791718 w 1126902"/>
                <a:gd name="GluePoint20Y" fmla="*/ 90488 h 1204245"/>
                <a:gd name="GluePoint21X" fmla="*/ 815912 w 1126902"/>
                <a:gd name="GluePoint21Y" fmla="*/ 90773 h 1204245"/>
                <a:gd name="GluePoint22X" fmla="*/ 1052513 w 1126902"/>
                <a:gd name="GluePoint22Y" fmla="*/ 302895 h 1204245"/>
                <a:gd name="GluePoint23X" fmla="*/ 1053084 w 1126902"/>
                <a:gd name="GluePoint23Y" fmla="*/ 312420 h 1204245"/>
                <a:gd name="GluePoint24X" fmla="*/ 1126903 w 1126902"/>
                <a:gd name="GluePoint24Y" fmla="*/ 312420 h 1204245"/>
                <a:gd name="GluePoint25X" fmla="*/ 1126903 w 1126902"/>
                <a:gd name="GluePoint25Y" fmla="*/ 0 h 1204245"/>
                <a:gd name="GluePoint26X" fmla="*/ 563404 w 1126902"/>
                <a:gd name="GluePoint26Y" fmla="*/ 2857 h 1204245"/>
                <a:gd name="GluePoint27X" fmla="*/ 0 w 1126902"/>
                <a:gd name="GluePoint27Y" fmla="*/ 0 h 1204245"/>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 ang="0">
                  <a:pos x="GluePoint16X" y="GluePoint16Y"/>
                </a:cxn>
                <a:cxn ang="0">
                  <a:pos x="GluePoint17X" y="GluePoint17Y"/>
                </a:cxn>
                <a:cxn ang="0">
                  <a:pos x="GluePoint18X" y="GluePoint18Y"/>
                </a:cxn>
                <a:cxn ang="0">
                  <a:pos x="GluePoint19X" y="GluePoint19Y"/>
                </a:cxn>
                <a:cxn ang="0">
                  <a:pos x="GluePoint20X" y="GluePoint20Y"/>
                </a:cxn>
                <a:cxn ang="0">
                  <a:pos x="GluePoint21X" y="GluePoint21Y"/>
                </a:cxn>
                <a:cxn ang="0">
                  <a:pos x="GluePoint22X" y="GluePoint22Y"/>
                </a:cxn>
                <a:cxn ang="0">
                  <a:pos x="GluePoint23X" y="GluePoint23Y"/>
                </a:cxn>
                <a:cxn ang="0">
                  <a:pos x="GluePoint24X" y="GluePoint24Y"/>
                </a:cxn>
                <a:cxn ang="0">
                  <a:pos x="GluePoint25X" y="GluePoint25Y"/>
                </a:cxn>
                <a:cxn ang="0">
                  <a:pos x="GluePoint26X" y="GluePoint26Y"/>
                </a:cxn>
                <a:cxn ang="0">
                  <a:pos x="GluePoint27X" y="GluePoint27Y"/>
                </a:cxn>
              </a:cxnLst>
              <a:rect l="textAreaLeft" t="textAreaTop" r="textAreaRight" b="textAreaBottom"/>
              <a:pathLst>
                <a:path w="1126902" h="1204245">
                  <a:moveTo>
                    <a:pt x="0" y="0"/>
                  </a:moveTo>
                  <a:lnTo>
                    <a:pt x="0" y="312420"/>
                  </a:lnTo>
                  <a:lnTo>
                    <a:pt x="74295" y="312420"/>
                  </a:lnTo>
                  <a:lnTo>
                    <a:pt x="74581" y="302609"/>
                  </a:lnTo>
                  <a:cubicBezTo>
                    <a:pt x="81344" y="99346"/>
                    <a:pt x="159163" y="90773"/>
                    <a:pt x="334328" y="90773"/>
                  </a:cubicBezTo>
                  <a:cubicBezTo>
                    <a:pt x="340328" y="90773"/>
                    <a:pt x="346424" y="90773"/>
                    <a:pt x="352330" y="90678"/>
                  </a:cubicBezTo>
                  <a:cubicBezTo>
                    <a:pt x="395859" y="90392"/>
                    <a:pt x="437007" y="90106"/>
                    <a:pt x="453200" y="106204"/>
                  </a:cubicBezTo>
                  <a:cubicBezTo>
                    <a:pt x="458629" y="111538"/>
                    <a:pt x="461201" y="118967"/>
                    <a:pt x="461201" y="128873"/>
                  </a:cubicBezTo>
                  <a:lnTo>
                    <a:pt x="461201" y="950119"/>
                  </a:lnTo>
                  <a:cubicBezTo>
                    <a:pt x="461201" y="1072039"/>
                    <a:pt x="444151" y="1122426"/>
                    <a:pt x="272510" y="1129475"/>
                  </a:cubicBezTo>
                  <a:lnTo>
                    <a:pt x="262700" y="1129856"/>
                  </a:lnTo>
                  <a:lnTo>
                    <a:pt x="262700" y="1204246"/>
                  </a:lnTo>
                  <a:cubicBezTo>
                    <a:pt x="262700" y="1204246"/>
                    <a:pt x="462725" y="1196911"/>
                    <a:pt x="578548" y="1196911"/>
                  </a:cubicBezTo>
                  <a:cubicBezTo>
                    <a:pt x="666941" y="1196911"/>
                    <a:pt x="864203" y="1204246"/>
                    <a:pt x="864203" y="1204246"/>
                  </a:cubicBezTo>
                  <a:lnTo>
                    <a:pt x="864203" y="1129856"/>
                  </a:lnTo>
                  <a:lnTo>
                    <a:pt x="854393" y="1129475"/>
                  </a:lnTo>
                  <a:cubicBezTo>
                    <a:pt x="682752" y="1122426"/>
                    <a:pt x="665702" y="1072039"/>
                    <a:pt x="665702" y="950119"/>
                  </a:cubicBezTo>
                  <a:lnTo>
                    <a:pt x="665702" y="128873"/>
                  </a:lnTo>
                  <a:cubicBezTo>
                    <a:pt x="665702" y="120396"/>
                    <a:pt x="668369" y="113729"/>
                    <a:pt x="673608" y="108490"/>
                  </a:cubicBezTo>
                  <a:cubicBezTo>
                    <a:pt x="693420" y="89059"/>
                    <a:pt x="747903" y="89821"/>
                    <a:pt x="791718" y="90488"/>
                  </a:cubicBezTo>
                  <a:cubicBezTo>
                    <a:pt x="800005" y="90583"/>
                    <a:pt x="808196" y="90773"/>
                    <a:pt x="815912" y="90773"/>
                  </a:cubicBezTo>
                  <a:cubicBezTo>
                    <a:pt x="987267" y="90773"/>
                    <a:pt x="1042511" y="140303"/>
                    <a:pt x="1052513" y="302895"/>
                  </a:cubicBezTo>
                  <a:lnTo>
                    <a:pt x="1053084" y="312420"/>
                  </a:lnTo>
                  <a:lnTo>
                    <a:pt x="1126903" y="312420"/>
                  </a:lnTo>
                  <a:lnTo>
                    <a:pt x="1126903" y="0"/>
                  </a:lnTo>
                  <a:cubicBezTo>
                    <a:pt x="1126903" y="0"/>
                    <a:pt x="694468" y="2857"/>
                    <a:pt x="563404" y="2857"/>
                  </a:cubicBezTo>
                  <a:cubicBezTo>
                    <a:pt x="432340" y="2857"/>
                    <a:pt x="0" y="0"/>
                    <a:pt x="0" y="0"/>
                  </a:cubicBezTo>
                </a:path>
              </a:pathLst>
            </a:custGeom>
            <a:solidFill>
              <a:schemeClr val="bg1"/>
            </a:solidFill>
            <a:ln w="9525">
              <a:noFill/>
            </a:ln>
          </p:spPr>
          <p:style>
            <a:lnRef idx="0"/>
            <a:fillRef idx="0"/>
            <a:effectRef idx="0"/>
            <a:fontRef idx="minor"/>
          </p:style>
          <p:txBody>
            <a:bodyPr lIns="90000" tIns="45000" rIns="90000" bIns="45000" anchor="ctr">
              <a:noAutofit/>
            </a:bodyPr>
            <a:p>
              <a:endParaRPr lang="en-US" sz="1800" b="0" u="none" strike="noStrike">
                <a:solidFill>
                  <a:schemeClr val="dk1"/>
                </a:solidFill>
                <a:effectLst/>
                <a:uFillTx/>
                <a:latin typeface="Arial"/>
              </a:endParaRPr>
            </a:p>
          </p:txBody>
        </p:sp>
        <p:sp>
          <p:nvSpPr>
            <p:cNvPr id="535" name="Freeform 4"/>
            <p:cNvSpPr/>
            <p:nvPr/>
          </p:nvSpPr>
          <p:spPr>
            <a:xfrm>
              <a:off x="201960" y="195840"/>
              <a:ext cx="297720" cy="300240"/>
            </a:xfrm>
            <a:custGeom>
              <a:avLst/>
              <a:gdLst>
                <a:gd name="textAreaLeft" fmla="*/ 0 w 297720"/>
                <a:gd name="textAreaRight" fmla="*/ 299160 w 297720"/>
                <a:gd name="textAreaTop" fmla="*/ 0 h 300240"/>
                <a:gd name="textAreaBottom" fmla="*/ 301680 h 300240"/>
                <a:gd name="GluePoint1X" fmla="*/ 372618 w 1195101"/>
                <a:gd name="GluePoint1Y" fmla="*/ 571786 h 1204626"/>
                <a:gd name="GluePoint2X" fmla="*/ 372523 w 1195101"/>
                <a:gd name="GluePoint2Y" fmla="*/ 134303 h 1204626"/>
                <a:gd name="GluePoint3X" fmla="*/ 386239 w 1195101"/>
                <a:gd name="GluePoint3Y" fmla="*/ 86487 h 1204626"/>
                <a:gd name="GluePoint4X" fmla="*/ 498348 w 1195101"/>
                <a:gd name="GluePoint4Y" fmla="*/ 85630 h 1204626"/>
                <a:gd name="GluePoint5X" fmla="*/ 738473 w 1195101"/>
                <a:gd name="GluePoint5Y" fmla="*/ 330518 h 1204626"/>
                <a:gd name="GluePoint6X" fmla="*/ 640747 w 1195101"/>
                <a:gd name="GluePoint6Y" fmla="*/ 541687 h 1204626"/>
                <a:gd name="GluePoint7X" fmla="*/ 372618 w 1195101"/>
                <a:gd name="GluePoint7Y" fmla="*/ 571786 h 1204626"/>
                <a:gd name="GluePoint8X" fmla="*/ 1186529 w 1195101"/>
                <a:gd name="GluePoint8Y" fmla="*/ 1129760 h 1204626"/>
                <a:gd name="GluePoint9X" fmla="*/ 1017461 w 1195101"/>
                <a:gd name="GluePoint9Y" fmla="*/ 1040702 h 1204626"/>
                <a:gd name="GluePoint10X" fmla="*/ 661797 w 1195101"/>
                <a:gd name="GluePoint10Y" fmla="*/ 632460 h 1204626"/>
                <a:gd name="GluePoint11X" fmla="*/ 964597 w 1195101"/>
                <a:gd name="GluePoint11Y" fmla="*/ 305371 h 1204626"/>
                <a:gd name="GluePoint12X" fmla="*/ 831056 w 1195101"/>
                <a:gd name="GluePoint12Y" fmla="*/ 55816 h 1204626"/>
                <a:gd name="GluePoint13X" fmla="*/ 544639 w 1195101"/>
                <a:gd name="GluePoint13Y" fmla="*/ 190 h 1204626"/>
                <a:gd name="GluePoint14X" fmla="*/ 317468 w 1195101"/>
                <a:gd name="GluePoint14Y" fmla="*/ 4191 h 1204626"/>
                <a:gd name="GluePoint15X" fmla="*/ 191 w 1195101"/>
                <a:gd name="GluePoint15Y" fmla="*/ 0 h 1204626"/>
                <a:gd name="GluePoint16X" fmla="*/ 191 w 1195101"/>
                <a:gd name="GluePoint16Y" fmla="*/ 74866 h 1204626"/>
                <a:gd name="GluePoint17X" fmla="*/ 15050 w 1195101"/>
                <a:gd name="GluePoint17Y" fmla="*/ 74866 h 1204626"/>
                <a:gd name="GluePoint18X" fmla="*/ 152781 w 1195101"/>
                <a:gd name="GluePoint18Y" fmla="*/ 128683 h 1204626"/>
                <a:gd name="GluePoint19X" fmla="*/ 168307 w 1195101"/>
                <a:gd name="GluePoint19Y" fmla="*/ 350139 h 1204626"/>
                <a:gd name="GluePoint20X" fmla="*/ 168307 w 1195101"/>
                <a:gd name="GluePoint20Y" fmla="*/ 841248 h 1204626"/>
                <a:gd name="GluePoint21X" fmla="*/ 161068 w 1195101"/>
                <a:gd name="GluePoint21Y" fmla="*/ 1034129 h 1204626"/>
                <a:gd name="GluePoint22X" fmla="*/ 152686 w 1195101"/>
                <a:gd name="GluePoint22Y" fmla="*/ 1075944 h 1204626"/>
                <a:gd name="GluePoint23X" fmla="*/ 10382 w 1195101"/>
                <a:gd name="GluePoint23Y" fmla="*/ 1129665 h 1204626"/>
                <a:gd name="GluePoint24X" fmla="*/ 0 w 1195101"/>
                <a:gd name="GluePoint24Y" fmla="*/ 1129665 h 1204626"/>
                <a:gd name="GluePoint25X" fmla="*/ 0 w 1195101"/>
                <a:gd name="GluePoint25Y" fmla="*/ 1204532 h 1204626"/>
                <a:gd name="GluePoint26X" fmla="*/ 278225 w 1195101"/>
                <a:gd name="GluePoint26Y" fmla="*/ 1197102 h 1204626"/>
                <a:gd name="GluePoint27X" fmla="*/ 540734 w 1195101"/>
                <a:gd name="GluePoint27Y" fmla="*/ 1204532 h 1204626"/>
                <a:gd name="GluePoint28X" fmla="*/ 540734 w 1195101"/>
                <a:gd name="GluePoint28Y" fmla="*/ 1129665 h 1204626"/>
                <a:gd name="GluePoint29X" fmla="*/ 525971 w 1195101"/>
                <a:gd name="GluePoint29Y" fmla="*/ 1129665 h 1204626"/>
                <a:gd name="GluePoint30X" fmla="*/ 388239 w 1195101"/>
                <a:gd name="GluePoint30Y" fmla="*/ 1075754 h 1204626"/>
                <a:gd name="GluePoint31X" fmla="*/ 379857 w 1195101"/>
                <a:gd name="GluePoint31Y" fmla="*/ 1034034 h 1204626"/>
                <a:gd name="GluePoint32X" fmla="*/ 372618 w 1195101"/>
                <a:gd name="GluePoint32Y" fmla="*/ 854297 h 1204626"/>
                <a:gd name="GluePoint33X" fmla="*/ 372618 w 1195101"/>
                <a:gd name="GluePoint33Y" fmla="*/ 653510 h 1204626"/>
                <a:gd name="GluePoint34X" fmla="*/ 479107 w 1195101"/>
                <a:gd name="GluePoint34Y" fmla="*/ 702469 h 1204626"/>
                <a:gd name="GluePoint35X" fmla="*/ 501110 w 1195101"/>
                <a:gd name="GluePoint35Y" fmla="*/ 728472 h 1204626"/>
                <a:gd name="GluePoint36X" fmla="*/ 797909 w 1195101"/>
                <a:gd name="GluePoint36Y" fmla="*/ 1096804 h 1204626"/>
                <a:gd name="GluePoint37X" fmla="*/ 885158 w 1195101"/>
                <a:gd name="GluePoint37Y" fmla="*/ 1204532 h 1204626"/>
                <a:gd name="GluePoint38X" fmla="*/ 1027366 w 1195101"/>
                <a:gd name="GluePoint38Y" fmla="*/ 1200436 h 1204626"/>
                <a:gd name="GluePoint39X" fmla="*/ 1195102 w 1195101"/>
                <a:gd name="GluePoint39Y" fmla="*/ 1204627 h 1204626"/>
                <a:gd name="GluePoint40X" fmla="*/ 1195102 w 1195101"/>
                <a:gd name="GluePoint40Y" fmla="*/ 1131094 h 1204626"/>
                <a:gd name="GluePoint41X" fmla="*/ 1186529 w 1195101"/>
                <a:gd name="GluePoint41Y" fmla="*/ 1129760 h 1204626"/>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 ang="0">
                  <a:pos x="GluePoint16X" y="GluePoint16Y"/>
                </a:cxn>
                <a:cxn ang="0">
                  <a:pos x="GluePoint17X" y="GluePoint17Y"/>
                </a:cxn>
                <a:cxn ang="0">
                  <a:pos x="GluePoint18X" y="GluePoint18Y"/>
                </a:cxn>
                <a:cxn ang="0">
                  <a:pos x="GluePoint19X" y="GluePoint19Y"/>
                </a:cxn>
                <a:cxn ang="0">
                  <a:pos x="GluePoint20X" y="GluePoint20Y"/>
                </a:cxn>
                <a:cxn ang="0">
                  <a:pos x="GluePoint21X" y="GluePoint21Y"/>
                </a:cxn>
                <a:cxn ang="0">
                  <a:pos x="GluePoint22X" y="GluePoint22Y"/>
                </a:cxn>
                <a:cxn ang="0">
                  <a:pos x="GluePoint23X" y="GluePoint23Y"/>
                </a:cxn>
                <a:cxn ang="0">
                  <a:pos x="GluePoint24X" y="GluePoint24Y"/>
                </a:cxn>
                <a:cxn ang="0">
                  <a:pos x="GluePoint25X" y="GluePoint25Y"/>
                </a:cxn>
                <a:cxn ang="0">
                  <a:pos x="GluePoint26X" y="GluePoint26Y"/>
                </a:cxn>
                <a:cxn ang="0">
                  <a:pos x="GluePoint27X" y="GluePoint27Y"/>
                </a:cxn>
                <a:cxn ang="0">
                  <a:pos x="GluePoint28X" y="GluePoint28Y"/>
                </a:cxn>
                <a:cxn ang="0">
                  <a:pos x="GluePoint29X" y="GluePoint29Y"/>
                </a:cxn>
                <a:cxn ang="0">
                  <a:pos x="GluePoint30X" y="GluePoint30Y"/>
                </a:cxn>
                <a:cxn ang="0">
                  <a:pos x="GluePoint31X" y="GluePoint31Y"/>
                </a:cxn>
                <a:cxn ang="0">
                  <a:pos x="GluePoint32X" y="GluePoint32Y"/>
                </a:cxn>
                <a:cxn ang="0">
                  <a:pos x="GluePoint33X" y="GluePoint33Y"/>
                </a:cxn>
                <a:cxn ang="0">
                  <a:pos x="GluePoint34X" y="GluePoint34Y"/>
                </a:cxn>
                <a:cxn ang="0">
                  <a:pos x="GluePoint35X" y="GluePoint35Y"/>
                </a:cxn>
                <a:cxn ang="0">
                  <a:pos x="GluePoint36X" y="GluePoint36Y"/>
                </a:cxn>
                <a:cxn ang="0">
                  <a:pos x="GluePoint37X" y="GluePoint37Y"/>
                </a:cxn>
                <a:cxn ang="0">
                  <a:pos x="GluePoint38X" y="GluePoint38Y"/>
                </a:cxn>
                <a:cxn ang="0">
                  <a:pos x="GluePoint39X" y="GluePoint39Y"/>
                </a:cxn>
                <a:cxn ang="0">
                  <a:pos x="GluePoint40X" y="GluePoint40Y"/>
                </a:cxn>
                <a:cxn ang="0">
                  <a:pos x="GluePoint41X" y="GluePoint41Y"/>
                </a:cxn>
              </a:cxnLst>
              <a:rect l="textAreaLeft" t="textAreaTop" r="textAreaRight" b="textAreaBottom"/>
              <a:pathLst>
                <a:path w="1195101" h="1204626">
                  <a:moveTo>
                    <a:pt x="372618" y="571786"/>
                  </a:moveTo>
                  <a:cubicBezTo>
                    <a:pt x="372618" y="571786"/>
                    <a:pt x="372618" y="136874"/>
                    <a:pt x="372523" y="134303"/>
                  </a:cubicBezTo>
                  <a:cubicBezTo>
                    <a:pt x="372237" y="116967"/>
                    <a:pt x="371761" y="93250"/>
                    <a:pt x="386239" y="86487"/>
                  </a:cubicBezTo>
                  <a:cubicBezTo>
                    <a:pt x="396240" y="82105"/>
                    <a:pt x="493014" y="85630"/>
                    <a:pt x="498348" y="85630"/>
                  </a:cubicBezTo>
                  <a:cubicBezTo>
                    <a:pt x="650938" y="85630"/>
                    <a:pt x="738473" y="174974"/>
                    <a:pt x="738473" y="330518"/>
                  </a:cubicBezTo>
                  <a:cubicBezTo>
                    <a:pt x="738473" y="443960"/>
                    <a:pt x="708374" y="509016"/>
                    <a:pt x="640747" y="541687"/>
                  </a:cubicBezTo>
                  <a:cubicBezTo>
                    <a:pt x="577691" y="571976"/>
                    <a:pt x="372618" y="571786"/>
                    <a:pt x="372618" y="571786"/>
                  </a:cubicBezTo>
                  <a:moveTo>
                    <a:pt x="1186529" y="1129760"/>
                  </a:moveTo>
                  <a:cubicBezTo>
                    <a:pt x="1100138" y="1116235"/>
                    <a:pt x="1074134" y="1106424"/>
                    <a:pt x="1017461" y="1040702"/>
                  </a:cubicBezTo>
                  <a:lnTo>
                    <a:pt x="661797" y="632460"/>
                  </a:lnTo>
                  <a:cubicBezTo>
                    <a:pt x="849059" y="608076"/>
                    <a:pt x="964597" y="484251"/>
                    <a:pt x="964597" y="305371"/>
                  </a:cubicBezTo>
                  <a:cubicBezTo>
                    <a:pt x="964597" y="188976"/>
                    <a:pt x="919544" y="105061"/>
                    <a:pt x="831056" y="55816"/>
                  </a:cubicBezTo>
                  <a:cubicBezTo>
                    <a:pt x="763619" y="18383"/>
                    <a:pt x="670084" y="190"/>
                    <a:pt x="544639" y="190"/>
                  </a:cubicBezTo>
                  <a:cubicBezTo>
                    <a:pt x="507206" y="1143"/>
                    <a:pt x="416909" y="4191"/>
                    <a:pt x="317468" y="4191"/>
                  </a:cubicBezTo>
                  <a:cubicBezTo>
                    <a:pt x="214313" y="4191"/>
                    <a:pt x="191" y="0"/>
                    <a:pt x="191" y="0"/>
                  </a:cubicBezTo>
                  <a:lnTo>
                    <a:pt x="191" y="74866"/>
                  </a:lnTo>
                  <a:lnTo>
                    <a:pt x="15050" y="74866"/>
                  </a:lnTo>
                  <a:cubicBezTo>
                    <a:pt x="71818" y="74486"/>
                    <a:pt x="135731" y="74771"/>
                    <a:pt x="152781" y="128683"/>
                  </a:cubicBezTo>
                  <a:cubicBezTo>
                    <a:pt x="168307" y="175355"/>
                    <a:pt x="168307" y="306896"/>
                    <a:pt x="168307" y="350139"/>
                  </a:cubicBezTo>
                  <a:lnTo>
                    <a:pt x="168307" y="841248"/>
                  </a:lnTo>
                  <a:cubicBezTo>
                    <a:pt x="168307" y="895445"/>
                    <a:pt x="168307" y="977837"/>
                    <a:pt x="161068" y="1034129"/>
                  </a:cubicBezTo>
                  <a:cubicBezTo>
                    <a:pt x="158972" y="1050798"/>
                    <a:pt x="156210" y="1065276"/>
                    <a:pt x="152686" y="1075944"/>
                  </a:cubicBezTo>
                  <a:cubicBezTo>
                    <a:pt x="135350" y="1129665"/>
                    <a:pt x="66104" y="1129665"/>
                    <a:pt x="10382" y="1129665"/>
                  </a:cubicBezTo>
                  <a:lnTo>
                    <a:pt x="0" y="1129665"/>
                  </a:lnTo>
                  <a:lnTo>
                    <a:pt x="0" y="1204532"/>
                  </a:lnTo>
                  <a:cubicBezTo>
                    <a:pt x="0" y="1204532"/>
                    <a:pt x="166783" y="1197102"/>
                    <a:pt x="278225" y="1197102"/>
                  </a:cubicBezTo>
                  <a:cubicBezTo>
                    <a:pt x="374047" y="1197102"/>
                    <a:pt x="540734" y="1204246"/>
                    <a:pt x="540734" y="1204532"/>
                  </a:cubicBezTo>
                  <a:lnTo>
                    <a:pt x="540734" y="1129665"/>
                  </a:lnTo>
                  <a:lnTo>
                    <a:pt x="525971" y="1129665"/>
                  </a:lnTo>
                  <a:cubicBezTo>
                    <a:pt x="470059" y="1129951"/>
                    <a:pt x="406813" y="1129760"/>
                    <a:pt x="388239" y="1075754"/>
                  </a:cubicBezTo>
                  <a:cubicBezTo>
                    <a:pt x="384620" y="1065086"/>
                    <a:pt x="381953" y="1050607"/>
                    <a:pt x="379857" y="1034034"/>
                  </a:cubicBezTo>
                  <a:cubicBezTo>
                    <a:pt x="372618" y="978122"/>
                    <a:pt x="372618" y="898017"/>
                    <a:pt x="372618" y="854297"/>
                  </a:cubicBezTo>
                  <a:lnTo>
                    <a:pt x="372618" y="653510"/>
                  </a:lnTo>
                  <a:cubicBezTo>
                    <a:pt x="439198" y="654082"/>
                    <a:pt x="444913" y="661035"/>
                    <a:pt x="479107" y="702469"/>
                  </a:cubicBezTo>
                  <a:cubicBezTo>
                    <a:pt x="485489" y="710089"/>
                    <a:pt x="492728" y="718756"/>
                    <a:pt x="501110" y="728472"/>
                  </a:cubicBezTo>
                  <a:lnTo>
                    <a:pt x="797909" y="1096804"/>
                  </a:lnTo>
                  <a:lnTo>
                    <a:pt x="885158" y="1204532"/>
                  </a:lnTo>
                  <a:cubicBezTo>
                    <a:pt x="885158" y="1204532"/>
                    <a:pt x="980885" y="1200436"/>
                    <a:pt x="1027366" y="1200436"/>
                  </a:cubicBezTo>
                  <a:cubicBezTo>
                    <a:pt x="1094994" y="1200436"/>
                    <a:pt x="1195102" y="1204627"/>
                    <a:pt x="1195102" y="1204627"/>
                  </a:cubicBezTo>
                  <a:lnTo>
                    <a:pt x="1195102" y="1131094"/>
                  </a:lnTo>
                  <a:lnTo>
                    <a:pt x="1186529" y="1129760"/>
                  </a:lnTo>
                  <a:close/>
                </a:path>
              </a:pathLst>
            </a:custGeom>
            <a:solidFill>
              <a:schemeClr val="bg1"/>
            </a:solidFill>
            <a:ln w="9525">
              <a:noFill/>
            </a:ln>
          </p:spPr>
          <p:style>
            <a:lnRef idx="0"/>
            <a:fillRef idx="0"/>
            <a:effectRef idx="0"/>
            <a:fontRef idx="minor"/>
          </p:style>
          <p:txBody>
            <a:bodyPr lIns="90000" tIns="45000" rIns="90000" bIns="45000" anchor="ctr">
              <a:noAutofit/>
            </a:bodyPr>
            <a:p>
              <a:endParaRPr lang="en-US" sz="1800" b="0" u="none" strike="noStrike">
                <a:solidFill>
                  <a:schemeClr val="dk1"/>
                </a:solidFill>
                <a:effectLst/>
                <a:uFillTx/>
                <a:latin typeface="Arial"/>
              </a:endParaRPr>
            </a:p>
          </p:txBody>
        </p:sp>
      </p:grpSp>
      <p:sp>
        <p:nvSpPr>
          <p:cNvPr id="536" name="Text Placeholder 14"/>
          <p:cNvSpPr/>
          <p:nvPr/>
        </p:nvSpPr>
        <p:spPr>
          <a:xfrm>
            <a:off x="386640" y="3434040"/>
            <a:ext cx="2464560" cy="953280"/>
          </a:xfrm>
          <a:prstGeom prst="rect">
            <a:avLst/>
          </a:prstGeom>
          <a:noFill/>
          <a:ln w="0">
            <a:noFill/>
          </a:ln>
        </p:spPr>
        <p:style>
          <a:lnRef idx="0"/>
          <a:fillRef idx="0"/>
          <a:effectRef idx="0"/>
          <a:fontRef idx="minor"/>
        </p:style>
        <p:txBody>
          <a:bodyPr lIns="90000" tIns="45000" rIns="90000" bIns="45000" anchor="t">
            <a:noAutofit/>
          </a:bodyPr>
          <a:p>
            <a:endParaRPr lang="en-US" sz="2000" b="1" u="none" strike="noStrike">
              <a:solidFill>
                <a:srgbClr val="E56B2A"/>
              </a:solidFill>
              <a:effectLst/>
              <a:uFillTx/>
              <a:latin typeface="Arial"/>
            </a:endParaRPr>
          </a:p>
        </p:txBody>
      </p:sp>
      <p:sp>
        <p:nvSpPr>
          <p:cNvPr id="537" name="Rectangle 15"/>
          <p:cNvSpPr/>
          <p:nvPr/>
        </p:nvSpPr>
        <p:spPr>
          <a:xfrm>
            <a:off x="-7920" y="0"/>
            <a:ext cx="12198240" cy="6856560"/>
          </a:xfrm>
          <a:prstGeom prst="rect">
            <a:avLst/>
          </a:prstGeom>
          <a:solidFill>
            <a:srgbClr val="F86901"/>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p>
            <a:endParaRPr lang="en-US" sz="1800" b="0" u="none" strike="noStrike">
              <a:solidFill>
                <a:schemeClr val="lt1"/>
              </a:solidFill>
              <a:effectLst/>
              <a:uFillTx/>
              <a:latin typeface="Arial"/>
            </a:endParaRPr>
          </a:p>
        </p:txBody>
      </p:sp>
      <p:sp>
        <p:nvSpPr>
          <p:cNvPr id="538" name="Freeform 11"/>
          <p:cNvSpPr/>
          <p:nvPr/>
        </p:nvSpPr>
        <p:spPr>
          <a:xfrm>
            <a:off x="-2093760" y="2347920"/>
            <a:ext cx="7628400" cy="7628400"/>
          </a:xfrm>
          <a:custGeom>
            <a:avLst/>
            <a:gdLst>
              <a:gd name="textAreaLeft" fmla="*/ 0 w 7628400"/>
              <a:gd name="textAreaRight" fmla="*/ 7629840 w 7628400"/>
              <a:gd name="textAreaTop" fmla="*/ 0 h 7628400"/>
              <a:gd name="textAreaBottom" fmla="*/ 7629840 h 7628400"/>
              <a:gd name="GluePoint1X" fmla="*/ 500348 w 808005"/>
              <a:gd name="GluePoint1Y" fmla="*/ 0 h 808005"/>
              <a:gd name="GluePoint2X" fmla="*/ 808006 w 808005"/>
              <a:gd name="GluePoint2Y" fmla="*/ 0 h 808005"/>
              <a:gd name="GluePoint3X" fmla="*/ 808006 w 808005"/>
              <a:gd name="GluePoint3Y" fmla="*/ 307657 h 808005"/>
              <a:gd name="GluePoint4X" fmla="*/ 307658 w 808005"/>
              <a:gd name="GluePoint4Y" fmla="*/ 808006 h 808005"/>
              <a:gd name="GluePoint5X" fmla="*/ 0 w 808005"/>
              <a:gd name="GluePoint5Y" fmla="*/ 808006 h 808005"/>
              <a:gd name="GluePoint6X" fmla="*/ 0 w 808005"/>
              <a:gd name="GluePoint6Y" fmla="*/ 500348 h 808005"/>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Lst>
            <a:rect l="textAreaLeft" t="textAreaTop" r="textAreaRight" b="textAreaBottom"/>
            <a:pathLst>
              <a:path w="808005" h="808005">
                <a:moveTo>
                  <a:pt x="500348" y="0"/>
                </a:moveTo>
                <a:lnTo>
                  <a:pt x="808006" y="0"/>
                </a:lnTo>
                <a:lnTo>
                  <a:pt x="808006" y="307657"/>
                </a:lnTo>
                <a:lnTo>
                  <a:pt x="307658" y="808006"/>
                </a:lnTo>
                <a:lnTo>
                  <a:pt x="0" y="808006"/>
                </a:lnTo>
                <a:lnTo>
                  <a:pt x="0" y="500348"/>
                </a:lnTo>
                <a:close/>
              </a:path>
            </a:pathLst>
          </a:custGeom>
          <a:solidFill>
            <a:schemeClr val="tx1"/>
          </a:solidFill>
          <a:ln w="9525">
            <a:noFill/>
          </a:ln>
        </p:spPr>
        <p:style>
          <a:lnRef idx="0"/>
          <a:fillRef idx="0"/>
          <a:effectRef idx="0"/>
          <a:fontRef idx="minor"/>
        </p:style>
        <p:txBody>
          <a:bodyPr lIns="90000" tIns="45000" rIns="90000" bIns="45000" anchor="ctr">
            <a:noAutofit/>
          </a:bodyPr>
          <a:p>
            <a:endParaRPr lang="en-US" sz="1800" b="0" u="none" strike="noStrike">
              <a:solidFill>
                <a:schemeClr val="dk1"/>
              </a:solidFill>
              <a:effectLst/>
              <a:uFillTx/>
              <a:latin typeface="Arial"/>
            </a:endParaRPr>
          </a:p>
        </p:txBody>
      </p:sp>
      <p:sp>
        <p:nvSpPr>
          <p:cNvPr id="539" name="Freeform 17"/>
          <p:cNvSpPr/>
          <p:nvPr/>
        </p:nvSpPr>
        <p:spPr>
          <a:xfrm>
            <a:off x="-105120" y="241920"/>
            <a:ext cx="12079440" cy="12079440"/>
          </a:xfrm>
          <a:custGeom>
            <a:avLst/>
            <a:gdLst>
              <a:gd name="textAreaLeft" fmla="*/ 0 w 12079440"/>
              <a:gd name="textAreaRight" fmla="*/ 12080880 w 12079440"/>
              <a:gd name="textAreaTop" fmla="*/ 0 h 12079440"/>
              <a:gd name="textAreaBottom" fmla="*/ 12080880 h 12079440"/>
              <a:gd name="GluePoint1X" fmla="*/ 500348 w 808005"/>
              <a:gd name="GluePoint1Y" fmla="*/ 0 h 808005"/>
              <a:gd name="GluePoint2X" fmla="*/ 808006 w 808005"/>
              <a:gd name="GluePoint2Y" fmla="*/ 0 h 808005"/>
              <a:gd name="GluePoint3X" fmla="*/ 808006 w 808005"/>
              <a:gd name="GluePoint3Y" fmla="*/ 307657 h 808005"/>
              <a:gd name="GluePoint4X" fmla="*/ 307658 w 808005"/>
              <a:gd name="GluePoint4Y" fmla="*/ 808006 h 808005"/>
              <a:gd name="GluePoint5X" fmla="*/ 0 w 808005"/>
              <a:gd name="GluePoint5Y" fmla="*/ 808006 h 808005"/>
              <a:gd name="GluePoint6X" fmla="*/ 0 w 808005"/>
              <a:gd name="GluePoint6Y" fmla="*/ 500348 h 808005"/>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Lst>
            <a:rect l="textAreaLeft" t="textAreaTop" r="textAreaRight" b="textAreaBottom"/>
            <a:pathLst>
              <a:path w="808005" h="808005">
                <a:moveTo>
                  <a:pt x="500348" y="0"/>
                </a:moveTo>
                <a:lnTo>
                  <a:pt x="808006" y="0"/>
                </a:lnTo>
                <a:lnTo>
                  <a:pt x="808006" y="307657"/>
                </a:lnTo>
                <a:lnTo>
                  <a:pt x="307658" y="808006"/>
                </a:lnTo>
                <a:lnTo>
                  <a:pt x="0" y="808006"/>
                </a:lnTo>
                <a:lnTo>
                  <a:pt x="0" y="500348"/>
                </a:lnTo>
                <a:close/>
              </a:path>
            </a:pathLst>
          </a:custGeom>
          <a:solidFill>
            <a:schemeClr val="bg1"/>
          </a:solidFill>
          <a:ln w="9525">
            <a:noFill/>
          </a:ln>
        </p:spPr>
        <p:style>
          <a:lnRef idx="0"/>
          <a:fillRef idx="0"/>
          <a:effectRef idx="0"/>
          <a:fontRef idx="minor"/>
        </p:style>
        <p:txBody>
          <a:bodyPr lIns="90000" tIns="45000" rIns="90000" bIns="45000" anchor="ctr">
            <a:noAutofit/>
          </a:bodyPr>
          <a:p>
            <a:endParaRPr lang="en-US" sz="1800" b="0" u="none" strike="noStrike">
              <a:solidFill>
                <a:schemeClr val="dk1"/>
              </a:solidFill>
              <a:effectLst/>
              <a:uFillTx/>
              <a:latin typeface="Arial"/>
            </a:endParaRPr>
          </a:p>
        </p:txBody>
      </p:sp>
      <p:sp>
        <p:nvSpPr>
          <p:cNvPr id="540" name="PlaceHolder 1"/>
          <p:cNvSpPr>
            <a:spLocks noGrp="1"/>
          </p:cNvSpPr>
          <p:nvPr>
            <p:ph type="title" hasCustomPrompt="1"/>
          </p:nvPr>
        </p:nvSpPr>
        <p:spPr>
          <a:xfrm>
            <a:off x="6235920" y="1444320"/>
            <a:ext cx="5192640" cy="2541960"/>
          </a:xfrm>
          <a:prstGeom prst="rect">
            <a:avLst/>
          </a:prstGeom>
          <a:noFill/>
          <a:ln w="0">
            <a:noFill/>
          </a:ln>
        </p:spPr>
        <p:txBody>
          <a:bodyPr lIns="0" tIns="45000" rIns="90000" bIns="45000" anchor="t">
            <a:normAutofit lnSpcReduction="9999"/>
          </a:bodyPr>
          <a:lstStyle>
            <a:lvl1pPr indent="0" algn="r" defTabSz="914400">
              <a:lnSpc>
                <a:spcPct val="90000"/>
              </a:lnSpc>
              <a:buNone/>
              <a:tabLst>
                <a:tab pos="0" algn="l"/>
              </a:tabLst>
              <a:defRPr lang="en-US" sz="6000" b="1" u="none" strike="noStrike">
                <a:solidFill>
                  <a:srgbClr val="F86901"/>
                </a:solidFill>
                <a:effectLst/>
                <a:uFillTx/>
                <a:latin typeface="Arial"/>
              </a:defRPr>
            </a:lvl1pPr>
          </a:lstStyle>
          <a:p>
            <a:pPr indent="0" algn="r" defTabSz="914400">
              <a:lnSpc>
                <a:spcPct val="90000"/>
              </a:lnSpc>
              <a:buNone/>
              <a:tabLst>
                <a:tab pos="0" algn="l"/>
              </a:tabLst>
            </a:pPr>
            <a:r>
              <a:rPr lang="en-US" sz="6000" b="1" u="none" strike="noStrike">
                <a:solidFill>
                  <a:srgbClr val="F86901"/>
                </a:solidFill>
                <a:effectLst/>
                <a:uFillTx/>
                <a:latin typeface="Arial"/>
              </a:rPr>
              <a:t>Click to add</a:t>
            </a:r>
            <a:br>
              <a:rPr sz="6000"/>
            </a:br>
            <a:r>
              <a:rPr lang="en-US" sz="6000" b="1" u="none" strike="noStrike">
                <a:solidFill>
                  <a:srgbClr val="F86901"/>
                </a:solidFill>
                <a:effectLst/>
                <a:uFillTx/>
                <a:latin typeface="Arial"/>
              </a:rPr>
              <a:t>Presentation </a:t>
            </a:r>
            <a:br>
              <a:rPr sz="6000"/>
            </a:br>
            <a:r>
              <a:rPr lang="en-US" sz="6000" b="1" u="none" strike="noStrike">
                <a:solidFill>
                  <a:srgbClr val="F86901"/>
                </a:solidFill>
                <a:effectLst/>
                <a:uFillTx/>
                <a:latin typeface="Arial"/>
              </a:rPr>
              <a:t>Title</a:t>
            </a:r>
            <a:endParaRPr lang="en-US" sz="6000" b="1" u="none" strike="noStrike">
              <a:solidFill>
                <a:srgbClr val="F86901"/>
              </a:solidFill>
              <a:effectLst/>
              <a:uFillTx/>
              <a:latin typeface="Arial"/>
            </a:endParaRPr>
          </a:p>
        </p:txBody>
      </p:sp>
      <p:grpSp>
        <p:nvGrpSpPr>
          <p:cNvPr id="541" name="Graphic 22"/>
          <p:cNvGrpSpPr/>
          <p:nvPr/>
        </p:nvGrpSpPr>
        <p:grpSpPr>
          <a:xfrm>
            <a:off x="326160" y="360360"/>
            <a:ext cx="1692720" cy="638640"/>
            <a:chOff x="326160" y="360360"/>
            <a:chExt cx="1692720" cy="638640"/>
          </a:xfrm>
        </p:grpSpPr>
        <p:sp>
          <p:nvSpPr>
            <p:cNvPr id="542" name="Freeform 7"/>
            <p:cNvSpPr/>
            <p:nvPr/>
          </p:nvSpPr>
          <p:spPr>
            <a:xfrm>
              <a:off x="1044720" y="360360"/>
              <a:ext cx="289440" cy="638280"/>
            </a:xfrm>
            <a:custGeom>
              <a:avLst/>
              <a:gdLst>
                <a:gd name="textAreaLeft" fmla="*/ 0 w 289440"/>
                <a:gd name="textAreaRight" fmla="*/ 290880 w 289440"/>
                <a:gd name="textAreaTop" fmla="*/ 0 h 638280"/>
                <a:gd name="textAreaBottom" fmla="*/ 639720 h 638280"/>
                <a:gd name="GluePoint1X" fmla="*/ 393478 w 547877"/>
                <a:gd name="GluePoint1Y" fmla="*/ 129064 h 1204531"/>
                <a:gd name="GluePoint2X" fmla="*/ 537686 w 547877"/>
                <a:gd name="GluePoint2Y" fmla="*/ 74771 h 1204531"/>
                <a:gd name="GluePoint3X" fmla="*/ 547878 w 547877"/>
                <a:gd name="GluePoint3Y" fmla="*/ 74771 h 1204531"/>
                <a:gd name="GluePoint4X" fmla="*/ 547878 w 547877"/>
                <a:gd name="GluePoint4Y" fmla="*/ 0 h 1204531"/>
                <a:gd name="GluePoint5X" fmla="*/ 267938 w 547877"/>
                <a:gd name="GluePoint5Y" fmla="*/ 4667 h 1204531"/>
                <a:gd name="GluePoint6X" fmla="*/ 0 w 547877"/>
                <a:gd name="GluePoint6Y" fmla="*/ 0 h 1204531"/>
                <a:gd name="GluePoint7X" fmla="*/ 0 w 547877"/>
                <a:gd name="GluePoint7Y" fmla="*/ 74771 h 1204531"/>
                <a:gd name="GluePoint8X" fmla="*/ 10192 w 547877"/>
                <a:gd name="GluePoint8Y" fmla="*/ 74771 h 1204531"/>
                <a:gd name="GluePoint9X" fmla="*/ 154400 w 547877"/>
                <a:gd name="GluePoint9Y" fmla="*/ 128968 h 1204531"/>
                <a:gd name="GluePoint10X" fmla="*/ 171640 w 547877"/>
                <a:gd name="GluePoint10Y" fmla="*/ 363188 h 1204531"/>
                <a:gd name="GluePoint11X" fmla="*/ 171640 w 547877"/>
                <a:gd name="GluePoint11Y" fmla="*/ 841153 h 1204531"/>
                <a:gd name="GluePoint12X" fmla="*/ 154496 w 547877"/>
                <a:gd name="GluePoint12Y" fmla="*/ 1075373 h 1204531"/>
                <a:gd name="GluePoint13X" fmla="*/ 10192 w 547877"/>
                <a:gd name="GluePoint13Y" fmla="*/ 1129569 h 1204531"/>
                <a:gd name="GluePoint14X" fmla="*/ 0 w 547877"/>
                <a:gd name="GluePoint14Y" fmla="*/ 1129569 h 1204531"/>
                <a:gd name="GluePoint15X" fmla="*/ 0 w 547877"/>
                <a:gd name="GluePoint15Y" fmla="*/ 1204531 h 1204531"/>
                <a:gd name="GluePoint16X" fmla="*/ 268224 w 547877"/>
                <a:gd name="GluePoint16Y" fmla="*/ 1197102 h 1204531"/>
                <a:gd name="GluePoint17X" fmla="*/ 547878 w 547877"/>
                <a:gd name="GluePoint17Y" fmla="*/ 1204531 h 1204531"/>
                <a:gd name="GluePoint18X" fmla="*/ 547878 w 547877"/>
                <a:gd name="GluePoint18Y" fmla="*/ 1129569 h 1204531"/>
                <a:gd name="GluePoint19X" fmla="*/ 537686 w 547877"/>
                <a:gd name="GluePoint19Y" fmla="*/ 1129569 h 1204531"/>
                <a:gd name="GluePoint20X" fmla="*/ 393478 w 547877"/>
                <a:gd name="GluePoint20Y" fmla="*/ 1075468 h 1204531"/>
                <a:gd name="GluePoint21X" fmla="*/ 376333 w 547877"/>
                <a:gd name="GluePoint21Y" fmla="*/ 841153 h 1204531"/>
                <a:gd name="GluePoint22X" fmla="*/ 376333 w 547877"/>
                <a:gd name="GluePoint22Y" fmla="*/ 363188 h 1204531"/>
                <a:gd name="GluePoint23X" fmla="*/ 393478 w 547877"/>
                <a:gd name="GluePoint23Y" fmla="*/ 129064 h 1204531"/>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 ang="0">
                  <a:pos x="GluePoint16X" y="GluePoint16Y"/>
                </a:cxn>
                <a:cxn ang="0">
                  <a:pos x="GluePoint17X" y="GluePoint17Y"/>
                </a:cxn>
                <a:cxn ang="0">
                  <a:pos x="GluePoint18X" y="GluePoint18Y"/>
                </a:cxn>
                <a:cxn ang="0">
                  <a:pos x="GluePoint19X" y="GluePoint19Y"/>
                </a:cxn>
                <a:cxn ang="0">
                  <a:pos x="GluePoint20X" y="GluePoint20Y"/>
                </a:cxn>
                <a:cxn ang="0">
                  <a:pos x="GluePoint21X" y="GluePoint21Y"/>
                </a:cxn>
                <a:cxn ang="0">
                  <a:pos x="GluePoint22X" y="GluePoint22Y"/>
                </a:cxn>
                <a:cxn ang="0">
                  <a:pos x="GluePoint23X" y="GluePoint23Y"/>
                </a:cxn>
              </a:cxnLst>
              <a:rect l="textAreaLeft" t="textAreaTop" r="textAreaRight" b="textAreaBottom"/>
              <a:pathLst>
                <a:path w="547877" h="1204531">
                  <a:moveTo>
                    <a:pt x="393478" y="129064"/>
                  </a:moveTo>
                  <a:cubicBezTo>
                    <a:pt x="414242" y="74771"/>
                    <a:pt x="482727" y="74771"/>
                    <a:pt x="537686" y="74771"/>
                  </a:cubicBezTo>
                  <a:lnTo>
                    <a:pt x="547878" y="74771"/>
                  </a:lnTo>
                  <a:lnTo>
                    <a:pt x="547878" y="0"/>
                  </a:lnTo>
                  <a:cubicBezTo>
                    <a:pt x="547878" y="0"/>
                    <a:pt x="333565" y="4667"/>
                    <a:pt x="267938" y="4667"/>
                  </a:cubicBezTo>
                  <a:cubicBezTo>
                    <a:pt x="200406" y="4667"/>
                    <a:pt x="0" y="0"/>
                    <a:pt x="0" y="0"/>
                  </a:cubicBezTo>
                  <a:lnTo>
                    <a:pt x="0" y="74771"/>
                  </a:lnTo>
                  <a:lnTo>
                    <a:pt x="10192" y="74771"/>
                  </a:lnTo>
                  <a:cubicBezTo>
                    <a:pt x="65246" y="74771"/>
                    <a:pt x="133731" y="74771"/>
                    <a:pt x="154400" y="128968"/>
                  </a:cubicBezTo>
                  <a:cubicBezTo>
                    <a:pt x="171640" y="175450"/>
                    <a:pt x="171640" y="307086"/>
                    <a:pt x="171640" y="363188"/>
                  </a:cubicBezTo>
                  <a:lnTo>
                    <a:pt x="171640" y="841153"/>
                  </a:lnTo>
                  <a:cubicBezTo>
                    <a:pt x="171640" y="897350"/>
                    <a:pt x="171640" y="1028890"/>
                    <a:pt x="154496" y="1075373"/>
                  </a:cubicBezTo>
                  <a:cubicBezTo>
                    <a:pt x="133731" y="1129569"/>
                    <a:pt x="65246" y="1129569"/>
                    <a:pt x="10192" y="1129569"/>
                  </a:cubicBezTo>
                  <a:lnTo>
                    <a:pt x="0" y="1129569"/>
                  </a:lnTo>
                  <a:lnTo>
                    <a:pt x="0" y="1204531"/>
                  </a:lnTo>
                  <a:cubicBezTo>
                    <a:pt x="0" y="1204341"/>
                    <a:pt x="173260" y="1197102"/>
                    <a:pt x="268224" y="1197102"/>
                  </a:cubicBezTo>
                  <a:cubicBezTo>
                    <a:pt x="377476" y="1197102"/>
                    <a:pt x="547878" y="1204531"/>
                    <a:pt x="547878" y="1204531"/>
                  </a:cubicBezTo>
                  <a:lnTo>
                    <a:pt x="547878" y="1129569"/>
                  </a:lnTo>
                  <a:lnTo>
                    <a:pt x="537686" y="1129569"/>
                  </a:lnTo>
                  <a:cubicBezTo>
                    <a:pt x="482727" y="1129569"/>
                    <a:pt x="414242" y="1129569"/>
                    <a:pt x="393478" y="1075468"/>
                  </a:cubicBezTo>
                  <a:cubicBezTo>
                    <a:pt x="376333" y="1028890"/>
                    <a:pt x="376333" y="897350"/>
                    <a:pt x="376333" y="841153"/>
                  </a:cubicBezTo>
                  <a:lnTo>
                    <a:pt x="376333" y="363188"/>
                  </a:lnTo>
                  <a:cubicBezTo>
                    <a:pt x="376333" y="307086"/>
                    <a:pt x="376333" y="175450"/>
                    <a:pt x="393478" y="129064"/>
                  </a:cubicBezTo>
                </a:path>
              </a:pathLst>
            </a:custGeom>
            <a:solidFill>
              <a:schemeClr val="bg1"/>
            </a:solidFill>
            <a:ln w="9525">
              <a:noFill/>
            </a:ln>
          </p:spPr>
          <p:style>
            <a:lnRef idx="0"/>
            <a:fillRef idx="0"/>
            <a:effectRef idx="0"/>
            <a:fontRef idx="minor"/>
          </p:style>
          <p:txBody>
            <a:bodyPr lIns="90000" tIns="45000" rIns="90000" bIns="45000" anchor="ctr">
              <a:noAutofit/>
            </a:bodyPr>
            <a:p>
              <a:endParaRPr lang="en-US" sz="1800" b="0" u="none" strike="noStrike">
                <a:solidFill>
                  <a:schemeClr val="dk1"/>
                </a:solidFill>
                <a:effectLst/>
                <a:uFillTx/>
                <a:latin typeface="Arial"/>
              </a:endParaRPr>
            </a:p>
          </p:txBody>
        </p:sp>
        <p:sp>
          <p:nvSpPr>
            <p:cNvPr id="543" name="Freeform 8"/>
            <p:cNvSpPr/>
            <p:nvPr/>
          </p:nvSpPr>
          <p:spPr>
            <a:xfrm>
              <a:off x="1422000" y="361080"/>
              <a:ext cx="596880" cy="637920"/>
            </a:xfrm>
            <a:custGeom>
              <a:avLst/>
              <a:gdLst>
                <a:gd name="textAreaLeft" fmla="*/ 0 w 596880"/>
                <a:gd name="textAreaRight" fmla="*/ 598320 w 596880"/>
                <a:gd name="textAreaTop" fmla="*/ 0 h 637920"/>
                <a:gd name="textAreaBottom" fmla="*/ 639360 h 637920"/>
                <a:gd name="GluePoint1X" fmla="*/ 0 w 1126902"/>
                <a:gd name="GluePoint1Y" fmla="*/ 0 h 1204245"/>
                <a:gd name="GluePoint2X" fmla="*/ 0 w 1126902"/>
                <a:gd name="GluePoint2Y" fmla="*/ 312420 h 1204245"/>
                <a:gd name="GluePoint3X" fmla="*/ 74295 w 1126902"/>
                <a:gd name="GluePoint3Y" fmla="*/ 312420 h 1204245"/>
                <a:gd name="GluePoint4X" fmla="*/ 74581 w 1126902"/>
                <a:gd name="GluePoint4Y" fmla="*/ 302609 h 1204245"/>
                <a:gd name="GluePoint5X" fmla="*/ 334328 w 1126902"/>
                <a:gd name="GluePoint5Y" fmla="*/ 90773 h 1204245"/>
                <a:gd name="GluePoint6X" fmla="*/ 352330 w 1126902"/>
                <a:gd name="GluePoint6Y" fmla="*/ 90678 h 1204245"/>
                <a:gd name="GluePoint7X" fmla="*/ 453200 w 1126902"/>
                <a:gd name="GluePoint7Y" fmla="*/ 106204 h 1204245"/>
                <a:gd name="GluePoint8X" fmla="*/ 461201 w 1126902"/>
                <a:gd name="GluePoint8Y" fmla="*/ 128873 h 1204245"/>
                <a:gd name="GluePoint9X" fmla="*/ 461201 w 1126902"/>
                <a:gd name="GluePoint9Y" fmla="*/ 950119 h 1204245"/>
                <a:gd name="GluePoint10X" fmla="*/ 272510 w 1126902"/>
                <a:gd name="GluePoint10Y" fmla="*/ 1129475 h 1204245"/>
                <a:gd name="GluePoint11X" fmla="*/ 262700 w 1126902"/>
                <a:gd name="GluePoint11Y" fmla="*/ 1129856 h 1204245"/>
                <a:gd name="GluePoint12X" fmla="*/ 262700 w 1126902"/>
                <a:gd name="GluePoint12Y" fmla="*/ 1204246 h 1204245"/>
                <a:gd name="GluePoint13X" fmla="*/ 578548 w 1126902"/>
                <a:gd name="GluePoint13Y" fmla="*/ 1196911 h 1204245"/>
                <a:gd name="GluePoint14X" fmla="*/ 864203 w 1126902"/>
                <a:gd name="GluePoint14Y" fmla="*/ 1204246 h 1204245"/>
                <a:gd name="GluePoint15X" fmla="*/ 864203 w 1126902"/>
                <a:gd name="GluePoint15Y" fmla="*/ 1129856 h 1204245"/>
                <a:gd name="GluePoint16X" fmla="*/ 854393 w 1126902"/>
                <a:gd name="GluePoint16Y" fmla="*/ 1129475 h 1204245"/>
                <a:gd name="GluePoint17X" fmla="*/ 665702 w 1126902"/>
                <a:gd name="GluePoint17Y" fmla="*/ 950119 h 1204245"/>
                <a:gd name="GluePoint18X" fmla="*/ 665702 w 1126902"/>
                <a:gd name="GluePoint18Y" fmla="*/ 128873 h 1204245"/>
                <a:gd name="GluePoint19X" fmla="*/ 673608 w 1126902"/>
                <a:gd name="GluePoint19Y" fmla="*/ 108490 h 1204245"/>
                <a:gd name="GluePoint20X" fmla="*/ 791718 w 1126902"/>
                <a:gd name="GluePoint20Y" fmla="*/ 90488 h 1204245"/>
                <a:gd name="GluePoint21X" fmla="*/ 815912 w 1126902"/>
                <a:gd name="GluePoint21Y" fmla="*/ 90773 h 1204245"/>
                <a:gd name="GluePoint22X" fmla="*/ 1052513 w 1126902"/>
                <a:gd name="GluePoint22Y" fmla="*/ 302895 h 1204245"/>
                <a:gd name="GluePoint23X" fmla="*/ 1053084 w 1126902"/>
                <a:gd name="GluePoint23Y" fmla="*/ 312420 h 1204245"/>
                <a:gd name="GluePoint24X" fmla="*/ 1126903 w 1126902"/>
                <a:gd name="GluePoint24Y" fmla="*/ 312420 h 1204245"/>
                <a:gd name="GluePoint25X" fmla="*/ 1126903 w 1126902"/>
                <a:gd name="GluePoint25Y" fmla="*/ 0 h 1204245"/>
                <a:gd name="GluePoint26X" fmla="*/ 563404 w 1126902"/>
                <a:gd name="GluePoint26Y" fmla="*/ 2857 h 1204245"/>
                <a:gd name="GluePoint27X" fmla="*/ 0 w 1126902"/>
                <a:gd name="GluePoint27Y" fmla="*/ 0 h 1204245"/>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 ang="0">
                  <a:pos x="GluePoint16X" y="GluePoint16Y"/>
                </a:cxn>
                <a:cxn ang="0">
                  <a:pos x="GluePoint17X" y="GluePoint17Y"/>
                </a:cxn>
                <a:cxn ang="0">
                  <a:pos x="GluePoint18X" y="GluePoint18Y"/>
                </a:cxn>
                <a:cxn ang="0">
                  <a:pos x="GluePoint19X" y="GluePoint19Y"/>
                </a:cxn>
                <a:cxn ang="0">
                  <a:pos x="GluePoint20X" y="GluePoint20Y"/>
                </a:cxn>
                <a:cxn ang="0">
                  <a:pos x="GluePoint21X" y="GluePoint21Y"/>
                </a:cxn>
                <a:cxn ang="0">
                  <a:pos x="GluePoint22X" y="GluePoint22Y"/>
                </a:cxn>
                <a:cxn ang="0">
                  <a:pos x="GluePoint23X" y="GluePoint23Y"/>
                </a:cxn>
                <a:cxn ang="0">
                  <a:pos x="GluePoint24X" y="GluePoint24Y"/>
                </a:cxn>
                <a:cxn ang="0">
                  <a:pos x="GluePoint25X" y="GluePoint25Y"/>
                </a:cxn>
                <a:cxn ang="0">
                  <a:pos x="GluePoint26X" y="GluePoint26Y"/>
                </a:cxn>
                <a:cxn ang="0">
                  <a:pos x="GluePoint27X" y="GluePoint27Y"/>
                </a:cxn>
              </a:cxnLst>
              <a:rect l="textAreaLeft" t="textAreaTop" r="textAreaRight" b="textAreaBottom"/>
              <a:pathLst>
                <a:path w="1126902" h="1204245">
                  <a:moveTo>
                    <a:pt x="0" y="0"/>
                  </a:moveTo>
                  <a:lnTo>
                    <a:pt x="0" y="312420"/>
                  </a:lnTo>
                  <a:lnTo>
                    <a:pt x="74295" y="312420"/>
                  </a:lnTo>
                  <a:lnTo>
                    <a:pt x="74581" y="302609"/>
                  </a:lnTo>
                  <a:cubicBezTo>
                    <a:pt x="81344" y="99346"/>
                    <a:pt x="159163" y="90773"/>
                    <a:pt x="334328" y="90773"/>
                  </a:cubicBezTo>
                  <a:cubicBezTo>
                    <a:pt x="340328" y="90773"/>
                    <a:pt x="346424" y="90773"/>
                    <a:pt x="352330" y="90678"/>
                  </a:cubicBezTo>
                  <a:cubicBezTo>
                    <a:pt x="395859" y="90392"/>
                    <a:pt x="437007" y="90106"/>
                    <a:pt x="453200" y="106204"/>
                  </a:cubicBezTo>
                  <a:cubicBezTo>
                    <a:pt x="458629" y="111538"/>
                    <a:pt x="461201" y="118967"/>
                    <a:pt x="461201" y="128873"/>
                  </a:cubicBezTo>
                  <a:lnTo>
                    <a:pt x="461201" y="950119"/>
                  </a:lnTo>
                  <a:cubicBezTo>
                    <a:pt x="461201" y="1072039"/>
                    <a:pt x="444151" y="1122426"/>
                    <a:pt x="272510" y="1129475"/>
                  </a:cubicBezTo>
                  <a:lnTo>
                    <a:pt x="262700" y="1129856"/>
                  </a:lnTo>
                  <a:lnTo>
                    <a:pt x="262700" y="1204246"/>
                  </a:lnTo>
                  <a:cubicBezTo>
                    <a:pt x="262700" y="1204246"/>
                    <a:pt x="462725" y="1196911"/>
                    <a:pt x="578548" y="1196911"/>
                  </a:cubicBezTo>
                  <a:cubicBezTo>
                    <a:pt x="666941" y="1196911"/>
                    <a:pt x="864203" y="1204246"/>
                    <a:pt x="864203" y="1204246"/>
                  </a:cubicBezTo>
                  <a:lnTo>
                    <a:pt x="864203" y="1129856"/>
                  </a:lnTo>
                  <a:lnTo>
                    <a:pt x="854393" y="1129475"/>
                  </a:lnTo>
                  <a:cubicBezTo>
                    <a:pt x="682752" y="1122426"/>
                    <a:pt x="665702" y="1072039"/>
                    <a:pt x="665702" y="950119"/>
                  </a:cubicBezTo>
                  <a:lnTo>
                    <a:pt x="665702" y="128873"/>
                  </a:lnTo>
                  <a:cubicBezTo>
                    <a:pt x="665702" y="120396"/>
                    <a:pt x="668369" y="113729"/>
                    <a:pt x="673608" y="108490"/>
                  </a:cubicBezTo>
                  <a:cubicBezTo>
                    <a:pt x="693420" y="89059"/>
                    <a:pt x="747903" y="89821"/>
                    <a:pt x="791718" y="90488"/>
                  </a:cubicBezTo>
                  <a:cubicBezTo>
                    <a:pt x="800005" y="90583"/>
                    <a:pt x="808196" y="90773"/>
                    <a:pt x="815912" y="90773"/>
                  </a:cubicBezTo>
                  <a:cubicBezTo>
                    <a:pt x="987267" y="90773"/>
                    <a:pt x="1042511" y="140303"/>
                    <a:pt x="1052513" y="302895"/>
                  </a:cubicBezTo>
                  <a:lnTo>
                    <a:pt x="1053084" y="312420"/>
                  </a:lnTo>
                  <a:lnTo>
                    <a:pt x="1126903" y="312420"/>
                  </a:lnTo>
                  <a:lnTo>
                    <a:pt x="1126903" y="0"/>
                  </a:lnTo>
                  <a:cubicBezTo>
                    <a:pt x="1126903" y="0"/>
                    <a:pt x="694468" y="2857"/>
                    <a:pt x="563404" y="2857"/>
                  </a:cubicBezTo>
                  <a:cubicBezTo>
                    <a:pt x="432340" y="2857"/>
                    <a:pt x="0" y="0"/>
                    <a:pt x="0" y="0"/>
                  </a:cubicBezTo>
                </a:path>
              </a:pathLst>
            </a:custGeom>
            <a:solidFill>
              <a:schemeClr val="bg1"/>
            </a:solidFill>
            <a:ln w="9525">
              <a:noFill/>
            </a:ln>
          </p:spPr>
          <p:style>
            <a:lnRef idx="0"/>
            <a:fillRef idx="0"/>
            <a:effectRef idx="0"/>
            <a:fontRef idx="minor"/>
          </p:style>
          <p:txBody>
            <a:bodyPr lIns="90000" tIns="45000" rIns="90000" bIns="45000" anchor="ctr">
              <a:noAutofit/>
            </a:bodyPr>
            <a:p>
              <a:endParaRPr lang="en-US" sz="1800" b="0" u="none" strike="noStrike">
                <a:solidFill>
                  <a:schemeClr val="dk1"/>
                </a:solidFill>
                <a:effectLst/>
                <a:uFillTx/>
                <a:latin typeface="Arial"/>
              </a:endParaRPr>
            </a:p>
          </p:txBody>
        </p:sp>
        <p:sp>
          <p:nvSpPr>
            <p:cNvPr id="544" name="Freeform 9"/>
            <p:cNvSpPr/>
            <p:nvPr/>
          </p:nvSpPr>
          <p:spPr>
            <a:xfrm>
              <a:off x="326160" y="360360"/>
              <a:ext cx="633240" cy="638280"/>
            </a:xfrm>
            <a:custGeom>
              <a:avLst/>
              <a:gdLst>
                <a:gd name="textAreaLeft" fmla="*/ 0 w 633240"/>
                <a:gd name="textAreaRight" fmla="*/ 634680 w 633240"/>
                <a:gd name="textAreaTop" fmla="*/ 0 h 638280"/>
                <a:gd name="textAreaBottom" fmla="*/ 639720 h 638280"/>
                <a:gd name="GluePoint1X" fmla="*/ 372618 w 1195101"/>
                <a:gd name="GluePoint1Y" fmla="*/ 571786 h 1204626"/>
                <a:gd name="GluePoint2X" fmla="*/ 372523 w 1195101"/>
                <a:gd name="GluePoint2Y" fmla="*/ 134303 h 1204626"/>
                <a:gd name="GluePoint3X" fmla="*/ 386239 w 1195101"/>
                <a:gd name="GluePoint3Y" fmla="*/ 86487 h 1204626"/>
                <a:gd name="GluePoint4X" fmla="*/ 498348 w 1195101"/>
                <a:gd name="GluePoint4Y" fmla="*/ 85630 h 1204626"/>
                <a:gd name="GluePoint5X" fmla="*/ 738473 w 1195101"/>
                <a:gd name="GluePoint5Y" fmla="*/ 330518 h 1204626"/>
                <a:gd name="GluePoint6X" fmla="*/ 640747 w 1195101"/>
                <a:gd name="GluePoint6Y" fmla="*/ 541687 h 1204626"/>
                <a:gd name="GluePoint7X" fmla="*/ 372618 w 1195101"/>
                <a:gd name="GluePoint7Y" fmla="*/ 571786 h 1204626"/>
                <a:gd name="GluePoint8X" fmla="*/ 1186529 w 1195101"/>
                <a:gd name="GluePoint8Y" fmla="*/ 1129760 h 1204626"/>
                <a:gd name="GluePoint9X" fmla="*/ 1017461 w 1195101"/>
                <a:gd name="GluePoint9Y" fmla="*/ 1040702 h 1204626"/>
                <a:gd name="GluePoint10X" fmla="*/ 661797 w 1195101"/>
                <a:gd name="GluePoint10Y" fmla="*/ 632460 h 1204626"/>
                <a:gd name="GluePoint11X" fmla="*/ 964597 w 1195101"/>
                <a:gd name="GluePoint11Y" fmla="*/ 305371 h 1204626"/>
                <a:gd name="GluePoint12X" fmla="*/ 831056 w 1195101"/>
                <a:gd name="GluePoint12Y" fmla="*/ 55816 h 1204626"/>
                <a:gd name="GluePoint13X" fmla="*/ 544639 w 1195101"/>
                <a:gd name="GluePoint13Y" fmla="*/ 190 h 1204626"/>
                <a:gd name="GluePoint14X" fmla="*/ 317468 w 1195101"/>
                <a:gd name="GluePoint14Y" fmla="*/ 4191 h 1204626"/>
                <a:gd name="GluePoint15X" fmla="*/ 191 w 1195101"/>
                <a:gd name="GluePoint15Y" fmla="*/ 0 h 1204626"/>
                <a:gd name="GluePoint16X" fmla="*/ 191 w 1195101"/>
                <a:gd name="GluePoint16Y" fmla="*/ 74866 h 1204626"/>
                <a:gd name="GluePoint17X" fmla="*/ 15050 w 1195101"/>
                <a:gd name="GluePoint17Y" fmla="*/ 74866 h 1204626"/>
                <a:gd name="GluePoint18X" fmla="*/ 152781 w 1195101"/>
                <a:gd name="GluePoint18Y" fmla="*/ 128683 h 1204626"/>
                <a:gd name="GluePoint19X" fmla="*/ 168307 w 1195101"/>
                <a:gd name="GluePoint19Y" fmla="*/ 350139 h 1204626"/>
                <a:gd name="GluePoint20X" fmla="*/ 168307 w 1195101"/>
                <a:gd name="GluePoint20Y" fmla="*/ 841248 h 1204626"/>
                <a:gd name="GluePoint21X" fmla="*/ 161068 w 1195101"/>
                <a:gd name="GluePoint21Y" fmla="*/ 1034129 h 1204626"/>
                <a:gd name="GluePoint22X" fmla="*/ 152686 w 1195101"/>
                <a:gd name="GluePoint22Y" fmla="*/ 1075944 h 1204626"/>
                <a:gd name="GluePoint23X" fmla="*/ 10382 w 1195101"/>
                <a:gd name="GluePoint23Y" fmla="*/ 1129665 h 1204626"/>
                <a:gd name="GluePoint24X" fmla="*/ 0 w 1195101"/>
                <a:gd name="GluePoint24Y" fmla="*/ 1129665 h 1204626"/>
                <a:gd name="GluePoint25X" fmla="*/ 0 w 1195101"/>
                <a:gd name="GluePoint25Y" fmla="*/ 1204532 h 1204626"/>
                <a:gd name="GluePoint26X" fmla="*/ 278225 w 1195101"/>
                <a:gd name="GluePoint26Y" fmla="*/ 1197102 h 1204626"/>
                <a:gd name="GluePoint27X" fmla="*/ 540734 w 1195101"/>
                <a:gd name="GluePoint27Y" fmla="*/ 1204532 h 1204626"/>
                <a:gd name="GluePoint28X" fmla="*/ 540734 w 1195101"/>
                <a:gd name="GluePoint28Y" fmla="*/ 1129665 h 1204626"/>
                <a:gd name="GluePoint29X" fmla="*/ 525971 w 1195101"/>
                <a:gd name="GluePoint29Y" fmla="*/ 1129665 h 1204626"/>
                <a:gd name="GluePoint30X" fmla="*/ 388239 w 1195101"/>
                <a:gd name="GluePoint30Y" fmla="*/ 1075754 h 1204626"/>
                <a:gd name="GluePoint31X" fmla="*/ 379857 w 1195101"/>
                <a:gd name="GluePoint31Y" fmla="*/ 1034034 h 1204626"/>
                <a:gd name="GluePoint32X" fmla="*/ 372618 w 1195101"/>
                <a:gd name="GluePoint32Y" fmla="*/ 854297 h 1204626"/>
                <a:gd name="GluePoint33X" fmla="*/ 372618 w 1195101"/>
                <a:gd name="GluePoint33Y" fmla="*/ 653510 h 1204626"/>
                <a:gd name="GluePoint34X" fmla="*/ 479107 w 1195101"/>
                <a:gd name="GluePoint34Y" fmla="*/ 702469 h 1204626"/>
                <a:gd name="GluePoint35X" fmla="*/ 501110 w 1195101"/>
                <a:gd name="GluePoint35Y" fmla="*/ 728472 h 1204626"/>
                <a:gd name="GluePoint36X" fmla="*/ 797909 w 1195101"/>
                <a:gd name="GluePoint36Y" fmla="*/ 1096804 h 1204626"/>
                <a:gd name="GluePoint37X" fmla="*/ 885158 w 1195101"/>
                <a:gd name="GluePoint37Y" fmla="*/ 1204532 h 1204626"/>
                <a:gd name="GluePoint38X" fmla="*/ 1027366 w 1195101"/>
                <a:gd name="GluePoint38Y" fmla="*/ 1200436 h 1204626"/>
                <a:gd name="GluePoint39X" fmla="*/ 1195102 w 1195101"/>
                <a:gd name="GluePoint39Y" fmla="*/ 1204627 h 1204626"/>
                <a:gd name="GluePoint40X" fmla="*/ 1195102 w 1195101"/>
                <a:gd name="GluePoint40Y" fmla="*/ 1131094 h 1204626"/>
                <a:gd name="GluePoint41X" fmla="*/ 1186529 w 1195101"/>
                <a:gd name="GluePoint41Y" fmla="*/ 1129760 h 1204626"/>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 ang="0">
                  <a:pos x="GluePoint16X" y="GluePoint16Y"/>
                </a:cxn>
                <a:cxn ang="0">
                  <a:pos x="GluePoint17X" y="GluePoint17Y"/>
                </a:cxn>
                <a:cxn ang="0">
                  <a:pos x="GluePoint18X" y="GluePoint18Y"/>
                </a:cxn>
                <a:cxn ang="0">
                  <a:pos x="GluePoint19X" y="GluePoint19Y"/>
                </a:cxn>
                <a:cxn ang="0">
                  <a:pos x="GluePoint20X" y="GluePoint20Y"/>
                </a:cxn>
                <a:cxn ang="0">
                  <a:pos x="GluePoint21X" y="GluePoint21Y"/>
                </a:cxn>
                <a:cxn ang="0">
                  <a:pos x="GluePoint22X" y="GluePoint22Y"/>
                </a:cxn>
                <a:cxn ang="0">
                  <a:pos x="GluePoint23X" y="GluePoint23Y"/>
                </a:cxn>
                <a:cxn ang="0">
                  <a:pos x="GluePoint24X" y="GluePoint24Y"/>
                </a:cxn>
                <a:cxn ang="0">
                  <a:pos x="GluePoint25X" y="GluePoint25Y"/>
                </a:cxn>
                <a:cxn ang="0">
                  <a:pos x="GluePoint26X" y="GluePoint26Y"/>
                </a:cxn>
                <a:cxn ang="0">
                  <a:pos x="GluePoint27X" y="GluePoint27Y"/>
                </a:cxn>
                <a:cxn ang="0">
                  <a:pos x="GluePoint28X" y="GluePoint28Y"/>
                </a:cxn>
                <a:cxn ang="0">
                  <a:pos x="GluePoint29X" y="GluePoint29Y"/>
                </a:cxn>
                <a:cxn ang="0">
                  <a:pos x="GluePoint30X" y="GluePoint30Y"/>
                </a:cxn>
                <a:cxn ang="0">
                  <a:pos x="GluePoint31X" y="GluePoint31Y"/>
                </a:cxn>
                <a:cxn ang="0">
                  <a:pos x="GluePoint32X" y="GluePoint32Y"/>
                </a:cxn>
                <a:cxn ang="0">
                  <a:pos x="GluePoint33X" y="GluePoint33Y"/>
                </a:cxn>
                <a:cxn ang="0">
                  <a:pos x="GluePoint34X" y="GluePoint34Y"/>
                </a:cxn>
                <a:cxn ang="0">
                  <a:pos x="GluePoint35X" y="GluePoint35Y"/>
                </a:cxn>
                <a:cxn ang="0">
                  <a:pos x="GluePoint36X" y="GluePoint36Y"/>
                </a:cxn>
                <a:cxn ang="0">
                  <a:pos x="GluePoint37X" y="GluePoint37Y"/>
                </a:cxn>
                <a:cxn ang="0">
                  <a:pos x="GluePoint38X" y="GluePoint38Y"/>
                </a:cxn>
                <a:cxn ang="0">
                  <a:pos x="GluePoint39X" y="GluePoint39Y"/>
                </a:cxn>
                <a:cxn ang="0">
                  <a:pos x="GluePoint40X" y="GluePoint40Y"/>
                </a:cxn>
                <a:cxn ang="0">
                  <a:pos x="GluePoint41X" y="GluePoint41Y"/>
                </a:cxn>
              </a:cxnLst>
              <a:rect l="textAreaLeft" t="textAreaTop" r="textAreaRight" b="textAreaBottom"/>
              <a:pathLst>
                <a:path w="1195101" h="1204626">
                  <a:moveTo>
                    <a:pt x="372618" y="571786"/>
                  </a:moveTo>
                  <a:cubicBezTo>
                    <a:pt x="372618" y="571786"/>
                    <a:pt x="372618" y="136874"/>
                    <a:pt x="372523" y="134303"/>
                  </a:cubicBezTo>
                  <a:cubicBezTo>
                    <a:pt x="372237" y="116967"/>
                    <a:pt x="371761" y="93250"/>
                    <a:pt x="386239" y="86487"/>
                  </a:cubicBezTo>
                  <a:cubicBezTo>
                    <a:pt x="396240" y="82105"/>
                    <a:pt x="493014" y="85630"/>
                    <a:pt x="498348" y="85630"/>
                  </a:cubicBezTo>
                  <a:cubicBezTo>
                    <a:pt x="650938" y="85630"/>
                    <a:pt x="738473" y="174974"/>
                    <a:pt x="738473" y="330518"/>
                  </a:cubicBezTo>
                  <a:cubicBezTo>
                    <a:pt x="738473" y="443960"/>
                    <a:pt x="708374" y="509016"/>
                    <a:pt x="640747" y="541687"/>
                  </a:cubicBezTo>
                  <a:cubicBezTo>
                    <a:pt x="577691" y="571976"/>
                    <a:pt x="372618" y="571786"/>
                    <a:pt x="372618" y="571786"/>
                  </a:cubicBezTo>
                  <a:moveTo>
                    <a:pt x="1186529" y="1129760"/>
                  </a:moveTo>
                  <a:cubicBezTo>
                    <a:pt x="1100138" y="1116235"/>
                    <a:pt x="1074134" y="1106424"/>
                    <a:pt x="1017461" y="1040702"/>
                  </a:cubicBezTo>
                  <a:lnTo>
                    <a:pt x="661797" y="632460"/>
                  </a:lnTo>
                  <a:cubicBezTo>
                    <a:pt x="849059" y="608076"/>
                    <a:pt x="964597" y="484251"/>
                    <a:pt x="964597" y="305371"/>
                  </a:cubicBezTo>
                  <a:cubicBezTo>
                    <a:pt x="964597" y="188976"/>
                    <a:pt x="919544" y="105061"/>
                    <a:pt x="831056" y="55816"/>
                  </a:cubicBezTo>
                  <a:cubicBezTo>
                    <a:pt x="763619" y="18383"/>
                    <a:pt x="670084" y="190"/>
                    <a:pt x="544639" y="190"/>
                  </a:cubicBezTo>
                  <a:cubicBezTo>
                    <a:pt x="507206" y="1143"/>
                    <a:pt x="416909" y="4191"/>
                    <a:pt x="317468" y="4191"/>
                  </a:cubicBezTo>
                  <a:cubicBezTo>
                    <a:pt x="214313" y="4191"/>
                    <a:pt x="191" y="0"/>
                    <a:pt x="191" y="0"/>
                  </a:cubicBezTo>
                  <a:lnTo>
                    <a:pt x="191" y="74866"/>
                  </a:lnTo>
                  <a:lnTo>
                    <a:pt x="15050" y="74866"/>
                  </a:lnTo>
                  <a:cubicBezTo>
                    <a:pt x="71818" y="74486"/>
                    <a:pt x="135731" y="74771"/>
                    <a:pt x="152781" y="128683"/>
                  </a:cubicBezTo>
                  <a:cubicBezTo>
                    <a:pt x="168307" y="175355"/>
                    <a:pt x="168307" y="306896"/>
                    <a:pt x="168307" y="350139"/>
                  </a:cubicBezTo>
                  <a:lnTo>
                    <a:pt x="168307" y="841248"/>
                  </a:lnTo>
                  <a:cubicBezTo>
                    <a:pt x="168307" y="895445"/>
                    <a:pt x="168307" y="977837"/>
                    <a:pt x="161068" y="1034129"/>
                  </a:cubicBezTo>
                  <a:cubicBezTo>
                    <a:pt x="158972" y="1050798"/>
                    <a:pt x="156210" y="1065276"/>
                    <a:pt x="152686" y="1075944"/>
                  </a:cubicBezTo>
                  <a:cubicBezTo>
                    <a:pt x="135350" y="1129665"/>
                    <a:pt x="66104" y="1129665"/>
                    <a:pt x="10382" y="1129665"/>
                  </a:cubicBezTo>
                  <a:lnTo>
                    <a:pt x="0" y="1129665"/>
                  </a:lnTo>
                  <a:lnTo>
                    <a:pt x="0" y="1204532"/>
                  </a:lnTo>
                  <a:cubicBezTo>
                    <a:pt x="0" y="1204532"/>
                    <a:pt x="166783" y="1197102"/>
                    <a:pt x="278225" y="1197102"/>
                  </a:cubicBezTo>
                  <a:cubicBezTo>
                    <a:pt x="374047" y="1197102"/>
                    <a:pt x="540734" y="1204246"/>
                    <a:pt x="540734" y="1204532"/>
                  </a:cubicBezTo>
                  <a:lnTo>
                    <a:pt x="540734" y="1129665"/>
                  </a:lnTo>
                  <a:lnTo>
                    <a:pt x="525971" y="1129665"/>
                  </a:lnTo>
                  <a:cubicBezTo>
                    <a:pt x="470059" y="1129951"/>
                    <a:pt x="406813" y="1129760"/>
                    <a:pt x="388239" y="1075754"/>
                  </a:cubicBezTo>
                  <a:cubicBezTo>
                    <a:pt x="384620" y="1065086"/>
                    <a:pt x="381953" y="1050607"/>
                    <a:pt x="379857" y="1034034"/>
                  </a:cubicBezTo>
                  <a:cubicBezTo>
                    <a:pt x="372618" y="978122"/>
                    <a:pt x="372618" y="898017"/>
                    <a:pt x="372618" y="854297"/>
                  </a:cubicBezTo>
                  <a:lnTo>
                    <a:pt x="372618" y="653510"/>
                  </a:lnTo>
                  <a:cubicBezTo>
                    <a:pt x="439198" y="654082"/>
                    <a:pt x="444913" y="661035"/>
                    <a:pt x="479107" y="702469"/>
                  </a:cubicBezTo>
                  <a:cubicBezTo>
                    <a:pt x="485489" y="710089"/>
                    <a:pt x="492728" y="718756"/>
                    <a:pt x="501110" y="728472"/>
                  </a:cubicBezTo>
                  <a:lnTo>
                    <a:pt x="797909" y="1096804"/>
                  </a:lnTo>
                  <a:lnTo>
                    <a:pt x="885158" y="1204532"/>
                  </a:lnTo>
                  <a:cubicBezTo>
                    <a:pt x="885158" y="1204532"/>
                    <a:pt x="980885" y="1200436"/>
                    <a:pt x="1027366" y="1200436"/>
                  </a:cubicBezTo>
                  <a:cubicBezTo>
                    <a:pt x="1094994" y="1200436"/>
                    <a:pt x="1195102" y="1204627"/>
                    <a:pt x="1195102" y="1204627"/>
                  </a:cubicBezTo>
                  <a:lnTo>
                    <a:pt x="1195102" y="1131094"/>
                  </a:lnTo>
                  <a:lnTo>
                    <a:pt x="1186529" y="1129760"/>
                  </a:lnTo>
                  <a:close/>
                </a:path>
              </a:pathLst>
            </a:custGeom>
            <a:solidFill>
              <a:schemeClr val="bg1"/>
            </a:solidFill>
            <a:ln w="9525">
              <a:noFill/>
            </a:ln>
          </p:spPr>
          <p:style>
            <a:lnRef idx="0"/>
            <a:fillRef idx="0"/>
            <a:effectRef idx="0"/>
            <a:fontRef idx="minor"/>
          </p:style>
          <p:txBody>
            <a:bodyPr lIns="90000" tIns="45000" rIns="90000" bIns="45000" anchor="ctr">
              <a:noAutofit/>
            </a:bodyPr>
            <a:p>
              <a:endParaRPr lang="en-US" sz="1800" b="0" u="none" strike="noStrike">
                <a:solidFill>
                  <a:schemeClr val="dk1"/>
                </a:solidFill>
                <a:effectLst/>
                <a:uFillTx/>
                <a:latin typeface="Arial"/>
              </a:endParaRPr>
            </a:p>
          </p:txBody>
        </p:sp>
      </p:grpSp>
      <p:sp>
        <p:nvSpPr>
          <p:cNvPr id="545" name="Freeform 12"/>
          <p:cNvSpPr/>
          <p:nvPr/>
        </p:nvSpPr>
        <p:spPr>
          <a:xfrm>
            <a:off x="-765000" y="3256920"/>
            <a:ext cx="6719400" cy="6719400"/>
          </a:xfrm>
          <a:custGeom>
            <a:avLst/>
            <a:gdLst>
              <a:gd name="textAreaLeft" fmla="*/ 0 w 6719400"/>
              <a:gd name="textAreaRight" fmla="*/ 6720840 w 6719400"/>
              <a:gd name="textAreaTop" fmla="*/ 0 h 6719400"/>
              <a:gd name="textAreaBottom" fmla="*/ 6720840 h 6719400"/>
              <a:gd name="GluePoint1X" fmla="*/ 500348 w 808005"/>
              <a:gd name="GluePoint1Y" fmla="*/ 0 h 808005"/>
              <a:gd name="GluePoint2X" fmla="*/ 808006 w 808005"/>
              <a:gd name="GluePoint2Y" fmla="*/ 0 h 808005"/>
              <a:gd name="GluePoint3X" fmla="*/ 808006 w 808005"/>
              <a:gd name="GluePoint3Y" fmla="*/ 307657 h 808005"/>
              <a:gd name="GluePoint4X" fmla="*/ 307658 w 808005"/>
              <a:gd name="GluePoint4Y" fmla="*/ 808006 h 808005"/>
              <a:gd name="GluePoint5X" fmla="*/ 0 w 808005"/>
              <a:gd name="GluePoint5Y" fmla="*/ 808006 h 808005"/>
              <a:gd name="GluePoint6X" fmla="*/ 0 w 808005"/>
              <a:gd name="GluePoint6Y" fmla="*/ 500348 h 808005"/>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Lst>
            <a:rect l="textAreaLeft" t="textAreaTop" r="textAreaRight" b="textAreaBottom"/>
            <a:pathLst>
              <a:path w="808005" h="808005">
                <a:moveTo>
                  <a:pt x="500348" y="0"/>
                </a:moveTo>
                <a:lnTo>
                  <a:pt x="808006" y="0"/>
                </a:lnTo>
                <a:lnTo>
                  <a:pt x="808006" y="307657"/>
                </a:lnTo>
                <a:lnTo>
                  <a:pt x="307658" y="808006"/>
                </a:lnTo>
                <a:lnTo>
                  <a:pt x="0" y="808006"/>
                </a:lnTo>
                <a:lnTo>
                  <a:pt x="0" y="500348"/>
                </a:lnTo>
                <a:close/>
              </a:path>
            </a:pathLst>
          </a:custGeom>
          <a:solidFill>
            <a:srgbClr val="E8E8E8"/>
          </a:solidFill>
          <a:ln w="9525">
            <a:noFill/>
          </a:ln>
        </p:spPr>
        <p:style>
          <a:lnRef idx="0"/>
          <a:fillRef idx="0"/>
          <a:effectRef idx="0"/>
          <a:fontRef idx="minor"/>
        </p:style>
        <p:txBody>
          <a:bodyPr lIns="90000" tIns="45000" rIns="90000" bIns="45000" anchor="ctr">
            <a:noAutofit/>
          </a:bodyPr>
          <a:p>
            <a:endParaRPr lang="en-US" sz="1800" b="0" u="none" strike="noStrike">
              <a:solidFill>
                <a:schemeClr val="dk1"/>
              </a:solidFill>
              <a:effectLst/>
              <a:uFillTx/>
              <a:latin typeface="Arial"/>
            </a:endParaRPr>
          </a:p>
        </p:txBody>
      </p:sp>
    </p:spTree>
  </p:cSld>
</p:sldLayout>
</file>

<file path=ppt/slideLayouts/slideLayout3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1_Section Header or End Slide Option 2">
    <p:bg>
      <p:bgPr>
        <a:solidFill>
          <a:srgbClr val="FFFFFF"/>
        </a:solidFill>
      </p:bgPr>
    </p:bg>
    <p:spTree>
      <p:nvGrpSpPr>
        <p:cNvPr id="1" name=""/>
        <p:cNvGrpSpPr/>
        <p:nvPr/>
      </p:nvGrpSpPr>
      <p:grpSpPr>
        <a:xfrm>
          <a:off x="0" y="0"/>
          <a:ext cx="0" cy="0"/>
          <a:chOff x="0" y="0"/>
          <a:chExt cx="0" cy="0"/>
        </a:xfrm>
      </p:grpSpPr>
      <p:sp>
        <p:nvSpPr>
          <p:cNvPr id="546" name="Rectangle 5"/>
          <p:cNvSpPr/>
          <p:nvPr/>
        </p:nvSpPr>
        <p:spPr>
          <a:xfrm>
            <a:off x="0" y="0"/>
            <a:ext cx="12190680" cy="666000"/>
          </a:xfrm>
          <a:prstGeom prst="rect">
            <a:avLst/>
          </a:prstGeom>
          <a:solidFill>
            <a:srgbClr val="F86901"/>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p>
            <a:endParaRPr lang="en-US" sz="1800" b="0" u="none" strike="noStrike">
              <a:solidFill>
                <a:schemeClr val="lt1"/>
              </a:solidFill>
              <a:effectLst/>
              <a:uFillTx/>
              <a:latin typeface="Arial"/>
            </a:endParaRPr>
          </a:p>
        </p:txBody>
      </p:sp>
      <p:sp>
        <p:nvSpPr>
          <p:cNvPr id="547" name="TextBox 10"/>
          <p:cNvSpPr/>
          <p:nvPr/>
        </p:nvSpPr>
        <p:spPr>
          <a:xfrm>
            <a:off x="11689200" y="269640"/>
            <a:ext cx="476280" cy="238680"/>
          </a:xfrm>
          <a:prstGeom prst="rect">
            <a:avLst/>
          </a:prstGeom>
          <a:noFill/>
          <a:ln w="0">
            <a:noFill/>
          </a:ln>
        </p:spPr>
        <p:style>
          <a:lnRef idx="0"/>
          <a:fillRef idx="0"/>
          <a:effectRef idx="0"/>
          <a:fontRef idx="minor"/>
        </p:style>
        <p:txBody>
          <a:bodyPr lIns="90000" tIns="45000" rIns="90000" bIns="45000" anchor="t">
            <a:spAutoFit/>
          </a:bodyPr>
          <a:p>
            <a:pPr defTabSz="914400">
              <a:lnSpc>
                <a:spcPct val="80000"/>
              </a:lnSpc>
            </a:pPr>
            <a:r>
              <a:rPr lang="en-US" sz="1200" b="0" u="none" strike="noStrike">
                <a:solidFill>
                  <a:srgbClr val="E56B2A"/>
                </a:solidFill>
                <a:effectLst/>
                <a:uFillTx/>
                <a:latin typeface="Georgia"/>
              </a:rPr>
              <a:t> </a:t>
            </a:r>
            <a:fld id="{B8A610E2-513D-47ED-9B8B-15867E4010D0}" type="slidenum">
              <a:rPr lang="en-US" sz="1130" b="0" u="none" strike="noStrike">
                <a:solidFill>
                  <a:schemeClr val="lt1"/>
                </a:solidFill>
                <a:effectLst/>
                <a:uFillTx/>
                <a:latin typeface="Arial"/>
              </a:rPr>
              <a:t>&lt;number&gt;</a:t>
            </a:fld>
            <a:endParaRPr lang="en-US" sz="1130" b="0" u="none" strike="noStrike">
              <a:solidFill>
                <a:srgbClr val="000000"/>
              </a:solidFill>
              <a:effectLst/>
              <a:uFillTx/>
              <a:latin typeface="Arial"/>
            </a:endParaRPr>
          </a:p>
        </p:txBody>
      </p:sp>
      <p:pic>
        <p:nvPicPr>
          <p:cNvPr id="548" name="Graphic 11"/>
          <p:cNvPicPr/>
          <p:nvPr/>
        </p:nvPicPr>
        <p:blipFill>
          <a:blip r:embed="rId2">
            <a:extLst>
              <a:ext uri="{96DAC541-7B7A-43D3-8B79-37D633B846F1}">
                <asvg:svgBlip xmlns:asvg="http://schemas.microsoft.com/office/drawing/2016/SVG/main" r:embed="rId3"/>
              </a:ext>
            </a:extLst>
          </a:blip>
          <a:stretch/>
        </p:blipFill>
        <p:spPr>
          <a:xfrm>
            <a:off x="9069840" y="240840"/>
            <a:ext cx="2699280" cy="238680"/>
          </a:xfrm>
          <a:prstGeom prst="rect">
            <a:avLst/>
          </a:prstGeom>
          <a:noFill/>
          <a:ln w="0">
            <a:noFill/>
          </a:ln>
        </p:spPr>
      </p:pic>
      <p:grpSp>
        <p:nvGrpSpPr>
          <p:cNvPr id="549" name="Graphic 22"/>
          <p:cNvGrpSpPr/>
          <p:nvPr/>
        </p:nvGrpSpPr>
        <p:grpSpPr>
          <a:xfrm>
            <a:off x="201960" y="195840"/>
            <a:ext cx="797760" cy="300600"/>
            <a:chOff x="201960" y="195840"/>
            <a:chExt cx="797760" cy="300600"/>
          </a:xfrm>
        </p:grpSpPr>
        <p:sp>
          <p:nvSpPr>
            <p:cNvPr id="550" name="Freeform 2"/>
            <p:cNvSpPr/>
            <p:nvPr/>
          </p:nvSpPr>
          <p:spPr>
            <a:xfrm>
              <a:off x="540720" y="195840"/>
              <a:ext cx="135720" cy="300240"/>
            </a:xfrm>
            <a:custGeom>
              <a:avLst/>
              <a:gdLst>
                <a:gd name="textAreaLeft" fmla="*/ 0 w 135720"/>
                <a:gd name="textAreaRight" fmla="*/ 137160 w 135720"/>
                <a:gd name="textAreaTop" fmla="*/ 0 h 300240"/>
                <a:gd name="textAreaBottom" fmla="*/ 301680 h 300240"/>
                <a:gd name="GluePoint1X" fmla="*/ 393478 w 547877"/>
                <a:gd name="GluePoint1Y" fmla="*/ 129064 h 1204531"/>
                <a:gd name="GluePoint2X" fmla="*/ 537686 w 547877"/>
                <a:gd name="GluePoint2Y" fmla="*/ 74771 h 1204531"/>
                <a:gd name="GluePoint3X" fmla="*/ 547878 w 547877"/>
                <a:gd name="GluePoint3Y" fmla="*/ 74771 h 1204531"/>
                <a:gd name="GluePoint4X" fmla="*/ 547878 w 547877"/>
                <a:gd name="GluePoint4Y" fmla="*/ 0 h 1204531"/>
                <a:gd name="GluePoint5X" fmla="*/ 267938 w 547877"/>
                <a:gd name="GluePoint5Y" fmla="*/ 4667 h 1204531"/>
                <a:gd name="GluePoint6X" fmla="*/ 0 w 547877"/>
                <a:gd name="GluePoint6Y" fmla="*/ 0 h 1204531"/>
                <a:gd name="GluePoint7X" fmla="*/ 0 w 547877"/>
                <a:gd name="GluePoint7Y" fmla="*/ 74771 h 1204531"/>
                <a:gd name="GluePoint8X" fmla="*/ 10192 w 547877"/>
                <a:gd name="GluePoint8Y" fmla="*/ 74771 h 1204531"/>
                <a:gd name="GluePoint9X" fmla="*/ 154400 w 547877"/>
                <a:gd name="GluePoint9Y" fmla="*/ 128968 h 1204531"/>
                <a:gd name="GluePoint10X" fmla="*/ 171640 w 547877"/>
                <a:gd name="GluePoint10Y" fmla="*/ 363188 h 1204531"/>
                <a:gd name="GluePoint11X" fmla="*/ 171640 w 547877"/>
                <a:gd name="GluePoint11Y" fmla="*/ 841153 h 1204531"/>
                <a:gd name="GluePoint12X" fmla="*/ 154496 w 547877"/>
                <a:gd name="GluePoint12Y" fmla="*/ 1075373 h 1204531"/>
                <a:gd name="GluePoint13X" fmla="*/ 10192 w 547877"/>
                <a:gd name="GluePoint13Y" fmla="*/ 1129569 h 1204531"/>
                <a:gd name="GluePoint14X" fmla="*/ 0 w 547877"/>
                <a:gd name="GluePoint14Y" fmla="*/ 1129569 h 1204531"/>
                <a:gd name="GluePoint15X" fmla="*/ 0 w 547877"/>
                <a:gd name="GluePoint15Y" fmla="*/ 1204531 h 1204531"/>
                <a:gd name="GluePoint16X" fmla="*/ 268224 w 547877"/>
                <a:gd name="GluePoint16Y" fmla="*/ 1197102 h 1204531"/>
                <a:gd name="GluePoint17X" fmla="*/ 547878 w 547877"/>
                <a:gd name="GluePoint17Y" fmla="*/ 1204531 h 1204531"/>
                <a:gd name="GluePoint18X" fmla="*/ 547878 w 547877"/>
                <a:gd name="GluePoint18Y" fmla="*/ 1129569 h 1204531"/>
                <a:gd name="GluePoint19X" fmla="*/ 537686 w 547877"/>
                <a:gd name="GluePoint19Y" fmla="*/ 1129569 h 1204531"/>
                <a:gd name="GluePoint20X" fmla="*/ 393478 w 547877"/>
                <a:gd name="GluePoint20Y" fmla="*/ 1075468 h 1204531"/>
                <a:gd name="GluePoint21X" fmla="*/ 376333 w 547877"/>
                <a:gd name="GluePoint21Y" fmla="*/ 841153 h 1204531"/>
                <a:gd name="GluePoint22X" fmla="*/ 376333 w 547877"/>
                <a:gd name="GluePoint22Y" fmla="*/ 363188 h 1204531"/>
                <a:gd name="GluePoint23X" fmla="*/ 393478 w 547877"/>
                <a:gd name="GluePoint23Y" fmla="*/ 129064 h 1204531"/>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 ang="0">
                  <a:pos x="GluePoint16X" y="GluePoint16Y"/>
                </a:cxn>
                <a:cxn ang="0">
                  <a:pos x="GluePoint17X" y="GluePoint17Y"/>
                </a:cxn>
                <a:cxn ang="0">
                  <a:pos x="GluePoint18X" y="GluePoint18Y"/>
                </a:cxn>
                <a:cxn ang="0">
                  <a:pos x="GluePoint19X" y="GluePoint19Y"/>
                </a:cxn>
                <a:cxn ang="0">
                  <a:pos x="GluePoint20X" y="GluePoint20Y"/>
                </a:cxn>
                <a:cxn ang="0">
                  <a:pos x="GluePoint21X" y="GluePoint21Y"/>
                </a:cxn>
                <a:cxn ang="0">
                  <a:pos x="GluePoint22X" y="GluePoint22Y"/>
                </a:cxn>
                <a:cxn ang="0">
                  <a:pos x="GluePoint23X" y="GluePoint23Y"/>
                </a:cxn>
              </a:cxnLst>
              <a:rect l="textAreaLeft" t="textAreaTop" r="textAreaRight" b="textAreaBottom"/>
              <a:pathLst>
                <a:path w="547877" h="1204531">
                  <a:moveTo>
                    <a:pt x="393478" y="129064"/>
                  </a:moveTo>
                  <a:cubicBezTo>
                    <a:pt x="414242" y="74771"/>
                    <a:pt x="482727" y="74771"/>
                    <a:pt x="537686" y="74771"/>
                  </a:cubicBezTo>
                  <a:lnTo>
                    <a:pt x="547878" y="74771"/>
                  </a:lnTo>
                  <a:lnTo>
                    <a:pt x="547878" y="0"/>
                  </a:lnTo>
                  <a:cubicBezTo>
                    <a:pt x="547878" y="0"/>
                    <a:pt x="333565" y="4667"/>
                    <a:pt x="267938" y="4667"/>
                  </a:cubicBezTo>
                  <a:cubicBezTo>
                    <a:pt x="200406" y="4667"/>
                    <a:pt x="0" y="0"/>
                    <a:pt x="0" y="0"/>
                  </a:cubicBezTo>
                  <a:lnTo>
                    <a:pt x="0" y="74771"/>
                  </a:lnTo>
                  <a:lnTo>
                    <a:pt x="10192" y="74771"/>
                  </a:lnTo>
                  <a:cubicBezTo>
                    <a:pt x="65246" y="74771"/>
                    <a:pt x="133731" y="74771"/>
                    <a:pt x="154400" y="128968"/>
                  </a:cubicBezTo>
                  <a:cubicBezTo>
                    <a:pt x="171640" y="175450"/>
                    <a:pt x="171640" y="307086"/>
                    <a:pt x="171640" y="363188"/>
                  </a:cubicBezTo>
                  <a:lnTo>
                    <a:pt x="171640" y="841153"/>
                  </a:lnTo>
                  <a:cubicBezTo>
                    <a:pt x="171640" y="897350"/>
                    <a:pt x="171640" y="1028890"/>
                    <a:pt x="154496" y="1075373"/>
                  </a:cubicBezTo>
                  <a:cubicBezTo>
                    <a:pt x="133731" y="1129569"/>
                    <a:pt x="65246" y="1129569"/>
                    <a:pt x="10192" y="1129569"/>
                  </a:cubicBezTo>
                  <a:lnTo>
                    <a:pt x="0" y="1129569"/>
                  </a:lnTo>
                  <a:lnTo>
                    <a:pt x="0" y="1204531"/>
                  </a:lnTo>
                  <a:cubicBezTo>
                    <a:pt x="0" y="1204341"/>
                    <a:pt x="173260" y="1197102"/>
                    <a:pt x="268224" y="1197102"/>
                  </a:cubicBezTo>
                  <a:cubicBezTo>
                    <a:pt x="377476" y="1197102"/>
                    <a:pt x="547878" y="1204531"/>
                    <a:pt x="547878" y="1204531"/>
                  </a:cubicBezTo>
                  <a:lnTo>
                    <a:pt x="547878" y="1129569"/>
                  </a:lnTo>
                  <a:lnTo>
                    <a:pt x="537686" y="1129569"/>
                  </a:lnTo>
                  <a:cubicBezTo>
                    <a:pt x="482727" y="1129569"/>
                    <a:pt x="414242" y="1129569"/>
                    <a:pt x="393478" y="1075468"/>
                  </a:cubicBezTo>
                  <a:cubicBezTo>
                    <a:pt x="376333" y="1028890"/>
                    <a:pt x="376333" y="897350"/>
                    <a:pt x="376333" y="841153"/>
                  </a:cubicBezTo>
                  <a:lnTo>
                    <a:pt x="376333" y="363188"/>
                  </a:lnTo>
                  <a:cubicBezTo>
                    <a:pt x="376333" y="307086"/>
                    <a:pt x="376333" y="175450"/>
                    <a:pt x="393478" y="129064"/>
                  </a:cubicBezTo>
                </a:path>
              </a:pathLst>
            </a:custGeom>
            <a:solidFill>
              <a:schemeClr val="bg1"/>
            </a:solidFill>
            <a:ln w="9525">
              <a:noFill/>
            </a:ln>
          </p:spPr>
          <p:style>
            <a:lnRef idx="0"/>
            <a:fillRef idx="0"/>
            <a:effectRef idx="0"/>
            <a:fontRef idx="minor"/>
          </p:style>
          <p:txBody>
            <a:bodyPr lIns="68040" tIns="45000" rIns="68040" bIns="45000" anchor="ctr">
              <a:noAutofit/>
            </a:bodyPr>
            <a:p>
              <a:endParaRPr lang="en-US" sz="1800" b="0" u="none" strike="noStrike">
                <a:solidFill>
                  <a:schemeClr val="dk1"/>
                </a:solidFill>
                <a:effectLst/>
                <a:uFillTx/>
                <a:latin typeface="Arial"/>
              </a:endParaRPr>
            </a:p>
          </p:txBody>
        </p:sp>
        <p:sp>
          <p:nvSpPr>
            <p:cNvPr id="551" name="Freeform 3"/>
            <p:cNvSpPr/>
            <p:nvPr/>
          </p:nvSpPr>
          <p:spPr>
            <a:xfrm>
              <a:off x="718920" y="196200"/>
              <a:ext cx="280800" cy="300240"/>
            </a:xfrm>
            <a:custGeom>
              <a:avLst/>
              <a:gdLst>
                <a:gd name="textAreaLeft" fmla="*/ 0 w 280800"/>
                <a:gd name="textAreaRight" fmla="*/ 282240 w 280800"/>
                <a:gd name="textAreaTop" fmla="*/ 0 h 300240"/>
                <a:gd name="textAreaBottom" fmla="*/ 301680 h 300240"/>
                <a:gd name="GluePoint1X" fmla="*/ 0 w 1126902"/>
                <a:gd name="GluePoint1Y" fmla="*/ 0 h 1204245"/>
                <a:gd name="GluePoint2X" fmla="*/ 0 w 1126902"/>
                <a:gd name="GluePoint2Y" fmla="*/ 312420 h 1204245"/>
                <a:gd name="GluePoint3X" fmla="*/ 74295 w 1126902"/>
                <a:gd name="GluePoint3Y" fmla="*/ 312420 h 1204245"/>
                <a:gd name="GluePoint4X" fmla="*/ 74581 w 1126902"/>
                <a:gd name="GluePoint4Y" fmla="*/ 302609 h 1204245"/>
                <a:gd name="GluePoint5X" fmla="*/ 334328 w 1126902"/>
                <a:gd name="GluePoint5Y" fmla="*/ 90773 h 1204245"/>
                <a:gd name="GluePoint6X" fmla="*/ 352330 w 1126902"/>
                <a:gd name="GluePoint6Y" fmla="*/ 90678 h 1204245"/>
                <a:gd name="GluePoint7X" fmla="*/ 453200 w 1126902"/>
                <a:gd name="GluePoint7Y" fmla="*/ 106204 h 1204245"/>
                <a:gd name="GluePoint8X" fmla="*/ 461201 w 1126902"/>
                <a:gd name="GluePoint8Y" fmla="*/ 128873 h 1204245"/>
                <a:gd name="GluePoint9X" fmla="*/ 461201 w 1126902"/>
                <a:gd name="GluePoint9Y" fmla="*/ 950119 h 1204245"/>
                <a:gd name="GluePoint10X" fmla="*/ 272510 w 1126902"/>
                <a:gd name="GluePoint10Y" fmla="*/ 1129475 h 1204245"/>
                <a:gd name="GluePoint11X" fmla="*/ 262700 w 1126902"/>
                <a:gd name="GluePoint11Y" fmla="*/ 1129856 h 1204245"/>
                <a:gd name="GluePoint12X" fmla="*/ 262700 w 1126902"/>
                <a:gd name="GluePoint12Y" fmla="*/ 1204246 h 1204245"/>
                <a:gd name="GluePoint13X" fmla="*/ 578548 w 1126902"/>
                <a:gd name="GluePoint13Y" fmla="*/ 1196911 h 1204245"/>
                <a:gd name="GluePoint14X" fmla="*/ 864203 w 1126902"/>
                <a:gd name="GluePoint14Y" fmla="*/ 1204246 h 1204245"/>
                <a:gd name="GluePoint15X" fmla="*/ 864203 w 1126902"/>
                <a:gd name="GluePoint15Y" fmla="*/ 1129856 h 1204245"/>
                <a:gd name="GluePoint16X" fmla="*/ 854393 w 1126902"/>
                <a:gd name="GluePoint16Y" fmla="*/ 1129475 h 1204245"/>
                <a:gd name="GluePoint17X" fmla="*/ 665702 w 1126902"/>
                <a:gd name="GluePoint17Y" fmla="*/ 950119 h 1204245"/>
                <a:gd name="GluePoint18X" fmla="*/ 665702 w 1126902"/>
                <a:gd name="GluePoint18Y" fmla="*/ 128873 h 1204245"/>
                <a:gd name="GluePoint19X" fmla="*/ 673608 w 1126902"/>
                <a:gd name="GluePoint19Y" fmla="*/ 108490 h 1204245"/>
                <a:gd name="GluePoint20X" fmla="*/ 791718 w 1126902"/>
                <a:gd name="GluePoint20Y" fmla="*/ 90488 h 1204245"/>
                <a:gd name="GluePoint21X" fmla="*/ 815912 w 1126902"/>
                <a:gd name="GluePoint21Y" fmla="*/ 90773 h 1204245"/>
                <a:gd name="GluePoint22X" fmla="*/ 1052513 w 1126902"/>
                <a:gd name="GluePoint22Y" fmla="*/ 302895 h 1204245"/>
                <a:gd name="GluePoint23X" fmla="*/ 1053084 w 1126902"/>
                <a:gd name="GluePoint23Y" fmla="*/ 312420 h 1204245"/>
                <a:gd name="GluePoint24X" fmla="*/ 1126903 w 1126902"/>
                <a:gd name="GluePoint24Y" fmla="*/ 312420 h 1204245"/>
                <a:gd name="GluePoint25X" fmla="*/ 1126903 w 1126902"/>
                <a:gd name="GluePoint25Y" fmla="*/ 0 h 1204245"/>
                <a:gd name="GluePoint26X" fmla="*/ 563404 w 1126902"/>
                <a:gd name="GluePoint26Y" fmla="*/ 2857 h 1204245"/>
                <a:gd name="GluePoint27X" fmla="*/ 0 w 1126902"/>
                <a:gd name="GluePoint27Y" fmla="*/ 0 h 1204245"/>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 ang="0">
                  <a:pos x="GluePoint16X" y="GluePoint16Y"/>
                </a:cxn>
                <a:cxn ang="0">
                  <a:pos x="GluePoint17X" y="GluePoint17Y"/>
                </a:cxn>
                <a:cxn ang="0">
                  <a:pos x="GluePoint18X" y="GluePoint18Y"/>
                </a:cxn>
                <a:cxn ang="0">
                  <a:pos x="GluePoint19X" y="GluePoint19Y"/>
                </a:cxn>
                <a:cxn ang="0">
                  <a:pos x="GluePoint20X" y="GluePoint20Y"/>
                </a:cxn>
                <a:cxn ang="0">
                  <a:pos x="GluePoint21X" y="GluePoint21Y"/>
                </a:cxn>
                <a:cxn ang="0">
                  <a:pos x="GluePoint22X" y="GluePoint22Y"/>
                </a:cxn>
                <a:cxn ang="0">
                  <a:pos x="GluePoint23X" y="GluePoint23Y"/>
                </a:cxn>
                <a:cxn ang="0">
                  <a:pos x="GluePoint24X" y="GluePoint24Y"/>
                </a:cxn>
                <a:cxn ang="0">
                  <a:pos x="GluePoint25X" y="GluePoint25Y"/>
                </a:cxn>
                <a:cxn ang="0">
                  <a:pos x="GluePoint26X" y="GluePoint26Y"/>
                </a:cxn>
                <a:cxn ang="0">
                  <a:pos x="GluePoint27X" y="GluePoint27Y"/>
                </a:cxn>
              </a:cxnLst>
              <a:rect l="textAreaLeft" t="textAreaTop" r="textAreaRight" b="textAreaBottom"/>
              <a:pathLst>
                <a:path w="1126902" h="1204245">
                  <a:moveTo>
                    <a:pt x="0" y="0"/>
                  </a:moveTo>
                  <a:lnTo>
                    <a:pt x="0" y="312420"/>
                  </a:lnTo>
                  <a:lnTo>
                    <a:pt x="74295" y="312420"/>
                  </a:lnTo>
                  <a:lnTo>
                    <a:pt x="74581" y="302609"/>
                  </a:lnTo>
                  <a:cubicBezTo>
                    <a:pt x="81344" y="99346"/>
                    <a:pt x="159163" y="90773"/>
                    <a:pt x="334328" y="90773"/>
                  </a:cubicBezTo>
                  <a:cubicBezTo>
                    <a:pt x="340328" y="90773"/>
                    <a:pt x="346424" y="90773"/>
                    <a:pt x="352330" y="90678"/>
                  </a:cubicBezTo>
                  <a:cubicBezTo>
                    <a:pt x="395859" y="90392"/>
                    <a:pt x="437007" y="90106"/>
                    <a:pt x="453200" y="106204"/>
                  </a:cubicBezTo>
                  <a:cubicBezTo>
                    <a:pt x="458629" y="111538"/>
                    <a:pt x="461201" y="118967"/>
                    <a:pt x="461201" y="128873"/>
                  </a:cubicBezTo>
                  <a:lnTo>
                    <a:pt x="461201" y="950119"/>
                  </a:lnTo>
                  <a:cubicBezTo>
                    <a:pt x="461201" y="1072039"/>
                    <a:pt x="444151" y="1122426"/>
                    <a:pt x="272510" y="1129475"/>
                  </a:cubicBezTo>
                  <a:lnTo>
                    <a:pt x="262700" y="1129856"/>
                  </a:lnTo>
                  <a:lnTo>
                    <a:pt x="262700" y="1204246"/>
                  </a:lnTo>
                  <a:cubicBezTo>
                    <a:pt x="262700" y="1204246"/>
                    <a:pt x="462725" y="1196911"/>
                    <a:pt x="578548" y="1196911"/>
                  </a:cubicBezTo>
                  <a:cubicBezTo>
                    <a:pt x="666941" y="1196911"/>
                    <a:pt x="864203" y="1204246"/>
                    <a:pt x="864203" y="1204246"/>
                  </a:cubicBezTo>
                  <a:lnTo>
                    <a:pt x="864203" y="1129856"/>
                  </a:lnTo>
                  <a:lnTo>
                    <a:pt x="854393" y="1129475"/>
                  </a:lnTo>
                  <a:cubicBezTo>
                    <a:pt x="682752" y="1122426"/>
                    <a:pt x="665702" y="1072039"/>
                    <a:pt x="665702" y="950119"/>
                  </a:cubicBezTo>
                  <a:lnTo>
                    <a:pt x="665702" y="128873"/>
                  </a:lnTo>
                  <a:cubicBezTo>
                    <a:pt x="665702" y="120396"/>
                    <a:pt x="668369" y="113729"/>
                    <a:pt x="673608" y="108490"/>
                  </a:cubicBezTo>
                  <a:cubicBezTo>
                    <a:pt x="693420" y="89059"/>
                    <a:pt x="747903" y="89821"/>
                    <a:pt x="791718" y="90488"/>
                  </a:cubicBezTo>
                  <a:cubicBezTo>
                    <a:pt x="800005" y="90583"/>
                    <a:pt x="808196" y="90773"/>
                    <a:pt x="815912" y="90773"/>
                  </a:cubicBezTo>
                  <a:cubicBezTo>
                    <a:pt x="987267" y="90773"/>
                    <a:pt x="1042511" y="140303"/>
                    <a:pt x="1052513" y="302895"/>
                  </a:cubicBezTo>
                  <a:lnTo>
                    <a:pt x="1053084" y="312420"/>
                  </a:lnTo>
                  <a:lnTo>
                    <a:pt x="1126903" y="312420"/>
                  </a:lnTo>
                  <a:lnTo>
                    <a:pt x="1126903" y="0"/>
                  </a:lnTo>
                  <a:cubicBezTo>
                    <a:pt x="1126903" y="0"/>
                    <a:pt x="694468" y="2857"/>
                    <a:pt x="563404" y="2857"/>
                  </a:cubicBezTo>
                  <a:cubicBezTo>
                    <a:pt x="432340" y="2857"/>
                    <a:pt x="0" y="0"/>
                    <a:pt x="0" y="0"/>
                  </a:cubicBezTo>
                </a:path>
              </a:pathLst>
            </a:custGeom>
            <a:solidFill>
              <a:schemeClr val="bg1"/>
            </a:solidFill>
            <a:ln w="9525">
              <a:noFill/>
            </a:ln>
          </p:spPr>
          <p:style>
            <a:lnRef idx="0"/>
            <a:fillRef idx="0"/>
            <a:effectRef idx="0"/>
            <a:fontRef idx="minor"/>
          </p:style>
          <p:txBody>
            <a:bodyPr lIns="90000" tIns="45000" rIns="90000" bIns="45000" anchor="ctr">
              <a:noAutofit/>
            </a:bodyPr>
            <a:p>
              <a:endParaRPr lang="en-US" sz="1800" b="0" u="none" strike="noStrike">
                <a:solidFill>
                  <a:schemeClr val="dk1"/>
                </a:solidFill>
                <a:effectLst/>
                <a:uFillTx/>
                <a:latin typeface="Arial"/>
              </a:endParaRPr>
            </a:p>
          </p:txBody>
        </p:sp>
        <p:sp>
          <p:nvSpPr>
            <p:cNvPr id="552" name="Freeform 4"/>
            <p:cNvSpPr/>
            <p:nvPr/>
          </p:nvSpPr>
          <p:spPr>
            <a:xfrm>
              <a:off x="201960" y="195840"/>
              <a:ext cx="297720" cy="300240"/>
            </a:xfrm>
            <a:custGeom>
              <a:avLst/>
              <a:gdLst>
                <a:gd name="textAreaLeft" fmla="*/ 0 w 297720"/>
                <a:gd name="textAreaRight" fmla="*/ 299160 w 297720"/>
                <a:gd name="textAreaTop" fmla="*/ 0 h 300240"/>
                <a:gd name="textAreaBottom" fmla="*/ 301680 h 300240"/>
                <a:gd name="GluePoint1X" fmla="*/ 372618 w 1195101"/>
                <a:gd name="GluePoint1Y" fmla="*/ 571786 h 1204626"/>
                <a:gd name="GluePoint2X" fmla="*/ 372523 w 1195101"/>
                <a:gd name="GluePoint2Y" fmla="*/ 134303 h 1204626"/>
                <a:gd name="GluePoint3X" fmla="*/ 386239 w 1195101"/>
                <a:gd name="GluePoint3Y" fmla="*/ 86487 h 1204626"/>
                <a:gd name="GluePoint4X" fmla="*/ 498348 w 1195101"/>
                <a:gd name="GluePoint4Y" fmla="*/ 85630 h 1204626"/>
                <a:gd name="GluePoint5X" fmla="*/ 738473 w 1195101"/>
                <a:gd name="GluePoint5Y" fmla="*/ 330518 h 1204626"/>
                <a:gd name="GluePoint6X" fmla="*/ 640747 w 1195101"/>
                <a:gd name="GluePoint6Y" fmla="*/ 541687 h 1204626"/>
                <a:gd name="GluePoint7X" fmla="*/ 372618 w 1195101"/>
                <a:gd name="GluePoint7Y" fmla="*/ 571786 h 1204626"/>
                <a:gd name="GluePoint8X" fmla="*/ 1186529 w 1195101"/>
                <a:gd name="GluePoint8Y" fmla="*/ 1129760 h 1204626"/>
                <a:gd name="GluePoint9X" fmla="*/ 1017461 w 1195101"/>
                <a:gd name="GluePoint9Y" fmla="*/ 1040702 h 1204626"/>
                <a:gd name="GluePoint10X" fmla="*/ 661797 w 1195101"/>
                <a:gd name="GluePoint10Y" fmla="*/ 632460 h 1204626"/>
                <a:gd name="GluePoint11X" fmla="*/ 964597 w 1195101"/>
                <a:gd name="GluePoint11Y" fmla="*/ 305371 h 1204626"/>
                <a:gd name="GluePoint12X" fmla="*/ 831056 w 1195101"/>
                <a:gd name="GluePoint12Y" fmla="*/ 55816 h 1204626"/>
                <a:gd name="GluePoint13X" fmla="*/ 544639 w 1195101"/>
                <a:gd name="GluePoint13Y" fmla="*/ 190 h 1204626"/>
                <a:gd name="GluePoint14X" fmla="*/ 317468 w 1195101"/>
                <a:gd name="GluePoint14Y" fmla="*/ 4191 h 1204626"/>
                <a:gd name="GluePoint15X" fmla="*/ 191 w 1195101"/>
                <a:gd name="GluePoint15Y" fmla="*/ 0 h 1204626"/>
                <a:gd name="GluePoint16X" fmla="*/ 191 w 1195101"/>
                <a:gd name="GluePoint16Y" fmla="*/ 74866 h 1204626"/>
                <a:gd name="GluePoint17X" fmla="*/ 15050 w 1195101"/>
                <a:gd name="GluePoint17Y" fmla="*/ 74866 h 1204626"/>
                <a:gd name="GluePoint18X" fmla="*/ 152781 w 1195101"/>
                <a:gd name="GluePoint18Y" fmla="*/ 128683 h 1204626"/>
                <a:gd name="GluePoint19X" fmla="*/ 168307 w 1195101"/>
                <a:gd name="GluePoint19Y" fmla="*/ 350139 h 1204626"/>
                <a:gd name="GluePoint20X" fmla="*/ 168307 w 1195101"/>
                <a:gd name="GluePoint20Y" fmla="*/ 841248 h 1204626"/>
                <a:gd name="GluePoint21X" fmla="*/ 161068 w 1195101"/>
                <a:gd name="GluePoint21Y" fmla="*/ 1034129 h 1204626"/>
                <a:gd name="GluePoint22X" fmla="*/ 152686 w 1195101"/>
                <a:gd name="GluePoint22Y" fmla="*/ 1075944 h 1204626"/>
                <a:gd name="GluePoint23X" fmla="*/ 10382 w 1195101"/>
                <a:gd name="GluePoint23Y" fmla="*/ 1129665 h 1204626"/>
                <a:gd name="GluePoint24X" fmla="*/ 0 w 1195101"/>
                <a:gd name="GluePoint24Y" fmla="*/ 1129665 h 1204626"/>
                <a:gd name="GluePoint25X" fmla="*/ 0 w 1195101"/>
                <a:gd name="GluePoint25Y" fmla="*/ 1204532 h 1204626"/>
                <a:gd name="GluePoint26X" fmla="*/ 278225 w 1195101"/>
                <a:gd name="GluePoint26Y" fmla="*/ 1197102 h 1204626"/>
                <a:gd name="GluePoint27X" fmla="*/ 540734 w 1195101"/>
                <a:gd name="GluePoint27Y" fmla="*/ 1204532 h 1204626"/>
                <a:gd name="GluePoint28X" fmla="*/ 540734 w 1195101"/>
                <a:gd name="GluePoint28Y" fmla="*/ 1129665 h 1204626"/>
                <a:gd name="GluePoint29X" fmla="*/ 525971 w 1195101"/>
                <a:gd name="GluePoint29Y" fmla="*/ 1129665 h 1204626"/>
                <a:gd name="GluePoint30X" fmla="*/ 388239 w 1195101"/>
                <a:gd name="GluePoint30Y" fmla="*/ 1075754 h 1204626"/>
                <a:gd name="GluePoint31X" fmla="*/ 379857 w 1195101"/>
                <a:gd name="GluePoint31Y" fmla="*/ 1034034 h 1204626"/>
                <a:gd name="GluePoint32X" fmla="*/ 372618 w 1195101"/>
                <a:gd name="GluePoint32Y" fmla="*/ 854297 h 1204626"/>
                <a:gd name="GluePoint33X" fmla="*/ 372618 w 1195101"/>
                <a:gd name="GluePoint33Y" fmla="*/ 653510 h 1204626"/>
                <a:gd name="GluePoint34X" fmla="*/ 479107 w 1195101"/>
                <a:gd name="GluePoint34Y" fmla="*/ 702469 h 1204626"/>
                <a:gd name="GluePoint35X" fmla="*/ 501110 w 1195101"/>
                <a:gd name="GluePoint35Y" fmla="*/ 728472 h 1204626"/>
                <a:gd name="GluePoint36X" fmla="*/ 797909 w 1195101"/>
                <a:gd name="GluePoint36Y" fmla="*/ 1096804 h 1204626"/>
                <a:gd name="GluePoint37X" fmla="*/ 885158 w 1195101"/>
                <a:gd name="GluePoint37Y" fmla="*/ 1204532 h 1204626"/>
                <a:gd name="GluePoint38X" fmla="*/ 1027366 w 1195101"/>
                <a:gd name="GluePoint38Y" fmla="*/ 1200436 h 1204626"/>
                <a:gd name="GluePoint39X" fmla="*/ 1195102 w 1195101"/>
                <a:gd name="GluePoint39Y" fmla="*/ 1204627 h 1204626"/>
                <a:gd name="GluePoint40X" fmla="*/ 1195102 w 1195101"/>
                <a:gd name="GluePoint40Y" fmla="*/ 1131094 h 1204626"/>
                <a:gd name="GluePoint41X" fmla="*/ 1186529 w 1195101"/>
                <a:gd name="GluePoint41Y" fmla="*/ 1129760 h 1204626"/>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 ang="0">
                  <a:pos x="GluePoint16X" y="GluePoint16Y"/>
                </a:cxn>
                <a:cxn ang="0">
                  <a:pos x="GluePoint17X" y="GluePoint17Y"/>
                </a:cxn>
                <a:cxn ang="0">
                  <a:pos x="GluePoint18X" y="GluePoint18Y"/>
                </a:cxn>
                <a:cxn ang="0">
                  <a:pos x="GluePoint19X" y="GluePoint19Y"/>
                </a:cxn>
                <a:cxn ang="0">
                  <a:pos x="GluePoint20X" y="GluePoint20Y"/>
                </a:cxn>
                <a:cxn ang="0">
                  <a:pos x="GluePoint21X" y="GluePoint21Y"/>
                </a:cxn>
                <a:cxn ang="0">
                  <a:pos x="GluePoint22X" y="GluePoint22Y"/>
                </a:cxn>
                <a:cxn ang="0">
                  <a:pos x="GluePoint23X" y="GluePoint23Y"/>
                </a:cxn>
                <a:cxn ang="0">
                  <a:pos x="GluePoint24X" y="GluePoint24Y"/>
                </a:cxn>
                <a:cxn ang="0">
                  <a:pos x="GluePoint25X" y="GluePoint25Y"/>
                </a:cxn>
                <a:cxn ang="0">
                  <a:pos x="GluePoint26X" y="GluePoint26Y"/>
                </a:cxn>
                <a:cxn ang="0">
                  <a:pos x="GluePoint27X" y="GluePoint27Y"/>
                </a:cxn>
                <a:cxn ang="0">
                  <a:pos x="GluePoint28X" y="GluePoint28Y"/>
                </a:cxn>
                <a:cxn ang="0">
                  <a:pos x="GluePoint29X" y="GluePoint29Y"/>
                </a:cxn>
                <a:cxn ang="0">
                  <a:pos x="GluePoint30X" y="GluePoint30Y"/>
                </a:cxn>
                <a:cxn ang="0">
                  <a:pos x="GluePoint31X" y="GluePoint31Y"/>
                </a:cxn>
                <a:cxn ang="0">
                  <a:pos x="GluePoint32X" y="GluePoint32Y"/>
                </a:cxn>
                <a:cxn ang="0">
                  <a:pos x="GluePoint33X" y="GluePoint33Y"/>
                </a:cxn>
                <a:cxn ang="0">
                  <a:pos x="GluePoint34X" y="GluePoint34Y"/>
                </a:cxn>
                <a:cxn ang="0">
                  <a:pos x="GluePoint35X" y="GluePoint35Y"/>
                </a:cxn>
                <a:cxn ang="0">
                  <a:pos x="GluePoint36X" y="GluePoint36Y"/>
                </a:cxn>
                <a:cxn ang="0">
                  <a:pos x="GluePoint37X" y="GluePoint37Y"/>
                </a:cxn>
                <a:cxn ang="0">
                  <a:pos x="GluePoint38X" y="GluePoint38Y"/>
                </a:cxn>
                <a:cxn ang="0">
                  <a:pos x="GluePoint39X" y="GluePoint39Y"/>
                </a:cxn>
                <a:cxn ang="0">
                  <a:pos x="GluePoint40X" y="GluePoint40Y"/>
                </a:cxn>
                <a:cxn ang="0">
                  <a:pos x="GluePoint41X" y="GluePoint41Y"/>
                </a:cxn>
              </a:cxnLst>
              <a:rect l="textAreaLeft" t="textAreaTop" r="textAreaRight" b="textAreaBottom"/>
              <a:pathLst>
                <a:path w="1195101" h="1204626">
                  <a:moveTo>
                    <a:pt x="372618" y="571786"/>
                  </a:moveTo>
                  <a:cubicBezTo>
                    <a:pt x="372618" y="571786"/>
                    <a:pt x="372618" y="136874"/>
                    <a:pt x="372523" y="134303"/>
                  </a:cubicBezTo>
                  <a:cubicBezTo>
                    <a:pt x="372237" y="116967"/>
                    <a:pt x="371761" y="93250"/>
                    <a:pt x="386239" y="86487"/>
                  </a:cubicBezTo>
                  <a:cubicBezTo>
                    <a:pt x="396240" y="82105"/>
                    <a:pt x="493014" y="85630"/>
                    <a:pt x="498348" y="85630"/>
                  </a:cubicBezTo>
                  <a:cubicBezTo>
                    <a:pt x="650938" y="85630"/>
                    <a:pt x="738473" y="174974"/>
                    <a:pt x="738473" y="330518"/>
                  </a:cubicBezTo>
                  <a:cubicBezTo>
                    <a:pt x="738473" y="443960"/>
                    <a:pt x="708374" y="509016"/>
                    <a:pt x="640747" y="541687"/>
                  </a:cubicBezTo>
                  <a:cubicBezTo>
                    <a:pt x="577691" y="571976"/>
                    <a:pt x="372618" y="571786"/>
                    <a:pt x="372618" y="571786"/>
                  </a:cubicBezTo>
                  <a:moveTo>
                    <a:pt x="1186529" y="1129760"/>
                  </a:moveTo>
                  <a:cubicBezTo>
                    <a:pt x="1100138" y="1116235"/>
                    <a:pt x="1074134" y="1106424"/>
                    <a:pt x="1017461" y="1040702"/>
                  </a:cubicBezTo>
                  <a:lnTo>
                    <a:pt x="661797" y="632460"/>
                  </a:lnTo>
                  <a:cubicBezTo>
                    <a:pt x="849059" y="608076"/>
                    <a:pt x="964597" y="484251"/>
                    <a:pt x="964597" y="305371"/>
                  </a:cubicBezTo>
                  <a:cubicBezTo>
                    <a:pt x="964597" y="188976"/>
                    <a:pt x="919544" y="105061"/>
                    <a:pt x="831056" y="55816"/>
                  </a:cubicBezTo>
                  <a:cubicBezTo>
                    <a:pt x="763619" y="18383"/>
                    <a:pt x="670084" y="190"/>
                    <a:pt x="544639" y="190"/>
                  </a:cubicBezTo>
                  <a:cubicBezTo>
                    <a:pt x="507206" y="1143"/>
                    <a:pt x="416909" y="4191"/>
                    <a:pt x="317468" y="4191"/>
                  </a:cubicBezTo>
                  <a:cubicBezTo>
                    <a:pt x="214313" y="4191"/>
                    <a:pt x="191" y="0"/>
                    <a:pt x="191" y="0"/>
                  </a:cubicBezTo>
                  <a:lnTo>
                    <a:pt x="191" y="74866"/>
                  </a:lnTo>
                  <a:lnTo>
                    <a:pt x="15050" y="74866"/>
                  </a:lnTo>
                  <a:cubicBezTo>
                    <a:pt x="71818" y="74486"/>
                    <a:pt x="135731" y="74771"/>
                    <a:pt x="152781" y="128683"/>
                  </a:cubicBezTo>
                  <a:cubicBezTo>
                    <a:pt x="168307" y="175355"/>
                    <a:pt x="168307" y="306896"/>
                    <a:pt x="168307" y="350139"/>
                  </a:cubicBezTo>
                  <a:lnTo>
                    <a:pt x="168307" y="841248"/>
                  </a:lnTo>
                  <a:cubicBezTo>
                    <a:pt x="168307" y="895445"/>
                    <a:pt x="168307" y="977837"/>
                    <a:pt x="161068" y="1034129"/>
                  </a:cubicBezTo>
                  <a:cubicBezTo>
                    <a:pt x="158972" y="1050798"/>
                    <a:pt x="156210" y="1065276"/>
                    <a:pt x="152686" y="1075944"/>
                  </a:cubicBezTo>
                  <a:cubicBezTo>
                    <a:pt x="135350" y="1129665"/>
                    <a:pt x="66104" y="1129665"/>
                    <a:pt x="10382" y="1129665"/>
                  </a:cubicBezTo>
                  <a:lnTo>
                    <a:pt x="0" y="1129665"/>
                  </a:lnTo>
                  <a:lnTo>
                    <a:pt x="0" y="1204532"/>
                  </a:lnTo>
                  <a:cubicBezTo>
                    <a:pt x="0" y="1204532"/>
                    <a:pt x="166783" y="1197102"/>
                    <a:pt x="278225" y="1197102"/>
                  </a:cubicBezTo>
                  <a:cubicBezTo>
                    <a:pt x="374047" y="1197102"/>
                    <a:pt x="540734" y="1204246"/>
                    <a:pt x="540734" y="1204532"/>
                  </a:cubicBezTo>
                  <a:lnTo>
                    <a:pt x="540734" y="1129665"/>
                  </a:lnTo>
                  <a:lnTo>
                    <a:pt x="525971" y="1129665"/>
                  </a:lnTo>
                  <a:cubicBezTo>
                    <a:pt x="470059" y="1129951"/>
                    <a:pt x="406813" y="1129760"/>
                    <a:pt x="388239" y="1075754"/>
                  </a:cubicBezTo>
                  <a:cubicBezTo>
                    <a:pt x="384620" y="1065086"/>
                    <a:pt x="381953" y="1050607"/>
                    <a:pt x="379857" y="1034034"/>
                  </a:cubicBezTo>
                  <a:cubicBezTo>
                    <a:pt x="372618" y="978122"/>
                    <a:pt x="372618" y="898017"/>
                    <a:pt x="372618" y="854297"/>
                  </a:cubicBezTo>
                  <a:lnTo>
                    <a:pt x="372618" y="653510"/>
                  </a:lnTo>
                  <a:cubicBezTo>
                    <a:pt x="439198" y="654082"/>
                    <a:pt x="444913" y="661035"/>
                    <a:pt x="479107" y="702469"/>
                  </a:cubicBezTo>
                  <a:cubicBezTo>
                    <a:pt x="485489" y="710089"/>
                    <a:pt x="492728" y="718756"/>
                    <a:pt x="501110" y="728472"/>
                  </a:cubicBezTo>
                  <a:lnTo>
                    <a:pt x="797909" y="1096804"/>
                  </a:lnTo>
                  <a:lnTo>
                    <a:pt x="885158" y="1204532"/>
                  </a:lnTo>
                  <a:cubicBezTo>
                    <a:pt x="885158" y="1204532"/>
                    <a:pt x="980885" y="1200436"/>
                    <a:pt x="1027366" y="1200436"/>
                  </a:cubicBezTo>
                  <a:cubicBezTo>
                    <a:pt x="1094994" y="1200436"/>
                    <a:pt x="1195102" y="1204627"/>
                    <a:pt x="1195102" y="1204627"/>
                  </a:cubicBezTo>
                  <a:lnTo>
                    <a:pt x="1195102" y="1131094"/>
                  </a:lnTo>
                  <a:lnTo>
                    <a:pt x="1186529" y="1129760"/>
                  </a:lnTo>
                  <a:close/>
                </a:path>
              </a:pathLst>
            </a:custGeom>
            <a:solidFill>
              <a:schemeClr val="bg1"/>
            </a:solidFill>
            <a:ln w="9525">
              <a:noFill/>
            </a:ln>
          </p:spPr>
          <p:style>
            <a:lnRef idx="0"/>
            <a:fillRef idx="0"/>
            <a:effectRef idx="0"/>
            <a:fontRef idx="minor"/>
          </p:style>
          <p:txBody>
            <a:bodyPr lIns="90000" tIns="45000" rIns="90000" bIns="45000" anchor="ctr">
              <a:noAutofit/>
            </a:bodyPr>
            <a:p>
              <a:endParaRPr lang="en-US" sz="1800" b="0" u="none" strike="noStrike">
                <a:solidFill>
                  <a:schemeClr val="dk1"/>
                </a:solidFill>
                <a:effectLst/>
                <a:uFillTx/>
                <a:latin typeface="Arial"/>
              </a:endParaRPr>
            </a:p>
          </p:txBody>
        </p:sp>
      </p:grpSp>
      <p:sp>
        <p:nvSpPr>
          <p:cNvPr id="553" name="Text Placeholder 14"/>
          <p:cNvSpPr/>
          <p:nvPr/>
        </p:nvSpPr>
        <p:spPr>
          <a:xfrm>
            <a:off x="386640" y="3434040"/>
            <a:ext cx="2464560" cy="953280"/>
          </a:xfrm>
          <a:prstGeom prst="rect">
            <a:avLst/>
          </a:prstGeom>
          <a:noFill/>
          <a:ln w="0">
            <a:noFill/>
          </a:ln>
        </p:spPr>
        <p:style>
          <a:lnRef idx="0"/>
          <a:fillRef idx="0"/>
          <a:effectRef idx="0"/>
          <a:fontRef idx="minor"/>
        </p:style>
        <p:txBody>
          <a:bodyPr lIns="90000" tIns="45000" rIns="90000" bIns="45000" anchor="t">
            <a:noAutofit/>
          </a:bodyPr>
          <a:p>
            <a:endParaRPr lang="en-US" sz="2000" b="1" u="none" strike="noStrike">
              <a:solidFill>
                <a:srgbClr val="E56B2A"/>
              </a:solidFill>
              <a:effectLst/>
              <a:uFillTx/>
              <a:latin typeface="Arial"/>
            </a:endParaRPr>
          </a:p>
        </p:txBody>
      </p:sp>
      <p:pic>
        <p:nvPicPr>
          <p:cNvPr id="554" name="Picture 3" descr="A football field in a city&#10;&#10;Description automatically generated"/>
          <p:cNvPicPr/>
          <p:nvPr/>
        </p:nvPicPr>
        <p:blipFill>
          <a:blip r:embed="rId4"/>
          <a:srcRect l="0" t="0" r="0" b="-2841"/>
          <a:stretch/>
        </p:blipFill>
        <p:spPr>
          <a:xfrm>
            <a:off x="0" y="0"/>
            <a:ext cx="12190680" cy="6911640"/>
          </a:xfrm>
          <a:prstGeom prst="rect">
            <a:avLst/>
          </a:prstGeom>
          <a:noFill/>
          <a:ln w="0">
            <a:noFill/>
          </a:ln>
        </p:spPr>
      </p:pic>
      <p:sp>
        <p:nvSpPr>
          <p:cNvPr id="555" name="Rectangle 5"/>
          <p:cNvSpPr/>
          <p:nvPr/>
        </p:nvSpPr>
        <p:spPr>
          <a:xfrm>
            <a:off x="0" y="0"/>
            <a:ext cx="12190680" cy="106128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p>
            <a:endParaRPr lang="en-US" sz="1800" b="0" u="none" strike="noStrike">
              <a:solidFill>
                <a:schemeClr val="lt1"/>
              </a:solidFill>
              <a:effectLst/>
              <a:uFillTx/>
              <a:latin typeface="Arial"/>
            </a:endParaRPr>
          </a:p>
        </p:txBody>
      </p:sp>
      <p:sp>
        <p:nvSpPr>
          <p:cNvPr id="556" name="PlaceHolder 1"/>
          <p:cNvSpPr>
            <a:spLocks noGrp="1"/>
          </p:cNvSpPr>
          <p:nvPr>
            <p:ph type="title" hasCustomPrompt="1"/>
          </p:nvPr>
        </p:nvSpPr>
        <p:spPr>
          <a:xfrm>
            <a:off x="-3960" y="194040"/>
            <a:ext cx="12198240" cy="709920"/>
          </a:xfrm>
          <a:prstGeom prst="rect">
            <a:avLst/>
          </a:prstGeom>
          <a:noFill/>
          <a:ln w="0">
            <a:noFill/>
          </a:ln>
        </p:spPr>
        <p:txBody>
          <a:bodyPr lIns="90000" tIns="45000" rIns="90000" bIns="45000" anchor="t">
            <a:normAutofit fontScale="92500" lnSpcReduction="9999"/>
          </a:bodyPr>
          <a:lstStyle>
            <a:lvl1pPr indent="0" algn="ctr" defTabSz="914400">
              <a:lnSpc>
                <a:spcPct val="90000"/>
              </a:lnSpc>
              <a:buNone/>
              <a:tabLst>
                <a:tab pos="0" algn="l"/>
              </a:tabLst>
              <a:defRPr lang="en-US" sz="5400" b="1" u="none" strike="noStrike">
                <a:solidFill>
                  <a:srgbClr val="F86901"/>
                </a:solidFill>
                <a:effectLst/>
                <a:uFillTx/>
                <a:latin typeface="Arial"/>
              </a:defRPr>
            </a:lvl1pPr>
          </a:lstStyle>
          <a:p>
            <a:pPr indent="0" algn="ctr" defTabSz="914400">
              <a:lnSpc>
                <a:spcPct val="90000"/>
              </a:lnSpc>
              <a:buNone/>
              <a:tabLst>
                <a:tab pos="0" algn="l"/>
              </a:tabLst>
            </a:pPr>
            <a:r>
              <a:rPr lang="en-US" sz="5400" b="1" u="none" strike="noStrike">
                <a:solidFill>
                  <a:srgbClr val="F86901"/>
                </a:solidFill>
                <a:effectLst/>
                <a:uFillTx/>
                <a:latin typeface="Arial"/>
              </a:rPr>
              <a:t>Click to add Section Title</a:t>
            </a:r>
            <a:endParaRPr lang="en-US" sz="5400" b="1" u="none" strike="noStrike">
              <a:solidFill>
                <a:srgbClr val="F86901"/>
              </a:solidFill>
              <a:effectLst/>
              <a:uFillTx/>
              <a:latin typeface="Arial"/>
            </a:endParaRPr>
          </a:p>
        </p:txBody>
      </p:sp>
      <p:grpSp>
        <p:nvGrpSpPr>
          <p:cNvPr id="557" name="Group 7"/>
          <p:cNvGrpSpPr/>
          <p:nvPr/>
        </p:nvGrpSpPr>
        <p:grpSpPr>
          <a:xfrm>
            <a:off x="0" y="6195960"/>
            <a:ext cx="12190680" cy="666000"/>
            <a:chOff x="0" y="6195960"/>
            <a:chExt cx="12190680" cy="666000"/>
          </a:xfrm>
        </p:grpSpPr>
        <p:sp>
          <p:nvSpPr>
            <p:cNvPr id="558" name="Rectangle 8"/>
            <p:cNvSpPr/>
            <p:nvPr/>
          </p:nvSpPr>
          <p:spPr>
            <a:xfrm>
              <a:off x="0" y="6195960"/>
              <a:ext cx="12190680" cy="666000"/>
            </a:xfrm>
            <a:prstGeom prst="rect">
              <a:avLst/>
            </a:prstGeom>
            <a:solidFill>
              <a:srgbClr val="F86901"/>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p>
              <a:endParaRPr lang="en-US" sz="1800" b="0" u="none" strike="noStrike">
                <a:solidFill>
                  <a:schemeClr val="lt1"/>
                </a:solidFill>
                <a:effectLst/>
                <a:uFillTx/>
                <a:latin typeface="Arial"/>
              </a:endParaRPr>
            </a:p>
          </p:txBody>
        </p:sp>
        <p:grpSp>
          <p:nvGrpSpPr>
            <p:cNvPr id="559" name="Graphic 22"/>
            <p:cNvGrpSpPr/>
            <p:nvPr/>
          </p:nvGrpSpPr>
          <p:grpSpPr>
            <a:xfrm>
              <a:off x="201960" y="6391800"/>
              <a:ext cx="797760" cy="300600"/>
              <a:chOff x="201960" y="6391800"/>
              <a:chExt cx="797760" cy="300600"/>
            </a:xfrm>
          </p:grpSpPr>
          <p:sp>
            <p:nvSpPr>
              <p:cNvPr id="560" name="Freeform 11"/>
              <p:cNvSpPr/>
              <p:nvPr/>
            </p:nvSpPr>
            <p:spPr>
              <a:xfrm>
                <a:off x="540720" y="6391800"/>
                <a:ext cx="135720" cy="300240"/>
              </a:xfrm>
              <a:custGeom>
                <a:avLst/>
                <a:gdLst>
                  <a:gd name="textAreaLeft" fmla="*/ 0 w 135720"/>
                  <a:gd name="textAreaRight" fmla="*/ 137160 w 135720"/>
                  <a:gd name="textAreaTop" fmla="*/ 0 h 300240"/>
                  <a:gd name="textAreaBottom" fmla="*/ 301680 h 300240"/>
                  <a:gd name="GluePoint1X" fmla="*/ 393478 w 547877"/>
                  <a:gd name="GluePoint1Y" fmla="*/ 129064 h 1204531"/>
                  <a:gd name="GluePoint2X" fmla="*/ 537686 w 547877"/>
                  <a:gd name="GluePoint2Y" fmla="*/ 74771 h 1204531"/>
                  <a:gd name="GluePoint3X" fmla="*/ 547878 w 547877"/>
                  <a:gd name="GluePoint3Y" fmla="*/ 74771 h 1204531"/>
                  <a:gd name="GluePoint4X" fmla="*/ 547878 w 547877"/>
                  <a:gd name="GluePoint4Y" fmla="*/ 0 h 1204531"/>
                  <a:gd name="GluePoint5X" fmla="*/ 267938 w 547877"/>
                  <a:gd name="GluePoint5Y" fmla="*/ 4667 h 1204531"/>
                  <a:gd name="GluePoint6X" fmla="*/ 0 w 547877"/>
                  <a:gd name="GluePoint6Y" fmla="*/ 0 h 1204531"/>
                  <a:gd name="GluePoint7X" fmla="*/ 0 w 547877"/>
                  <a:gd name="GluePoint7Y" fmla="*/ 74771 h 1204531"/>
                  <a:gd name="GluePoint8X" fmla="*/ 10192 w 547877"/>
                  <a:gd name="GluePoint8Y" fmla="*/ 74771 h 1204531"/>
                  <a:gd name="GluePoint9X" fmla="*/ 154400 w 547877"/>
                  <a:gd name="GluePoint9Y" fmla="*/ 128968 h 1204531"/>
                  <a:gd name="GluePoint10X" fmla="*/ 171640 w 547877"/>
                  <a:gd name="GluePoint10Y" fmla="*/ 363188 h 1204531"/>
                  <a:gd name="GluePoint11X" fmla="*/ 171640 w 547877"/>
                  <a:gd name="GluePoint11Y" fmla="*/ 841153 h 1204531"/>
                  <a:gd name="GluePoint12X" fmla="*/ 154496 w 547877"/>
                  <a:gd name="GluePoint12Y" fmla="*/ 1075373 h 1204531"/>
                  <a:gd name="GluePoint13X" fmla="*/ 10192 w 547877"/>
                  <a:gd name="GluePoint13Y" fmla="*/ 1129569 h 1204531"/>
                  <a:gd name="GluePoint14X" fmla="*/ 0 w 547877"/>
                  <a:gd name="GluePoint14Y" fmla="*/ 1129569 h 1204531"/>
                  <a:gd name="GluePoint15X" fmla="*/ 0 w 547877"/>
                  <a:gd name="GluePoint15Y" fmla="*/ 1204531 h 1204531"/>
                  <a:gd name="GluePoint16X" fmla="*/ 268224 w 547877"/>
                  <a:gd name="GluePoint16Y" fmla="*/ 1197102 h 1204531"/>
                  <a:gd name="GluePoint17X" fmla="*/ 547878 w 547877"/>
                  <a:gd name="GluePoint17Y" fmla="*/ 1204531 h 1204531"/>
                  <a:gd name="GluePoint18X" fmla="*/ 547878 w 547877"/>
                  <a:gd name="GluePoint18Y" fmla="*/ 1129569 h 1204531"/>
                  <a:gd name="GluePoint19X" fmla="*/ 537686 w 547877"/>
                  <a:gd name="GluePoint19Y" fmla="*/ 1129569 h 1204531"/>
                  <a:gd name="GluePoint20X" fmla="*/ 393478 w 547877"/>
                  <a:gd name="GluePoint20Y" fmla="*/ 1075468 h 1204531"/>
                  <a:gd name="GluePoint21X" fmla="*/ 376333 w 547877"/>
                  <a:gd name="GluePoint21Y" fmla="*/ 841153 h 1204531"/>
                  <a:gd name="GluePoint22X" fmla="*/ 376333 w 547877"/>
                  <a:gd name="GluePoint22Y" fmla="*/ 363188 h 1204531"/>
                  <a:gd name="GluePoint23X" fmla="*/ 393478 w 547877"/>
                  <a:gd name="GluePoint23Y" fmla="*/ 129064 h 1204531"/>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 ang="0">
                    <a:pos x="GluePoint16X" y="GluePoint16Y"/>
                  </a:cxn>
                  <a:cxn ang="0">
                    <a:pos x="GluePoint17X" y="GluePoint17Y"/>
                  </a:cxn>
                  <a:cxn ang="0">
                    <a:pos x="GluePoint18X" y="GluePoint18Y"/>
                  </a:cxn>
                  <a:cxn ang="0">
                    <a:pos x="GluePoint19X" y="GluePoint19Y"/>
                  </a:cxn>
                  <a:cxn ang="0">
                    <a:pos x="GluePoint20X" y="GluePoint20Y"/>
                  </a:cxn>
                  <a:cxn ang="0">
                    <a:pos x="GluePoint21X" y="GluePoint21Y"/>
                  </a:cxn>
                  <a:cxn ang="0">
                    <a:pos x="GluePoint22X" y="GluePoint22Y"/>
                  </a:cxn>
                  <a:cxn ang="0">
                    <a:pos x="GluePoint23X" y="GluePoint23Y"/>
                  </a:cxn>
                </a:cxnLst>
                <a:rect l="textAreaLeft" t="textAreaTop" r="textAreaRight" b="textAreaBottom"/>
                <a:pathLst>
                  <a:path w="547877" h="1204531">
                    <a:moveTo>
                      <a:pt x="393478" y="129064"/>
                    </a:moveTo>
                    <a:cubicBezTo>
                      <a:pt x="414242" y="74771"/>
                      <a:pt x="482727" y="74771"/>
                      <a:pt x="537686" y="74771"/>
                    </a:cubicBezTo>
                    <a:lnTo>
                      <a:pt x="547878" y="74771"/>
                    </a:lnTo>
                    <a:lnTo>
                      <a:pt x="547878" y="0"/>
                    </a:lnTo>
                    <a:cubicBezTo>
                      <a:pt x="547878" y="0"/>
                      <a:pt x="333565" y="4667"/>
                      <a:pt x="267938" y="4667"/>
                    </a:cubicBezTo>
                    <a:cubicBezTo>
                      <a:pt x="200406" y="4667"/>
                      <a:pt x="0" y="0"/>
                      <a:pt x="0" y="0"/>
                    </a:cubicBezTo>
                    <a:lnTo>
                      <a:pt x="0" y="74771"/>
                    </a:lnTo>
                    <a:lnTo>
                      <a:pt x="10192" y="74771"/>
                    </a:lnTo>
                    <a:cubicBezTo>
                      <a:pt x="65246" y="74771"/>
                      <a:pt x="133731" y="74771"/>
                      <a:pt x="154400" y="128968"/>
                    </a:cubicBezTo>
                    <a:cubicBezTo>
                      <a:pt x="171640" y="175450"/>
                      <a:pt x="171640" y="307086"/>
                      <a:pt x="171640" y="363188"/>
                    </a:cubicBezTo>
                    <a:lnTo>
                      <a:pt x="171640" y="841153"/>
                    </a:lnTo>
                    <a:cubicBezTo>
                      <a:pt x="171640" y="897350"/>
                      <a:pt x="171640" y="1028890"/>
                      <a:pt x="154496" y="1075373"/>
                    </a:cubicBezTo>
                    <a:cubicBezTo>
                      <a:pt x="133731" y="1129569"/>
                      <a:pt x="65246" y="1129569"/>
                      <a:pt x="10192" y="1129569"/>
                    </a:cubicBezTo>
                    <a:lnTo>
                      <a:pt x="0" y="1129569"/>
                    </a:lnTo>
                    <a:lnTo>
                      <a:pt x="0" y="1204531"/>
                    </a:lnTo>
                    <a:cubicBezTo>
                      <a:pt x="0" y="1204341"/>
                      <a:pt x="173260" y="1197102"/>
                      <a:pt x="268224" y="1197102"/>
                    </a:cubicBezTo>
                    <a:cubicBezTo>
                      <a:pt x="377476" y="1197102"/>
                      <a:pt x="547878" y="1204531"/>
                      <a:pt x="547878" y="1204531"/>
                    </a:cubicBezTo>
                    <a:lnTo>
                      <a:pt x="547878" y="1129569"/>
                    </a:lnTo>
                    <a:lnTo>
                      <a:pt x="537686" y="1129569"/>
                    </a:lnTo>
                    <a:cubicBezTo>
                      <a:pt x="482727" y="1129569"/>
                      <a:pt x="414242" y="1129569"/>
                      <a:pt x="393478" y="1075468"/>
                    </a:cubicBezTo>
                    <a:cubicBezTo>
                      <a:pt x="376333" y="1028890"/>
                      <a:pt x="376333" y="897350"/>
                      <a:pt x="376333" y="841153"/>
                    </a:cubicBezTo>
                    <a:lnTo>
                      <a:pt x="376333" y="363188"/>
                    </a:lnTo>
                    <a:cubicBezTo>
                      <a:pt x="376333" y="307086"/>
                      <a:pt x="376333" y="175450"/>
                      <a:pt x="393478" y="129064"/>
                    </a:cubicBezTo>
                  </a:path>
                </a:pathLst>
              </a:custGeom>
              <a:solidFill>
                <a:schemeClr val="bg1"/>
              </a:solidFill>
              <a:ln w="9525">
                <a:noFill/>
              </a:ln>
            </p:spPr>
            <p:style>
              <a:lnRef idx="0"/>
              <a:fillRef idx="0"/>
              <a:effectRef idx="0"/>
              <a:fontRef idx="minor"/>
            </p:style>
            <p:txBody>
              <a:bodyPr lIns="68040" tIns="45000" rIns="68040" bIns="45000" anchor="ctr">
                <a:noAutofit/>
              </a:bodyPr>
              <a:p>
                <a:endParaRPr lang="en-US" sz="1800" b="0" u="none" strike="noStrike">
                  <a:solidFill>
                    <a:schemeClr val="dk1"/>
                  </a:solidFill>
                  <a:effectLst/>
                  <a:uFillTx/>
                  <a:latin typeface="Arial"/>
                </a:endParaRPr>
              </a:p>
            </p:txBody>
          </p:sp>
          <p:sp>
            <p:nvSpPr>
              <p:cNvPr id="561" name="Freeform 12"/>
              <p:cNvSpPr/>
              <p:nvPr/>
            </p:nvSpPr>
            <p:spPr>
              <a:xfrm>
                <a:off x="718920" y="6392160"/>
                <a:ext cx="280800" cy="300240"/>
              </a:xfrm>
              <a:custGeom>
                <a:avLst/>
                <a:gdLst>
                  <a:gd name="textAreaLeft" fmla="*/ 0 w 280800"/>
                  <a:gd name="textAreaRight" fmla="*/ 282240 w 280800"/>
                  <a:gd name="textAreaTop" fmla="*/ 0 h 300240"/>
                  <a:gd name="textAreaBottom" fmla="*/ 301680 h 300240"/>
                  <a:gd name="GluePoint1X" fmla="*/ 0 w 1126902"/>
                  <a:gd name="GluePoint1Y" fmla="*/ 0 h 1204245"/>
                  <a:gd name="GluePoint2X" fmla="*/ 0 w 1126902"/>
                  <a:gd name="GluePoint2Y" fmla="*/ 312420 h 1204245"/>
                  <a:gd name="GluePoint3X" fmla="*/ 74295 w 1126902"/>
                  <a:gd name="GluePoint3Y" fmla="*/ 312420 h 1204245"/>
                  <a:gd name="GluePoint4X" fmla="*/ 74581 w 1126902"/>
                  <a:gd name="GluePoint4Y" fmla="*/ 302609 h 1204245"/>
                  <a:gd name="GluePoint5X" fmla="*/ 334328 w 1126902"/>
                  <a:gd name="GluePoint5Y" fmla="*/ 90773 h 1204245"/>
                  <a:gd name="GluePoint6X" fmla="*/ 352330 w 1126902"/>
                  <a:gd name="GluePoint6Y" fmla="*/ 90678 h 1204245"/>
                  <a:gd name="GluePoint7X" fmla="*/ 453200 w 1126902"/>
                  <a:gd name="GluePoint7Y" fmla="*/ 106204 h 1204245"/>
                  <a:gd name="GluePoint8X" fmla="*/ 461201 w 1126902"/>
                  <a:gd name="GluePoint8Y" fmla="*/ 128873 h 1204245"/>
                  <a:gd name="GluePoint9X" fmla="*/ 461201 w 1126902"/>
                  <a:gd name="GluePoint9Y" fmla="*/ 950119 h 1204245"/>
                  <a:gd name="GluePoint10X" fmla="*/ 272510 w 1126902"/>
                  <a:gd name="GluePoint10Y" fmla="*/ 1129475 h 1204245"/>
                  <a:gd name="GluePoint11X" fmla="*/ 262700 w 1126902"/>
                  <a:gd name="GluePoint11Y" fmla="*/ 1129856 h 1204245"/>
                  <a:gd name="GluePoint12X" fmla="*/ 262700 w 1126902"/>
                  <a:gd name="GluePoint12Y" fmla="*/ 1204246 h 1204245"/>
                  <a:gd name="GluePoint13X" fmla="*/ 578548 w 1126902"/>
                  <a:gd name="GluePoint13Y" fmla="*/ 1196911 h 1204245"/>
                  <a:gd name="GluePoint14X" fmla="*/ 864203 w 1126902"/>
                  <a:gd name="GluePoint14Y" fmla="*/ 1204246 h 1204245"/>
                  <a:gd name="GluePoint15X" fmla="*/ 864203 w 1126902"/>
                  <a:gd name="GluePoint15Y" fmla="*/ 1129856 h 1204245"/>
                  <a:gd name="GluePoint16X" fmla="*/ 854393 w 1126902"/>
                  <a:gd name="GluePoint16Y" fmla="*/ 1129475 h 1204245"/>
                  <a:gd name="GluePoint17X" fmla="*/ 665702 w 1126902"/>
                  <a:gd name="GluePoint17Y" fmla="*/ 950119 h 1204245"/>
                  <a:gd name="GluePoint18X" fmla="*/ 665702 w 1126902"/>
                  <a:gd name="GluePoint18Y" fmla="*/ 128873 h 1204245"/>
                  <a:gd name="GluePoint19X" fmla="*/ 673608 w 1126902"/>
                  <a:gd name="GluePoint19Y" fmla="*/ 108490 h 1204245"/>
                  <a:gd name="GluePoint20X" fmla="*/ 791718 w 1126902"/>
                  <a:gd name="GluePoint20Y" fmla="*/ 90488 h 1204245"/>
                  <a:gd name="GluePoint21X" fmla="*/ 815912 w 1126902"/>
                  <a:gd name="GluePoint21Y" fmla="*/ 90773 h 1204245"/>
                  <a:gd name="GluePoint22X" fmla="*/ 1052513 w 1126902"/>
                  <a:gd name="GluePoint22Y" fmla="*/ 302895 h 1204245"/>
                  <a:gd name="GluePoint23X" fmla="*/ 1053084 w 1126902"/>
                  <a:gd name="GluePoint23Y" fmla="*/ 312420 h 1204245"/>
                  <a:gd name="GluePoint24X" fmla="*/ 1126903 w 1126902"/>
                  <a:gd name="GluePoint24Y" fmla="*/ 312420 h 1204245"/>
                  <a:gd name="GluePoint25X" fmla="*/ 1126903 w 1126902"/>
                  <a:gd name="GluePoint25Y" fmla="*/ 0 h 1204245"/>
                  <a:gd name="GluePoint26X" fmla="*/ 563404 w 1126902"/>
                  <a:gd name="GluePoint26Y" fmla="*/ 2857 h 1204245"/>
                  <a:gd name="GluePoint27X" fmla="*/ 0 w 1126902"/>
                  <a:gd name="GluePoint27Y" fmla="*/ 0 h 1204245"/>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 ang="0">
                    <a:pos x="GluePoint16X" y="GluePoint16Y"/>
                  </a:cxn>
                  <a:cxn ang="0">
                    <a:pos x="GluePoint17X" y="GluePoint17Y"/>
                  </a:cxn>
                  <a:cxn ang="0">
                    <a:pos x="GluePoint18X" y="GluePoint18Y"/>
                  </a:cxn>
                  <a:cxn ang="0">
                    <a:pos x="GluePoint19X" y="GluePoint19Y"/>
                  </a:cxn>
                  <a:cxn ang="0">
                    <a:pos x="GluePoint20X" y="GluePoint20Y"/>
                  </a:cxn>
                  <a:cxn ang="0">
                    <a:pos x="GluePoint21X" y="GluePoint21Y"/>
                  </a:cxn>
                  <a:cxn ang="0">
                    <a:pos x="GluePoint22X" y="GluePoint22Y"/>
                  </a:cxn>
                  <a:cxn ang="0">
                    <a:pos x="GluePoint23X" y="GluePoint23Y"/>
                  </a:cxn>
                  <a:cxn ang="0">
                    <a:pos x="GluePoint24X" y="GluePoint24Y"/>
                  </a:cxn>
                  <a:cxn ang="0">
                    <a:pos x="GluePoint25X" y="GluePoint25Y"/>
                  </a:cxn>
                  <a:cxn ang="0">
                    <a:pos x="GluePoint26X" y="GluePoint26Y"/>
                  </a:cxn>
                  <a:cxn ang="0">
                    <a:pos x="GluePoint27X" y="GluePoint27Y"/>
                  </a:cxn>
                </a:cxnLst>
                <a:rect l="textAreaLeft" t="textAreaTop" r="textAreaRight" b="textAreaBottom"/>
                <a:pathLst>
                  <a:path w="1126902" h="1204245">
                    <a:moveTo>
                      <a:pt x="0" y="0"/>
                    </a:moveTo>
                    <a:lnTo>
                      <a:pt x="0" y="312420"/>
                    </a:lnTo>
                    <a:lnTo>
                      <a:pt x="74295" y="312420"/>
                    </a:lnTo>
                    <a:lnTo>
                      <a:pt x="74581" y="302609"/>
                    </a:lnTo>
                    <a:cubicBezTo>
                      <a:pt x="81344" y="99346"/>
                      <a:pt x="159163" y="90773"/>
                      <a:pt x="334328" y="90773"/>
                    </a:cubicBezTo>
                    <a:cubicBezTo>
                      <a:pt x="340328" y="90773"/>
                      <a:pt x="346424" y="90773"/>
                      <a:pt x="352330" y="90678"/>
                    </a:cubicBezTo>
                    <a:cubicBezTo>
                      <a:pt x="395859" y="90392"/>
                      <a:pt x="437007" y="90106"/>
                      <a:pt x="453200" y="106204"/>
                    </a:cubicBezTo>
                    <a:cubicBezTo>
                      <a:pt x="458629" y="111538"/>
                      <a:pt x="461201" y="118967"/>
                      <a:pt x="461201" y="128873"/>
                    </a:cubicBezTo>
                    <a:lnTo>
                      <a:pt x="461201" y="950119"/>
                    </a:lnTo>
                    <a:cubicBezTo>
                      <a:pt x="461201" y="1072039"/>
                      <a:pt x="444151" y="1122426"/>
                      <a:pt x="272510" y="1129475"/>
                    </a:cubicBezTo>
                    <a:lnTo>
                      <a:pt x="262700" y="1129856"/>
                    </a:lnTo>
                    <a:lnTo>
                      <a:pt x="262700" y="1204246"/>
                    </a:lnTo>
                    <a:cubicBezTo>
                      <a:pt x="262700" y="1204246"/>
                      <a:pt x="462725" y="1196911"/>
                      <a:pt x="578548" y="1196911"/>
                    </a:cubicBezTo>
                    <a:cubicBezTo>
                      <a:pt x="666941" y="1196911"/>
                      <a:pt x="864203" y="1204246"/>
                      <a:pt x="864203" y="1204246"/>
                    </a:cubicBezTo>
                    <a:lnTo>
                      <a:pt x="864203" y="1129856"/>
                    </a:lnTo>
                    <a:lnTo>
                      <a:pt x="854393" y="1129475"/>
                    </a:lnTo>
                    <a:cubicBezTo>
                      <a:pt x="682752" y="1122426"/>
                      <a:pt x="665702" y="1072039"/>
                      <a:pt x="665702" y="950119"/>
                    </a:cubicBezTo>
                    <a:lnTo>
                      <a:pt x="665702" y="128873"/>
                    </a:lnTo>
                    <a:cubicBezTo>
                      <a:pt x="665702" y="120396"/>
                      <a:pt x="668369" y="113729"/>
                      <a:pt x="673608" y="108490"/>
                    </a:cubicBezTo>
                    <a:cubicBezTo>
                      <a:pt x="693420" y="89059"/>
                      <a:pt x="747903" y="89821"/>
                      <a:pt x="791718" y="90488"/>
                    </a:cubicBezTo>
                    <a:cubicBezTo>
                      <a:pt x="800005" y="90583"/>
                      <a:pt x="808196" y="90773"/>
                      <a:pt x="815912" y="90773"/>
                    </a:cubicBezTo>
                    <a:cubicBezTo>
                      <a:pt x="987267" y="90773"/>
                      <a:pt x="1042511" y="140303"/>
                      <a:pt x="1052513" y="302895"/>
                    </a:cubicBezTo>
                    <a:lnTo>
                      <a:pt x="1053084" y="312420"/>
                    </a:lnTo>
                    <a:lnTo>
                      <a:pt x="1126903" y="312420"/>
                    </a:lnTo>
                    <a:lnTo>
                      <a:pt x="1126903" y="0"/>
                    </a:lnTo>
                    <a:cubicBezTo>
                      <a:pt x="1126903" y="0"/>
                      <a:pt x="694468" y="2857"/>
                      <a:pt x="563404" y="2857"/>
                    </a:cubicBezTo>
                    <a:cubicBezTo>
                      <a:pt x="432340" y="2857"/>
                      <a:pt x="0" y="0"/>
                      <a:pt x="0" y="0"/>
                    </a:cubicBezTo>
                  </a:path>
                </a:pathLst>
              </a:custGeom>
              <a:solidFill>
                <a:schemeClr val="bg1"/>
              </a:solidFill>
              <a:ln w="9525">
                <a:noFill/>
              </a:ln>
            </p:spPr>
            <p:style>
              <a:lnRef idx="0"/>
              <a:fillRef idx="0"/>
              <a:effectRef idx="0"/>
              <a:fontRef idx="minor"/>
            </p:style>
            <p:txBody>
              <a:bodyPr lIns="90000" tIns="45000" rIns="90000" bIns="45000" anchor="ctr">
                <a:noAutofit/>
              </a:bodyPr>
              <a:p>
                <a:endParaRPr lang="en-US" sz="1800" b="0" u="none" strike="noStrike">
                  <a:solidFill>
                    <a:schemeClr val="dk1"/>
                  </a:solidFill>
                  <a:effectLst/>
                  <a:uFillTx/>
                  <a:latin typeface="Arial"/>
                </a:endParaRPr>
              </a:p>
            </p:txBody>
          </p:sp>
          <p:sp>
            <p:nvSpPr>
              <p:cNvPr id="562" name="Freeform 13"/>
              <p:cNvSpPr/>
              <p:nvPr/>
            </p:nvSpPr>
            <p:spPr>
              <a:xfrm>
                <a:off x="201960" y="6391800"/>
                <a:ext cx="297720" cy="300240"/>
              </a:xfrm>
              <a:custGeom>
                <a:avLst/>
                <a:gdLst>
                  <a:gd name="textAreaLeft" fmla="*/ 0 w 297720"/>
                  <a:gd name="textAreaRight" fmla="*/ 299160 w 297720"/>
                  <a:gd name="textAreaTop" fmla="*/ 0 h 300240"/>
                  <a:gd name="textAreaBottom" fmla="*/ 301680 h 300240"/>
                  <a:gd name="GluePoint1X" fmla="*/ 372618 w 1195101"/>
                  <a:gd name="GluePoint1Y" fmla="*/ 571786 h 1204626"/>
                  <a:gd name="GluePoint2X" fmla="*/ 372523 w 1195101"/>
                  <a:gd name="GluePoint2Y" fmla="*/ 134303 h 1204626"/>
                  <a:gd name="GluePoint3X" fmla="*/ 386239 w 1195101"/>
                  <a:gd name="GluePoint3Y" fmla="*/ 86487 h 1204626"/>
                  <a:gd name="GluePoint4X" fmla="*/ 498348 w 1195101"/>
                  <a:gd name="GluePoint4Y" fmla="*/ 85630 h 1204626"/>
                  <a:gd name="GluePoint5X" fmla="*/ 738473 w 1195101"/>
                  <a:gd name="GluePoint5Y" fmla="*/ 330518 h 1204626"/>
                  <a:gd name="GluePoint6X" fmla="*/ 640747 w 1195101"/>
                  <a:gd name="GluePoint6Y" fmla="*/ 541687 h 1204626"/>
                  <a:gd name="GluePoint7X" fmla="*/ 372618 w 1195101"/>
                  <a:gd name="GluePoint7Y" fmla="*/ 571786 h 1204626"/>
                  <a:gd name="GluePoint8X" fmla="*/ 1186529 w 1195101"/>
                  <a:gd name="GluePoint8Y" fmla="*/ 1129760 h 1204626"/>
                  <a:gd name="GluePoint9X" fmla="*/ 1017461 w 1195101"/>
                  <a:gd name="GluePoint9Y" fmla="*/ 1040702 h 1204626"/>
                  <a:gd name="GluePoint10X" fmla="*/ 661797 w 1195101"/>
                  <a:gd name="GluePoint10Y" fmla="*/ 632460 h 1204626"/>
                  <a:gd name="GluePoint11X" fmla="*/ 964597 w 1195101"/>
                  <a:gd name="GluePoint11Y" fmla="*/ 305371 h 1204626"/>
                  <a:gd name="GluePoint12X" fmla="*/ 831056 w 1195101"/>
                  <a:gd name="GluePoint12Y" fmla="*/ 55816 h 1204626"/>
                  <a:gd name="GluePoint13X" fmla="*/ 544639 w 1195101"/>
                  <a:gd name="GluePoint13Y" fmla="*/ 190 h 1204626"/>
                  <a:gd name="GluePoint14X" fmla="*/ 317468 w 1195101"/>
                  <a:gd name="GluePoint14Y" fmla="*/ 4191 h 1204626"/>
                  <a:gd name="GluePoint15X" fmla="*/ 191 w 1195101"/>
                  <a:gd name="GluePoint15Y" fmla="*/ 0 h 1204626"/>
                  <a:gd name="GluePoint16X" fmla="*/ 191 w 1195101"/>
                  <a:gd name="GluePoint16Y" fmla="*/ 74866 h 1204626"/>
                  <a:gd name="GluePoint17X" fmla="*/ 15050 w 1195101"/>
                  <a:gd name="GluePoint17Y" fmla="*/ 74866 h 1204626"/>
                  <a:gd name="GluePoint18X" fmla="*/ 152781 w 1195101"/>
                  <a:gd name="GluePoint18Y" fmla="*/ 128683 h 1204626"/>
                  <a:gd name="GluePoint19X" fmla="*/ 168307 w 1195101"/>
                  <a:gd name="GluePoint19Y" fmla="*/ 350139 h 1204626"/>
                  <a:gd name="GluePoint20X" fmla="*/ 168307 w 1195101"/>
                  <a:gd name="GluePoint20Y" fmla="*/ 841248 h 1204626"/>
                  <a:gd name="GluePoint21X" fmla="*/ 161068 w 1195101"/>
                  <a:gd name="GluePoint21Y" fmla="*/ 1034129 h 1204626"/>
                  <a:gd name="GluePoint22X" fmla="*/ 152686 w 1195101"/>
                  <a:gd name="GluePoint22Y" fmla="*/ 1075944 h 1204626"/>
                  <a:gd name="GluePoint23X" fmla="*/ 10382 w 1195101"/>
                  <a:gd name="GluePoint23Y" fmla="*/ 1129665 h 1204626"/>
                  <a:gd name="GluePoint24X" fmla="*/ 0 w 1195101"/>
                  <a:gd name="GluePoint24Y" fmla="*/ 1129665 h 1204626"/>
                  <a:gd name="GluePoint25X" fmla="*/ 0 w 1195101"/>
                  <a:gd name="GluePoint25Y" fmla="*/ 1204532 h 1204626"/>
                  <a:gd name="GluePoint26X" fmla="*/ 278225 w 1195101"/>
                  <a:gd name="GluePoint26Y" fmla="*/ 1197102 h 1204626"/>
                  <a:gd name="GluePoint27X" fmla="*/ 540734 w 1195101"/>
                  <a:gd name="GluePoint27Y" fmla="*/ 1204532 h 1204626"/>
                  <a:gd name="GluePoint28X" fmla="*/ 540734 w 1195101"/>
                  <a:gd name="GluePoint28Y" fmla="*/ 1129665 h 1204626"/>
                  <a:gd name="GluePoint29X" fmla="*/ 525971 w 1195101"/>
                  <a:gd name="GluePoint29Y" fmla="*/ 1129665 h 1204626"/>
                  <a:gd name="GluePoint30X" fmla="*/ 388239 w 1195101"/>
                  <a:gd name="GluePoint30Y" fmla="*/ 1075754 h 1204626"/>
                  <a:gd name="GluePoint31X" fmla="*/ 379857 w 1195101"/>
                  <a:gd name="GluePoint31Y" fmla="*/ 1034034 h 1204626"/>
                  <a:gd name="GluePoint32X" fmla="*/ 372618 w 1195101"/>
                  <a:gd name="GluePoint32Y" fmla="*/ 854297 h 1204626"/>
                  <a:gd name="GluePoint33X" fmla="*/ 372618 w 1195101"/>
                  <a:gd name="GluePoint33Y" fmla="*/ 653510 h 1204626"/>
                  <a:gd name="GluePoint34X" fmla="*/ 479107 w 1195101"/>
                  <a:gd name="GluePoint34Y" fmla="*/ 702469 h 1204626"/>
                  <a:gd name="GluePoint35X" fmla="*/ 501110 w 1195101"/>
                  <a:gd name="GluePoint35Y" fmla="*/ 728472 h 1204626"/>
                  <a:gd name="GluePoint36X" fmla="*/ 797909 w 1195101"/>
                  <a:gd name="GluePoint36Y" fmla="*/ 1096804 h 1204626"/>
                  <a:gd name="GluePoint37X" fmla="*/ 885158 w 1195101"/>
                  <a:gd name="GluePoint37Y" fmla="*/ 1204532 h 1204626"/>
                  <a:gd name="GluePoint38X" fmla="*/ 1027366 w 1195101"/>
                  <a:gd name="GluePoint38Y" fmla="*/ 1200436 h 1204626"/>
                  <a:gd name="GluePoint39X" fmla="*/ 1195102 w 1195101"/>
                  <a:gd name="GluePoint39Y" fmla="*/ 1204627 h 1204626"/>
                  <a:gd name="GluePoint40X" fmla="*/ 1195102 w 1195101"/>
                  <a:gd name="GluePoint40Y" fmla="*/ 1131094 h 1204626"/>
                  <a:gd name="GluePoint41X" fmla="*/ 1186529 w 1195101"/>
                  <a:gd name="GluePoint41Y" fmla="*/ 1129760 h 1204626"/>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 ang="0">
                    <a:pos x="GluePoint16X" y="GluePoint16Y"/>
                  </a:cxn>
                  <a:cxn ang="0">
                    <a:pos x="GluePoint17X" y="GluePoint17Y"/>
                  </a:cxn>
                  <a:cxn ang="0">
                    <a:pos x="GluePoint18X" y="GluePoint18Y"/>
                  </a:cxn>
                  <a:cxn ang="0">
                    <a:pos x="GluePoint19X" y="GluePoint19Y"/>
                  </a:cxn>
                  <a:cxn ang="0">
                    <a:pos x="GluePoint20X" y="GluePoint20Y"/>
                  </a:cxn>
                  <a:cxn ang="0">
                    <a:pos x="GluePoint21X" y="GluePoint21Y"/>
                  </a:cxn>
                  <a:cxn ang="0">
                    <a:pos x="GluePoint22X" y="GluePoint22Y"/>
                  </a:cxn>
                  <a:cxn ang="0">
                    <a:pos x="GluePoint23X" y="GluePoint23Y"/>
                  </a:cxn>
                  <a:cxn ang="0">
                    <a:pos x="GluePoint24X" y="GluePoint24Y"/>
                  </a:cxn>
                  <a:cxn ang="0">
                    <a:pos x="GluePoint25X" y="GluePoint25Y"/>
                  </a:cxn>
                  <a:cxn ang="0">
                    <a:pos x="GluePoint26X" y="GluePoint26Y"/>
                  </a:cxn>
                  <a:cxn ang="0">
                    <a:pos x="GluePoint27X" y="GluePoint27Y"/>
                  </a:cxn>
                  <a:cxn ang="0">
                    <a:pos x="GluePoint28X" y="GluePoint28Y"/>
                  </a:cxn>
                  <a:cxn ang="0">
                    <a:pos x="GluePoint29X" y="GluePoint29Y"/>
                  </a:cxn>
                  <a:cxn ang="0">
                    <a:pos x="GluePoint30X" y="GluePoint30Y"/>
                  </a:cxn>
                  <a:cxn ang="0">
                    <a:pos x="GluePoint31X" y="GluePoint31Y"/>
                  </a:cxn>
                  <a:cxn ang="0">
                    <a:pos x="GluePoint32X" y="GluePoint32Y"/>
                  </a:cxn>
                  <a:cxn ang="0">
                    <a:pos x="GluePoint33X" y="GluePoint33Y"/>
                  </a:cxn>
                  <a:cxn ang="0">
                    <a:pos x="GluePoint34X" y="GluePoint34Y"/>
                  </a:cxn>
                  <a:cxn ang="0">
                    <a:pos x="GluePoint35X" y="GluePoint35Y"/>
                  </a:cxn>
                  <a:cxn ang="0">
                    <a:pos x="GluePoint36X" y="GluePoint36Y"/>
                  </a:cxn>
                  <a:cxn ang="0">
                    <a:pos x="GluePoint37X" y="GluePoint37Y"/>
                  </a:cxn>
                  <a:cxn ang="0">
                    <a:pos x="GluePoint38X" y="GluePoint38Y"/>
                  </a:cxn>
                  <a:cxn ang="0">
                    <a:pos x="GluePoint39X" y="GluePoint39Y"/>
                  </a:cxn>
                  <a:cxn ang="0">
                    <a:pos x="GluePoint40X" y="GluePoint40Y"/>
                  </a:cxn>
                  <a:cxn ang="0">
                    <a:pos x="GluePoint41X" y="GluePoint41Y"/>
                  </a:cxn>
                </a:cxnLst>
                <a:rect l="textAreaLeft" t="textAreaTop" r="textAreaRight" b="textAreaBottom"/>
                <a:pathLst>
                  <a:path w="1195101" h="1204626">
                    <a:moveTo>
                      <a:pt x="372618" y="571786"/>
                    </a:moveTo>
                    <a:cubicBezTo>
                      <a:pt x="372618" y="571786"/>
                      <a:pt x="372618" y="136874"/>
                      <a:pt x="372523" y="134303"/>
                    </a:cubicBezTo>
                    <a:cubicBezTo>
                      <a:pt x="372237" y="116967"/>
                      <a:pt x="371761" y="93250"/>
                      <a:pt x="386239" y="86487"/>
                    </a:cubicBezTo>
                    <a:cubicBezTo>
                      <a:pt x="396240" y="82105"/>
                      <a:pt x="493014" y="85630"/>
                      <a:pt x="498348" y="85630"/>
                    </a:cubicBezTo>
                    <a:cubicBezTo>
                      <a:pt x="650938" y="85630"/>
                      <a:pt x="738473" y="174974"/>
                      <a:pt x="738473" y="330518"/>
                    </a:cubicBezTo>
                    <a:cubicBezTo>
                      <a:pt x="738473" y="443960"/>
                      <a:pt x="708374" y="509016"/>
                      <a:pt x="640747" y="541687"/>
                    </a:cubicBezTo>
                    <a:cubicBezTo>
                      <a:pt x="577691" y="571976"/>
                      <a:pt x="372618" y="571786"/>
                      <a:pt x="372618" y="571786"/>
                    </a:cubicBezTo>
                    <a:moveTo>
                      <a:pt x="1186529" y="1129760"/>
                    </a:moveTo>
                    <a:cubicBezTo>
                      <a:pt x="1100138" y="1116235"/>
                      <a:pt x="1074134" y="1106424"/>
                      <a:pt x="1017461" y="1040702"/>
                    </a:cubicBezTo>
                    <a:lnTo>
                      <a:pt x="661797" y="632460"/>
                    </a:lnTo>
                    <a:cubicBezTo>
                      <a:pt x="849059" y="608076"/>
                      <a:pt x="964597" y="484251"/>
                      <a:pt x="964597" y="305371"/>
                    </a:cubicBezTo>
                    <a:cubicBezTo>
                      <a:pt x="964597" y="188976"/>
                      <a:pt x="919544" y="105061"/>
                      <a:pt x="831056" y="55816"/>
                    </a:cubicBezTo>
                    <a:cubicBezTo>
                      <a:pt x="763619" y="18383"/>
                      <a:pt x="670084" y="190"/>
                      <a:pt x="544639" y="190"/>
                    </a:cubicBezTo>
                    <a:cubicBezTo>
                      <a:pt x="507206" y="1143"/>
                      <a:pt x="416909" y="4191"/>
                      <a:pt x="317468" y="4191"/>
                    </a:cubicBezTo>
                    <a:cubicBezTo>
                      <a:pt x="214313" y="4191"/>
                      <a:pt x="191" y="0"/>
                      <a:pt x="191" y="0"/>
                    </a:cubicBezTo>
                    <a:lnTo>
                      <a:pt x="191" y="74866"/>
                    </a:lnTo>
                    <a:lnTo>
                      <a:pt x="15050" y="74866"/>
                    </a:lnTo>
                    <a:cubicBezTo>
                      <a:pt x="71818" y="74486"/>
                      <a:pt x="135731" y="74771"/>
                      <a:pt x="152781" y="128683"/>
                    </a:cubicBezTo>
                    <a:cubicBezTo>
                      <a:pt x="168307" y="175355"/>
                      <a:pt x="168307" y="306896"/>
                      <a:pt x="168307" y="350139"/>
                    </a:cubicBezTo>
                    <a:lnTo>
                      <a:pt x="168307" y="841248"/>
                    </a:lnTo>
                    <a:cubicBezTo>
                      <a:pt x="168307" y="895445"/>
                      <a:pt x="168307" y="977837"/>
                      <a:pt x="161068" y="1034129"/>
                    </a:cubicBezTo>
                    <a:cubicBezTo>
                      <a:pt x="158972" y="1050798"/>
                      <a:pt x="156210" y="1065276"/>
                      <a:pt x="152686" y="1075944"/>
                    </a:cubicBezTo>
                    <a:cubicBezTo>
                      <a:pt x="135350" y="1129665"/>
                      <a:pt x="66104" y="1129665"/>
                      <a:pt x="10382" y="1129665"/>
                    </a:cubicBezTo>
                    <a:lnTo>
                      <a:pt x="0" y="1129665"/>
                    </a:lnTo>
                    <a:lnTo>
                      <a:pt x="0" y="1204532"/>
                    </a:lnTo>
                    <a:cubicBezTo>
                      <a:pt x="0" y="1204532"/>
                      <a:pt x="166783" y="1197102"/>
                      <a:pt x="278225" y="1197102"/>
                    </a:cubicBezTo>
                    <a:cubicBezTo>
                      <a:pt x="374047" y="1197102"/>
                      <a:pt x="540734" y="1204246"/>
                      <a:pt x="540734" y="1204532"/>
                    </a:cubicBezTo>
                    <a:lnTo>
                      <a:pt x="540734" y="1129665"/>
                    </a:lnTo>
                    <a:lnTo>
                      <a:pt x="525971" y="1129665"/>
                    </a:lnTo>
                    <a:cubicBezTo>
                      <a:pt x="470059" y="1129951"/>
                      <a:pt x="406813" y="1129760"/>
                      <a:pt x="388239" y="1075754"/>
                    </a:cubicBezTo>
                    <a:cubicBezTo>
                      <a:pt x="384620" y="1065086"/>
                      <a:pt x="381953" y="1050607"/>
                      <a:pt x="379857" y="1034034"/>
                    </a:cubicBezTo>
                    <a:cubicBezTo>
                      <a:pt x="372618" y="978122"/>
                      <a:pt x="372618" y="898017"/>
                      <a:pt x="372618" y="854297"/>
                    </a:cubicBezTo>
                    <a:lnTo>
                      <a:pt x="372618" y="653510"/>
                    </a:lnTo>
                    <a:cubicBezTo>
                      <a:pt x="439198" y="654082"/>
                      <a:pt x="444913" y="661035"/>
                      <a:pt x="479107" y="702469"/>
                    </a:cubicBezTo>
                    <a:cubicBezTo>
                      <a:pt x="485489" y="710089"/>
                      <a:pt x="492728" y="718756"/>
                      <a:pt x="501110" y="728472"/>
                    </a:cubicBezTo>
                    <a:lnTo>
                      <a:pt x="797909" y="1096804"/>
                    </a:lnTo>
                    <a:lnTo>
                      <a:pt x="885158" y="1204532"/>
                    </a:lnTo>
                    <a:cubicBezTo>
                      <a:pt x="885158" y="1204532"/>
                      <a:pt x="980885" y="1200436"/>
                      <a:pt x="1027366" y="1200436"/>
                    </a:cubicBezTo>
                    <a:cubicBezTo>
                      <a:pt x="1094994" y="1200436"/>
                      <a:pt x="1195102" y="1204627"/>
                      <a:pt x="1195102" y="1204627"/>
                    </a:cubicBezTo>
                    <a:lnTo>
                      <a:pt x="1195102" y="1131094"/>
                    </a:lnTo>
                    <a:lnTo>
                      <a:pt x="1186529" y="1129760"/>
                    </a:lnTo>
                    <a:close/>
                  </a:path>
                </a:pathLst>
              </a:custGeom>
              <a:solidFill>
                <a:schemeClr val="bg1"/>
              </a:solidFill>
              <a:ln w="9525">
                <a:noFill/>
              </a:ln>
            </p:spPr>
            <p:style>
              <a:lnRef idx="0"/>
              <a:fillRef idx="0"/>
              <a:effectRef idx="0"/>
              <a:fontRef idx="minor"/>
            </p:style>
            <p:txBody>
              <a:bodyPr lIns="90000" tIns="45000" rIns="90000" bIns="45000" anchor="ctr">
                <a:noAutofit/>
              </a:bodyPr>
              <a:p>
                <a:endParaRPr lang="en-US" sz="1800" b="0" u="none" strike="noStrike">
                  <a:solidFill>
                    <a:schemeClr val="dk1"/>
                  </a:solidFill>
                  <a:effectLst/>
                  <a:uFillTx/>
                  <a:latin typeface="Arial"/>
                </a:endParaRPr>
              </a:p>
            </p:txBody>
          </p:sp>
        </p:grpSp>
      </p:grpSp>
      <p:sp>
        <p:nvSpPr>
          <p:cNvPr id="563" name="TextBox 14"/>
          <p:cNvSpPr/>
          <p:nvPr/>
        </p:nvSpPr>
        <p:spPr>
          <a:xfrm>
            <a:off x="11689200" y="6487920"/>
            <a:ext cx="476280" cy="238680"/>
          </a:xfrm>
          <a:prstGeom prst="rect">
            <a:avLst/>
          </a:prstGeom>
          <a:noFill/>
          <a:ln w="0">
            <a:noFill/>
          </a:ln>
        </p:spPr>
        <p:style>
          <a:lnRef idx="0"/>
          <a:fillRef idx="0"/>
          <a:effectRef idx="0"/>
          <a:fontRef idx="minor"/>
        </p:style>
        <p:txBody>
          <a:bodyPr lIns="90000" tIns="45000" rIns="90000" bIns="45000" anchor="t">
            <a:spAutoFit/>
          </a:bodyPr>
          <a:p>
            <a:pPr defTabSz="914400">
              <a:lnSpc>
                <a:spcPct val="80000"/>
              </a:lnSpc>
            </a:pPr>
            <a:r>
              <a:rPr lang="en-US" sz="1200" b="0" u="none" strike="noStrike">
                <a:solidFill>
                  <a:schemeClr val="lt1"/>
                </a:solidFill>
                <a:effectLst/>
                <a:uFillTx/>
                <a:latin typeface="Georgia"/>
              </a:rPr>
              <a:t> </a:t>
            </a:r>
            <a:fld id="{80F76C4C-CA8E-4467-ACA1-55440443C056}" type="slidenum">
              <a:rPr lang="en-US" sz="1130" b="0" u="none" strike="noStrike">
                <a:solidFill>
                  <a:schemeClr val="lt1"/>
                </a:solidFill>
                <a:effectLst/>
                <a:uFillTx/>
                <a:latin typeface="Arial"/>
              </a:rPr>
              <a:t>&lt;number&gt;</a:t>
            </a:fld>
            <a:endParaRPr lang="en-US" sz="1130" b="0" u="none" strike="noStrike">
              <a:solidFill>
                <a:srgbClr val="000000"/>
              </a:solidFill>
              <a:effectLst/>
              <a:uFillTx/>
              <a:latin typeface="Arial"/>
            </a:endParaRPr>
          </a:p>
        </p:txBody>
      </p:sp>
      <p:pic>
        <p:nvPicPr>
          <p:cNvPr id="564" name="Graphic 15"/>
          <p:cNvPicPr/>
          <p:nvPr/>
        </p:nvPicPr>
        <p:blipFill>
          <a:blip r:embed="rId5">
            <a:extLst>
              <a:ext uri="{96DAC541-7B7A-43D3-8B79-37D633B846F1}">
                <asvg:svgBlip xmlns:asvg="http://schemas.microsoft.com/office/drawing/2016/SVG/main" r:embed="rId6"/>
              </a:ext>
            </a:extLst>
          </a:blip>
          <a:stretch/>
        </p:blipFill>
        <p:spPr>
          <a:xfrm>
            <a:off x="9069840" y="6459120"/>
            <a:ext cx="2699280" cy="238680"/>
          </a:xfrm>
          <a:prstGeom prst="rect">
            <a:avLst/>
          </a:prstGeom>
          <a:noFill/>
          <a:ln w="0">
            <a:noFill/>
          </a:ln>
        </p:spPr>
      </p:pic>
    </p:spTree>
  </p:cSld>
</p:sldLayout>
</file>

<file path=ppt/slideLayouts/slideLayout3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2_Section Header or End Slide Option 2">
    <p:bg>
      <p:bgPr>
        <a:solidFill>
          <a:srgbClr val="FFFFFF"/>
        </a:solidFill>
      </p:bgPr>
    </p:bg>
    <p:spTree>
      <p:nvGrpSpPr>
        <p:cNvPr id="1" name=""/>
        <p:cNvGrpSpPr/>
        <p:nvPr/>
      </p:nvGrpSpPr>
      <p:grpSpPr>
        <a:xfrm>
          <a:off x="0" y="0"/>
          <a:ext cx="0" cy="0"/>
          <a:chOff x="0" y="0"/>
          <a:chExt cx="0" cy="0"/>
        </a:xfrm>
      </p:grpSpPr>
      <p:sp>
        <p:nvSpPr>
          <p:cNvPr id="565" name="Rectangle 5"/>
          <p:cNvSpPr/>
          <p:nvPr/>
        </p:nvSpPr>
        <p:spPr>
          <a:xfrm>
            <a:off x="0" y="0"/>
            <a:ext cx="12190680" cy="666000"/>
          </a:xfrm>
          <a:prstGeom prst="rect">
            <a:avLst/>
          </a:prstGeom>
          <a:solidFill>
            <a:srgbClr val="F86901"/>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p>
            <a:endParaRPr lang="en-US" sz="1800" b="0" u="none" strike="noStrike">
              <a:solidFill>
                <a:schemeClr val="lt1"/>
              </a:solidFill>
              <a:effectLst/>
              <a:uFillTx/>
              <a:latin typeface="Arial"/>
            </a:endParaRPr>
          </a:p>
        </p:txBody>
      </p:sp>
      <p:sp>
        <p:nvSpPr>
          <p:cNvPr id="566" name="TextBox 10"/>
          <p:cNvSpPr/>
          <p:nvPr/>
        </p:nvSpPr>
        <p:spPr>
          <a:xfrm>
            <a:off x="11689200" y="269640"/>
            <a:ext cx="476280" cy="238680"/>
          </a:xfrm>
          <a:prstGeom prst="rect">
            <a:avLst/>
          </a:prstGeom>
          <a:noFill/>
          <a:ln w="0">
            <a:noFill/>
          </a:ln>
        </p:spPr>
        <p:style>
          <a:lnRef idx="0"/>
          <a:fillRef idx="0"/>
          <a:effectRef idx="0"/>
          <a:fontRef idx="minor"/>
        </p:style>
        <p:txBody>
          <a:bodyPr lIns="90000" tIns="45000" rIns="90000" bIns="45000" anchor="t">
            <a:spAutoFit/>
          </a:bodyPr>
          <a:p>
            <a:pPr defTabSz="914400">
              <a:lnSpc>
                <a:spcPct val="80000"/>
              </a:lnSpc>
            </a:pPr>
            <a:r>
              <a:rPr lang="en-US" sz="1200" b="0" u="none" strike="noStrike">
                <a:solidFill>
                  <a:srgbClr val="E56B2A"/>
                </a:solidFill>
                <a:effectLst/>
                <a:uFillTx/>
                <a:latin typeface="Georgia"/>
              </a:rPr>
              <a:t> </a:t>
            </a:r>
            <a:fld id="{2ED2AEE6-CD0F-4F97-BF3A-E49D197CEDA4}" type="slidenum">
              <a:rPr lang="en-US" sz="1130" b="0" u="none" strike="noStrike">
                <a:solidFill>
                  <a:schemeClr val="lt1"/>
                </a:solidFill>
                <a:effectLst/>
                <a:uFillTx/>
                <a:latin typeface="Arial"/>
              </a:rPr>
              <a:t>&lt;number&gt;</a:t>
            </a:fld>
            <a:endParaRPr lang="en-US" sz="1130" b="0" u="none" strike="noStrike">
              <a:solidFill>
                <a:srgbClr val="000000"/>
              </a:solidFill>
              <a:effectLst/>
              <a:uFillTx/>
              <a:latin typeface="Arial"/>
            </a:endParaRPr>
          </a:p>
        </p:txBody>
      </p:sp>
      <p:pic>
        <p:nvPicPr>
          <p:cNvPr id="567" name="Graphic 11"/>
          <p:cNvPicPr/>
          <p:nvPr/>
        </p:nvPicPr>
        <p:blipFill>
          <a:blip r:embed="rId2">
            <a:extLst>
              <a:ext uri="{96DAC541-7B7A-43D3-8B79-37D633B846F1}">
                <asvg:svgBlip xmlns:asvg="http://schemas.microsoft.com/office/drawing/2016/SVG/main" r:embed="rId3"/>
              </a:ext>
            </a:extLst>
          </a:blip>
          <a:stretch/>
        </p:blipFill>
        <p:spPr>
          <a:xfrm>
            <a:off x="9069840" y="240840"/>
            <a:ext cx="2699280" cy="238680"/>
          </a:xfrm>
          <a:prstGeom prst="rect">
            <a:avLst/>
          </a:prstGeom>
          <a:noFill/>
          <a:ln w="0">
            <a:noFill/>
          </a:ln>
        </p:spPr>
      </p:pic>
      <p:grpSp>
        <p:nvGrpSpPr>
          <p:cNvPr id="568" name="Graphic 22"/>
          <p:cNvGrpSpPr/>
          <p:nvPr/>
        </p:nvGrpSpPr>
        <p:grpSpPr>
          <a:xfrm>
            <a:off x="201960" y="195840"/>
            <a:ext cx="797760" cy="300600"/>
            <a:chOff x="201960" y="195840"/>
            <a:chExt cx="797760" cy="300600"/>
          </a:xfrm>
        </p:grpSpPr>
        <p:sp>
          <p:nvSpPr>
            <p:cNvPr id="569" name="Freeform 2"/>
            <p:cNvSpPr/>
            <p:nvPr/>
          </p:nvSpPr>
          <p:spPr>
            <a:xfrm>
              <a:off x="540720" y="195840"/>
              <a:ext cx="135720" cy="300240"/>
            </a:xfrm>
            <a:custGeom>
              <a:avLst/>
              <a:gdLst>
                <a:gd name="textAreaLeft" fmla="*/ 0 w 135720"/>
                <a:gd name="textAreaRight" fmla="*/ 137160 w 135720"/>
                <a:gd name="textAreaTop" fmla="*/ 0 h 300240"/>
                <a:gd name="textAreaBottom" fmla="*/ 301680 h 300240"/>
                <a:gd name="GluePoint1X" fmla="*/ 393478 w 547877"/>
                <a:gd name="GluePoint1Y" fmla="*/ 129064 h 1204531"/>
                <a:gd name="GluePoint2X" fmla="*/ 537686 w 547877"/>
                <a:gd name="GluePoint2Y" fmla="*/ 74771 h 1204531"/>
                <a:gd name="GluePoint3X" fmla="*/ 547878 w 547877"/>
                <a:gd name="GluePoint3Y" fmla="*/ 74771 h 1204531"/>
                <a:gd name="GluePoint4X" fmla="*/ 547878 w 547877"/>
                <a:gd name="GluePoint4Y" fmla="*/ 0 h 1204531"/>
                <a:gd name="GluePoint5X" fmla="*/ 267938 w 547877"/>
                <a:gd name="GluePoint5Y" fmla="*/ 4667 h 1204531"/>
                <a:gd name="GluePoint6X" fmla="*/ 0 w 547877"/>
                <a:gd name="GluePoint6Y" fmla="*/ 0 h 1204531"/>
                <a:gd name="GluePoint7X" fmla="*/ 0 w 547877"/>
                <a:gd name="GluePoint7Y" fmla="*/ 74771 h 1204531"/>
                <a:gd name="GluePoint8X" fmla="*/ 10192 w 547877"/>
                <a:gd name="GluePoint8Y" fmla="*/ 74771 h 1204531"/>
                <a:gd name="GluePoint9X" fmla="*/ 154400 w 547877"/>
                <a:gd name="GluePoint9Y" fmla="*/ 128968 h 1204531"/>
                <a:gd name="GluePoint10X" fmla="*/ 171640 w 547877"/>
                <a:gd name="GluePoint10Y" fmla="*/ 363188 h 1204531"/>
                <a:gd name="GluePoint11X" fmla="*/ 171640 w 547877"/>
                <a:gd name="GluePoint11Y" fmla="*/ 841153 h 1204531"/>
                <a:gd name="GluePoint12X" fmla="*/ 154496 w 547877"/>
                <a:gd name="GluePoint12Y" fmla="*/ 1075373 h 1204531"/>
                <a:gd name="GluePoint13X" fmla="*/ 10192 w 547877"/>
                <a:gd name="GluePoint13Y" fmla="*/ 1129569 h 1204531"/>
                <a:gd name="GluePoint14X" fmla="*/ 0 w 547877"/>
                <a:gd name="GluePoint14Y" fmla="*/ 1129569 h 1204531"/>
                <a:gd name="GluePoint15X" fmla="*/ 0 w 547877"/>
                <a:gd name="GluePoint15Y" fmla="*/ 1204531 h 1204531"/>
                <a:gd name="GluePoint16X" fmla="*/ 268224 w 547877"/>
                <a:gd name="GluePoint16Y" fmla="*/ 1197102 h 1204531"/>
                <a:gd name="GluePoint17X" fmla="*/ 547878 w 547877"/>
                <a:gd name="GluePoint17Y" fmla="*/ 1204531 h 1204531"/>
                <a:gd name="GluePoint18X" fmla="*/ 547878 w 547877"/>
                <a:gd name="GluePoint18Y" fmla="*/ 1129569 h 1204531"/>
                <a:gd name="GluePoint19X" fmla="*/ 537686 w 547877"/>
                <a:gd name="GluePoint19Y" fmla="*/ 1129569 h 1204531"/>
                <a:gd name="GluePoint20X" fmla="*/ 393478 w 547877"/>
                <a:gd name="GluePoint20Y" fmla="*/ 1075468 h 1204531"/>
                <a:gd name="GluePoint21X" fmla="*/ 376333 w 547877"/>
                <a:gd name="GluePoint21Y" fmla="*/ 841153 h 1204531"/>
                <a:gd name="GluePoint22X" fmla="*/ 376333 w 547877"/>
                <a:gd name="GluePoint22Y" fmla="*/ 363188 h 1204531"/>
                <a:gd name="GluePoint23X" fmla="*/ 393478 w 547877"/>
                <a:gd name="GluePoint23Y" fmla="*/ 129064 h 1204531"/>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 ang="0">
                  <a:pos x="GluePoint16X" y="GluePoint16Y"/>
                </a:cxn>
                <a:cxn ang="0">
                  <a:pos x="GluePoint17X" y="GluePoint17Y"/>
                </a:cxn>
                <a:cxn ang="0">
                  <a:pos x="GluePoint18X" y="GluePoint18Y"/>
                </a:cxn>
                <a:cxn ang="0">
                  <a:pos x="GluePoint19X" y="GluePoint19Y"/>
                </a:cxn>
                <a:cxn ang="0">
                  <a:pos x="GluePoint20X" y="GluePoint20Y"/>
                </a:cxn>
                <a:cxn ang="0">
                  <a:pos x="GluePoint21X" y="GluePoint21Y"/>
                </a:cxn>
                <a:cxn ang="0">
                  <a:pos x="GluePoint22X" y="GluePoint22Y"/>
                </a:cxn>
                <a:cxn ang="0">
                  <a:pos x="GluePoint23X" y="GluePoint23Y"/>
                </a:cxn>
              </a:cxnLst>
              <a:rect l="textAreaLeft" t="textAreaTop" r="textAreaRight" b="textAreaBottom"/>
              <a:pathLst>
                <a:path w="547877" h="1204531">
                  <a:moveTo>
                    <a:pt x="393478" y="129064"/>
                  </a:moveTo>
                  <a:cubicBezTo>
                    <a:pt x="414242" y="74771"/>
                    <a:pt x="482727" y="74771"/>
                    <a:pt x="537686" y="74771"/>
                  </a:cubicBezTo>
                  <a:lnTo>
                    <a:pt x="547878" y="74771"/>
                  </a:lnTo>
                  <a:lnTo>
                    <a:pt x="547878" y="0"/>
                  </a:lnTo>
                  <a:cubicBezTo>
                    <a:pt x="547878" y="0"/>
                    <a:pt x="333565" y="4667"/>
                    <a:pt x="267938" y="4667"/>
                  </a:cubicBezTo>
                  <a:cubicBezTo>
                    <a:pt x="200406" y="4667"/>
                    <a:pt x="0" y="0"/>
                    <a:pt x="0" y="0"/>
                  </a:cubicBezTo>
                  <a:lnTo>
                    <a:pt x="0" y="74771"/>
                  </a:lnTo>
                  <a:lnTo>
                    <a:pt x="10192" y="74771"/>
                  </a:lnTo>
                  <a:cubicBezTo>
                    <a:pt x="65246" y="74771"/>
                    <a:pt x="133731" y="74771"/>
                    <a:pt x="154400" y="128968"/>
                  </a:cubicBezTo>
                  <a:cubicBezTo>
                    <a:pt x="171640" y="175450"/>
                    <a:pt x="171640" y="307086"/>
                    <a:pt x="171640" y="363188"/>
                  </a:cubicBezTo>
                  <a:lnTo>
                    <a:pt x="171640" y="841153"/>
                  </a:lnTo>
                  <a:cubicBezTo>
                    <a:pt x="171640" y="897350"/>
                    <a:pt x="171640" y="1028890"/>
                    <a:pt x="154496" y="1075373"/>
                  </a:cubicBezTo>
                  <a:cubicBezTo>
                    <a:pt x="133731" y="1129569"/>
                    <a:pt x="65246" y="1129569"/>
                    <a:pt x="10192" y="1129569"/>
                  </a:cubicBezTo>
                  <a:lnTo>
                    <a:pt x="0" y="1129569"/>
                  </a:lnTo>
                  <a:lnTo>
                    <a:pt x="0" y="1204531"/>
                  </a:lnTo>
                  <a:cubicBezTo>
                    <a:pt x="0" y="1204341"/>
                    <a:pt x="173260" y="1197102"/>
                    <a:pt x="268224" y="1197102"/>
                  </a:cubicBezTo>
                  <a:cubicBezTo>
                    <a:pt x="377476" y="1197102"/>
                    <a:pt x="547878" y="1204531"/>
                    <a:pt x="547878" y="1204531"/>
                  </a:cubicBezTo>
                  <a:lnTo>
                    <a:pt x="547878" y="1129569"/>
                  </a:lnTo>
                  <a:lnTo>
                    <a:pt x="537686" y="1129569"/>
                  </a:lnTo>
                  <a:cubicBezTo>
                    <a:pt x="482727" y="1129569"/>
                    <a:pt x="414242" y="1129569"/>
                    <a:pt x="393478" y="1075468"/>
                  </a:cubicBezTo>
                  <a:cubicBezTo>
                    <a:pt x="376333" y="1028890"/>
                    <a:pt x="376333" y="897350"/>
                    <a:pt x="376333" y="841153"/>
                  </a:cubicBezTo>
                  <a:lnTo>
                    <a:pt x="376333" y="363188"/>
                  </a:lnTo>
                  <a:cubicBezTo>
                    <a:pt x="376333" y="307086"/>
                    <a:pt x="376333" y="175450"/>
                    <a:pt x="393478" y="129064"/>
                  </a:cubicBezTo>
                </a:path>
              </a:pathLst>
            </a:custGeom>
            <a:solidFill>
              <a:schemeClr val="bg1"/>
            </a:solidFill>
            <a:ln w="9525">
              <a:noFill/>
            </a:ln>
          </p:spPr>
          <p:style>
            <a:lnRef idx="0"/>
            <a:fillRef idx="0"/>
            <a:effectRef idx="0"/>
            <a:fontRef idx="minor"/>
          </p:style>
          <p:txBody>
            <a:bodyPr lIns="68040" tIns="45000" rIns="68040" bIns="45000" anchor="ctr">
              <a:noAutofit/>
            </a:bodyPr>
            <a:p>
              <a:endParaRPr lang="en-US" sz="1800" b="0" u="none" strike="noStrike">
                <a:solidFill>
                  <a:schemeClr val="dk1"/>
                </a:solidFill>
                <a:effectLst/>
                <a:uFillTx/>
                <a:latin typeface="Arial"/>
              </a:endParaRPr>
            </a:p>
          </p:txBody>
        </p:sp>
        <p:sp>
          <p:nvSpPr>
            <p:cNvPr id="570" name="Freeform 3"/>
            <p:cNvSpPr/>
            <p:nvPr/>
          </p:nvSpPr>
          <p:spPr>
            <a:xfrm>
              <a:off x="718920" y="196200"/>
              <a:ext cx="280800" cy="300240"/>
            </a:xfrm>
            <a:custGeom>
              <a:avLst/>
              <a:gdLst>
                <a:gd name="textAreaLeft" fmla="*/ 0 w 280800"/>
                <a:gd name="textAreaRight" fmla="*/ 282240 w 280800"/>
                <a:gd name="textAreaTop" fmla="*/ 0 h 300240"/>
                <a:gd name="textAreaBottom" fmla="*/ 301680 h 300240"/>
                <a:gd name="GluePoint1X" fmla="*/ 0 w 1126902"/>
                <a:gd name="GluePoint1Y" fmla="*/ 0 h 1204245"/>
                <a:gd name="GluePoint2X" fmla="*/ 0 w 1126902"/>
                <a:gd name="GluePoint2Y" fmla="*/ 312420 h 1204245"/>
                <a:gd name="GluePoint3X" fmla="*/ 74295 w 1126902"/>
                <a:gd name="GluePoint3Y" fmla="*/ 312420 h 1204245"/>
                <a:gd name="GluePoint4X" fmla="*/ 74581 w 1126902"/>
                <a:gd name="GluePoint4Y" fmla="*/ 302609 h 1204245"/>
                <a:gd name="GluePoint5X" fmla="*/ 334328 w 1126902"/>
                <a:gd name="GluePoint5Y" fmla="*/ 90773 h 1204245"/>
                <a:gd name="GluePoint6X" fmla="*/ 352330 w 1126902"/>
                <a:gd name="GluePoint6Y" fmla="*/ 90678 h 1204245"/>
                <a:gd name="GluePoint7X" fmla="*/ 453200 w 1126902"/>
                <a:gd name="GluePoint7Y" fmla="*/ 106204 h 1204245"/>
                <a:gd name="GluePoint8X" fmla="*/ 461201 w 1126902"/>
                <a:gd name="GluePoint8Y" fmla="*/ 128873 h 1204245"/>
                <a:gd name="GluePoint9X" fmla="*/ 461201 w 1126902"/>
                <a:gd name="GluePoint9Y" fmla="*/ 950119 h 1204245"/>
                <a:gd name="GluePoint10X" fmla="*/ 272510 w 1126902"/>
                <a:gd name="GluePoint10Y" fmla="*/ 1129475 h 1204245"/>
                <a:gd name="GluePoint11X" fmla="*/ 262700 w 1126902"/>
                <a:gd name="GluePoint11Y" fmla="*/ 1129856 h 1204245"/>
                <a:gd name="GluePoint12X" fmla="*/ 262700 w 1126902"/>
                <a:gd name="GluePoint12Y" fmla="*/ 1204246 h 1204245"/>
                <a:gd name="GluePoint13X" fmla="*/ 578548 w 1126902"/>
                <a:gd name="GluePoint13Y" fmla="*/ 1196911 h 1204245"/>
                <a:gd name="GluePoint14X" fmla="*/ 864203 w 1126902"/>
                <a:gd name="GluePoint14Y" fmla="*/ 1204246 h 1204245"/>
                <a:gd name="GluePoint15X" fmla="*/ 864203 w 1126902"/>
                <a:gd name="GluePoint15Y" fmla="*/ 1129856 h 1204245"/>
                <a:gd name="GluePoint16X" fmla="*/ 854393 w 1126902"/>
                <a:gd name="GluePoint16Y" fmla="*/ 1129475 h 1204245"/>
                <a:gd name="GluePoint17X" fmla="*/ 665702 w 1126902"/>
                <a:gd name="GluePoint17Y" fmla="*/ 950119 h 1204245"/>
                <a:gd name="GluePoint18X" fmla="*/ 665702 w 1126902"/>
                <a:gd name="GluePoint18Y" fmla="*/ 128873 h 1204245"/>
                <a:gd name="GluePoint19X" fmla="*/ 673608 w 1126902"/>
                <a:gd name="GluePoint19Y" fmla="*/ 108490 h 1204245"/>
                <a:gd name="GluePoint20X" fmla="*/ 791718 w 1126902"/>
                <a:gd name="GluePoint20Y" fmla="*/ 90488 h 1204245"/>
                <a:gd name="GluePoint21X" fmla="*/ 815912 w 1126902"/>
                <a:gd name="GluePoint21Y" fmla="*/ 90773 h 1204245"/>
                <a:gd name="GluePoint22X" fmla="*/ 1052513 w 1126902"/>
                <a:gd name="GluePoint22Y" fmla="*/ 302895 h 1204245"/>
                <a:gd name="GluePoint23X" fmla="*/ 1053084 w 1126902"/>
                <a:gd name="GluePoint23Y" fmla="*/ 312420 h 1204245"/>
                <a:gd name="GluePoint24X" fmla="*/ 1126903 w 1126902"/>
                <a:gd name="GluePoint24Y" fmla="*/ 312420 h 1204245"/>
                <a:gd name="GluePoint25X" fmla="*/ 1126903 w 1126902"/>
                <a:gd name="GluePoint25Y" fmla="*/ 0 h 1204245"/>
                <a:gd name="GluePoint26X" fmla="*/ 563404 w 1126902"/>
                <a:gd name="GluePoint26Y" fmla="*/ 2857 h 1204245"/>
                <a:gd name="GluePoint27X" fmla="*/ 0 w 1126902"/>
                <a:gd name="GluePoint27Y" fmla="*/ 0 h 1204245"/>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 ang="0">
                  <a:pos x="GluePoint16X" y="GluePoint16Y"/>
                </a:cxn>
                <a:cxn ang="0">
                  <a:pos x="GluePoint17X" y="GluePoint17Y"/>
                </a:cxn>
                <a:cxn ang="0">
                  <a:pos x="GluePoint18X" y="GluePoint18Y"/>
                </a:cxn>
                <a:cxn ang="0">
                  <a:pos x="GluePoint19X" y="GluePoint19Y"/>
                </a:cxn>
                <a:cxn ang="0">
                  <a:pos x="GluePoint20X" y="GluePoint20Y"/>
                </a:cxn>
                <a:cxn ang="0">
                  <a:pos x="GluePoint21X" y="GluePoint21Y"/>
                </a:cxn>
                <a:cxn ang="0">
                  <a:pos x="GluePoint22X" y="GluePoint22Y"/>
                </a:cxn>
                <a:cxn ang="0">
                  <a:pos x="GluePoint23X" y="GluePoint23Y"/>
                </a:cxn>
                <a:cxn ang="0">
                  <a:pos x="GluePoint24X" y="GluePoint24Y"/>
                </a:cxn>
                <a:cxn ang="0">
                  <a:pos x="GluePoint25X" y="GluePoint25Y"/>
                </a:cxn>
                <a:cxn ang="0">
                  <a:pos x="GluePoint26X" y="GluePoint26Y"/>
                </a:cxn>
                <a:cxn ang="0">
                  <a:pos x="GluePoint27X" y="GluePoint27Y"/>
                </a:cxn>
              </a:cxnLst>
              <a:rect l="textAreaLeft" t="textAreaTop" r="textAreaRight" b="textAreaBottom"/>
              <a:pathLst>
                <a:path w="1126902" h="1204245">
                  <a:moveTo>
                    <a:pt x="0" y="0"/>
                  </a:moveTo>
                  <a:lnTo>
                    <a:pt x="0" y="312420"/>
                  </a:lnTo>
                  <a:lnTo>
                    <a:pt x="74295" y="312420"/>
                  </a:lnTo>
                  <a:lnTo>
                    <a:pt x="74581" y="302609"/>
                  </a:lnTo>
                  <a:cubicBezTo>
                    <a:pt x="81344" y="99346"/>
                    <a:pt x="159163" y="90773"/>
                    <a:pt x="334328" y="90773"/>
                  </a:cubicBezTo>
                  <a:cubicBezTo>
                    <a:pt x="340328" y="90773"/>
                    <a:pt x="346424" y="90773"/>
                    <a:pt x="352330" y="90678"/>
                  </a:cubicBezTo>
                  <a:cubicBezTo>
                    <a:pt x="395859" y="90392"/>
                    <a:pt x="437007" y="90106"/>
                    <a:pt x="453200" y="106204"/>
                  </a:cubicBezTo>
                  <a:cubicBezTo>
                    <a:pt x="458629" y="111538"/>
                    <a:pt x="461201" y="118967"/>
                    <a:pt x="461201" y="128873"/>
                  </a:cubicBezTo>
                  <a:lnTo>
                    <a:pt x="461201" y="950119"/>
                  </a:lnTo>
                  <a:cubicBezTo>
                    <a:pt x="461201" y="1072039"/>
                    <a:pt x="444151" y="1122426"/>
                    <a:pt x="272510" y="1129475"/>
                  </a:cubicBezTo>
                  <a:lnTo>
                    <a:pt x="262700" y="1129856"/>
                  </a:lnTo>
                  <a:lnTo>
                    <a:pt x="262700" y="1204246"/>
                  </a:lnTo>
                  <a:cubicBezTo>
                    <a:pt x="262700" y="1204246"/>
                    <a:pt x="462725" y="1196911"/>
                    <a:pt x="578548" y="1196911"/>
                  </a:cubicBezTo>
                  <a:cubicBezTo>
                    <a:pt x="666941" y="1196911"/>
                    <a:pt x="864203" y="1204246"/>
                    <a:pt x="864203" y="1204246"/>
                  </a:cubicBezTo>
                  <a:lnTo>
                    <a:pt x="864203" y="1129856"/>
                  </a:lnTo>
                  <a:lnTo>
                    <a:pt x="854393" y="1129475"/>
                  </a:lnTo>
                  <a:cubicBezTo>
                    <a:pt x="682752" y="1122426"/>
                    <a:pt x="665702" y="1072039"/>
                    <a:pt x="665702" y="950119"/>
                  </a:cubicBezTo>
                  <a:lnTo>
                    <a:pt x="665702" y="128873"/>
                  </a:lnTo>
                  <a:cubicBezTo>
                    <a:pt x="665702" y="120396"/>
                    <a:pt x="668369" y="113729"/>
                    <a:pt x="673608" y="108490"/>
                  </a:cubicBezTo>
                  <a:cubicBezTo>
                    <a:pt x="693420" y="89059"/>
                    <a:pt x="747903" y="89821"/>
                    <a:pt x="791718" y="90488"/>
                  </a:cubicBezTo>
                  <a:cubicBezTo>
                    <a:pt x="800005" y="90583"/>
                    <a:pt x="808196" y="90773"/>
                    <a:pt x="815912" y="90773"/>
                  </a:cubicBezTo>
                  <a:cubicBezTo>
                    <a:pt x="987267" y="90773"/>
                    <a:pt x="1042511" y="140303"/>
                    <a:pt x="1052513" y="302895"/>
                  </a:cubicBezTo>
                  <a:lnTo>
                    <a:pt x="1053084" y="312420"/>
                  </a:lnTo>
                  <a:lnTo>
                    <a:pt x="1126903" y="312420"/>
                  </a:lnTo>
                  <a:lnTo>
                    <a:pt x="1126903" y="0"/>
                  </a:lnTo>
                  <a:cubicBezTo>
                    <a:pt x="1126903" y="0"/>
                    <a:pt x="694468" y="2857"/>
                    <a:pt x="563404" y="2857"/>
                  </a:cubicBezTo>
                  <a:cubicBezTo>
                    <a:pt x="432340" y="2857"/>
                    <a:pt x="0" y="0"/>
                    <a:pt x="0" y="0"/>
                  </a:cubicBezTo>
                </a:path>
              </a:pathLst>
            </a:custGeom>
            <a:solidFill>
              <a:schemeClr val="bg1"/>
            </a:solidFill>
            <a:ln w="9525">
              <a:noFill/>
            </a:ln>
          </p:spPr>
          <p:style>
            <a:lnRef idx="0"/>
            <a:fillRef idx="0"/>
            <a:effectRef idx="0"/>
            <a:fontRef idx="minor"/>
          </p:style>
          <p:txBody>
            <a:bodyPr lIns="90000" tIns="45000" rIns="90000" bIns="45000" anchor="ctr">
              <a:noAutofit/>
            </a:bodyPr>
            <a:p>
              <a:endParaRPr lang="en-US" sz="1800" b="0" u="none" strike="noStrike">
                <a:solidFill>
                  <a:schemeClr val="dk1"/>
                </a:solidFill>
                <a:effectLst/>
                <a:uFillTx/>
                <a:latin typeface="Arial"/>
              </a:endParaRPr>
            </a:p>
          </p:txBody>
        </p:sp>
        <p:sp>
          <p:nvSpPr>
            <p:cNvPr id="571" name="Freeform 4"/>
            <p:cNvSpPr/>
            <p:nvPr/>
          </p:nvSpPr>
          <p:spPr>
            <a:xfrm>
              <a:off x="201960" y="195840"/>
              <a:ext cx="297720" cy="300240"/>
            </a:xfrm>
            <a:custGeom>
              <a:avLst/>
              <a:gdLst>
                <a:gd name="textAreaLeft" fmla="*/ 0 w 297720"/>
                <a:gd name="textAreaRight" fmla="*/ 299160 w 297720"/>
                <a:gd name="textAreaTop" fmla="*/ 0 h 300240"/>
                <a:gd name="textAreaBottom" fmla="*/ 301680 h 300240"/>
                <a:gd name="GluePoint1X" fmla="*/ 372618 w 1195101"/>
                <a:gd name="GluePoint1Y" fmla="*/ 571786 h 1204626"/>
                <a:gd name="GluePoint2X" fmla="*/ 372523 w 1195101"/>
                <a:gd name="GluePoint2Y" fmla="*/ 134303 h 1204626"/>
                <a:gd name="GluePoint3X" fmla="*/ 386239 w 1195101"/>
                <a:gd name="GluePoint3Y" fmla="*/ 86487 h 1204626"/>
                <a:gd name="GluePoint4X" fmla="*/ 498348 w 1195101"/>
                <a:gd name="GluePoint4Y" fmla="*/ 85630 h 1204626"/>
                <a:gd name="GluePoint5X" fmla="*/ 738473 w 1195101"/>
                <a:gd name="GluePoint5Y" fmla="*/ 330518 h 1204626"/>
                <a:gd name="GluePoint6X" fmla="*/ 640747 w 1195101"/>
                <a:gd name="GluePoint6Y" fmla="*/ 541687 h 1204626"/>
                <a:gd name="GluePoint7X" fmla="*/ 372618 w 1195101"/>
                <a:gd name="GluePoint7Y" fmla="*/ 571786 h 1204626"/>
                <a:gd name="GluePoint8X" fmla="*/ 1186529 w 1195101"/>
                <a:gd name="GluePoint8Y" fmla="*/ 1129760 h 1204626"/>
                <a:gd name="GluePoint9X" fmla="*/ 1017461 w 1195101"/>
                <a:gd name="GluePoint9Y" fmla="*/ 1040702 h 1204626"/>
                <a:gd name="GluePoint10X" fmla="*/ 661797 w 1195101"/>
                <a:gd name="GluePoint10Y" fmla="*/ 632460 h 1204626"/>
                <a:gd name="GluePoint11X" fmla="*/ 964597 w 1195101"/>
                <a:gd name="GluePoint11Y" fmla="*/ 305371 h 1204626"/>
                <a:gd name="GluePoint12X" fmla="*/ 831056 w 1195101"/>
                <a:gd name="GluePoint12Y" fmla="*/ 55816 h 1204626"/>
                <a:gd name="GluePoint13X" fmla="*/ 544639 w 1195101"/>
                <a:gd name="GluePoint13Y" fmla="*/ 190 h 1204626"/>
                <a:gd name="GluePoint14X" fmla="*/ 317468 w 1195101"/>
                <a:gd name="GluePoint14Y" fmla="*/ 4191 h 1204626"/>
                <a:gd name="GluePoint15X" fmla="*/ 191 w 1195101"/>
                <a:gd name="GluePoint15Y" fmla="*/ 0 h 1204626"/>
                <a:gd name="GluePoint16X" fmla="*/ 191 w 1195101"/>
                <a:gd name="GluePoint16Y" fmla="*/ 74866 h 1204626"/>
                <a:gd name="GluePoint17X" fmla="*/ 15050 w 1195101"/>
                <a:gd name="GluePoint17Y" fmla="*/ 74866 h 1204626"/>
                <a:gd name="GluePoint18X" fmla="*/ 152781 w 1195101"/>
                <a:gd name="GluePoint18Y" fmla="*/ 128683 h 1204626"/>
                <a:gd name="GluePoint19X" fmla="*/ 168307 w 1195101"/>
                <a:gd name="GluePoint19Y" fmla="*/ 350139 h 1204626"/>
                <a:gd name="GluePoint20X" fmla="*/ 168307 w 1195101"/>
                <a:gd name="GluePoint20Y" fmla="*/ 841248 h 1204626"/>
                <a:gd name="GluePoint21X" fmla="*/ 161068 w 1195101"/>
                <a:gd name="GluePoint21Y" fmla="*/ 1034129 h 1204626"/>
                <a:gd name="GluePoint22X" fmla="*/ 152686 w 1195101"/>
                <a:gd name="GluePoint22Y" fmla="*/ 1075944 h 1204626"/>
                <a:gd name="GluePoint23X" fmla="*/ 10382 w 1195101"/>
                <a:gd name="GluePoint23Y" fmla="*/ 1129665 h 1204626"/>
                <a:gd name="GluePoint24X" fmla="*/ 0 w 1195101"/>
                <a:gd name="GluePoint24Y" fmla="*/ 1129665 h 1204626"/>
                <a:gd name="GluePoint25X" fmla="*/ 0 w 1195101"/>
                <a:gd name="GluePoint25Y" fmla="*/ 1204532 h 1204626"/>
                <a:gd name="GluePoint26X" fmla="*/ 278225 w 1195101"/>
                <a:gd name="GluePoint26Y" fmla="*/ 1197102 h 1204626"/>
                <a:gd name="GluePoint27X" fmla="*/ 540734 w 1195101"/>
                <a:gd name="GluePoint27Y" fmla="*/ 1204532 h 1204626"/>
                <a:gd name="GluePoint28X" fmla="*/ 540734 w 1195101"/>
                <a:gd name="GluePoint28Y" fmla="*/ 1129665 h 1204626"/>
                <a:gd name="GluePoint29X" fmla="*/ 525971 w 1195101"/>
                <a:gd name="GluePoint29Y" fmla="*/ 1129665 h 1204626"/>
                <a:gd name="GluePoint30X" fmla="*/ 388239 w 1195101"/>
                <a:gd name="GluePoint30Y" fmla="*/ 1075754 h 1204626"/>
                <a:gd name="GluePoint31X" fmla="*/ 379857 w 1195101"/>
                <a:gd name="GluePoint31Y" fmla="*/ 1034034 h 1204626"/>
                <a:gd name="GluePoint32X" fmla="*/ 372618 w 1195101"/>
                <a:gd name="GluePoint32Y" fmla="*/ 854297 h 1204626"/>
                <a:gd name="GluePoint33X" fmla="*/ 372618 w 1195101"/>
                <a:gd name="GluePoint33Y" fmla="*/ 653510 h 1204626"/>
                <a:gd name="GluePoint34X" fmla="*/ 479107 w 1195101"/>
                <a:gd name="GluePoint34Y" fmla="*/ 702469 h 1204626"/>
                <a:gd name="GluePoint35X" fmla="*/ 501110 w 1195101"/>
                <a:gd name="GluePoint35Y" fmla="*/ 728472 h 1204626"/>
                <a:gd name="GluePoint36X" fmla="*/ 797909 w 1195101"/>
                <a:gd name="GluePoint36Y" fmla="*/ 1096804 h 1204626"/>
                <a:gd name="GluePoint37X" fmla="*/ 885158 w 1195101"/>
                <a:gd name="GluePoint37Y" fmla="*/ 1204532 h 1204626"/>
                <a:gd name="GluePoint38X" fmla="*/ 1027366 w 1195101"/>
                <a:gd name="GluePoint38Y" fmla="*/ 1200436 h 1204626"/>
                <a:gd name="GluePoint39X" fmla="*/ 1195102 w 1195101"/>
                <a:gd name="GluePoint39Y" fmla="*/ 1204627 h 1204626"/>
                <a:gd name="GluePoint40X" fmla="*/ 1195102 w 1195101"/>
                <a:gd name="GluePoint40Y" fmla="*/ 1131094 h 1204626"/>
                <a:gd name="GluePoint41X" fmla="*/ 1186529 w 1195101"/>
                <a:gd name="GluePoint41Y" fmla="*/ 1129760 h 1204626"/>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 ang="0">
                  <a:pos x="GluePoint16X" y="GluePoint16Y"/>
                </a:cxn>
                <a:cxn ang="0">
                  <a:pos x="GluePoint17X" y="GluePoint17Y"/>
                </a:cxn>
                <a:cxn ang="0">
                  <a:pos x="GluePoint18X" y="GluePoint18Y"/>
                </a:cxn>
                <a:cxn ang="0">
                  <a:pos x="GluePoint19X" y="GluePoint19Y"/>
                </a:cxn>
                <a:cxn ang="0">
                  <a:pos x="GluePoint20X" y="GluePoint20Y"/>
                </a:cxn>
                <a:cxn ang="0">
                  <a:pos x="GluePoint21X" y="GluePoint21Y"/>
                </a:cxn>
                <a:cxn ang="0">
                  <a:pos x="GluePoint22X" y="GluePoint22Y"/>
                </a:cxn>
                <a:cxn ang="0">
                  <a:pos x="GluePoint23X" y="GluePoint23Y"/>
                </a:cxn>
                <a:cxn ang="0">
                  <a:pos x="GluePoint24X" y="GluePoint24Y"/>
                </a:cxn>
                <a:cxn ang="0">
                  <a:pos x="GluePoint25X" y="GluePoint25Y"/>
                </a:cxn>
                <a:cxn ang="0">
                  <a:pos x="GluePoint26X" y="GluePoint26Y"/>
                </a:cxn>
                <a:cxn ang="0">
                  <a:pos x="GluePoint27X" y="GluePoint27Y"/>
                </a:cxn>
                <a:cxn ang="0">
                  <a:pos x="GluePoint28X" y="GluePoint28Y"/>
                </a:cxn>
                <a:cxn ang="0">
                  <a:pos x="GluePoint29X" y="GluePoint29Y"/>
                </a:cxn>
                <a:cxn ang="0">
                  <a:pos x="GluePoint30X" y="GluePoint30Y"/>
                </a:cxn>
                <a:cxn ang="0">
                  <a:pos x="GluePoint31X" y="GluePoint31Y"/>
                </a:cxn>
                <a:cxn ang="0">
                  <a:pos x="GluePoint32X" y="GluePoint32Y"/>
                </a:cxn>
                <a:cxn ang="0">
                  <a:pos x="GluePoint33X" y="GluePoint33Y"/>
                </a:cxn>
                <a:cxn ang="0">
                  <a:pos x="GluePoint34X" y="GluePoint34Y"/>
                </a:cxn>
                <a:cxn ang="0">
                  <a:pos x="GluePoint35X" y="GluePoint35Y"/>
                </a:cxn>
                <a:cxn ang="0">
                  <a:pos x="GluePoint36X" y="GluePoint36Y"/>
                </a:cxn>
                <a:cxn ang="0">
                  <a:pos x="GluePoint37X" y="GluePoint37Y"/>
                </a:cxn>
                <a:cxn ang="0">
                  <a:pos x="GluePoint38X" y="GluePoint38Y"/>
                </a:cxn>
                <a:cxn ang="0">
                  <a:pos x="GluePoint39X" y="GluePoint39Y"/>
                </a:cxn>
                <a:cxn ang="0">
                  <a:pos x="GluePoint40X" y="GluePoint40Y"/>
                </a:cxn>
                <a:cxn ang="0">
                  <a:pos x="GluePoint41X" y="GluePoint41Y"/>
                </a:cxn>
              </a:cxnLst>
              <a:rect l="textAreaLeft" t="textAreaTop" r="textAreaRight" b="textAreaBottom"/>
              <a:pathLst>
                <a:path w="1195101" h="1204626">
                  <a:moveTo>
                    <a:pt x="372618" y="571786"/>
                  </a:moveTo>
                  <a:cubicBezTo>
                    <a:pt x="372618" y="571786"/>
                    <a:pt x="372618" y="136874"/>
                    <a:pt x="372523" y="134303"/>
                  </a:cubicBezTo>
                  <a:cubicBezTo>
                    <a:pt x="372237" y="116967"/>
                    <a:pt x="371761" y="93250"/>
                    <a:pt x="386239" y="86487"/>
                  </a:cubicBezTo>
                  <a:cubicBezTo>
                    <a:pt x="396240" y="82105"/>
                    <a:pt x="493014" y="85630"/>
                    <a:pt x="498348" y="85630"/>
                  </a:cubicBezTo>
                  <a:cubicBezTo>
                    <a:pt x="650938" y="85630"/>
                    <a:pt x="738473" y="174974"/>
                    <a:pt x="738473" y="330518"/>
                  </a:cubicBezTo>
                  <a:cubicBezTo>
                    <a:pt x="738473" y="443960"/>
                    <a:pt x="708374" y="509016"/>
                    <a:pt x="640747" y="541687"/>
                  </a:cubicBezTo>
                  <a:cubicBezTo>
                    <a:pt x="577691" y="571976"/>
                    <a:pt x="372618" y="571786"/>
                    <a:pt x="372618" y="571786"/>
                  </a:cubicBezTo>
                  <a:moveTo>
                    <a:pt x="1186529" y="1129760"/>
                  </a:moveTo>
                  <a:cubicBezTo>
                    <a:pt x="1100138" y="1116235"/>
                    <a:pt x="1074134" y="1106424"/>
                    <a:pt x="1017461" y="1040702"/>
                  </a:cubicBezTo>
                  <a:lnTo>
                    <a:pt x="661797" y="632460"/>
                  </a:lnTo>
                  <a:cubicBezTo>
                    <a:pt x="849059" y="608076"/>
                    <a:pt x="964597" y="484251"/>
                    <a:pt x="964597" y="305371"/>
                  </a:cubicBezTo>
                  <a:cubicBezTo>
                    <a:pt x="964597" y="188976"/>
                    <a:pt x="919544" y="105061"/>
                    <a:pt x="831056" y="55816"/>
                  </a:cubicBezTo>
                  <a:cubicBezTo>
                    <a:pt x="763619" y="18383"/>
                    <a:pt x="670084" y="190"/>
                    <a:pt x="544639" y="190"/>
                  </a:cubicBezTo>
                  <a:cubicBezTo>
                    <a:pt x="507206" y="1143"/>
                    <a:pt x="416909" y="4191"/>
                    <a:pt x="317468" y="4191"/>
                  </a:cubicBezTo>
                  <a:cubicBezTo>
                    <a:pt x="214313" y="4191"/>
                    <a:pt x="191" y="0"/>
                    <a:pt x="191" y="0"/>
                  </a:cubicBezTo>
                  <a:lnTo>
                    <a:pt x="191" y="74866"/>
                  </a:lnTo>
                  <a:lnTo>
                    <a:pt x="15050" y="74866"/>
                  </a:lnTo>
                  <a:cubicBezTo>
                    <a:pt x="71818" y="74486"/>
                    <a:pt x="135731" y="74771"/>
                    <a:pt x="152781" y="128683"/>
                  </a:cubicBezTo>
                  <a:cubicBezTo>
                    <a:pt x="168307" y="175355"/>
                    <a:pt x="168307" y="306896"/>
                    <a:pt x="168307" y="350139"/>
                  </a:cubicBezTo>
                  <a:lnTo>
                    <a:pt x="168307" y="841248"/>
                  </a:lnTo>
                  <a:cubicBezTo>
                    <a:pt x="168307" y="895445"/>
                    <a:pt x="168307" y="977837"/>
                    <a:pt x="161068" y="1034129"/>
                  </a:cubicBezTo>
                  <a:cubicBezTo>
                    <a:pt x="158972" y="1050798"/>
                    <a:pt x="156210" y="1065276"/>
                    <a:pt x="152686" y="1075944"/>
                  </a:cubicBezTo>
                  <a:cubicBezTo>
                    <a:pt x="135350" y="1129665"/>
                    <a:pt x="66104" y="1129665"/>
                    <a:pt x="10382" y="1129665"/>
                  </a:cubicBezTo>
                  <a:lnTo>
                    <a:pt x="0" y="1129665"/>
                  </a:lnTo>
                  <a:lnTo>
                    <a:pt x="0" y="1204532"/>
                  </a:lnTo>
                  <a:cubicBezTo>
                    <a:pt x="0" y="1204532"/>
                    <a:pt x="166783" y="1197102"/>
                    <a:pt x="278225" y="1197102"/>
                  </a:cubicBezTo>
                  <a:cubicBezTo>
                    <a:pt x="374047" y="1197102"/>
                    <a:pt x="540734" y="1204246"/>
                    <a:pt x="540734" y="1204532"/>
                  </a:cubicBezTo>
                  <a:lnTo>
                    <a:pt x="540734" y="1129665"/>
                  </a:lnTo>
                  <a:lnTo>
                    <a:pt x="525971" y="1129665"/>
                  </a:lnTo>
                  <a:cubicBezTo>
                    <a:pt x="470059" y="1129951"/>
                    <a:pt x="406813" y="1129760"/>
                    <a:pt x="388239" y="1075754"/>
                  </a:cubicBezTo>
                  <a:cubicBezTo>
                    <a:pt x="384620" y="1065086"/>
                    <a:pt x="381953" y="1050607"/>
                    <a:pt x="379857" y="1034034"/>
                  </a:cubicBezTo>
                  <a:cubicBezTo>
                    <a:pt x="372618" y="978122"/>
                    <a:pt x="372618" y="898017"/>
                    <a:pt x="372618" y="854297"/>
                  </a:cubicBezTo>
                  <a:lnTo>
                    <a:pt x="372618" y="653510"/>
                  </a:lnTo>
                  <a:cubicBezTo>
                    <a:pt x="439198" y="654082"/>
                    <a:pt x="444913" y="661035"/>
                    <a:pt x="479107" y="702469"/>
                  </a:cubicBezTo>
                  <a:cubicBezTo>
                    <a:pt x="485489" y="710089"/>
                    <a:pt x="492728" y="718756"/>
                    <a:pt x="501110" y="728472"/>
                  </a:cubicBezTo>
                  <a:lnTo>
                    <a:pt x="797909" y="1096804"/>
                  </a:lnTo>
                  <a:lnTo>
                    <a:pt x="885158" y="1204532"/>
                  </a:lnTo>
                  <a:cubicBezTo>
                    <a:pt x="885158" y="1204532"/>
                    <a:pt x="980885" y="1200436"/>
                    <a:pt x="1027366" y="1200436"/>
                  </a:cubicBezTo>
                  <a:cubicBezTo>
                    <a:pt x="1094994" y="1200436"/>
                    <a:pt x="1195102" y="1204627"/>
                    <a:pt x="1195102" y="1204627"/>
                  </a:cubicBezTo>
                  <a:lnTo>
                    <a:pt x="1195102" y="1131094"/>
                  </a:lnTo>
                  <a:lnTo>
                    <a:pt x="1186529" y="1129760"/>
                  </a:lnTo>
                  <a:close/>
                </a:path>
              </a:pathLst>
            </a:custGeom>
            <a:solidFill>
              <a:schemeClr val="bg1"/>
            </a:solidFill>
            <a:ln w="9525">
              <a:noFill/>
            </a:ln>
          </p:spPr>
          <p:style>
            <a:lnRef idx="0"/>
            <a:fillRef idx="0"/>
            <a:effectRef idx="0"/>
            <a:fontRef idx="minor"/>
          </p:style>
          <p:txBody>
            <a:bodyPr lIns="90000" tIns="45000" rIns="90000" bIns="45000" anchor="ctr">
              <a:noAutofit/>
            </a:bodyPr>
            <a:p>
              <a:endParaRPr lang="en-US" sz="1800" b="0" u="none" strike="noStrike">
                <a:solidFill>
                  <a:schemeClr val="dk1"/>
                </a:solidFill>
                <a:effectLst/>
                <a:uFillTx/>
                <a:latin typeface="Arial"/>
              </a:endParaRPr>
            </a:p>
          </p:txBody>
        </p:sp>
      </p:grpSp>
      <p:sp>
        <p:nvSpPr>
          <p:cNvPr id="572" name="Text Placeholder 14"/>
          <p:cNvSpPr/>
          <p:nvPr/>
        </p:nvSpPr>
        <p:spPr>
          <a:xfrm>
            <a:off x="386640" y="3434040"/>
            <a:ext cx="2464560" cy="953280"/>
          </a:xfrm>
          <a:prstGeom prst="rect">
            <a:avLst/>
          </a:prstGeom>
          <a:noFill/>
          <a:ln w="0">
            <a:noFill/>
          </a:ln>
        </p:spPr>
        <p:style>
          <a:lnRef idx="0"/>
          <a:fillRef idx="0"/>
          <a:effectRef idx="0"/>
          <a:fontRef idx="minor"/>
        </p:style>
        <p:txBody>
          <a:bodyPr lIns="90000" tIns="45000" rIns="90000" bIns="45000" anchor="t">
            <a:noAutofit/>
          </a:bodyPr>
          <a:p>
            <a:endParaRPr lang="en-US" sz="2000" b="1" u="none" strike="noStrike">
              <a:solidFill>
                <a:srgbClr val="E56B2A"/>
              </a:solidFill>
              <a:effectLst/>
              <a:uFillTx/>
              <a:latin typeface="Arial"/>
            </a:endParaRPr>
          </a:p>
        </p:txBody>
      </p:sp>
      <p:pic>
        <p:nvPicPr>
          <p:cNvPr id="573" name="Picture 2"/>
          <p:cNvPicPr/>
          <p:nvPr/>
        </p:nvPicPr>
        <p:blipFill>
          <a:blip r:embed="rId4"/>
          <a:stretch/>
        </p:blipFill>
        <p:spPr>
          <a:xfrm>
            <a:off x="-7560" y="0"/>
            <a:ext cx="12201840" cy="6856560"/>
          </a:xfrm>
          <a:prstGeom prst="rect">
            <a:avLst/>
          </a:prstGeom>
          <a:noFill/>
          <a:ln w="0">
            <a:noFill/>
          </a:ln>
        </p:spPr>
      </p:pic>
      <p:sp>
        <p:nvSpPr>
          <p:cNvPr id="574" name="Rectangle 5"/>
          <p:cNvSpPr/>
          <p:nvPr/>
        </p:nvSpPr>
        <p:spPr>
          <a:xfrm>
            <a:off x="0" y="0"/>
            <a:ext cx="12190680" cy="106128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p>
            <a:endParaRPr lang="en-US" sz="1800" b="0" u="none" strike="noStrike">
              <a:solidFill>
                <a:schemeClr val="lt1"/>
              </a:solidFill>
              <a:effectLst/>
              <a:uFillTx/>
              <a:latin typeface="Arial"/>
            </a:endParaRPr>
          </a:p>
        </p:txBody>
      </p:sp>
      <p:sp>
        <p:nvSpPr>
          <p:cNvPr id="575" name="PlaceHolder 1"/>
          <p:cNvSpPr>
            <a:spLocks noGrp="1"/>
          </p:cNvSpPr>
          <p:nvPr>
            <p:ph type="title" hasCustomPrompt="1"/>
          </p:nvPr>
        </p:nvSpPr>
        <p:spPr>
          <a:xfrm>
            <a:off x="-3960" y="194040"/>
            <a:ext cx="12198240" cy="709920"/>
          </a:xfrm>
          <a:prstGeom prst="rect">
            <a:avLst/>
          </a:prstGeom>
          <a:noFill/>
          <a:ln w="0">
            <a:noFill/>
          </a:ln>
        </p:spPr>
        <p:txBody>
          <a:bodyPr lIns="90000" tIns="45000" rIns="90000" bIns="45000" anchor="t">
            <a:normAutofit fontScale="92500" lnSpcReduction="9999"/>
          </a:bodyPr>
          <a:lstStyle>
            <a:lvl1pPr indent="0" algn="ctr" defTabSz="914400">
              <a:lnSpc>
                <a:spcPct val="90000"/>
              </a:lnSpc>
              <a:buNone/>
              <a:tabLst>
                <a:tab pos="0" algn="l"/>
              </a:tabLst>
              <a:defRPr lang="en-US" sz="5400" b="1" u="none" strike="noStrike">
                <a:solidFill>
                  <a:srgbClr val="F86901"/>
                </a:solidFill>
                <a:effectLst/>
                <a:uFillTx/>
                <a:latin typeface="Arial"/>
              </a:defRPr>
            </a:lvl1pPr>
          </a:lstStyle>
          <a:p>
            <a:pPr indent="0" algn="ctr" defTabSz="914400">
              <a:lnSpc>
                <a:spcPct val="90000"/>
              </a:lnSpc>
              <a:buNone/>
              <a:tabLst>
                <a:tab pos="0" algn="l"/>
              </a:tabLst>
            </a:pPr>
            <a:r>
              <a:rPr lang="en-US" sz="5400" b="1" u="none" strike="noStrike">
                <a:solidFill>
                  <a:srgbClr val="F86901"/>
                </a:solidFill>
                <a:effectLst/>
                <a:uFillTx/>
                <a:latin typeface="Arial"/>
              </a:rPr>
              <a:t>Click to add Section Title</a:t>
            </a:r>
            <a:endParaRPr lang="en-US" sz="5400" b="1" u="none" strike="noStrike">
              <a:solidFill>
                <a:srgbClr val="F86901"/>
              </a:solidFill>
              <a:effectLst/>
              <a:uFillTx/>
              <a:latin typeface="Arial"/>
            </a:endParaRPr>
          </a:p>
        </p:txBody>
      </p:sp>
      <p:grpSp>
        <p:nvGrpSpPr>
          <p:cNvPr id="576" name="Group 7"/>
          <p:cNvGrpSpPr/>
          <p:nvPr/>
        </p:nvGrpSpPr>
        <p:grpSpPr>
          <a:xfrm>
            <a:off x="0" y="6195960"/>
            <a:ext cx="12190680" cy="666000"/>
            <a:chOff x="0" y="6195960"/>
            <a:chExt cx="12190680" cy="666000"/>
          </a:xfrm>
        </p:grpSpPr>
        <p:sp>
          <p:nvSpPr>
            <p:cNvPr id="577" name="Rectangle 8"/>
            <p:cNvSpPr/>
            <p:nvPr/>
          </p:nvSpPr>
          <p:spPr>
            <a:xfrm>
              <a:off x="0" y="6195960"/>
              <a:ext cx="12190680" cy="666000"/>
            </a:xfrm>
            <a:prstGeom prst="rect">
              <a:avLst/>
            </a:prstGeom>
            <a:solidFill>
              <a:srgbClr val="F86901"/>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p>
              <a:endParaRPr lang="en-US" sz="1800" b="0" u="none" strike="noStrike">
                <a:solidFill>
                  <a:schemeClr val="lt1"/>
                </a:solidFill>
                <a:effectLst/>
                <a:uFillTx/>
                <a:latin typeface="Arial"/>
              </a:endParaRPr>
            </a:p>
          </p:txBody>
        </p:sp>
        <p:grpSp>
          <p:nvGrpSpPr>
            <p:cNvPr id="578" name="Graphic 22"/>
            <p:cNvGrpSpPr/>
            <p:nvPr/>
          </p:nvGrpSpPr>
          <p:grpSpPr>
            <a:xfrm>
              <a:off x="201960" y="6391800"/>
              <a:ext cx="797760" cy="300600"/>
              <a:chOff x="201960" y="6391800"/>
              <a:chExt cx="797760" cy="300600"/>
            </a:xfrm>
          </p:grpSpPr>
          <p:sp>
            <p:nvSpPr>
              <p:cNvPr id="579" name="Freeform 11"/>
              <p:cNvSpPr/>
              <p:nvPr/>
            </p:nvSpPr>
            <p:spPr>
              <a:xfrm>
                <a:off x="540720" y="6391800"/>
                <a:ext cx="135720" cy="300240"/>
              </a:xfrm>
              <a:custGeom>
                <a:avLst/>
                <a:gdLst>
                  <a:gd name="textAreaLeft" fmla="*/ 0 w 135720"/>
                  <a:gd name="textAreaRight" fmla="*/ 137160 w 135720"/>
                  <a:gd name="textAreaTop" fmla="*/ 0 h 300240"/>
                  <a:gd name="textAreaBottom" fmla="*/ 301680 h 300240"/>
                  <a:gd name="GluePoint1X" fmla="*/ 393478 w 547877"/>
                  <a:gd name="GluePoint1Y" fmla="*/ 129064 h 1204531"/>
                  <a:gd name="GluePoint2X" fmla="*/ 537686 w 547877"/>
                  <a:gd name="GluePoint2Y" fmla="*/ 74771 h 1204531"/>
                  <a:gd name="GluePoint3X" fmla="*/ 547878 w 547877"/>
                  <a:gd name="GluePoint3Y" fmla="*/ 74771 h 1204531"/>
                  <a:gd name="GluePoint4X" fmla="*/ 547878 w 547877"/>
                  <a:gd name="GluePoint4Y" fmla="*/ 0 h 1204531"/>
                  <a:gd name="GluePoint5X" fmla="*/ 267938 w 547877"/>
                  <a:gd name="GluePoint5Y" fmla="*/ 4667 h 1204531"/>
                  <a:gd name="GluePoint6X" fmla="*/ 0 w 547877"/>
                  <a:gd name="GluePoint6Y" fmla="*/ 0 h 1204531"/>
                  <a:gd name="GluePoint7X" fmla="*/ 0 w 547877"/>
                  <a:gd name="GluePoint7Y" fmla="*/ 74771 h 1204531"/>
                  <a:gd name="GluePoint8X" fmla="*/ 10192 w 547877"/>
                  <a:gd name="GluePoint8Y" fmla="*/ 74771 h 1204531"/>
                  <a:gd name="GluePoint9X" fmla="*/ 154400 w 547877"/>
                  <a:gd name="GluePoint9Y" fmla="*/ 128968 h 1204531"/>
                  <a:gd name="GluePoint10X" fmla="*/ 171640 w 547877"/>
                  <a:gd name="GluePoint10Y" fmla="*/ 363188 h 1204531"/>
                  <a:gd name="GluePoint11X" fmla="*/ 171640 w 547877"/>
                  <a:gd name="GluePoint11Y" fmla="*/ 841153 h 1204531"/>
                  <a:gd name="GluePoint12X" fmla="*/ 154496 w 547877"/>
                  <a:gd name="GluePoint12Y" fmla="*/ 1075373 h 1204531"/>
                  <a:gd name="GluePoint13X" fmla="*/ 10192 w 547877"/>
                  <a:gd name="GluePoint13Y" fmla="*/ 1129569 h 1204531"/>
                  <a:gd name="GluePoint14X" fmla="*/ 0 w 547877"/>
                  <a:gd name="GluePoint14Y" fmla="*/ 1129569 h 1204531"/>
                  <a:gd name="GluePoint15X" fmla="*/ 0 w 547877"/>
                  <a:gd name="GluePoint15Y" fmla="*/ 1204531 h 1204531"/>
                  <a:gd name="GluePoint16X" fmla="*/ 268224 w 547877"/>
                  <a:gd name="GluePoint16Y" fmla="*/ 1197102 h 1204531"/>
                  <a:gd name="GluePoint17X" fmla="*/ 547878 w 547877"/>
                  <a:gd name="GluePoint17Y" fmla="*/ 1204531 h 1204531"/>
                  <a:gd name="GluePoint18X" fmla="*/ 547878 w 547877"/>
                  <a:gd name="GluePoint18Y" fmla="*/ 1129569 h 1204531"/>
                  <a:gd name="GluePoint19X" fmla="*/ 537686 w 547877"/>
                  <a:gd name="GluePoint19Y" fmla="*/ 1129569 h 1204531"/>
                  <a:gd name="GluePoint20X" fmla="*/ 393478 w 547877"/>
                  <a:gd name="GluePoint20Y" fmla="*/ 1075468 h 1204531"/>
                  <a:gd name="GluePoint21X" fmla="*/ 376333 w 547877"/>
                  <a:gd name="GluePoint21Y" fmla="*/ 841153 h 1204531"/>
                  <a:gd name="GluePoint22X" fmla="*/ 376333 w 547877"/>
                  <a:gd name="GluePoint22Y" fmla="*/ 363188 h 1204531"/>
                  <a:gd name="GluePoint23X" fmla="*/ 393478 w 547877"/>
                  <a:gd name="GluePoint23Y" fmla="*/ 129064 h 1204531"/>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 ang="0">
                    <a:pos x="GluePoint16X" y="GluePoint16Y"/>
                  </a:cxn>
                  <a:cxn ang="0">
                    <a:pos x="GluePoint17X" y="GluePoint17Y"/>
                  </a:cxn>
                  <a:cxn ang="0">
                    <a:pos x="GluePoint18X" y="GluePoint18Y"/>
                  </a:cxn>
                  <a:cxn ang="0">
                    <a:pos x="GluePoint19X" y="GluePoint19Y"/>
                  </a:cxn>
                  <a:cxn ang="0">
                    <a:pos x="GluePoint20X" y="GluePoint20Y"/>
                  </a:cxn>
                  <a:cxn ang="0">
                    <a:pos x="GluePoint21X" y="GluePoint21Y"/>
                  </a:cxn>
                  <a:cxn ang="0">
                    <a:pos x="GluePoint22X" y="GluePoint22Y"/>
                  </a:cxn>
                  <a:cxn ang="0">
                    <a:pos x="GluePoint23X" y="GluePoint23Y"/>
                  </a:cxn>
                </a:cxnLst>
                <a:rect l="textAreaLeft" t="textAreaTop" r="textAreaRight" b="textAreaBottom"/>
                <a:pathLst>
                  <a:path w="547877" h="1204531">
                    <a:moveTo>
                      <a:pt x="393478" y="129064"/>
                    </a:moveTo>
                    <a:cubicBezTo>
                      <a:pt x="414242" y="74771"/>
                      <a:pt x="482727" y="74771"/>
                      <a:pt x="537686" y="74771"/>
                    </a:cubicBezTo>
                    <a:lnTo>
                      <a:pt x="547878" y="74771"/>
                    </a:lnTo>
                    <a:lnTo>
                      <a:pt x="547878" y="0"/>
                    </a:lnTo>
                    <a:cubicBezTo>
                      <a:pt x="547878" y="0"/>
                      <a:pt x="333565" y="4667"/>
                      <a:pt x="267938" y="4667"/>
                    </a:cubicBezTo>
                    <a:cubicBezTo>
                      <a:pt x="200406" y="4667"/>
                      <a:pt x="0" y="0"/>
                      <a:pt x="0" y="0"/>
                    </a:cubicBezTo>
                    <a:lnTo>
                      <a:pt x="0" y="74771"/>
                    </a:lnTo>
                    <a:lnTo>
                      <a:pt x="10192" y="74771"/>
                    </a:lnTo>
                    <a:cubicBezTo>
                      <a:pt x="65246" y="74771"/>
                      <a:pt x="133731" y="74771"/>
                      <a:pt x="154400" y="128968"/>
                    </a:cubicBezTo>
                    <a:cubicBezTo>
                      <a:pt x="171640" y="175450"/>
                      <a:pt x="171640" y="307086"/>
                      <a:pt x="171640" y="363188"/>
                    </a:cubicBezTo>
                    <a:lnTo>
                      <a:pt x="171640" y="841153"/>
                    </a:lnTo>
                    <a:cubicBezTo>
                      <a:pt x="171640" y="897350"/>
                      <a:pt x="171640" y="1028890"/>
                      <a:pt x="154496" y="1075373"/>
                    </a:cubicBezTo>
                    <a:cubicBezTo>
                      <a:pt x="133731" y="1129569"/>
                      <a:pt x="65246" y="1129569"/>
                      <a:pt x="10192" y="1129569"/>
                    </a:cubicBezTo>
                    <a:lnTo>
                      <a:pt x="0" y="1129569"/>
                    </a:lnTo>
                    <a:lnTo>
                      <a:pt x="0" y="1204531"/>
                    </a:lnTo>
                    <a:cubicBezTo>
                      <a:pt x="0" y="1204341"/>
                      <a:pt x="173260" y="1197102"/>
                      <a:pt x="268224" y="1197102"/>
                    </a:cubicBezTo>
                    <a:cubicBezTo>
                      <a:pt x="377476" y="1197102"/>
                      <a:pt x="547878" y="1204531"/>
                      <a:pt x="547878" y="1204531"/>
                    </a:cubicBezTo>
                    <a:lnTo>
                      <a:pt x="547878" y="1129569"/>
                    </a:lnTo>
                    <a:lnTo>
                      <a:pt x="537686" y="1129569"/>
                    </a:lnTo>
                    <a:cubicBezTo>
                      <a:pt x="482727" y="1129569"/>
                      <a:pt x="414242" y="1129569"/>
                      <a:pt x="393478" y="1075468"/>
                    </a:cubicBezTo>
                    <a:cubicBezTo>
                      <a:pt x="376333" y="1028890"/>
                      <a:pt x="376333" y="897350"/>
                      <a:pt x="376333" y="841153"/>
                    </a:cubicBezTo>
                    <a:lnTo>
                      <a:pt x="376333" y="363188"/>
                    </a:lnTo>
                    <a:cubicBezTo>
                      <a:pt x="376333" y="307086"/>
                      <a:pt x="376333" y="175450"/>
                      <a:pt x="393478" y="129064"/>
                    </a:cubicBezTo>
                  </a:path>
                </a:pathLst>
              </a:custGeom>
              <a:solidFill>
                <a:schemeClr val="bg1"/>
              </a:solidFill>
              <a:ln w="9525">
                <a:noFill/>
              </a:ln>
            </p:spPr>
            <p:style>
              <a:lnRef idx="0"/>
              <a:fillRef idx="0"/>
              <a:effectRef idx="0"/>
              <a:fontRef idx="minor"/>
            </p:style>
            <p:txBody>
              <a:bodyPr lIns="68040" tIns="45000" rIns="68040" bIns="45000" anchor="ctr">
                <a:noAutofit/>
              </a:bodyPr>
              <a:p>
                <a:endParaRPr lang="en-US" sz="1800" b="0" u="none" strike="noStrike">
                  <a:solidFill>
                    <a:schemeClr val="dk1"/>
                  </a:solidFill>
                  <a:effectLst/>
                  <a:uFillTx/>
                  <a:latin typeface="Arial"/>
                </a:endParaRPr>
              </a:p>
            </p:txBody>
          </p:sp>
          <p:sp>
            <p:nvSpPr>
              <p:cNvPr id="580" name="Freeform 12"/>
              <p:cNvSpPr/>
              <p:nvPr/>
            </p:nvSpPr>
            <p:spPr>
              <a:xfrm>
                <a:off x="718920" y="6392160"/>
                <a:ext cx="280800" cy="300240"/>
              </a:xfrm>
              <a:custGeom>
                <a:avLst/>
                <a:gdLst>
                  <a:gd name="textAreaLeft" fmla="*/ 0 w 280800"/>
                  <a:gd name="textAreaRight" fmla="*/ 282240 w 280800"/>
                  <a:gd name="textAreaTop" fmla="*/ 0 h 300240"/>
                  <a:gd name="textAreaBottom" fmla="*/ 301680 h 300240"/>
                  <a:gd name="GluePoint1X" fmla="*/ 0 w 1126902"/>
                  <a:gd name="GluePoint1Y" fmla="*/ 0 h 1204245"/>
                  <a:gd name="GluePoint2X" fmla="*/ 0 w 1126902"/>
                  <a:gd name="GluePoint2Y" fmla="*/ 312420 h 1204245"/>
                  <a:gd name="GluePoint3X" fmla="*/ 74295 w 1126902"/>
                  <a:gd name="GluePoint3Y" fmla="*/ 312420 h 1204245"/>
                  <a:gd name="GluePoint4X" fmla="*/ 74581 w 1126902"/>
                  <a:gd name="GluePoint4Y" fmla="*/ 302609 h 1204245"/>
                  <a:gd name="GluePoint5X" fmla="*/ 334328 w 1126902"/>
                  <a:gd name="GluePoint5Y" fmla="*/ 90773 h 1204245"/>
                  <a:gd name="GluePoint6X" fmla="*/ 352330 w 1126902"/>
                  <a:gd name="GluePoint6Y" fmla="*/ 90678 h 1204245"/>
                  <a:gd name="GluePoint7X" fmla="*/ 453200 w 1126902"/>
                  <a:gd name="GluePoint7Y" fmla="*/ 106204 h 1204245"/>
                  <a:gd name="GluePoint8X" fmla="*/ 461201 w 1126902"/>
                  <a:gd name="GluePoint8Y" fmla="*/ 128873 h 1204245"/>
                  <a:gd name="GluePoint9X" fmla="*/ 461201 w 1126902"/>
                  <a:gd name="GluePoint9Y" fmla="*/ 950119 h 1204245"/>
                  <a:gd name="GluePoint10X" fmla="*/ 272510 w 1126902"/>
                  <a:gd name="GluePoint10Y" fmla="*/ 1129475 h 1204245"/>
                  <a:gd name="GluePoint11X" fmla="*/ 262700 w 1126902"/>
                  <a:gd name="GluePoint11Y" fmla="*/ 1129856 h 1204245"/>
                  <a:gd name="GluePoint12X" fmla="*/ 262700 w 1126902"/>
                  <a:gd name="GluePoint12Y" fmla="*/ 1204246 h 1204245"/>
                  <a:gd name="GluePoint13X" fmla="*/ 578548 w 1126902"/>
                  <a:gd name="GluePoint13Y" fmla="*/ 1196911 h 1204245"/>
                  <a:gd name="GluePoint14X" fmla="*/ 864203 w 1126902"/>
                  <a:gd name="GluePoint14Y" fmla="*/ 1204246 h 1204245"/>
                  <a:gd name="GluePoint15X" fmla="*/ 864203 w 1126902"/>
                  <a:gd name="GluePoint15Y" fmla="*/ 1129856 h 1204245"/>
                  <a:gd name="GluePoint16X" fmla="*/ 854393 w 1126902"/>
                  <a:gd name="GluePoint16Y" fmla="*/ 1129475 h 1204245"/>
                  <a:gd name="GluePoint17X" fmla="*/ 665702 w 1126902"/>
                  <a:gd name="GluePoint17Y" fmla="*/ 950119 h 1204245"/>
                  <a:gd name="GluePoint18X" fmla="*/ 665702 w 1126902"/>
                  <a:gd name="GluePoint18Y" fmla="*/ 128873 h 1204245"/>
                  <a:gd name="GluePoint19X" fmla="*/ 673608 w 1126902"/>
                  <a:gd name="GluePoint19Y" fmla="*/ 108490 h 1204245"/>
                  <a:gd name="GluePoint20X" fmla="*/ 791718 w 1126902"/>
                  <a:gd name="GluePoint20Y" fmla="*/ 90488 h 1204245"/>
                  <a:gd name="GluePoint21X" fmla="*/ 815912 w 1126902"/>
                  <a:gd name="GluePoint21Y" fmla="*/ 90773 h 1204245"/>
                  <a:gd name="GluePoint22X" fmla="*/ 1052513 w 1126902"/>
                  <a:gd name="GluePoint22Y" fmla="*/ 302895 h 1204245"/>
                  <a:gd name="GluePoint23X" fmla="*/ 1053084 w 1126902"/>
                  <a:gd name="GluePoint23Y" fmla="*/ 312420 h 1204245"/>
                  <a:gd name="GluePoint24X" fmla="*/ 1126903 w 1126902"/>
                  <a:gd name="GluePoint24Y" fmla="*/ 312420 h 1204245"/>
                  <a:gd name="GluePoint25X" fmla="*/ 1126903 w 1126902"/>
                  <a:gd name="GluePoint25Y" fmla="*/ 0 h 1204245"/>
                  <a:gd name="GluePoint26X" fmla="*/ 563404 w 1126902"/>
                  <a:gd name="GluePoint26Y" fmla="*/ 2857 h 1204245"/>
                  <a:gd name="GluePoint27X" fmla="*/ 0 w 1126902"/>
                  <a:gd name="GluePoint27Y" fmla="*/ 0 h 1204245"/>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 ang="0">
                    <a:pos x="GluePoint16X" y="GluePoint16Y"/>
                  </a:cxn>
                  <a:cxn ang="0">
                    <a:pos x="GluePoint17X" y="GluePoint17Y"/>
                  </a:cxn>
                  <a:cxn ang="0">
                    <a:pos x="GluePoint18X" y="GluePoint18Y"/>
                  </a:cxn>
                  <a:cxn ang="0">
                    <a:pos x="GluePoint19X" y="GluePoint19Y"/>
                  </a:cxn>
                  <a:cxn ang="0">
                    <a:pos x="GluePoint20X" y="GluePoint20Y"/>
                  </a:cxn>
                  <a:cxn ang="0">
                    <a:pos x="GluePoint21X" y="GluePoint21Y"/>
                  </a:cxn>
                  <a:cxn ang="0">
                    <a:pos x="GluePoint22X" y="GluePoint22Y"/>
                  </a:cxn>
                  <a:cxn ang="0">
                    <a:pos x="GluePoint23X" y="GluePoint23Y"/>
                  </a:cxn>
                  <a:cxn ang="0">
                    <a:pos x="GluePoint24X" y="GluePoint24Y"/>
                  </a:cxn>
                  <a:cxn ang="0">
                    <a:pos x="GluePoint25X" y="GluePoint25Y"/>
                  </a:cxn>
                  <a:cxn ang="0">
                    <a:pos x="GluePoint26X" y="GluePoint26Y"/>
                  </a:cxn>
                  <a:cxn ang="0">
                    <a:pos x="GluePoint27X" y="GluePoint27Y"/>
                  </a:cxn>
                </a:cxnLst>
                <a:rect l="textAreaLeft" t="textAreaTop" r="textAreaRight" b="textAreaBottom"/>
                <a:pathLst>
                  <a:path w="1126902" h="1204245">
                    <a:moveTo>
                      <a:pt x="0" y="0"/>
                    </a:moveTo>
                    <a:lnTo>
                      <a:pt x="0" y="312420"/>
                    </a:lnTo>
                    <a:lnTo>
                      <a:pt x="74295" y="312420"/>
                    </a:lnTo>
                    <a:lnTo>
                      <a:pt x="74581" y="302609"/>
                    </a:lnTo>
                    <a:cubicBezTo>
                      <a:pt x="81344" y="99346"/>
                      <a:pt x="159163" y="90773"/>
                      <a:pt x="334328" y="90773"/>
                    </a:cubicBezTo>
                    <a:cubicBezTo>
                      <a:pt x="340328" y="90773"/>
                      <a:pt x="346424" y="90773"/>
                      <a:pt x="352330" y="90678"/>
                    </a:cubicBezTo>
                    <a:cubicBezTo>
                      <a:pt x="395859" y="90392"/>
                      <a:pt x="437007" y="90106"/>
                      <a:pt x="453200" y="106204"/>
                    </a:cubicBezTo>
                    <a:cubicBezTo>
                      <a:pt x="458629" y="111538"/>
                      <a:pt x="461201" y="118967"/>
                      <a:pt x="461201" y="128873"/>
                    </a:cubicBezTo>
                    <a:lnTo>
                      <a:pt x="461201" y="950119"/>
                    </a:lnTo>
                    <a:cubicBezTo>
                      <a:pt x="461201" y="1072039"/>
                      <a:pt x="444151" y="1122426"/>
                      <a:pt x="272510" y="1129475"/>
                    </a:cubicBezTo>
                    <a:lnTo>
                      <a:pt x="262700" y="1129856"/>
                    </a:lnTo>
                    <a:lnTo>
                      <a:pt x="262700" y="1204246"/>
                    </a:lnTo>
                    <a:cubicBezTo>
                      <a:pt x="262700" y="1204246"/>
                      <a:pt x="462725" y="1196911"/>
                      <a:pt x="578548" y="1196911"/>
                    </a:cubicBezTo>
                    <a:cubicBezTo>
                      <a:pt x="666941" y="1196911"/>
                      <a:pt x="864203" y="1204246"/>
                      <a:pt x="864203" y="1204246"/>
                    </a:cubicBezTo>
                    <a:lnTo>
                      <a:pt x="864203" y="1129856"/>
                    </a:lnTo>
                    <a:lnTo>
                      <a:pt x="854393" y="1129475"/>
                    </a:lnTo>
                    <a:cubicBezTo>
                      <a:pt x="682752" y="1122426"/>
                      <a:pt x="665702" y="1072039"/>
                      <a:pt x="665702" y="950119"/>
                    </a:cubicBezTo>
                    <a:lnTo>
                      <a:pt x="665702" y="128873"/>
                    </a:lnTo>
                    <a:cubicBezTo>
                      <a:pt x="665702" y="120396"/>
                      <a:pt x="668369" y="113729"/>
                      <a:pt x="673608" y="108490"/>
                    </a:cubicBezTo>
                    <a:cubicBezTo>
                      <a:pt x="693420" y="89059"/>
                      <a:pt x="747903" y="89821"/>
                      <a:pt x="791718" y="90488"/>
                    </a:cubicBezTo>
                    <a:cubicBezTo>
                      <a:pt x="800005" y="90583"/>
                      <a:pt x="808196" y="90773"/>
                      <a:pt x="815912" y="90773"/>
                    </a:cubicBezTo>
                    <a:cubicBezTo>
                      <a:pt x="987267" y="90773"/>
                      <a:pt x="1042511" y="140303"/>
                      <a:pt x="1052513" y="302895"/>
                    </a:cubicBezTo>
                    <a:lnTo>
                      <a:pt x="1053084" y="312420"/>
                    </a:lnTo>
                    <a:lnTo>
                      <a:pt x="1126903" y="312420"/>
                    </a:lnTo>
                    <a:lnTo>
                      <a:pt x="1126903" y="0"/>
                    </a:lnTo>
                    <a:cubicBezTo>
                      <a:pt x="1126903" y="0"/>
                      <a:pt x="694468" y="2857"/>
                      <a:pt x="563404" y="2857"/>
                    </a:cubicBezTo>
                    <a:cubicBezTo>
                      <a:pt x="432340" y="2857"/>
                      <a:pt x="0" y="0"/>
                      <a:pt x="0" y="0"/>
                    </a:cubicBezTo>
                  </a:path>
                </a:pathLst>
              </a:custGeom>
              <a:solidFill>
                <a:schemeClr val="bg1"/>
              </a:solidFill>
              <a:ln w="9525">
                <a:noFill/>
              </a:ln>
            </p:spPr>
            <p:style>
              <a:lnRef idx="0"/>
              <a:fillRef idx="0"/>
              <a:effectRef idx="0"/>
              <a:fontRef idx="minor"/>
            </p:style>
            <p:txBody>
              <a:bodyPr lIns="90000" tIns="45000" rIns="90000" bIns="45000" anchor="ctr">
                <a:noAutofit/>
              </a:bodyPr>
              <a:p>
                <a:endParaRPr lang="en-US" sz="1800" b="0" u="none" strike="noStrike">
                  <a:solidFill>
                    <a:schemeClr val="dk1"/>
                  </a:solidFill>
                  <a:effectLst/>
                  <a:uFillTx/>
                  <a:latin typeface="Arial"/>
                </a:endParaRPr>
              </a:p>
            </p:txBody>
          </p:sp>
          <p:sp>
            <p:nvSpPr>
              <p:cNvPr id="581" name="Freeform 13"/>
              <p:cNvSpPr/>
              <p:nvPr/>
            </p:nvSpPr>
            <p:spPr>
              <a:xfrm>
                <a:off x="201960" y="6391800"/>
                <a:ext cx="297720" cy="300240"/>
              </a:xfrm>
              <a:custGeom>
                <a:avLst/>
                <a:gdLst>
                  <a:gd name="textAreaLeft" fmla="*/ 0 w 297720"/>
                  <a:gd name="textAreaRight" fmla="*/ 299160 w 297720"/>
                  <a:gd name="textAreaTop" fmla="*/ 0 h 300240"/>
                  <a:gd name="textAreaBottom" fmla="*/ 301680 h 300240"/>
                  <a:gd name="GluePoint1X" fmla="*/ 372618 w 1195101"/>
                  <a:gd name="GluePoint1Y" fmla="*/ 571786 h 1204626"/>
                  <a:gd name="GluePoint2X" fmla="*/ 372523 w 1195101"/>
                  <a:gd name="GluePoint2Y" fmla="*/ 134303 h 1204626"/>
                  <a:gd name="GluePoint3X" fmla="*/ 386239 w 1195101"/>
                  <a:gd name="GluePoint3Y" fmla="*/ 86487 h 1204626"/>
                  <a:gd name="GluePoint4X" fmla="*/ 498348 w 1195101"/>
                  <a:gd name="GluePoint4Y" fmla="*/ 85630 h 1204626"/>
                  <a:gd name="GluePoint5X" fmla="*/ 738473 w 1195101"/>
                  <a:gd name="GluePoint5Y" fmla="*/ 330518 h 1204626"/>
                  <a:gd name="GluePoint6X" fmla="*/ 640747 w 1195101"/>
                  <a:gd name="GluePoint6Y" fmla="*/ 541687 h 1204626"/>
                  <a:gd name="GluePoint7X" fmla="*/ 372618 w 1195101"/>
                  <a:gd name="GluePoint7Y" fmla="*/ 571786 h 1204626"/>
                  <a:gd name="GluePoint8X" fmla="*/ 1186529 w 1195101"/>
                  <a:gd name="GluePoint8Y" fmla="*/ 1129760 h 1204626"/>
                  <a:gd name="GluePoint9X" fmla="*/ 1017461 w 1195101"/>
                  <a:gd name="GluePoint9Y" fmla="*/ 1040702 h 1204626"/>
                  <a:gd name="GluePoint10X" fmla="*/ 661797 w 1195101"/>
                  <a:gd name="GluePoint10Y" fmla="*/ 632460 h 1204626"/>
                  <a:gd name="GluePoint11X" fmla="*/ 964597 w 1195101"/>
                  <a:gd name="GluePoint11Y" fmla="*/ 305371 h 1204626"/>
                  <a:gd name="GluePoint12X" fmla="*/ 831056 w 1195101"/>
                  <a:gd name="GluePoint12Y" fmla="*/ 55816 h 1204626"/>
                  <a:gd name="GluePoint13X" fmla="*/ 544639 w 1195101"/>
                  <a:gd name="GluePoint13Y" fmla="*/ 190 h 1204626"/>
                  <a:gd name="GluePoint14X" fmla="*/ 317468 w 1195101"/>
                  <a:gd name="GluePoint14Y" fmla="*/ 4191 h 1204626"/>
                  <a:gd name="GluePoint15X" fmla="*/ 191 w 1195101"/>
                  <a:gd name="GluePoint15Y" fmla="*/ 0 h 1204626"/>
                  <a:gd name="GluePoint16X" fmla="*/ 191 w 1195101"/>
                  <a:gd name="GluePoint16Y" fmla="*/ 74866 h 1204626"/>
                  <a:gd name="GluePoint17X" fmla="*/ 15050 w 1195101"/>
                  <a:gd name="GluePoint17Y" fmla="*/ 74866 h 1204626"/>
                  <a:gd name="GluePoint18X" fmla="*/ 152781 w 1195101"/>
                  <a:gd name="GluePoint18Y" fmla="*/ 128683 h 1204626"/>
                  <a:gd name="GluePoint19X" fmla="*/ 168307 w 1195101"/>
                  <a:gd name="GluePoint19Y" fmla="*/ 350139 h 1204626"/>
                  <a:gd name="GluePoint20X" fmla="*/ 168307 w 1195101"/>
                  <a:gd name="GluePoint20Y" fmla="*/ 841248 h 1204626"/>
                  <a:gd name="GluePoint21X" fmla="*/ 161068 w 1195101"/>
                  <a:gd name="GluePoint21Y" fmla="*/ 1034129 h 1204626"/>
                  <a:gd name="GluePoint22X" fmla="*/ 152686 w 1195101"/>
                  <a:gd name="GluePoint22Y" fmla="*/ 1075944 h 1204626"/>
                  <a:gd name="GluePoint23X" fmla="*/ 10382 w 1195101"/>
                  <a:gd name="GluePoint23Y" fmla="*/ 1129665 h 1204626"/>
                  <a:gd name="GluePoint24X" fmla="*/ 0 w 1195101"/>
                  <a:gd name="GluePoint24Y" fmla="*/ 1129665 h 1204626"/>
                  <a:gd name="GluePoint25X" fmla="*/ 0 w 1195101"/>
                  <a:gd name="GluePoint25Y" fmla="*/ 1204532 h 1204626"/>
                  <a:gd name="GluePoint26X" fmla="*/ 278225 w 1195101"/>
                  <a:gd name="GluePoint26Y" fmla="*/ 1197102 h 1204626"/>
                  <a:gd name="GluePoint27X" fmla="*/ 540734 w 1195101"/>
                  <a:gd name="GluePoint27Y" fmla="*/ 1204532 h 1204626"/>
                  <a:gd name="GluePoint28X" fmla="*/ 540734 w 1195101"/>
                  <a:gd name="GluePoint28Y" fmla="*/ 1129665 h 1204626"/>
                  <a:gd name="GluePoint29X" fmla="*/ 525971 w 1195101"/>
                  <a:gd name="GluePoint29Y" fmla="*/ 1129665 h 1204626"/>
                  <a:gd name="GluePoint30X" fmla="*/ 388239 w 1195101"/>
                  <a:gd name="GluePoint30Y" fmla="*/ 1075754 h 1204626"/>
                  <a:gd name="GluePoint31X" fmla="*/ 379857 w 1195101"/>
                  <a:gd name="GluePoint31Y" fmla="*/ 1034034 h 1204626"/>
                  <a:gd name="GluePoint32X" fmla="*/ 372618 w 1195101"/>
                  <a:gd name="GluePoint32Y" fmla="*/ 854297 h 1204626"/>
                  <a:gd name="GluePoint33X" fmla="*/ 372618 w 1195101"/>
                  <a:gd name="GluePoint33Y" fmla="*/ 653510 h 1204626"/>
                  <a:gd name="GluePoint34X" fmla="*/ 479107 w 1195101"/>
                  <a:gd name="GluePoint34Y" fmla="*/ 702469 h 1204626"/>
                  <a:gd name="GluePoint35X" fmla="*/ 501110 w 1195101"/>
                  <a:gd name="GluePoint35Y" fmla="*/ 728472 h 1204626"/>
                  <a:gd name="GluePoint36X" fmla="*/ 797909 w 1195101"/>
                  <a:gd name="GluePoint36Y" fmla="*/ 1096804 h 1204626"/>
                  <a:gd name="GluePoint37X" fmla="*/ 885158 w 1195101"/>
                  <a:gd name="GluePoint37Y" fmla="*/ 1204532 h 1204626"/>
                  <a:gd name="GluePoint38X" fmla="*/ 1027366 w 1195101"/>
                  <a:gd name="GluePoint38Y" fmla="*/ 1200436 h 1204626"/>
                  <a:gd name="GluePoint39X" fmla="*/ 1195102 w 1195101"/>
                  <a:gd name="GluePoint39Y" fmla="*/ 1204627 h 1204626"/>
                  <a:gd name="GluePoint40X" fmla="*/ 1195102 w 1195101"/>
                  <a:gd name="GluePoint40Y" fmla="*/ 1131094 h 1204626"/>
                  <a:gd name="GluePoint41X" fmla="*/ 1186529 w 1195101"/>
                  <a:gd name="GluePoint41Y" fmla="*/ 1129760 h 1204626"/>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 ang="0">
                    <a:pos x="GluePoint16X" y="GluePoint16Y"/>
                  </a:cxn>
                  <a:cxn ang="0">
                    <a:pos x="GluePoint17X" y="GluePoint17Y"/>
                  </a:cxn>
                  <a:cxn ang="0">
                    <a:pos x="GluePoint18X" y="GluePoint18Y"/>
                  </a:cxn>
                  <a:cxn ang="0">
                    <a:pos x="GluePoint19X" y="GluePoint19Y"/>
                  </a:cxn>
                  <a:cxn ang="0">
                    <a:pos x="GluePoint20X" y="GluePoint20Y"/>
                  </a:cxn>
                  <a:cxn ang="0">
                    <a:pos x="GluePoint21X" y="GluePoint21Y"/>
                  </a:cxn>
                  <a:cxn ang="0">
                    <a:pos x="GluePoint22X" y="GluePoint22Y"/>
                  </a:cxn>
                  <a:cxn ang="0">
                    <a:pos x="GluePoint23X" y="GluePoint23Y"/>
                  </a:cxn>
                  <a:cxn ang="0">
                    <a:pos x="GluePoint24X" y="GluePoint24Y"/>
                  </a:cxn>
                  <a:cxn ang="0">
                    <a:pos x="GluePoint25X" y="GluePoint25Y"/>
                  </a:cxn>
                  <a:cxn ang="0">
                    <a:pos x="GluePoint26X" y="GluePoint26Y"/>
                  </a:cxn>
                  <a:cxn ang="0">
                    <a:pos x="GluePoint27X" y="GluePoint27Y"/>
                  </a:cxn>
                  <a:cxn ang="0">
                    <a:pos x="GluePoint28X" y="GluePoint28Y"/>
                  </a:cxn>
                  <a:cxn ang="0">
                    <a:pos x="GluePoint29X" y="GluePoint29Y"/>
                  </a:cxn>
                  <a:cxn ang="0">
                    <a:pos x="GluePoint30X" y="GluePoint30Y"/>
                  </a:cxn>
                  <a:cxn ang="0">
                    <a:pos x="GluePoint31X" y="GluePoint31Y"/>
                  </a:cxn>
                  <a:cxn ang="0">
                    <a:pos x="GluePoint32X" y="GluePoint32Y"/>
                  </a:cxn>
                  <a:cxn ang="0">
                    <a:pos x="GluePoint33X" y="GluePoint33Y"/>
                  </a:cxn>
                  <a:cxn ang="0">
                    <a:pos x="GluePoint34X" y="GluePoint34Y"/>
                  </a:cxn>
                  <a:cxn ang="0">
                    <a:pos x="GluePoint35X" y="GluePoint35Y"/>
                  </a:cxn>
                  <a:cxn ang="0">
                    <a:pos x="GluePoint36X" y="GluePoint36Y"/>
                  </a:cxn>
                  <a:cxn ang="0">
                    <a:pos x="GluePoint37X" y="GluePoint37Y"/>
                  </a:cxn>
                  <a:cxn ang="0">
                    <a:pos x="GluePoint38X" y="GluePoint38Y"/>
                  </a:cxn>
                  <a:cxn ang="0">
                    <a:pos x="GluePoint39X" y="GluePoint39Y"/>
                  </a:cxn>
                  <a:cxn ang="0">
                    <a:pos x="GluePoint40X" y="GluePoint40Y"/>
                  </a:cxn>
                  <a:cxn ang="0">
                    <a:pos x="GluePoint41X" y="GluePoint41Y"/>
                  </a:cxn>
                </a:cxnLst>
                <a:rect l="textAreaLeft" t="textAreaTop" r="textAreaRight" b="textAreaBottom"/>
                <a:pathLst>
                  <a:path w="1195101" h="1204626">
                    <a:moveTo>
                      <a:pt x="372618" y="571786"/>
                    </a:moveTo>
                    <a:cubicBezTo>
                      <a:pt x="372618" y="571786"/>
                      <a:pt x="372618" y="136874"/>
                      <a:pt x="372523" y="134303"/>
                    </a:cubicBezTo>
                    <a:cubicBezTo>
                      <a:pt x="372237" y="116967"/>
                      <a:pt x="371761" y="93250"/>
                      <a:pt x="386239" y="86487"/>
                    </a:cubicBezTo>
                    <a:cubicBezTo>
                      <a:pt x="396240" y="82105"/>
                      <a:pt x="493014" y="85630"/>
                      <a:pt x="498348" y="85630"/>
                    </a:cubicBezTo>
                    <a:cubicBezTo>
                      <a:pt x="650938" y="85630"/>
                      <a:pt x="738473" y="174974"/>
                      <a:pt x="738473" y="330518"/>
                    </a:cubicBezTo>
                    <a:cubicBezTo>
                      <a:pt x="738473" y="443960"/>
                      <a:pt x="708374" y="509016"/>
                      <a:pt x="640747" y="541687"/>
                    </a:cubicBezTo>
                    <a:cubicBezTo>
                      <a:pt x="577691" y="571976"/>
                      <a:pt x="372618" y="571786"/>
                      <a:pt x="372618" y="571786"/>
                    </a:cubicBezTo>
                    <a:moveTo>
                      <a:pt x="1186529" y="1129760"/>
                    </a:moveTo>
                    <a:cubicBezTo>
                      <a:pt x="1100138" y="1116235"/>
                      <a:pt x="1074134" y="1106424"/>
                      <a:pt x="1017461" y="1040702"/>
                    </a:cubicBezTo>
                    <a:lnTo>
                      <a:pt x="661797" y="632460"/>
                    </a:lnTo>
                    <a:cubicBezTo>
                      <a:pt x="849059" y="608076"/>
                      <a:pt x="964597" y="484251"/>
                      <a:pt x="964597" y="305371"/>
                    </a:cubicBezTo>
                    <a:cubicBezTo>
                      <a:pt x="964597" y="188976"/>
                      <a:pt x="919544" y="105061"/>
                      <a:pt x="831056" y="55816"/>
                    </a:cubicBezTo>
                    <a:cubicBezTo>
                      <a:pt x="763619" y="18383"/>
                      <a:pt x="670084" y="190"/>
                      <a:pt x="544639" y="190"/>
                    </a:cubicBezTo>
                    <a:cubicBezTo>
                      <a:pt x="507206" y="1143"/>
                      <a:pt x="416909" y="4191"/>
                      <a:pt x="317468" y="4191"/>
                    </a:cubicBezTo>
                    <a:cubicBezTo>
                      <a:pt x="214313" y="4191"/>
                      <a:pt x="191" y="0"/>
                      <a:pt x="191" y="0"/>
                    </a:cubicBezTo>
                    <a:lnTo>
                      <a:pt x="191" y="74866"/>
                    </a:lnTo>
                    <a:lnTo>
                      <a:pt x="15050" y="74866"/>
                    </a:lnTo>
                    <a:cubicBezTo>
                      <a:pt x="71818" y="74486"/>
                      <a:pt x="135731" y="74771"/>
                      <a:pt x="152781" y="128683"/>
                    </a:cubicBezTo>
                    <a:cubicBezTo>
                      <a:pt x="168307" y="175355"/>
                      <a:pt x="168307" y="306896"/>
                      <a:pt x="168307" y="350139"/>
                    </a:cubicBezTo>
                    <a:lnTo>
                      <a:pt x="168307" y="841248"/>
                    </a:lnTo>
                    <a:cubicBezTo>
                      <a:pt x="168307" y="895445"/>
                      <a:pt x="168307" y="977837"/>
                      <a:pt x="161068" y="1034129"/>
                    </a:cubicBezTo>
                    <a:cubicBezTo>
                      <a:pt x="158972" y="1050798"/>
                      <a:pt x="156210" y="1065276"/>
                      <a:pt x="152686" y="1075944"/>
                    </a:cubicBezTo>
                    <a:cubicBezTo>
                      <a:pt x="135350" y="1129665"/>
                      <a:pt x="66104" y="1129665"/>
                      <a:pt x="10382" y="1129665"/>
                    </a:cubicBezTo>
                    <a:lnTo>
                      <a:pt x="0" y="1129665"/>
                    </a:lnTo>
                    <a:lnTo>
                      <a:pt x="0" y="1204532"/>
                    </a:lnTo>
                    <a:cubicBezTo>
                      <a:pt x="0" y="1204532"/>
                      <a:pt x="166783" y="1197102"/>
                      <a:pt x="278225" y="1197102"/>
                    </a:cubicBezTo>
                    <a:cubicBezTo>
                      <a:pt x="374047" y="1197102"/>
                      <a:pt x="540734" y="1204246"/>
                      <a:pt x="540734" y="1204532"/>
                    </a:cubicBezTo>
                    <a:lnTo>
                      <a:pt x="540734" y="1129665"/>
                    </a:lnTo>
                    <a:lnTo>
                      <a:pt x="525971" y="1129665"/>
                    </a:lnTo>
                    <a:cubicBezTo>
                      <a:pt x="470059" y="1129951"/>
                      <a:pt x="406813" y="1129760"/>
                      <a:pt x="388239" y="1075754"/>
                    </a:cubicBezTo>
                    <a:cubicBezTo>
                      <a:pt x="384620" y="1065086"/>
                      <a:pt x="381953" y="1050607"/>
                      <a:pt x="379857" y="1034034"/>
                    </a:cubicBezTo>
                    <a:cubicBezTo>
                      <a:pt x="372618" y="978122"/>
                      <a:pt x="372618" y="898017"/>
                      <a:pt x="372618" y="854297"/>
                    </a:cubicBezTo>
                    <a:lnTo>
                      <a:pt x="372618" y="653510"/>
                    </a:lnTo>
                    <a:cubicBezTo>
                      <a:pt x="439198" y="654082"/>
                      <a:pt x="444913" y="661035"/>
                      <a:pt x="479107" y="702469"/>
                    </a:cubicBezTo>
                    <a:cubicBezTo>
                      <a:pt x="485489" y="710089"/>
                      <a:pt x="492728" y="718756"/>
                      <a:pt x="501110" y="728472"/>
                    </a:cubicBezTo>
                    <a:lnTo>
                      <a:pt x="797909" y="1096804"/>
                    </a:lnTo>
                    <a:lnTo>
                      <a:pt x="885158" y="1204532"/>
                    </a:lnTo>
                    <a:cubicBezTo>
                      <a:pt x="885158" y="1204532"/>
                      <a:pt x="980885" y="1200436"/>
                      <a:pt x="1027366" y="1200436"/>
                    </a:cubicBezTo>
                    <a:cubicBezTo>
                      <a:pt x="1094994" y="1200436"/>
                      <a:pt x="1195102" y="1204627"/>
                      <a:pt x="1195102" y="1204627"/>
                    </a:cubicBezTo>
                    <a:lnTo>
                      <a:pt x="1195102" y="1131094"/>
                    </a:lnTo>
                    <a:lnTo>
                      <a:pt x="1186529" y="1129760"/>
                    </a:lnTo>
                    <a:close/>
                  </a:path>
                </a:pathLst>
              </a:custGeom>
              <a:solidFill>
                <a:schemeClr val="bg1"/>
              </a:solidFill>
              <a:ln w="9525">
                <a:noFill/>
              </a:ln>
            </p:spPr>
            <p:style>
              <a:lnRef idx="0"/>
              <a:fillRef idx="0"/>
              <a:effectRef idx="0"/>
              <a:fontRef idx="minor"/>
            </p:style>
            <p:txBody>
              <a:bodyPr lIns="90000" tIns="45000" rIns="90000" bIns="45000" anchor="ctr">
                <a:noAutofit/>
              </a:bodyPr>
              <a:p>
                <a:endParaRPr lang="en-US" sz="1800" b="0" u="none" strike="noStrike">
                  <a:solidFill>
                    <a:schemeClr val="dk1"/>
                  </a:solidFill>
                  <a:effectLst/>
                  <a:uFillTx/>
                  <a:latin typeface="Arial"/>
                </a:endParaRPr>
              </a:p>
            </p:txBody>
          </p:sp>
        </p:grpSp>
      </p:grpSp>
      <p:sp>
        <p:nvSpPr>
          <p:cNvPr id="582" name="TextBox 14"/>
          <p:cNvSpPr/>
          <p:nvPr/>
        </p:nvSpPr>
        <p:spPr>
          <a:xfrm>
            <a:off x="11689200" y="6487920"/>
            <a:ext cx="476280" cy="238680"/>
          </a:xfrm>
          <a:prstGeom prst="rect">
            <a:avLst/>
          </a:prstGeom>
          <a:noFill/>
          <a:ln w="0">
            <a:noFill/>
          </a:ln>
        </p:spPr>
        <p:style>
          <a:lnRef idx="0"/>
          <a:fillRef idx="0"/>
          <a:effectRef idx="0"/>
          <a:fontRef idx="minor"/>
        </p:style>
        <p:txBody>
          <a:bodyPr lIns="90000" tIns="45000" rIns="90000" bIns="45000" anchor="t">
            <a:spAutoFit/>
          </a:bodyPr>
          <a:p>
            <a:pPr defTabSz="914400">
              <a:lnSpc>
                <a:spcPct val="80000"/>
              </a:lnSpc>
            </a:pPr>
            <a:r>
              <a:rPr lang="en-US" sz="1200" b="0" u="none" strike="noStrike">
                <a:solidFill>
                  <a:schemeClr val="lt1"/>
                </a:solidFill>
                <a:effectLst/>
                <a:uFillTx/>
                <a:latin typeface="Georgia"/>
              </a:rPr>
              <a:t> </a:t>
            </a:r>
            <a:fld id="{FB214EC1-DE0E-4A4B-9737-7E2710E8148D}" type="slidenum">
              <a:rPr lang="en-US" sz="1130" b="0" u="none" strike="noStrike">
                <a:solidFill>
                  <a:schemeClr val="lt1"/>
                </a:solidFill>
                <a:effectLst/>
                <a:uFillTx/>
                <a:latin typeface="Arial"/>
              </a:rPr>
              <a:t>&lt;number&gt;</a:t>
            </a:fld>
            <a:endParaRPr lang="en-US" sz="1130" b="0" u="none" strike="noStrike">
              <a:solidFill>
                <a:srgbClr val="000000"/>
              </a:solidFill>
              <a:effectLst/>
              <a:uFillTx/>
              <a:latin typeface="Arial"/>
            </a:endParaRPr>
          </a:p>
        </p:txBody>
      </p:sp>
      <p:pic>
        <p:nvPicPr>
          <p:cNvPr id="583" name="Graphic 15"/>
          <p:cNvPicPr/>
          <p:nvPr/>
        </p:nvPicPr>
        <p:blipFill>
          <a:blip r:embed="rId5">
            <a:extLst>
              <a:ext uri="{96DAC541-7B7A-43D3-8B79-37D633B846F1}">
                <asvg:svgBlip xmlns:asvg="http://schemas.microsoft.com/office/drawing/2016/SVG/main" r:embed="rId6"/>
              </a:ext>
            </a:extLst>
          </a:blip>
          <a:stretch/>
        </p:blipFill>
        <p:spPr>
          <a:xfrm>
            <a:off x="9069840" y="6459120"/>
            <a:ext cx="2699280" cy="238680"/>
          </a:xfrm>
          <a:prstGeom prst="rect">
            <a:avLst/>
          </a:prstGeom>
          <a:noFill/>
          <a:ln w="0">
            <a:noFill/>
          </a:ln>
        </p:spPr>
      </p:pic>
    </p:spTree>
  </p:cSld>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Relationship Id="rId3" Type="http://schemas.openxmlformats.org/officeDocument/2006/relationships/slideLayout" Target="../slideLayouts/slideLayout2.xml"/>
</Relationships>
</file>

<file path=ppt/slideMasters/_rels/slideMaster3.xml.rels><?xml version="1.0" encoding="UTF-8"?>
<Relationships xmlns="http://schemas.openxmlformats.org/package/2006/relationships"><Relationship Id="rId1" Type="http://schemas.openxmlformats.org/officeDocument/2006/relationships/theme" Target="../theme/theme2.xml"/><Relationship Id="rId2" Type="http://schemas.openxmlformats.org/officeDocument/2006/relationships/slideLayout" Target="../slideLayouts/slideLayout3.xml"/><Relationship Id="rId3" Type="http://schemas.openxmlformats.org/officeDocument/2006/relationships/slideLayout" Target="../slideLayouts/slideLayout4.xml"/><Relationship Id="rId4" Type="http://schemas.openxmlformats.org/officeDocument/2006/relationships/slideLayout" Target="../slideLayouts/slideLayout5.xml"/><Relationship Id="rId5" Type="http://schemas.openxmlformats.org/officeDocument/2006/relationships/slideLayout" Target="../slideLayouts/slideLayout6.xml"/><Relationship Id="rId6" Type="http://schemas.openxmlformats.org/officeDocument/2006/relationships/slideLayout" Target="../slideLayouts/slideLayout7.xml"/><Relationship Id="rId7" Type="http://schemas.openxmlformats.org/officeDocument/2006/relationships/slideLayout" Target="../slideLayouts/slideLayout8.xml"/><Relationship Id="rId8" Type="http://schemas.openxmlformats.org/officeDocument/2006/relationships/slideLayout" Target="../slideLayouts/slideLayout9.xml"/><Relationship Id="rId9" Type="http://schemas.openxmlformats.org/officeDocument/2006/relationships/slideLayout" Target="../slideLayouts/slideLayout10.xml"/><Relationship Id="rId10" Type="http://schemas.openxmlformats.org/officeDocument/2006/relationships/slideLayout" Target="../slideLayouts/slideLayout11.xml"/><Relationship Id="rId11" Type="http://schemas.openxmlformats.org/officeDocument/2006/relationships/slideLayout" Target="../slideLayouts/slideLayout12.xml"/><Relationship Id="rId12" Type="http://schemas.openxmlformats.org/officeDocument/2006/relationships/slideLayout" Target="../slideLayouts/slideLayout13.xml"/><Relationship Id="rId13" Type="http://schemas.openxmlformats.org/officeDocument/2006/relationships/slideLayout" Target="../slideLayouts/slideLayout14.xml"/><Relationship Id="rId14" Type="http://schemas.openxmlformats.org/officeDocument/2006/relationships/slideLayout" Target="../slideLayouts/slideLayout15.xml"/><Relationship Id="rId15" Type="http://schemas.openxmlformats.org/officeDocument/2006/relationships/slideLayout" Target="../slideLayouts/slideLayout16.xml"/><Relationship Id="rId16" Type="http://schemas.openxmlformats.org/officeDocument/2006/relationships/slideLayout" Target="../slideLayouts/slideLayout17.xml"/><Relationship Id="rId17" Type="http://schemas.openxmlformats.org/officeDocument/2006/relationships/slideLayout" Target="../slideLayouts/slideLayout18.xml"/><Relationship Id="rId18" Type="http://schemas.openxmlformats.org/officeDocument/2006/relationships/slideLayout" Target="../slideLayouts/slideLayout19.xml"/><Relationship Id="rId19" Type="http://schemas.openxmlformats.org/officeDocument/2006/relationships/slideLayout" Target="../slideLayouts/slideLayout20.xml"/><Relationship Id="rId20" Type="http://schemas.openxmlformats.org/officeDocument/2006/relationships/slideLayout" Target="../slideLayouts/slideLayout21.xml"/><Relationship Id="rId21" Type="http://schemas.openxmlformats.org/officeDocument/2006/relationships/slideLayout" Target="../slideLayouts/slideLayout22.xml"/><Relationship Id="rId22" Type="http://schemas.openxmlformats.org/officeDocument/2006/relationships/slideLayout" Target="../slideLayouts/slideLayout23.xml"/><Relationship Id="rId23" Type="http://schemas.openxmlformats.org/officeDocument/2006/relationships/slideLayout" Target="../slideLayouts/slideLayout24.xml"/><Relationship Id="rId24" Type="http://schemas.openxmlformats.org/officeDocument/2006/relationships/slideLayout" Target="../slideLayouts/slideLayout25.xml"/><Relationship Id="rId25" Type="http://schemas.openxmlformats.org/officeDocument/2006/relationships/slideLayout" Target="../slideLayouts/slideLayout26.xml"/><Relationship Id="rId26" Type="http://schemas.openxmlformats.org/officeDocument/2006/relationships/slideLayout" Target="../slideLayouts/slideLayout27.xml"/><Relationship Id="rId27" Type="http://schemas.openxmlformats.org/officeDocument/2006/relationships/slideLayout" Target="../slideLayouts/slideLayout28.xml"/><Relationship Id="rId28" Type="http://schemas.openxmlformats.org/officeDocument/2006/relationships/slideLayout" Target="../slideLayouts/slideLayout29.xml"/><Relationship Id="rId29" Type="http://schemas.openxmlformats.org/officeDocument/2006/relationships/slideLayout" Target="../slideLayouts/slideLayout30.xml"/><Relationship Id="rId30" Type="http://schemas.openxmlformats.org/officeDocument/2006/relationships/slideLayout" Target="../slideLayouts/slideLayout31.xml"/>
</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2"/>
    <p:sldLayoutId id="2147483650" r:id="rId3"/>
  </p:sldLayoutIdLst>
</p:sldMaster>
</file>

<file path=ppt/slideMasters/slideMaster3.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52" r:id="rId2"/>
    <p:sldLayoutId id="2147483653" r:id="rId3"/>
    <p:sldLayoutId id="2147483654" r:id="rId4"/>
    <p:sldLayoutId id="2147483655" r:id="rId5"/>
    <p:sldLayoutId id="2147483656" r:id="rId6"/>
    <p:sldLayoutId id="2147483657" r:id="rId7"/>
    <p:sldLayoutId id="2147483658" r:id="rId8"/>
    <p:sldLayoutId id="2147483659" r:id="rId9"/>
    <p:sldLayoutId id="2147483660" r:id="rId10"/>
    <p:sldLayoutId id="2147483661" r:id="rId11"/>
    <p:sldLayoutId id="2147483662" r:id="rId12"/>
    <p:sldLayoutId id="2147483663" r:id="rId13"/>
    <p:sldLayoutId id="2147483664" r:id="rId14"/>
    <p:sldLayoutId id="2147483665" r:id="rId15"/>
    <p:sldLayoutId id="2147483666" r:id="rId16"/>
    <p:sldLayoutId id="2147483667" r:id="rId17"/>
    <p:sldLayoutId id="2147483668" r:id="rId18"/>
    <p:sldLayoutId id="2147483669" r:id="rId19"/>
    <p:sldLayoutId id="2147483670" r:id="rId20"/>
    <p:sldLayoutId id="2147483671" r:id="rId21"/>
    <p:sldLayoutId id="2147483672" r:id="rId22"/>
    <p:sldLayoutId id="2147483673" r:id="rId23"/>
    <p:sldLayoutId id="2147483674" r:id="rId24"/>
    <p:sldLayoutId id="2147483675" r:id="rId25"/>
    <p:sldLayoutId id="2147483676" r:id="rId26"/>
    <p:sldLayoutId id="2147483677" r:id="rId27"/>
    <p:sldLayoutId id="2147483678" r:id="rId28"/>
    <p:sldLayoutId id="2147483679" r:id="rId29"/>
    <p:sldLayoutId id="2147483680" r:id="rId30"/>
  </p:sldLayoutIdLst>
</p:sldMaster>
</file>

<file path=ppt/slides/_rels/slide1.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
</Relationships>
</file>

<file path=ppt/slides/_rels/slide2.xml.rels><?xml version="1.0" encoding="UTF-8"?>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
</Relationships>
</file>

<file path=ppt/slides/_rels/slide3.xml.rels><?xml version="1.0" encoding="UTF-8"?>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3.xml"/>
</Relationships>
</file>

<file path=ppt/slides/_rels/slide4.xml.rels><?xml version="1.0" encoding="UTF-8"?>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4.xml"/>
</Relationships>
</file>

<file path=ppt/slides/_rels/slide5.xml.rels><?xml version="1.0" encoding="UTF-8"?>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5.xml"/>
</Relationships>
</file>

<file path=ppt/slides/_rels/slide6.xml.rels><?xml version="1.0" encoding="UTF-8"?>
<Relationships xmlns="http://schemas.openxmlformats.org/package/2006/relationships"><Relationship Id="rId1" Type="http://schemas.openxmlformats.org/officeDocument/2006/relationships/image" Target="../media/image6.png"/><Relationship Id="rId2" Type="http://schemas.openxmlformats.org/officeDocument/2006/relationships/slideLayout" Target="../slideLayouts/slideLayout16.xml"/><Relationship Id="rId3" Type="http://schemas.openxmlformats.org/officeDocument/2006/relationships/notesSlide" Target="../notesSlides/notesSlide6.xml"/>
</Relationships>
</file>

<file path=ppt/slides/_rels/slide7.xml.rels><?xml version="1.0" encoding="UTF-8"?>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7.xml"/>
</Relationships>
</file>

<file path=ppt/slides/_rels/slide8.xml.rels><?xml version="1.0" encoding="UTF-8"?>
<Relationships xmlns="http://schemas.openxmlformats.org/package/2006/relationships"><Relationship Id="rId1" Type="http://schemas.openxmlformats.org/officeDocument/2006/relationships/image" Target="../media/image7.png"/><Relationship Id="rId2" Type="http://schemas.openxmlformats.org/officeDocument/2006/relationships/image" Target="../media/image8.png"/><Relationship Id="rId3" Type="http://schemas.openxmlformats.org/officeDocument/2006/relationships/slideLayout" Target="../slideLayouts/slideLayout23.xml"/><Relationship Id="rId4" Type="http://schemas.openxmlformats.org/officeDocument/2006/relationships/notesSlide" Target="../notesSlides/notesSlide8.xml"/>
</Relationships>
</file>

<file path=ppt/slides/_rels/slide9.xml.rels><?xml version="1.0" encoding="UTF-8"?>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
</Relationships>
</file>

<file path=ppt/slides/_rels/slide10.xml.rels><?xml version="1.0" encoding="UTF-8"?>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0.xml"/>
</Relationships>
</file>

<file path=ppt/slides/_rels/slide11.xml.rels><?xml version="1.0" encoding="UTF-8"?>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11.xml"/>
</Relationships>
</file>

<file path=ppt/slides/_rels/slide12.xml.rels><?xml version="1.0" encoding="UTF-8"?>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2.xml"/>
</Relationships>
</file>

<file path=ppt/slides/_rels/slide13.xml.rels><?xml version="1.0" encoding="UTF-8"?>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
</Relationships>
</file>

<file path=ppt/slides/_rels/slide14.xml.rels><?xml version="1.0" encoding="UTF-8"?>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4.xml"/>
</Relationships>
</file>

<file path=ppt/slides/_rels/slide15.xml.rels><?xml version="1.0" encoding="UTF-8"?>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15.xml"/>
</Relationships>
</file>

<file path=ppt/slides/_rels/slide16.xml.rels><?xml version="1.0" encoding="UTF-8"?>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6.xml"/>
</Relationships>
</file>

<file path=ppt/slides/_rels/slide17.xml.rels><?xml version="1.0" encoding="UTF-8"?>
<Relationships xmlns="http://schemas.openxmlformats.org/package/2006/relationships"><Relationship Id="rId1" Type="http://schemas.openxmlformats.org/officeDocument/2006/relationships/image" Target="../media/image9.png"/><Relationship Id="rId2" Type="http://schemas.openxmlformats.org/officeDocument/2006/relationships/slideLayout" Target="../slideLayouts/slideLayout19.xml"/><Relationship Id="rId3" Type="http://schemas.openxmlformats.org/officeDocument/2006/relationships/notesSlide" Target="../notesSlides/notesSlide17.xml"/>
</Relationships>
</file>

<file path=ppt/slides/_rels/slide18.xml.rels><?xml version="1.0" encoding="UTF-8"?>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8.xml"/>
</Relationships>
</file>

<file path=ppt/slides/_rels/slide19.xml.rels><?xml version="1.0" encoding="UTF-8"?>
<Relationships xmlns="http://schemas.openxmlformats.org/package/2006/relationships"><Relationship Id="rId1" Type="http://schemas.openxmlformats.org/officeDocument/2006/relationships/image" Target="../media/image10.png"/><Relationship Id="rId2" Type="http://schemas.openxmlformats.org/officeDocument/2006/relationships/slideLayout" Target="../slideLayouts/slideLayout22.xml"/><Relationship Id="rId3" Type="http://schemas.openxmlformats.org/officeDocument/2006/relationships/notesSlide" Target="../notesSlides/notesSlide19.xml"/>
</Relationships>
</file>

<file path=ppt/slides/_rels/slide20.xml.rels><?xml version="1.0" encoding="UTF-8"?>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0.xml"/>
</Relationships>
</file>

<file path=ppt/slides/_rels/slide21.xml.rels><?xml version="1.0" encoding="UTF-8"?>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1.xml"/>
</Relationships>
</file>

<file path=ppt/slides/_rels/slide22.xml.rels><?xml version="1.0" encoding="UTF-8"?>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
</Relationships>
</file>

<file path=ppt/slides/_rels/slide23.xml.rels><?xml version="1.0" encoding="UTF-8"?>
<Relationships xmlns="http://schemas.openxmlformats.org/package/2006/relationships"><Relationship Id="rId1" Type="http://schemas.openxmlformats.org/officeDocument/2006/relationships/slideLayout" Target="../slideLayouts/slideLayout28.xml"/><Relationship Id="rId2" Type="http://schemas.openxmlformats.org/officeDocument/2006/relationships/notesSlide" Target="../notesSlides/notesSlide23.xml"/>
</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90" name="PlaceHolder 1"/>
          <p:cNvSpPr>
            <a:spLocks noGrp="1"/>
          </p:cNvSpPr>
          <p:nvPr>
            <p:ph type="title" hasCustomPrompt="1"/>
          </p:nvPr>
        </p:nvSpPr>
        <p:spPr>
          <a:xfrm>
            <a:off x="6235920" y="1199880"/>
            <a:ext cx="5698440" cy="2898720"/>
          </a:xfrm>
          <a:prstGeom prst="rect">
            <a:avLst/>
          </a:prstGeom>
          <a:noFill/>
          <a:ln w="0">
            <a:noFill/>
          </a:ln>
        </p:spPr>
        <p:txBody>
          <a:bodyPr lIns="90000" tIns="45000" rIns="90000" bIns="45000" anchor="b">
            <a:noAutofit/>
          </a:bodyPr>
          <a:p>
            <a:pPr indent="0" algn="r" defTabSz="914400">
              <a:lnSpc>
                <a:spcPct val="90000"/>
              </a:lnSpc>
              <a:buNone/>
              <a:tabLst>
                <a:tab pos="0" algn="l"/>
              </a:tabLst>
            </a:pPr>
            <a:r>
              <a:rPr lang="en-US" sz="2800" b="1" u="none" strike="noStrike">
                <a:solidFill>
                  <a:schemeClr val="lt1"/>
                </a:solidFill>
                <a:effectLst/>
                <a:uFillTx/>
                <a:latin typeface="Arial"/>
              </a:rPr>
              <a:t>Dynamic Flexible Job Shop Scheduling via Deep Reinforcement Learning</a:t>
            </a:r>
            <a:endParaRPr lang="en-US" sz="2800" b="1" u="none" strike="noStrike">
              <a:solidFill>
                <a:schemeClr val="lt1"/>
              </a:solidFill>
              <a:effectLst/>
              <a:uFillTx/>
              <a:latin typeface="Arial"/>
            </a:endParaRPr>
          </a:p>
        </p:txBody>
      </p:sp>
      <p:sp>
        <p:nvSpPr>
          <p:cNvPr id="591" name="PlaceHolder 2"/>
          <p:cNvSpPr>
            <a:spLocks noGrp="1"/>
          </p:cNvSpPr>
          <p:nvPr>
            <p:ph type="subTitle" hasCustomPrompt="1"/>
          </p:nvPr>
        </p:nvSpPr>
        <p:spPr>
          <a:xfrm>
            <a:off x="6235920" y="4200120"/>
            <a:ext cx="5698440" cy="1448640"/>
          </a:xfrm>
          <a:prstGeom prst="rect">
            <a:avLst/>
          </a:prstGeom>
          <a:noFill/>
          <a:ln w="0">
            <a:noFill/>
          </a:ln>
        </p:spPr>
        <p:txBody>
          <a:bodyPr lIns="90000" tIns="45000" rIns="90000" bIns="45000" anchor="t">
            <a:noAutofit/>
          </a:bodyPr>
          <a:p>
            <a:pPr indent="0" algn="r" defTabSz="914400">
              <a:lnSpc>
                <a:spcPct val="90000"/>
              </a:lnSpc>
              <a:spcBef>
                <a:spcPts val="1001"/>
              </a:spcBef>
              <a:buNone/>
              <a:tabLst>
                <a:tab pos="0" algn="l"/>
              </a:tabLst>
            </a:pPr>
            <a:r>
              <a:rPr lang="en-US" sz="1800" b="1" u="none" strike="noStrike">
                <a:solidFill>
                  <a:schemeClr val="lt1"/>
                </a:solidFill>
                <a:effectLst/>
                <a:uFillTx/>
                <a:latin typeface="Arial"/>
              </a:rPr>
              <a:t>Unity/AGV Simulation - Capstone Planning Presentation</a:t>
            </a:r>
            <a:endParaRPr lang="en-US" sz="1800" b="0" u="none" strike="noStrike">
              <a:solidFill>
                <a:srgbClr val="000000"/>
              </a:solidFill>
              <a:effectLst/>
              <a:uFillTx/>
              <a:latin typeface="Arial"/>
            </a:endParaRPr>
          </a:p>
          <a:p>
            <a:pPr indent="0" algn="r" defTabSz="914400">
              <a:lnSpc>
                <a:spcPct val="90000"/>
              </a:lnSpc>
              <a:spcBef>
                <a:spcPts val="1001"/>
              </a:spcBef>
              <a:buNone/>
              <a:tabLst>
                <a:tab pos="0" algn="l"/>
              </a:tabLst>
            </a:pPr>
            <a:r>
              <a:rPr lang="en-US" sz="1400" b="0" u="none" strike="noStrike">
                <a:solidFill>
                  <a:schemeClr val="lt1"/>
                </a:solidFill>
                <a:effectLst/>
                <a:uFillTx/>
                <a:latin typeface="Arial"/>
              </a:rPr>
              <a:t>Mike Eaton  ·  Advisor: Dr. Michael Kuhl  ·  Solo Capstone</a:t>
            </a:r>
            <a:endParaRPr lang="en-US" sz="14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92" name="TextBox 1"/>
          <p:cNvSpPr/>
          <p:nvPr/>
        </p:nvSpPr>
        <p:spPr>
          <a:xfrm>
            <a:off x="548640" y="320040"/>
            <a:ext cx="11090160" cy="711720"/>
          </a:xfrm>
          <a:prstGeom prst="rect">
            <a:avLst/>
          </a:prstGeom>
          <a:noFill/>
          <a:ln w="0">
            <a:noFill/>
          </a:ln>
        </p:spPr>
        <p:style>
          <a:lnRef idx="0"/>
          <a:fillRef idx="0"/>
          <a:effectRef idx="0"/>
          <a:fontRef idx="minor"/>
        </p:style>
        <p:txBody>
          <a:bodyPr lIns="0" tIns="0" rIns="0" bIns="0" anchor="b">
            <a:spAutoFit/>
          </a:bodyPr>
          <a:p>
            <a:pPr defTabSz="914400">
              <a:lnSpc>
                <a:spcPct val="100000"/>
              </a:lnSpc>
            </a:pPr>
            <a:r>
              <a:rPr lang="en-US" sz="3200" b="1" u="none" strike="noStrike">
                <a:solidFill>
                  <a:srgbClr val="0E2841"/>
                </a:solidFill>
                <a:effectLst/>
                <a:uFillTx/>
                <a:latin typeface="Arial"/>
              </a:rPr>
              <a:t>Project Overview</a:t>
            </a:r>
            <a:endParaRPr lang="en-US" sz="3200" b="0" u="none" strike="noStrike">
              <a:solidFill>
                <a:srgbClr val="000000"/>
              </a:solidFill>
              <a:effectLst/>
              <a:uFillTx/>
              <a:latin typeface="Arial"/>
            </a:endParaRPr>
          </a:p>
        </p:txBody>
      </p:sp>
      <p:sp>
        <p:nvSpPr>
          <p:cNvPr id="593" name="Oval 2"/>
          <p:cNvSpPr/>
          <p:nvPr/>
        </p:nvSpPr>
        <p:spPr>
          <a:xfrm>
            <a:off x="548640" y="1417320"/>
            <a:ext cx="382680" cy="382680"/>
          </a:xfrm>
          <a:prstGeom prst="ellipse">
            <a:avLst/>
          </a:prstGeom>
          <a:solidFill>
            <a:srgbClr val="F76904"/>
          </a:solidFill>
          <a:ln>
            <a:noFill/>
          </a:ln>
        </p:spPr>
        <p:style>
          <a:lnRef idx="1">
            <a:schemeClr val="accent1"/>
          </a:lnRef>
          <a:fillRef idx="3">
            <a:schemeClr val="accent1"/>
          </a:fillRef>
          <a:effectRef idx="2">
            <a:schemeClr val="accent1"/>
          </a:effectRef>
          <a:fontRef idx="minor"/>
        </p:style>
        <p:txBody>
          <a:bodyPr wrap="none" lIns="0" tIns="0" rIns="0" bIns="0" anchor="ctr">
            <a:noAutofit/>
          </a:bodyPr>
          <a:p>
            <a:pPr algn="ctr" defTabSz="914400">
              <a:lnSpc>
                <a:spcPct val="100000"/>
              </a:lnSpc>
            </a:pPr>
            <a:r>
              <a:rPr lang="en-US" sz="1500" b="1" u="none" strike="noStrike">
                <a:solidFill>
                  <a:srgbClr val="FFFFFF"/>
                </a:solidFill>
                <a:effectLst/>
                <a:uFillTx/>
                <a:latin typeface="Arial"/>
              </a:rPr>
              <a:t>1</a:t>
            </a:r>
            <a:endParaRPr lang="en-US" sz="1500" b="0" u="none" strike="noStrike">
              <a:solidFill>
                <a:srgbClr val="FFFFFF"/>
              </a:solidFill>
              <a:effectLst/>
              <a:uFillTx/>
              <a:latin typeface="Arial"/>
            </a:endParaRPr>
          </a:p>
        </p:txBody>
      </p:sp>
      <p:sp>
        <p:nvSpPr>
          <p:cNvPr id="594" name="TextBox 3"/>
          <p:cNvSpPr/>
          <p:nvPr/>
        </p:nvSpPr>
        <p:spPr>
          <a:xfrm>
            <a:off x="1115640" y="1371600"/>
            <a:ext cx="9581400" cy="1004400"/>
          </a:xfrm>
          <a:prstGeom prst="rect">
            <a:avLst/>
          </a:prstGeom>
          <a:noFill/>
          <a:ln w="0">
            <a:noFill/>
          </a:ln>
        </p:spPr>
        <p:style>
          <a:lnRef idx="0"/>
          <a:fillRef idx="0"/>
          <a:effectRef idx="0"/>
          <a:fontRef idx="minor"/>
        </p:style>
        <p:txBody>
          <a:bodyPr lIns="0" tIns="0" rIns="0" bIns="0" anchor="t">
            <a:spAutoFit/>
          </a:bodyPr>
          <a:p>
            <a:pPr defTabSz="914400">
              <a:lnSpc>
                <a:spcPct val="100000"/>
              </a:lnSpc>
            </a:pPr>
            <a:r>
              <a:rPr lang="en-US" sz="1650" b="1" u="none" strike="noStrike">
                <a:solidFill>
                  <a:srgbClr val="0E2841"/>
                </a:solidFill>
                <a:effectLst/>
                <a:uFillTx/>
                <a:latin typeface="Arial"/>
              </a:rPr>
              <a:t>Dynamic Flexible Job Shop Scheduling (FJSP)</a:t>
            </a:r>
            <a:endParaRPr lang="en-US" sz="1650" b="0" u="none" strike="noStrike">
              <a:solidFill>
                <a:srgbClr val="000000"/>
              </a:solidFill>
              <a:effectLst/>
              <a:uFillTx/>
              <a:latin typeface="Arial"/>
            </a:endParaRPr>
          </a:p>
          <a:p>
            <a:pPr defTabSz="914400">
              <a:lnSpc>
                <a:spcPct val="100000"/>
              </a:lnSpc>
              <a:spcBef>
                <a:spcPts val="201"/>
              </a:spcBef>
            </a:pPr>
            <a:r>
              <a:rPr lang="en-US" sz="1350" b="0" u="none" strike="noStrike">
                <a:solidFill>
                  <a:srgbClr val="333A40"/>
                </a:solidFill>
                <a:effectLst/>
                <a:uFillTx/>
                <a:latin typeface="Arial"/>
              </a:rPr>
              <a:t>Machines fail mid-episode, jobs arrive unpredictably - any schedule committed at episode start goes stale</a:t>
            </a:r>
            <a:endParaRPr lang="en-US" sz="1350" b="0" u="none" strike="noStrike">
              <a:solidFill>
                <a:srgbClr val="000000"/>
              </a:solidFill>
              <a:effectLst/>
              <a:uFillTx/>
              <a:latin typeface="Arial"/>
            </a:endParaRPr>
          </a:p>
        </p:txBody>
      </p:sp>
      <p:sp>
        <p:nvSpPr>
          <p:cNvPr id="595" name="Oval 4"/>
          <p:cNvSpPr/>
          <p:nvPr/>
        </p:nvSpPr>
        <p:spPr>
          <a:xfrm>
            <a:off x="548640" y="2331720"/>
            <a:ext cx="382680" cy="382680"/>
          </a:xfrm>
          <a:prstGeom prst="ellipse">
            <a:avLst/>
          </a:prstGeom>
          <a:solidFill>
            <a:srgbClr val="F76904"/>
          </a:solidFill>
          <a:ln>
            <a:noFill/>
          </a:ln>
        </p:spPr>
        <p:style>
          <a:lnRef idx="1">
            <a:schemeClr val="accent1"/>
          </a:lnRef>
          <a:fillRef idx="3">
            <a:schemeClr val="accent1"/>
          </a:fillRef>
          <a:effectRef idx="2">
            <a:schemeClr val="accent1"/>
          </a:effectRef>
          <a:fontRef idx="minor"/>
        </p:style>
        <p:txBody>
          <a:bodyPr wrap="none" lIns="0" tIns="0" rIns="0" bIns="0" anchor="ctr">
            <a:noAutofit/>
          </a:bodyPr>
          <a:p>
            <a:pPr algn="ctr" defTabSz="914400">
              <a:lnSpc>
                <a:spcPct val="100000"/>
              </a:lnSpc>
            </a:pPr>
            <a:r>
              <a:rPr lang="en-US" sz="1500" b="1" u="none" strike="noStrike">
                <a:solidFill>
                  <a:srgbClr val="FFFFFF"/>
                </a:solidFill>
                <a:effectLst/>
                <a:uFillTx/>
                <a:latin typeface="Arial"/>
              </a:rPr>
              <a:t>2</a:t>
            </a:r>
            <a:endParaRPr lang="en-US" sz="1500" b="0" u="none" strike="noStrike">
              <a:solidFill>
                <a:srgbClr val="FFFFFF"/>
              </a:solidFill>
              <a:effectLst/>
              <a:uFillTx/>
              <a:latin typeface="Arial"/>
            </a:endParaRPr>
          </a:p>
        </p:txBody>
      </p:sp>
      <p:sp>
        <p:nvSpPr>
          <p:cNvPr id="596" name="TextBox 5"/>
          <p:cNvSpPr/>
          <p:nvPr/>
        </p:nvSpPr>
        <p:spPr>
          <a:xfrm>
            <a:off x="1115640" y="2286000"/>
            <a:ext cx="9581400" cy="482040"/>
          </a:xfrm>
          <a:prstGeom prst="rect">
            <a:avLst/>
          </a:prstGeom>
          <a:noFill/>
          <a:ln w="0">
            <a:noFill/>
          </a:ln>
        </p:spPr>
        <p:style>
          <a:lnRef idx="0"/>
          <a:fillRef idx="0"/>
          <a:effectRef idx="0"/>
          <a:fontRef idx="minor"/>
        </p:style>
        <p:txBody>
          <a:bodyPr lIns="0" tIns="0" rIns="0" bIns="0" anchor="t">
            <a:spAutoFit/>
          </a:bodyPr>
          <a:p>
            <a:pPr defTabSz="914400">
              <a:lnSpc>
                <a:spcPct val="100000"/>
              </a:lnSpc>
            </a:pPr>
            <a:r>
              <a:rPr lang="en-US" sz="1650" b="1" u="none" strike="noStrike">
                <a:solidFill>
                  <a:srgbClr val="0E2841"/>
                </a:solidFill>
                <a:effectLst/>
                <a:uFillTx/>
                <a:latin typeface="Arial"/>
              </a:rPr>
              <a:t>Jobs physically transported by a fleet of AGVs (Automated Guided Vehicles)</a:t>
            </a:r>
            <a:endParaRPr lang="en-US" sz="1650" b="0" u="none" strike="noStrike">
              <a:solidFill>
                <a:srgbClr val="000000"/>
              </a:solidFill>
              <a:effectLst/>
              <a:uFillTx/>
              <a:latin typeface="Arial"/>
            </a:endParaRPr>
          </a:p>
          <a:p>
            <a:pPr defTabSz="914400">
              <a:lnSpc>
                <a:spcPct val="100000"/>
              </a:lnSpc>
              <a:spcBef>
                <a:spcPts val="201"/>
              </a:spcBef>
            </a:pPr>
            <a:r>
              <a:rPr lang="en-US" sz="1350" b="0" u="none" strike="noStrike">
                <a:solidFill>
                  <a:srgbClr val="333A40"/>
                </a:solidFill>
                <a:effectLst/>
                <a:uFillTx/>
                <a:latin typeface="Arial"/>
              </a:rPr>
              <a:t>Emergent from simulation, not modeled, as in classic DES / scheduling literature</a:t>
            </a:r>
            <a:endParaRPr lang="en-US" sz="1350" b="0" u="none" strike="noStrike">
              <a:solidFill>
                <a:srgbClr val="000000"/>
              </a:solidFill>
              <a:effectLst/>
              <a:uFillTx/>
              <a:latin typeface="Arial"/>
            </a:endParaRPr>
          </a:p>
        </p:txBody>
      </p:sp>
      <p:sp>
        <p:nvSpPr>
          <p:cNvPr id="597" name="Oval 6"/>
          <p:cNvSpPr/>
          <p:nvPr/>
        </p:nvSpPr>
        <p:spPr>
          <a:xfrm>
            <a:off x="548640" y="3246120"/>
            <a:ext cx="382680" cy="382680"/>
          </a:xfrm>
          <a:prstGeom prst="ellipse">
            <a:avLst/>
          </a:prstGeom>
          <a:solidFill>
            <a:srgbClr val="F76904"/>
          </a:solidFill>
          <a:ln>
            <a:noFill/>
          </a:ln>
        </p:spPr>
        <p:style>
          <a:lnRef idx="1">
            <a:schemeClr val="accent1"/>
          </a:lnRef>
          <a:fillRef idx="3">
            <a:schemeClr val="accent1"/>
          </a:fillRef>
          <a:effectRef idx="2">
            <a:schemeClr val="accent1"/>
          </a:effectRef>
          <a:fontRef idx="minor"/>
        </p:style>
        <p:txBody>
          <a:bodyPr wrap="none" lIns="0" tIns="0" rIns="0" bIns="0" anchor="ctr">
            <a:noAutofit/>
          </a:bodyPr>
          <a:p>
            <a:pPr algn="ctr" defTabSz="914400">
              <a:lnSpc>
                <a:spcPct val="100000"/>
              </a:lnSpc>
            </a:pPr>
            <a:r>
              <a:rPr lang="en-US" sz="1500" b="1" u="none" strike="noStrike">
                <a:solidFill>
                  <a:srgbClr val="FFFFFF"/>
                </a:solidFill>
                <a:effectLst/>
                <a:uFillTx/>
                <a:latin typeface="Arial"/>
              </a:rPr>
              <a:t>3</a:t>
            </a:r>
            <a:endParaRPr lang="en-US" sz="1500" b="0" u="none" strike="noStrike">
              <a:solidFill>
                <a:srgbClr val="FFFFFF"/>
              </a:solidFill>
              <a:effectLst/>
              <a:uFillTx/>
              <a:latin typeface="Arial"/>
            </a:endParaRPr>
          </a:p>
        </p:txBody>
      </p:sp>
      <p:sp>
        <p:nvSpPr>
          <p:cNvPr id="598" name="TextBox 7"/>
          <p:cNvSpPr/>
          <p:nvPr/>
        </p:nvSpPr>
        <p:spPr>
          <a:xfrm>
            <a:off x="1115640" y="3200400"/>
            <a:ext cx="9581400" cy="1004400"/>
          </a:xfrm>
          <a:prstGeom prst="rect">
            <a:avLst/>
          </a:prstGeom>
          <a:noFill/>
          <a:ln w="0">
            <a:noFill/>
          </a:ln>
        </p:spPr>
        <p:style>
          <a:lnRef idx="0"/>
          <a:fillRef idx="0"/>
          <a:effectRef idx="0"/>
          <a:fontRef idx="minor"/>
        </p:style>
        <p:txBody>
          <a:bodyPr lIns="0" tIns="0" rIns="0" bIns="0" anchor="t">
            <a:spAutoFit/>
          </a:bodyPr>
          <a:p>
            <a:pPr defTabSz="914400">
              <a:lnSpc>
                <a:spcPct val="100000"/>
              </a:lnSpc>
            </a:pPr>
            <a:r>
              <a:rPr lang="en-US" sz="1650" b="1" u="none" strike="noStrike">
                <a:solidFill>
                  <a:srgbClr val="0E2841"/>
                </a:solidFill>
                <a:effectLst/>
                <a:uFillTx/>
                <a:latin typeface="Arial"/>
              </a:rPr>
              <a:t>Built in Unity/C# with ML-Agents</a:t>
            </a:r>
            <a:endParaRPr lang="en-US" sz="1650" b="0" u="none" strike="noStrike">
              <a:solidFill>
                <a:srgbClr val="000000"/>
              </a:solidFill>
              <a:effectLst/>
              <a:uFillTx/>
              <a:latin typeface="Arial"/>
            </a:endParaRPr>
          </a:p>
          <a:p>
            <a:pPr defTabSz="914400">
              <a:lnSpc>
                <a:spcPct val="100000"/>
              </a:lnSpc>
              <a:spcBef>
                <a:spcPts val="201"/>
              </a:spcBef>
            </a:pPr>
            <a:r>
              <a:rPr lang="en-US" sz="1350" b="0" u="none" strike="noStrike">
                <a:solidFill>
                  <a:srgbClr val="333A40"/>
                </a:solidFill>
                <a:effectLst/>
                <a:uFillTx/>
                <a:latin typeface="Arial"/>
              </a:rPr>
              <a:t>Trained via a Python-side PPO (Proximal Policy Optimization) agent</a:t>
            </a:r>
            <a:endParaRPr lang="en-US" sz="1350" b="0" u="none" strike="noStrike">
              <a:solidFill>
                <a:srgbClr val="000000"/>
              </a:solidFill>
              <a:effectLst/>
              <a:uFillTx/>
              <a:latin typeface="Arial"/>
            </a:endParaRPr>
          </a:p>
          <a:p>
            <a:pPr defTabSz="914400">
              <a:lnSpc>
                <a:spcPct val="100000"/>
              </a:lnSpc>
              <a:spcBef>
                <a:spcPts val="201"/>
              </a:spcBef>
            </a:pPr>
            <a:r>
              <a:rPr lang="en-US" sz="1350" b="0" u="none" strike="noStrike">
                <a:solidFill>
                  <a:srgbClr val="333A40"/>
                </a:solidFill>
                <a:effectLst/>
                <a:uFillTx/>
                <a:latin typeface="Arial"/>
              </a:rPr>
              <a:t>Each decision point, the agent (or a baseline heuristic) picks from a set of composite Priority Dispatching Rules (PDRs)</a:t>
            </a:r>
            <a:endParaRPr lang="en-US" sz="1350" b="0" u="none" strike="noStrike">
              <a:solidFill>
                <a:srgbClr val="000000"/>
              </a:solidFill>
              <a:effectLst/>
              <a:uFillTx/>
              <a:latin typeface="Arial"/>
            </a:endParaRPr>
          </a:p>
        </p:txBody>
      </p:sp>
      <p:sp>
        <p:nvSpPr>
          <p:cNvPr id="599" name="Rounded Rectangle 8"/>
          <p:cNvSpPr/>
          <p:nvPr/>
        </p:nvSpPr>
        <p:spPr>
          <a:xfrm>
            <a:off x="548640" y="4892040"/>
            <a:ext cx="4936320" cy="867240"/>
          </a:xfrm>
          <a:prstGeom prst="roundRect">
            <a:avLst>
              <a:gd name="adj" fmla="val 6000"/>
            </a:avLst>
          </a:prstGeom>
          <a:solidFill>
            <a:srgbClr val="0E2841"/>
          </a:solidFill>
          <a:ln>
            <a:noFill/>
          </a:ln>
        </p:spPr>
        <p:style>
          <a:lnRef idx="1">
            <a:schemeClr val="accent1"/>
          </a:lnRef>
          <a:fillRef idx="3">
            <a:schemeClr val="accent1"/>
          </a:fillRef>
          <a:effectRef idx="2">
            <a:schemeClr val="accent1"/>
          </a:effectRef>
          <a:fontRef idx="minor"/>
        </p:style>
        <p:txBody>
          <a:bodyPr lIns="90000" tIns="91440" rIns="90000" bIns="91440" anchor="ctr">
            <a:noAutofit/>
          </a:bodyPr>
          <a:p>
            <a:pPr algn="ctr" defTabSz="914400">
              <a:lnSpc>
                <a:spcPct val="100000"/>
              </a:lnSpc>
            </a:pPr>
            <a:r>
              <a:rPr lang="en-US" sz="1300" b="1" u="none" strike="noStrike">
                <a:solidFill>
                  <a:srgbClr val="F76904"/>
                </a:solidFill>
                <a:effectLst/>
                <a:uFillTx/>
                <a:latin typeface="Arial"/>
              </a:rPr>
              <a:t>Goal 1</a:t>
            </a:r>
            <a:endParaRPr lang="en-US" sz="1300" b="0" u="none" strike="noStrike">
              <a:solidFill>
                <a:srgbClr val="FFFFFF"/>
              </a:solidFill>
              <a:effectLst/>
              <a:uFillTx/>
              <a:latin typeface="Arial"/>
            </a:endParaRPr>
          </a:p>
          <a:p>
            <a:pPr defTabSz="914400">
              <a:lnSpc>
                <a:spcPct val="100000"/>
              </a:lnSpc>
            </a:pPr>
            <a:r>
              <a:rPr lang="en-US" sz="1250" b="0" u="none" strike="noStrike">
                <a:solidFill>
                  <a:srgbClr val="FFFFFF"/>
                </a:solidFill>
                <a:effectLst/>
                <a:uFillTx/>
                <a:latin typeface="Arial"/>
              </a:rPr>
              <a:t>Match standard heuristics under ideal, obstacle-free conditions</a:t>
            </a:r>
            <a:endParaRPr lang="en-US" sz="1250" b="0" u="none" strike="noStrike">
              <a:solidFill>
                <a:srgbClr val="FFFFFF"/>
              </a:solidFill>
              <a:effectLst/>
              <a:uFillTx/>
              <a:latin typeface="Arial"/>
            </a:endParaRPr>
          </a:p>
        </p:txBody>
      </p:sp>
      <p:sp>
        <p:nvSpPr>
          <p:cNvPr id="600" name="Rounded Rectangle 9"/>
          <p:cNvSpPr/>
          <p:nvPr/>
        </p:nvSpPr>
        <p:spPr>
          <a:xfrm>
            <a:off x="5760720" y="4892040"/>
            <a:ext cx="4936320" cy="867240"/>
          </a:xfrm>
          <a:prstGeom prst="roundRect">
            <a:avLst>
              <a:gd name="adj" fmla="val 6000"/>
            </a:avLst>
          </a:prstGeom>
          <a:solidFill>
            <a:srgbClr val="0E2841"/>
          </a:solidFill>
          <a:ln>
            <a:noFill/>
          </a:ln>
        </p:spPr>
        <p:style>
          <a:lnRef idx="1">
            <a:schemeClr val="accent1"/>
          </a:lnRef>
          <a:fillRef idx="3">
            <a:schemeClr val="accent1"/>
          </a:fillRef>
          <a:effectRef idx="2">
            <a:schemeClr val="accent1"/>
          </a:effectRef>
          <a:fontRef idx="minor"/>
        </p:style>
        <p:txBody>
          <a:bodyPr lIns="90000" tIns="91440" rIns="90000" bIns="91440" anchor="ctr">
            <a:noAutofit/>
          </a:bodyPr>
          <a:p>
            <a:pPr algn="ctr" defTabSz="914400">
              <a:lnSpc>
                <a:spcPct val="100000"/>
              </a:lnSpc>
            </a:pPr>
            <a:r>
              <a:rPr lang="en-US" sz="1300" b="1" u="none" strike="noStrike">
                <a:solidFill>
                  <a:srgbClr val="F76904"/>
                </a:solidFill>
                <a:effectLst/>
                <a:uFillTx/>
                <a:latin typeface="Arial"/>
              </a:rPr>
              <a:t>Goal 2</a:t>
            </a:r>
            <a:endParaRPr lang="en-US" sz="1300" b="0" u="none" strike="noStrike">
              <a:solidFill>
                <a:srgbClr val="FFFFFF"/>
              </a:solidFill>
              <a:effectLst/>
              <a:uFillTx/>
              <a:latin typeface="Arial"/>
            </a:endParaRPr>
          </a:p>
          <a:p>
            <a:pPr defTabSz="914400">
              <a:lnSpc>
                <a:spcPct val="100000"/>
              </a:lnSpc>
            </a:pPr>
            <a:r>
              <a:rPr lang="en-US" sz="1250" b="0" u="none" strike="noStrike">
                <a:solidFill>
                  <a:srgbClr val="FFFFFF"/>
                </a:solidFill>
                <a:effectLst/>
                <a:uFillTx/>
                <a:latin typeface="Arial"/>
              </a:rPr>
              <a:t>Outperform them under dynamic, transport-constrained conditions</a:t>
            </a:r>
            <a:endParaRPr lang="en-US" sz="1250" b="0" u="none" strike="noStrik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slides/slide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01" name="TextBox 1"/>
          <p:cNvSpPr/>
          <p:nvPr/>
        </p:nvSpPr>
        <p:spPr>
          <a:xfrm>
            <a:off x="548640" y="320040"/>
            <a:ext cx="11090160" cy="711720"/>
          </a:xfrm>
          <a:prstGeom prst="rect">
            <a:avLst/>
          </a:prstGeom>
          <a:noFill/>
          <a:ln w="0">
            <a:noFill/>
          </a:ln>
        </p:spPr>
        <p:style>
          <a:lnRef idx="0"/>
          <a:fillRef idx="0"/>
          <a:effectRef idx="0"/>
          <a:fontRef idx="minor"/>
        </p:style>
        <p:txBody>
          <a:bodyPr lIns="0" tIns="0" rIns="0" bIns="0" anchor="b">
            <a:spAutoFit/>
          </a:bodyPr>
          <a:p>
            <a:pPr defTabSz="914400">
              <a:lnSpc>
                <a:spcPct val="100000"/>
              </a:lnSpc>
            </a:pPr>
            <a:r>
              <a:rPr lang="en-US" sz="3000" b="1" u="none" strike="noStrike">
                <a:solidFill>
                  <a:srgbClr val="0E2841"/>
                </a:solidFill>
                <a:effectLst/>
                <a:uFillTx/>
                <a:latin typeface="Arial"/>
              </a:rPr>
              <a:t>Why Simulate in Unity, Not DES?</a:t>
            </a:r>
            <a:endParaRPr lang="en-US" sz="3000" b="0" u="none" strike="noStrike">
              <a:solidFill>
                <a:srgbClr val="000000"/>
              </a:solidFill>
              <a:effectLst/>
              <a:uFillTx/>
              <a:latin typeface="Arial"/>
            </a:endParaRPr>
          </a:p>
        </p:txBody>
      </p:sp>
      <p:sp>
        <p:nvSpPr>
          <p:cNvPr id="602" name="Rounded Rectangle 2"/>
          <p:cNvSpPr/>
          <p:nvPr/>
        </p:nvSpPr>
        <p:spPr>
          <a:xfrm>
            <a:off x="548640" y="1234440"/>
            <a:ext cx="5073480" cy="3244680"/>
          </a:xfrm>
          <a:prstGeom prst="roundRect">
            <a:avLst>
              <a:gd name="adj" fmla="val 6000"/>
            </a:avLst>
          </a:prstGeom>
          <a:solidFill>
            <a:srgbClr val="E8E8E8"/>
          </a:solidFill>
          <a:ln>
            <a:noFill/>
          </a:ln>
        </p:spPr>
        <p:style>
          <a:lnRef idx="1">
            <a:schemeClr val="accent1"/>
          </a:lnRef>
          <a:fillRef idx="3">
            <a:schemeClr val="accent1"/>
          </a:fillRef>
          <a:effectRef idx="2">
            <a:schemeClr val="accent1"/>
          </a:effectRef>
          <a:fontRef idx="minor"/>
        </p:style>
        <p:txBody>
          <a:bodyPr lIns="292680" tIns="292680" rIns="292680" bIns="292680" anchor="t">
            <a:noAutofit/>
          </a:bodyPr>
          <a:p>
            <a:pPr algn="ctr" defTabSz="914400">
              <a:lnSpc>
                <a:spcPct val="100000"/>
              </a:lnSpc>
            </a:pPr>
            <a:r>
              <a:rPr lang="en-US" sz="1700" b="1" u="none" strike="noStrike">
                <a:solidFill>
                  <a:srgbClr val="0E2841"/>
                </a:solidFill>
                <a:effectLst/>
                <a:uFillTx/>
                <a:latin typeface="Arial"/>
              </a:rPr>
              <a:t>Classical DES (Discrete-Event Simulation - e.g. Simio)</a:t>
            </a:r>
            <a:endParaRPr lang="en-US" sz="1700" b="0" u="none" strike="noStrike">
              <a:solidFill>
                <a:srgbClr val="000000"/>
              </a:solidFill>
              <a:effectLst/>
              <a:uFillTx/>
              <a:latin typeface="Arial"/>
            </a:endParaRPr>
          </a:p>
          <a:p>
            <a:pPr marL="182880" indent="-182880" defTabSz="914400">
              <a:lnSpc>
                <a:spcPct val="100000"/>
              </a:lnSpc>
              <a:spcBef>
                <a:spcPts val="1199"/>
              </a:spcBef>
              <a:buClr>
                <a:srgbClr val="333A40"/>
              </a:buClr>
              <a:buFont typeface="Arial"/>
              <a:buChar char="–"/>
            </a:pPr>
            <a:r>
              <a:rPr lang="en-US" sz="1350" b="0" u="none" strike="noStrike">
                <a:solidFill>
                  <a:srgbClr val="333A40"/>
                </a:solidFill>
                <a:effectLst/>
                <a:uFillTx/>
                <a:latin typeface="Arial"/>
              </a:rPr>
              <a:t>AGVs modeled as a resource with a hand-tuned travel-time distribution</a:t>
            </a:r>
            <a:endParaRPr lang="en-US" sz="1350" b="0" u="none" strike="noStrike">
              <a:solidFill>
                <a:srgbClr val="000000"/>
              </a:solidFill>
              <a:effectLst/>
              <a:uFillTx/>
              <a:latin typeface="Arial"/>
            </a:endParaRPr>
          </a:p>
          <a:p>
            <a:pPr marL="182880" indent="-182880" defTabSz="914400">
              <a:lnSpc>
                <a:spcPct val="100000"/>
              </a:lnSpc>
              <a:spcBef>
                <a:spcPts val="1199"/>
              </a:spcBef>
              <a:buClr>
                <a:srgbClr val="333A40"/>
              </a:buClr>
              <a:buFont typeface="Arial"/>
              <a:buChar char="–"/>
            </a:pPr>
            <a:r>
              <a:rPr lang="en-US" sz="1350" b="0" u="none" strike="noStrike">
                <a:solidFill>
                  <a:srgbClr val="333A40"/>
                </a:solidFill>
                <a:effectLst/>
                <a:uFillTx/>
                <a:latin typeface="Arial"/>
              </a:rPr>
              <a:t>Congestion, blocking, and path conflicts are invisible to the simulator</a:t>
            </a:r>
            <a:endParaRPr lang="en-US" sz="1350" b="0" u="none" strike="noStrike">
              <a:solidFill>
                <a:srgbClr val="000000"/>
              </a:solidFill>
              <a:effectLst/>
              <a:uFillTx/>
              <a:latin typeface="Arial"/>
            </a:endParaRPr>
          </a:p>
          <a:p>
            <a:pPr marL="182880" indent="-182880" defTabSz="914400">
              <a:lnSpc>
                <a:spcPct val="100000"/>
              </a:lnSpc>
              <a:spcBef>
                <a:spcPts val="1199"/>
              </a:spcBef>
              <a:buClr>
                <a:srgbClr val="333A40"/>
              </a:buClr>
              <a:buFont typeface="Arial"/>
              <a:buChar char="–"/>
            </a:pPr>
            <a:r>
              <a:rPr lang="en-US" sz="1350" b="0" u="none" strike="noStrike">
                <a:solidFill>
                  <a:srgbClr val="333A40"/>
                </a:solidFill>
                <a:effectLst/>
                <a:uFillTx/>
                <a:latin typeface="Arial"/>
              </a:rPr>
              <a:t>Schedules that look optimal in simulation can be physically infeasible on a real floor</a:t>
            </a:r>
            <a:endParaRPr lang="en-US" sz="1350" b="0" u="none" strike="noStrike">
              <a:solidFill>
                <a:srgbClr val="000000"/>
              </a:solidFill>
              <a:effectLst/>
              <a:uFillTx/>
              <a:latin typeface="Arial"/>
            </a:endParaRPr>
          </a:p>
        </p:txBody>
      </p:sp>
      <p:sp>
        <p:nvSpPr>
          <p:cNvPr id="603" name="Rounded Rectangle 3"/>
          <p:cNvSpPr/>
          <p:nvPr/>
        </p:nvSpPr>
        <p:spPr>
          <a:xfrm>
            <a:off x="5943600" y="1234440"/>
            <a:ext cx="5073480" cy="3244680"/>
          </a:xfrm>
          <a:prstGeom prst="roundRect">
            <a:avLst>
              <a:gd name="adj" fmla="val 6000"/>
            </a:avLst>
          </a:prstGeom>
          <a:solidFill>
            <a:srgbClr val="0E2841"/>
          </a:solidFill>
          <a:ln>
            <a:noFill/>
          </a:ln>
        </p:spPr>
        <p:style>
          <a:lnRef idx="1">
            <a:schemeClr val="accent1"/>
          </a:lnRef>
          <a:fillRef idx="3">
            <a:schemeClr val="accent1"/>
          </a:fillRef>
          <a:effectRef idx="2">
            <a:schemeClr val="accent1"/>
          </a:effectRef>
          <a:fontRef idx="minor"/>
        </p:style>
        <p:txBody>
          <a:bodyPr lIns="292680" tIns="292680" rIns="292680" bIns="292680" anchor="t">
            <a:noAutofit/>
          </a:bodyPr>
          <a:p>
            <a:pPr algn="ctr" defTabSz="914400">
              <a:lnSpc>
                <a:spcPct val="100000"/>
              </a:lnSpc>
            </a:pPr>
            <a:r>
              <a:rPr lang="en-US" sz="1700" b="1" u="none" strike="noStrike">
                <a:solidFill>
                  <a:srgbClr val="F76904"/>
                </a:solidFill>
                <a:effectLst/>
                <a:uFillTx/>
                <a:latin typeface="Arial"/>
              </a:rPr>
              <a:t>This Project (Unity Physics)</a:t>
            </a:r>
            <a:endParaRPr lang="en-US" sz="1700" b="0" u="none" strike="noStrike">
              <a:solidFill>
                <a:srgbClr val="FFFFFF"/>
              </a:solidFill>
              <a:effectLst/>
              <a:uFillTx/>
              <a:latin typeface="Arial"/>
            </a:endParaRPr>
          </a:p>
          <a:p>
            <a:pPr marL="182880" indent="-182880" defTabSz="914400">
              <a:lnSpc>
                <a:spcPct val="100000"/>
              </a:lnSpc>
              <a:spcBef>
                <a:spcPts val="1199"/>
              </a:spcBef>
              <a:buClr>
                <a:srgbClr val="FFFFFF"/>
              </a:buClr>
              <a:buFont typeface="Arial"/>
              <a:buChar char="–"/>
            </a:pPr>
            <a:r>
              <a:rPr lang="en-US" sz="1350" b="0" u="none" strike="noStrike">
                <a:solidFill>
                  <a:srgbClr val="FFFFFF"/>
                </a:solidFill>
                <a:effectLst/>
                <a:uFillTx/>
                <a:latin typeface="Arial"/>
              </a:rPr>
              <a:t>Machines have real grid positions; AGVs run a real kinematic model (rotate-then-translate, NavMesh pathfinding)</a:t>
            </a:r>
            <a:endParaRPr lang="en-US" sz="1350" b="0" u="none" strike="noStrike">
              <a:solidFill>
                <a:srgbClr val="FFFFFF"/>
              </a:solidFill>
              <a:effectLst/>
              <a:uFillTx/>
              <a:latin typeface="Arial"/>
            </a:endParaRPr>
          </a:p>
          <a:p>
            <a:pPr marL="182880" indent="-182880" defTabSz="914400">
              <a:lnSpc>
                <a:spcPct val="100000"/>
              </a:lnSpc>
              <a:spcBef>
                <a:spcPts val="1199"/>
              </a:spcBef>
              <a:buClr>
                <a:srgbClr val="FFFFFF"/>
              </a:buClr>
              <a:buFont typeface="Arial"/>
              <a:buChar char="–"/>
            </a:pPr>
            <a:r>
              <a:rPr lang="en-US" sz="1350" b="0" u="none" strike="noStrike">
                <a:solidFill>
                  <a:srgbClr val="FFFFFF"/>
                </a:solidFill>
                <a:effectLst/>
                <a:uFillTx/>
                <a:latin typeface="Arial"/>
              </a:rPr>
              <a:t>Congestion and travel time are emergent outputs of the sim, not tuned inputs</a:t>
            </a:r>
            <a:endParaRPr lang="en-US" sz="1350" b="0" u="none" strike="noStrike">
              <a:solidFill>
                <a:srgbClr val="FFFFFF"/>
              </a:solidFill>
              <a:effectLst/>
              <a:uFillTx/>
              <a:latin typeface="Arial"/>
            </a:endParaRPr>
          </a:p>
          <a:p>
            <a:pPr marL="182880" indent="-182880" defTabSz="914400">
              <a:lnSpc>
                <a:spcPct val="100000"/>
              </a:lnSpc>
              <a:spcBef>
                <a:spcPts val="1199"/>
              </a:spcBef>
              <a:buClr>
                <a:srgbClr val="FFFFFF"/>
              </a:buClr>
              <a:buFont typeface="Arial"/>
              <a:buChar char="–"/>
            </a:pPr>
            <a:r>
              <a:rPr lang="en-US" sz="1350" b="0" u="none" strike="noStrike">
                <a:solidFill>
                  <a:srgbClr val="FFFFFF"/>
                </a:solidFill>
                <a:effectLst/>
                <a:uFillTx/>
                <a:latin typeface="Arial"/>
              </a:rPr>
              <a:t>Deadlock-free routing via zone reservations (TrafficZoneManager)</a:t>
            </a:r>
            <a:endParaRPr lang="en-US" sz="1350" b="0" u="none" strike="noStrike">
              <a:solidFill>
                <a:srgbClr val="FFFFFF"/>
              </a:solidFill>
              <a:effectLst/>
              <a:uFillTx/>
              <a:latin typeface="Arial"/>
            </a:endParaRPr>
          </a:p>
        </p:txBody>
      </p:sp>
      <p:sp>
        <p:nvSpPr>
          <p:cNvPr id="604" name="Rounded Rectangle 4"/>
          <p:cNvSpPr/>
          <p:nvPr/>
        </p:nvSpPr>
        <p:spPr>
          <a:xfrm>
            <a:off x="548640" y="4709160"/>
            <a:ext cx="10514160" cy="1050120"/>
          </a:xfrm>
          <a:prstGeom prst="roundRect">
            <a:avLst>
              <a:gd name="adj" fmla="val 6000"/>
            </a:avLst>
          </a:prstGeom>
          <a:solidFill>
            <a:srgbClr val="F76904"/>
          </a:solidFill>
          <a:ln>
            <a:noFill/>
          </a:ln>
        </p:spPr>
        <p:style>
          <a:lnRef idx="1">
            <a:schemeClr val="accent1"/>
          </a:lnRef>
          <a:fillRef idx="3">
            <a:schemeClr val="accent1"/>
          </a:fillRef>
          <a:effectRef idx="2">
            <a:schemeClr val="accent1"/>
          </a:effectRef>
          <a:fontRef idx="minor"/>
        </p:style>
        <p:txBody>
          <a:bodyPr lIns="255960" tIns="255960" rIns="255960" bIns="255960" anchor="ctr">
            <a:noAutofit/>
          </a:bodyPr>
          <a:p>
            <a:pPr algn="ctr" defTabSz="914400">
              <a:lnSpc>
                <a:spcPct val="100000"/>
              </a:lnSpc>
            </a:pPr>
            <a:r>
              <a:rPr lang="en-US" sz="1500" b="1" u="none" strike="noStrike">
                <a:solidFill>
                  <a:srgbClr val="FFFFFF"/>
                </a:solidFill>
                <a:effectLst/>
                <a:uFillTx/>
                <a:latin typeface="Arial"/>
              </a:rPr>
              <a:t>To the best of our knowledge, no existing work combines a high-fidelity 3D physics sim with a standard RL (Gymnasium-style) interface for the DFJSP - that combination is the primary contribution.</a:t>
            </a:r>
            <a:endParaRPr lang="en-US" sz="1500" b="0" u="none" strike="noStrik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slides/slide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05" name="TextBox 1"/>
          <p:cNvSpPr/>
          <p:nvPr/>
        </p:nvSpPr>
        <p:spPr>
          <a:xfrm>
            <a:off x="548640" y="320040"/>
            <a:ext cx="11090160" cy="711720"/>
          </a:xfrm>
          <a:prstGeom prst="rect">
            <a:avLst/>
          </a:prstGeom>
          <a:noFill/>
          <a:ln w="0">
            <a:noFill/>
          </a:ln>
        </p:spPr>
        <p:style>
          <a:lnRef idx="0"/>
          <a:fillRef idx="0"/>
          <a:effectRef idx="0"/>
          <a:fontRef idx="minor"/>
        </p:style>
        <p:txBody>
          <a:bodyPr lIns="0" tIns="0" rIns="0" bIns="0" anchor="b">
            <a:spAutoFit/>
          </a:bodyPr>
          <a:p>
            <a:pPr defTabSz="914400">
              <a:lnSpc>
                <a:spcPct val="100000"/>
              </a:lnSpc>
            </a:pPr>
            <a:r>
              <a:rPr lang="en-US" sz="3200" b="1" u="none" strike="noStrike">
                <a:solidFill>
                  <a:srgbClr val="0E2841"/>
                </a:solidFill>
                <a:effectLst/>
                <a:uFillTx/>
                <a:latin typeface="Arial"/>
              </a:rPr>
              <a:t>Original Research Questions (from DSCI-601)</a:t>
            </a:r>
            <a:endParaRPr lang="en-US" sz="3200" b="0" u="none" strike="noStrike">
              <a:solidFill>
                <a:srgbClr val="000000"/>
              </a:solidFill>
              <a:effectLst/>
              <a:uFillTx/>
              <a:latin typeface="Arial"/>
            </a:endParaRPr>
          </a:p>
        </p:txBody>
      </p:sp>
      <p:sp>
        <p:nvSpPr>
          <p:cNvPr id="606" name="Oval 2"/>
          <p:cNvSpPr/>
          <p:nvPr/>
        </p:nvSpPr>
        <p:spPr>
          <a:xfrm>
            <a:off x="548640" y="1691640"/>
            <a:ext cx="382680" cy="382680"/>
          </a:xfrm>
          <a:prstGeom prst="ellipse">
            <a:avLst/>
          </a:prstGeom>
          <a:solidFill>
            <a:srgbClr val="0E2841"/>
          </a:solidFill>
          <a:ln>
            <a:noFill/>
          </a:ln>
        </p:spPr>
        <p:style>
          <a:lnRef idx="1">
            <a:schemeClr val="accent1"/>
          </a:lnRef>
          <a:fillRef idx="3">
            <a:schemeClr val="accent1"/>
          </a:fillRef>
          <a:effectRef idx="2">
            <a:schemeClr val="accent1"/>
          </a:effectRef>
          <a:fontRef idx="minor"/>
        </p:style>
        <p:txBody>
          <a:bodyPr wrap="none" lIns="0" tIns="0" rIns="0" bIns="0" anchor="ctr">
            <a:noAutofit/>
          </a:bodyPr>
          <a:p>
            <a:pPr algn="ctr" defTabSz="914400">
              <a:lnSpc>
                <a:spcPct val="100000"/>
              </a:lnSpc>
            </a:pPr>
            <a:r>
              <a:rPr lang="en-US" sz="1500" b="1" u="none" strike="noStrike">
                <a:solidFill>
                  <a:srgbClr val="FFFFFF"/>
                </a:solidFill>
                <a:effectLst/>
                <a:uFillTx/>
                <a:latin typeface="Arial"/>
              </a:rPr>
              <a:t>1</a:t>
            </a:r>
            <a:endParaRPr lang="en-US" sz="1500" b="0" u="none" strike="noStrike">
              <a:solidFill>
                <a:srgbClr val="FFFFFF"/>
              </a:solidFill>
              <a:effectLst/>
              <a:uFillTx/>
              <a:latin typeface="Arial"/>
            </a:endParaRPr>
          </a:p>
        </p:txBody>
      </p:sp>
      <p:sp>
        <p:nvSpPr>
          <p:cNvPr id="607" name="TextBox 3"/>
          <p:cNvSpPr/>
          <p:nvPr/>
        </p:nvSpPr>
        <p:spPr>
          <a:xfrm>
            <a:off x="1115640" y="1645920"/>
            <a:ext cx="9581400" cy="1004400"/>
          </a:xfrm>
          <a:prstGeom prst="rect">
            <a:avLst/>
          </a:prstGeom>
          <a:noFill/>
          <a:ln w="0">
            <a:noFill/>
          </a:ln>
        </p:spPr>
        <p:style>
          <a:lnRef idx="0"/>
          <a:fillRef idx="0"/>
          <a:effectRef idx="0"/>
          <a:fontRef idx="minor"/>
        </p:style>
        <p:txBody>
          <a:bodyPr lIns="0" tIns="0" rIns="0" bIns="0" anchor="t">
            <a:spAutoFit/>
          </a:bodyPr>
          <a:p>
            <a:pPr defTabSz="914400">
              <a:lnSpc>
                <a:spcPct val="100000"/>
              </a:lnSpc>
            </a:pPr>
            <a:r>
              <a:rPr lang="en-US" sz="1700" b="1" u="none" strike="noStrike">
                <a:solidFill>
                  <a:srgbClr val="0E2841"/>
                </a:solidFill>
                <a:effectLst/>
                <a:uFillTx/>
                <a:latin typeface="Arial"/>
              </a:rPr>
              <a:t>RQ1</a:t>
            </a:r>
            <a:endParaRPr lang="en-US" sz="1700" b="0" u="none" strike="noStrike">
              <a:solidFill>
                <a:srgbClr val="000000"/>
              </a:solidFill>
              <a:effectLst/>
              <a:uFillTx/>
              <a:latin typeface="Arial"/>
            </a:endParaRPr>
          </a:p>
          <a:p>
            <a:pPr defTabSz="914400">
              <a:lnSpc>
                <a:spcPct val="100000"/>
              </a:lnSpc>
              <a:spcBef>
                <a:spcPts val="201"/>
              </a:spcBef>
            </a:pPr>
            <a:r>
              <a:rPr lang="en-US" sz="1400" b="0" u="none" strike="noStrike">
                <a:solidFill>
                  <a:srgbClr val="333A40"/>
                </a:solidFill>
                <a:effectLst/>
                <a:uFillTx/>
                <a:latin typeface="Arial"/>
              </a:rPr>
              <a:t>Can PPO match standard heuristics under ideal, obstacle-free conditions?</a:t>
            </a:r>
            <a:endParaRPr lang="en-US" sz="1400" b="0" u="none" strike="noStrike">
              <a:solidFill>
                <a:srgbClr val="000000"/>
              </a:solidFill>
              <a:effectLst/>
              <a:uFillTx/>
              <a:latin typeface="Arial"/>
            </a:endParaRPr>
          </a:p>
        </p:txBody>
      </p:sp>
      <p:sp>
        <p:nvSpPr>
          <p:cNvPr id="608" name="Oval 4"/>
          <p:cNvSpPr/>
          <p:nvPr/>
        </p:nvSpPr>
        <p:spPr>
          <a:xfrm>
            <a:off x="548640" y="2865240"/>
            <a:ext cx="382680" cy="382680"/>
          </a:xfrm>
          <a:prstGeom prst="ellipse">
            <a:avLst/>
          </a:prstGeom>
          <a:solidFill>
            <a:srgbClr val="0E2841"/>
          </a:solidFill>
          <a:ln>
            <a:noFill/>
          </a:ln>
        </p:spPr>
        <p:style>
          <a:lnRef idx="1">
            <a:schemeClr val="accent1"/>
          </a:lnRef>
          <a:fillRef idx="3">
            <a:schemeClr val="accent1"/>
          </a:fillRef>
          <a:effectRef idx="2">
            <a:schemeClr val="accent1"/>
          </a:effectRef>
          <a:fontRef idx="minor"/>
        </p:style>
        <p:txBody>
          <a:bodyPr wrap="none" lIns="0" tIns="0" rIns="0" bIns="0" anchor="ctr">
            <a:noAutofit/>
          </a:bodyPr>
          <a:p>
            <a:pPr algn="ctr" defTabSz="914400">
              <a:lnSpc>
                <a:spcPct val="100000"/>
              </a:lnSpc>
            </a:pPr>
            <a:r>
              <a:rPr lang="en-US" sz="1500" b="1" u="none" strike="noStrike">
                <a:solidFill>
                  <a:srgbClr val="FFFFFF"/>
                </a:solidFill>
                <a:effectLst/>
                <a:uFillTx/>
                <a:latin typeface="Arial"/>
              </a:rPr>
              <a:t>2</a:t>
            </a:r>
            <a:endParaRPr lang="en-US" sz="1500" b="0" u="none" strike="noStrike">
              <a:solidFill>
                <a:srgbClr val="FFFFFF"/>
              </a:solidFill>
              <a:effectLst/>
              <a:uFillTx/>
              <a:latin typeface="Arial"/>
            </a:endParaRPr>
          </a:p>
        </p:txBody>
      </p:sp>
      <p:sp>
        <p:nvSpPr>
          <p:cNvPr id="609" name="TextBox 5"/>
          <p:cNvSpPr/>
          <p:nvPr/>
        </p:nvSpPr>
        <p:spPr>
          <a:xfrm>
            <a:off x="1115640" y="2819520"/>
            <a:ext cx="9581400" cy="1004400"/>
          </a:xfrm>
          <a:prstGeom prst="rect">
            <a:avLst/>
          </a:prstGeom>
          <a:noFill/>
          <a:ln w="0">
            <a:noFill/>
          </a:ln>
        </p:spPr>
        <p:style>
          <a:lnRef idx="0"/>
          <a:fillRef idx="0"/>
          <a:effectRef idx="0"/>
          <a:fontRef idx="minor"/>
        </p:style>
        <p:txBody>
          <a:bodyPr lIns="0" tIns="0" rIns="0" bIns="0" anchor="t">
            <a:spAutoFit/>
          </a:bodyPr>
          <a:p>
            <a:pPr defTabSz="914400">
              <a:lnSpc>
                <a:spcPct val="100000"/>
              </a:lnSpc>
            </a:pPr>
            <a:r>
              <a:rPr lang="en-US" sz="1700" b="1" u="none" strike="noStrike">
                <a:solidFill>
                  <a:srgbClr val="0E2841"/>
                </a:solidFill>
                <a:effectLst/>
                <a:uFillTx/>
                <a:latin typeface="Arial"/>
              </a:rPr>
              <a:t>RQ2</a:t>
            </a:r>
            <a:endParaRPr lang="en-US" sz="1700" b="0" u="none" strike="noStrike">
              <a:solidFill>
                <a:srgbClr val="000000"/>
              </a:solidFill>
              <a:effectLst/>
              <a:uFillTx/>
              <a:latin typeface="Arial"/>
            </a:endParaRPr>
          </a:p>
          <a:p>
            <a:pPr defTabSz="914400">
              <a:lnSpc>
                <a:spcPct val="100000"/>
              </a:lnSpc>
              <a:spcBef>
                <a:spcPts val="201"/>
              </a:spcBef>
            </a:pPr>
            <a:r>
              <a:rPr lang="en-US" sz="1400" b="0" u="none" strike="noStrike">
                <a:solidFill>
                  <a:srgbClr val="333A40"/>
                </a:solidFill>
                <a:effectLst/>
                <a:uFillTx/>
                <a:latin typeface="Arial"/>
              </a:rPr>
              <a:t>How does the heuristic/PPO gap evolve as spatial obstacles are introduced?</a:t>
            </a:r>
            <a:endParaRPr lang="en-US" sz="1400" b="0" u="none" strike="noStrike">
              <a:solidFill>
                <a:srgbClr val="000000"/>
              </a:solidFill>
              <a:effectLst/>
              <a:uFillTx/>
              <a:latin typeface="Arial"/>
            </a:endParaRPr>
          </a:p>
        </p:txBody>
      </p:sp>
      <p:sp>
        <p:nvSpPr>
          <p:cNvPr id="610" name="Oval 6"/>
          <p:cNvSpPr/>
          <p:nvPr/>
        </p:nvSpPr>
        <p:spPr>
          <a:xfrm>
            <a:off x="548640" y="4038480"/>
            <a:ext cx="382680" cy="382680"/>
          </a:xfrm>
          <a:prstGeom prst="ellipse">
            <a:avLst/>
          </a:prstGeom>
          <a:solidFill>
            <a:srgbClr val="0E2841"/>
          </a:solidFill>
          <a:ln>
            <a:noFill/>
          </a:ln>
        </p:spPr>
        <p:style>
          <a:lnRef idx="1">
            <a:schemeClr val="accent1"/>
          </a:lnRef>
          <a:fillRef idx="3">
            <a:schemeClr val="accent1"/>
          </a:fillRef>
          <a:effectRef idx="2">
            <a:schemeClr val="accent1"/>
          </a:effectRef>
          <a:fontRef idx="minor"/>
        </p:style>
        <p:txBody>
          <a:bodyPr wrap="none" lIns="0" tIns="0" rIns="0" bIns="0" anchor="ctr">
            <a:noAutofit/>
          </a:bodyPr>
          <a:p>
            <a:pPr algn="ctr" defTabSz="914400">
              <a:lnSpc>
                <a:spcPct val="100000"/>
              </a:lnSpc>
            </a:pPr>
            <a:r>
              <a:rPr lang="en-US" sz="1500" b="1" u="none" strike="noStrike">
                <a:solidFill>
                  <a:srgbClr val="FFFFFF"/>
                </a:solidFill>
                <a:effectLst/>
                <a:uFillTx/>
                <a:latin typeface="Arial"/>
              </a:rPr>
              <a:t>3</a:t>
            </a:r>
            <a:endParaRPr lang="en-US" sz="1500" b="0" u="none" strike="noStrike">
              <a:solidFill>
                <a:srgbClr val="FFFFFF"/>
              </a:solidFill>
              <a:effectLst/>
              <a:uFillTx/>
              <a:latin typeface="Arial"/>
            </a:endParaRPr>
          </a:p>
        </p:txBody>
      </p:sp>
      <p:sp>
        <p:nvSpPr>
          <p:cNvPr id="611" name="TextBox 7"/>
          <p:cNvSpPr/>
          <p:nvPr/>
        </p:nvSpPr>
        <p:spPr>
          <a:xfrm>
            <a:off x="1115640" y="3992760"/>
            <a:ext cx="9581400" cy="1004400"/>
          </a:xfrm>
          <a:prstGeom prst="rect">
            <a:avLst/>
          </a:prstGeom>
          <a:noFill/>
          <a:ln w="0">
            <a:noFill/>
          </a:ln>
        </p:spPr>
        <p:style>
          <a:lnRef idx="0"/>
          <a:fillRef idx="0"/>
          <a:effectRef idx="0"/>
          <a:fontRef idx="minor"/>
        </p:style>
        <p:txBody>
          <a:bodyPr lIns="0" tIns="0" rIns="0" bIns="0" anchor="t">
            <a:spAutoFit/>
          </a:bodyPr>
          <a:p>
            <a:pPr defTabSz="914400">
              <a:lnSpc>
                <a:spcPct val="100000"/>
              </a:lnSpc>
            </a:pPr>
            <a:r>
              <a:rPr lang="en-US" sz="1700" b="1" u="none" strike="noStrike">
                <a:solidFill>
                  <a:srgbClr val="0E2841"/>
                </a:solidFill>
                <a:effectLst/>
                <a:uFillTx/>
                <a:latin typeface="Arial"/>
              </a:rPr>
              <a:t>RQ3</a:t>
            </a:r>
            <a:endParaRPr lang="en-US" sz="1700" b="0" u="none" strike="noStrike">
              <a:solidFill>
                <a:srgbClr val="000000"/>
              </a:solidFill>
              <a:effectLst/>
              <a:uFillTx/>
              <a:latin typeface="Arial"/>
            </a:endParaRPr>
          </a:p>
          <a:p>
            <a:pPr defTabSz="914400">
              <a:lnSpc>
                <a:spcPct val="100000"/>
              </a:lnSpc>
              <a:spcBef>
                <a:spcPts val="201"/>
              </a:spcBef>
            </a:pPr>
            <a:r>
              <a:rPr lang="en-US" sz="1400" b="0" u="none" strike="noStrike">
                <a:solidFill>
                  <a:srgbClr val="333A40"/>
                </a:solidFill>
                <a:effectLst/>
                <a:uFillTx/>
                <a:latin typeface="Arial"/>
              </a:rPr>
              <a:t>Do spatial penalties trade machine utilization for better logistical flow?</a:t>
            </a:r>
            <a:endParaRPr lang="en-US" sz="14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12" name="TextBox 1"/>
          <p:cNvSpPr/>
          <p:nvPr/>
        </p:nvSpPr>
        <p:spPr>
          <a:xfrm>
            <a:off x="548640" y="543960"/>
            <a:ext cx="11090160" cy="487800"/>
          </a:xfrm>
          <a:prstGeom prst="rect">
            <a:avLst/>
          </a:prstGeom>
          <a:noFill/>
          <a:ln w="0">
            <a:noFill/>
          </a:ln>
        </p:spPr>
        <p:style>
          <a:lnRef idx="0"/>
          <a:fillRef idx="0"/>
          <a:effectRef idx="0"/>
          <a:fontRef idx="minor"/>
        </p:style>
        <p:txBody>
          <a:bodyPr lIns="0" tIns="0" rIns="0" bIns="0" anchor="b">
            <a:spAutoFit/>
          </a:bodyPr>
          <a:p>
            <a:pPr defTabSz="914400">
              <a:lnSpc>
                <a:spcPct val="100000"/>
              </a:lnSpc>
            </a:pPr>
            <a:r>
              <a:rPr lang="en-US" sz="3200" b="1" u="none" strike="noStrike">
                <a:solidFill>
                  <a:srgbClr val="0E2841"/>
                </a:solidFill>
                <a:effectLst/>
                <a:uFillTx/>
                <a:latin typeface="Arial"/>
              </a:rPr>
              <a:t>Progress - Realism &amp; Failure Modeling (May-June)</a:t>
            </a:r>
            <a:endParaRPr lang="en-US" sz="3200" b="0" u="none" strike="noStrike">
              <a:solidFill>
                <a:srgbClr val="000000"/>
              </a:solidFill>
              <a:effectLst/>
              <a:uFillTx/>
              <a:latin typeface="Arial"/>
            </a:endParaRPr>
          </a:p>
        </p:txBody>
      </p:sp>
      <p:sp>
        <p:nvSpPr>
          <p:cNvPr id="613" name="Oval 2"/>
          <p:cNvSpPr/>
          <p:nvPr/>
        </p:nvSpPr>
        <p:spPr>
          <a:xfrm>
            <a:off x="548640" y="1691640"/>
            <a:ext cx="382680" cy="382680"/>
          </a:xfrm>
          <a:prstGeom prst="ellipse">
            <a:avLst/>
          </a:prstGeom>
          <a:solidFill>
            <a:srgbClr val="F76904"/>
          </a:solidFill>
          <a:ln>
            <a:noFill/>
          </a:ln>
        </p:spPr>
        <p:style>
          <a:lnRef idx="1">
            <a:schemeClr val="accent1"/>
          </a:lnRef>
          <a:fillRef idx="3">
            <a:schemeClr val="accent1"/>
          </a:fillRef>
          <a:effectRef idx="2">
            <a:schemeClr val="accent1"/>
          </a:effectRef>
          <a:fontRef idx="minor"/>
        </p:style>
        <p:txBody>
          <a:bodyPr wrap="none" lIns="0" tIns="0" rIns="0" bIns="0" anchor="ctr">
            <a:noAutofit/>
          </a:bodyPr>
          <a:p>
            <a:pPr algn="ctr" defTabSz="914400">
              <a:lnSpc>
                <a:spcPct val="100000"/>
              </a:lnSpc>
            </a:pPr>
            <a:r>
              <a:rPr lang="en-US" sz="1500" b="1" u="none" strike="noStrike">
                <a:solidFill>
                  <a:srgbClr val="FFFFFF"/>
                </a:solidFill>
                <a:effectLst/>
                <a:uFillTx/>
                <a:latin typeface="Arial"/>
              </a:rPr>
              <a:t>1</a:t>
            </a:r>
            <a:endParaRPr lang="en-US" sz="1500" b="0" u="none" strike="noStrike">
              <a:solidFill>
                <a:srgbClr val="FFFFFF"/>
              </a:solidFill>
              <a:effectLst/>
              <a:uFillTx/>
              <a:latin typeface="Arial"/>
            </a:endParaRPr>
          </a:p>
        </p:txBody>
      </p:sp>
      <p:sp>
        <p:nvSpPr>
          <p:cNvPr id="614" name="TextBox 3"/>
          <p:cNvSpPr/>
          <p:nvPr/>
        </p:nvSpPr>
        <p:spPr>
          <a:xfrm>
            <a:off x="1115640" y="1645920"/>
            <a:ext cx="9581400" cy="1004400"/>
          </a:xfrm>
          <a:prstGeom prst="rect">
            <a:avLst/>
          </a:prstGeom>
          <a:noFill/>
          <a:ln w="0">
            <a:noFill/>
          </a:ln>
        </p:spPr>
        <p:style>
          <a:lnRef idx="0"/>
          <a:fillRef idx="0"/>
          <a:effectRef idx="0"/>
          <a:fontRef idx="minor"/>
        </p:style>
        <p:txBody>
          <a:bodyPr lIns="0" tIns="0" rIns="0" bIns="0" anchor="t">
            <a:spAutoFit/>
          </a:bodyPr>
          <a:p>
            <a:pPr defTabSz="914400">
              <a:lnSpc>
                <a:spcPct val="100000"/>
              </a:lnSpc>
            </a:pPr>
            <a:r>
              <a:rPr lang="en-US" sz="1700" b="1" u="none" strike="noStrike">
                <a:solidFill>
                  <a:srgbClr val="0E2841"/>
                </a:solidFill>
                <a:effectLst/>
                <a:uFillTx/>
                <a:latin typeface="Arial"/>
              </a:rPr>
              <a:t>Machine failure → repair → fix cycle added</a:t>
            </a:r>
            <a:endParaRPr lang="en-US" sz="1700" b="0" u="none" strike="noStrike">
              <a:solidFill>
                <a:srgbClr val="000000"/>
              </a:solidFill>
              <a:effectLst/>
              <a:uFillTx/>
              <a:latin typeface="Arial"/>
            </a:endParaRPr>
          </a:p>
        </p:txBody>
      </p:sp>
      <p:sp>
        <p:nvSpPr>
          <p:cNvPr id="615" name="Oval 4"/>
          <p:cNvSpPr/>
          <p:nvPr/>
        </p:nvSpPr>
        <p:spPr>
          <a:xfrm>
            <a:off x="548640" y="2865240"/>
            <a:ext cx="382680" cy="382680"/>
          </a:xfrm>
          <a:prstGeom prst="ellipse">
            <a:avLst/>
          </a:prstGeom>
          <a:solidFill>
            <a:srgbClr val="F76904"/>
          </a:solidFill>
          <a:ln>
            <a:noFill/>
          </a:ln>
        </p:spPr>
        <p:style>
          <a:lnRef idx="1">
            <a:schemeClr val="accent1"/>
          </a:lnRef>
          <a:fillRef idx="3">
            <a:schemeClr val="accent1"/>
          </a:fillRef>
          <a:effectRef idx="2">
            <a:schemeClr val="accent1"/>
          </a:effectRef>
          <a:fontRef idx="minor"/>
        </p:style>
        <p:txBody>
          <a:bodyPr wrap="none" lIns="0" tIns="0" rIns="0" bIns="0" anchor="ctr">
            <a:noAutofit/>
          </a:bodyPr>
          <a:p>
            <a:pPr algn="ctr" defTabSz="914400">
              <a:lnSpc>
                <a:spcPct val="100000"/>
              </a:lnSpc>
            </a:pPr>
            <a:r>
              <a:rPr lang="en-US" sz="1500" b="1" u="none" strike="noStrike">
                <a:solidFill>
                  <a:srgbClr val="FFFFFF"/>
                </a:solidFill>
                <a:effectLst/>
                <a:uFillTx/>
                <a:latin typeface="Arial"/>
              </a:rPr>
              <a:t>2</a:t>
            </a:r>
            <a:endParaRPr lang="en-US" sz="1500" b="0" u="none" strike="noStrike">
              <a:solidFill>
                <a:srgbClr val="FFFFFF"/>
              </a:solidFill>
              <a:effectLst/>
              <a:uFillTx/>
              <a:latin typeface="Arial"/>
            </a:endParaRPr>
          </a:p>
        </p:txBody>
      </p:sp>
      <p:sp>
        <p:nvSpPr>
          <p:cNvPr id="616" name="TextBox 5"/>
          <p:cNvSpPr/>
          <p:nvPr/>
        </p:nvSpPr>
        <p:spPr>
          <a:xfrm>
            <a:off x="1115640" y="2819520"/>
            <a:ext cx="9581400" cy="497880"/>
          </a:xfrm>
          <a:prstGeom prst="rect">
            <a:avLst/>
          </a:prstGeom>
          <a:noFill/>
          <a:ln w="0">
            <a:noFill/>
          </a:ln>
        </p:spPr>
        <p:style>
          <a:lnRef idx="0"/>
          <a:fillRef idx="0"/>
          <a:effectRef idx="0"/>
          <a:fontRef idx="minor"/>
        </p:style>
        <p:txBody>
          <a:bodyPr lIns="0" tIns="0" rIns="0" bIns="0" anchor="t">
            <a:spAutoFit/>
          </a:bodyPr>
          <a:p>
            <a:pPr defTabSz="914400">
              <a:lnSpc>
                <a:spcPct val="100000"/>
              </a:lnSpc>
            </a:pPr>
            <a:r>
              <a:rPr lang="en-US" sz="1700" b="1" u="none" strike="noStrike">
                <a:solidFill>
                  <a:srgbClr val="0E2841"/>
                </a:solidFill>
                <a:effectLst/>
                <a:uFillTx/>
                <a:latin typeface="Arial"/>
              </a:rPr>
              <a:t>Added Poisson job arrivals</a:t>
            </a:r>
            <a:endParaRPr lang="en-US" sz="1700" b="0" u="none" strike="noStrike">
              <a:solidFill>
                <a:srgbClr val="000000"/>
              </a:solidFill>
              <a:effectLst/>
              <a:uFillTx/>
              <a:latin typeface="Arial"/>
            </a:endParaRPr>
          </a:p>
          <a:p>
            <a:pPr defTabSz="914400">
              <a:lnSpc>
                <a:spcPct val="100000"/>
              </a:lnSpc>
              <a:spcBef>
                <a:spcPts val="201"/>
              </a:spcBef>
            </a:pPr>
            <a:r>
              <a:rPr lang="en-US" sz="1400" b="0" u="none" strike="noStrike">
                <a:solidFill>
                  <a:srgbClr val="333A40"/>
                </a:solidFill>
                <a:effectLst/>
                <a:uFillTx/>
                <a:latin typeface="Arial"/>
              </a:rPr>
              <a:t>The shop now stays continuously loaded</a:t>
            </a:r>
            <a:endParaRPr lang="en-US" sz="1400" b="0" u="none" strike="noStrike">
              <a:solidFill>
                <a:srgbClr val="000000"/>
              </a:solidFill>
              <a:effectLst/>
              <a:uFillTx/>
              <a:latin typeface="Arial"/>
            </a:endParaRPr>
          </a:p>
        </p:txBody>
      </p:sp>
      <p:sp>
        <p:nvSpPr>
          <p:cNvPr id="617" name="Oval 6"/>
          <p:cNvSpPr/>
          <p:nvPr/>
        </p:nvSpPr>
        <p:spPr>
          <a:xfrm>
            <a:off x="548640" y="4038480"/>
            <a:ext cx="382680" cy="382680"/>
          </a:xfrm>
          <a:prstGeom prst="ellipse">
            <a:avLst/>
          </a:prstGeom>
          <a:solidFill>
            <a:srgbClr val="F76904"/>
          </a:solidFill>
          <a:ln>
            <a:noFill/>
          </a:ln>
        </p:spPr>
        <p:style>
          <a:lnRef idx="1">
            <a:schemeClr val="accent1"/>
          </a:lnRef>
          <a:fillRef idx="3">
            <a:schemeClr val="accent1"/>
          </a:fillRef>
          <a:effectRef idx="2">
            <a:schemeClr val="accent1"/>
          </a:effectRef>
          <a:fontRef idx="minor"/>
        </p:style>
        <p:txBody>
          <a:bodyPr wrap="none" lIns="0" tIns="0" rIns="0" bIns="0" anchor="ctr">
            <a:noAutofit/>
          </a:bodyPr>
          <a:p>
            <a:pPr algn="ctr" defTabSz="914400">
              <a:lnSpc>
                <a:spcPct val="100000"/>
              </a:lnSpc>
            </a:pPr>
            <a:r>
              <a:rPr lang="en-US" sz="1500" b="1" u="none" strike="noStrike">
                <a:solidFill>
                  <a:srgbClr val="FFFFFF"/>
                </a:solidFill>
                <a:effectLst/>
                <a:uFillTx/>
                <a:latin typeface="Arial"/>
              </a:rPr>
              <a:t>3</a:t>
            </a:r>
            <a:endParaRPr lang="en-US" sz="1500" b="0" u="none" strike="noStrike">
              <a:solidFill>
                <a:srgbClr val="FFFFFF"/>
              </a:solidFill>
              <a:effectLst/>
              <a:uFillTx/>
              <a:latin typeface="Arial"/>
            </a:endParaRPr>
          </a:p>
        </p:txBody>
      </p:sp>
      <p:sp>
        <p:nvSpPr>
          <p:cNvPr id="618" name="TextBox 7"/>
          <p:cNvSpPr/>
          <p:nvPr/>
        </p:nvSpPr>
        <p:spPr>
          <a:xfrm>
            <a:off x="1115640" y="3992760"/>
            <a:ext cx="9581400" cy="1004400"/>
          </a:xfrm>
          <a:prstGeom prst="rect">
            <a:avLst/>
          </a:prstGeom>
          <a:noFill/>
          <a:ln w="0">
            <a:noFill/>
          </a:ln>
        </p:spPr>
        <p:style>
          <a:lnRef idx="0"/>
          <a:fillRef idx="0"/>
          <a:effectRef idx="0"/>
          <a:fontRef idx="minor"/>
        </p:style>
        <p:txBody>
          <a:bodyPr lIns="0" tIns="0" rIns="0" bIns="0" anchor="t">
            <a:spAutoFit/>
          </a:bodyPr>
          <a:p>
            <a:pPr defTabSz="914400">
              <a:lnSpc>
                <a:spcPct val="100000"/>
              </a:lnSpc>
            </a:pPr>
            <a:r>
              <a:rPr lang="en-US" sz="1700" b="1" u="none" strike="noStrike">
                <a:solidFill>
                  <a:srgbClr val="0E2841"/>
                </a:solidFill>
                <a:effectLst/>
                <a:uFillTx/>
                <a:latin typeface="Arial"/>
              </a:rPr>
              <a:t>Logging expanded</a:t>
            </a:r>
            <a:endParaRPr lang="en-US" sz="1700" b="0" u="none" strike="noStrike">
              <a:solidFill>
                <a:srgbClr val="000000"/>
              </a:solidFill>
              <a:effectLst/>
              <a:uFillTx/>
              <a:latin typeface="Arial"/>
            </a:endParaRPr>
          </a:p>
          <a:p>
            <a:pPr defTabSz="914400">
              <a:lnSpc>
                <a:spcPct val="100000"/>
              </a:lnSpc>
              <a:spcBef>
                <a:spcPts val="201"/>
              </a:spcBef>
            </a:pPr>
            <a:r>
              <a:rPr lang="en-US" sz="1400" b="0" u="none" strike="noStrike">
                <a:solidFill>
                  <a:srgbClr val="333A40"/>
                </a:solidFill>
                <a:effectLst/>
                <a:uFillTx/>
                <a:latin typeface="Arial"/>
              </a:rPr>
              <a:t>Per-machine utilization, per-instance IDs, deterministic vs. dynamic failure comparisons</a:t>
            </a:r>
            <a:endParaRPr lang="en-US" sz="14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19" name="TextBox 1"/>
          <p:cNvSpPr/>
          <p:nvPr/>
        </p:nvSpPr>
        <p:spPr>
          <a:xfrm>
            <a:off x="548640" y="320040"/>
            <a:ext cx="11090160" cy="711720"/>
          </a:xfrm>
          <a:prstGeom prst="rect">
            <a:avLst/>
          </a:prstGeom>
          <a:noFill/>
          <a:ln w="0">
            <a:noFill/>
          </a:ln>
        </p:spPr>
        <p:style>
          <a:lnRef idx="0"/>
          <a:fillRef idx="0"/>
          <a:effectRef idx="0"/>
          <a:fontRef idx="minor"/>
        </p:style>
        <p:txBody>
          <a:bodyPr lIns="0" tIns="0" rIns="0" bIns="0" anchor="b">
            <a:spAutoFit/>
          </a:bodyPr>
          <a:p>
            <a:pPr defTabSz="914400">
              <a:lnSpc>
                <a:spcPct val="100000"/>
              </a:lnSpc>
            </a:pPr>
            <a:r>
              <a:rPr lang="en-US" sz="3000" b="1" u="none" strike="noStrike">
                <a:solidFill>
                  <a:srgbClr val="0E2841"/>
                </a:solidFill>
                <a:effectLst/>
                <a:uFillTx/>
                <a:latin typeface="Arial"/>
              </a:rPr>
              <a:t>The Makespan-Convergence Saga</a:t>
            </a:r>
            <a:endParaRPr lang="en-US" sz="3000" b="0" u="none" strike="noStrike">
              <a:solidFill>
                <a:srgbClr val="000000"/>
              </a:solidFill>
              <a:effectLst/>
              <a:uFillTx/>
              <a:latin typeface="Arial"/>
            </a:endParaRPr>
          </a:p>
        </p:txBody>
      </p:sp>
      <p:sp>
        <p:nvSpPr>
          <p:cNvPr id="620" name="Oval 2"/>
          <p:cNvSpPr/>
          <p:nvPr/>
        </p:nvSpPr>
        <p:spPr>
          <a:xfrm>
            <a:off x="548640" y="1417320"/>
            <a:ext cx="382680" cy="382680"/>
          </a:xfrm>
          <a:prstGeom prst="ellipse">
            <a:avLst/>
          </a:prstGeom>
          <a:solidFill>
            <a:srgbClr val="F76904"/>
          </a:solidFill>
          <a:ln>
            <a:noFill/>
          </a:ln>
        </p:spPr>
        <p:style>
          <a:lnRef idx="1">
            <a:schemeClr val="accent1"/>
          </a:lnRef>
          <a:fillRef idx="3">
            <a:schemeClr val="accent1"/>
          </a:fillRef>
          <a:effectRef idx="2">
            <a:schemeClr val="accent1"/>
          </a:effectRef>
          <a:fontRef idx="minor"/>
        </p:style>
        <p:txBody>
          <a:bodyPr wrap="none" lIns="0" tIns="0" rIns="0" bIns="0" anchor="ctr">
            <a:noAutofit/>
          </a:bodyPr>
          <a:p>
            <a:pPr algn="ctr" defTabSz="914400">
              <a:lnSpc>
                <a:spcPct val="100000"/>
              </a:lnSpc>
            </a:pPr>
            <a:r>
              <a:rPr lang="en-US" sz="1500" b="1" u="none" strike="noStrike">
                <a:solidFill>
                  <a:srgbClr val="FFFFFF"/>
                </a:solidFill>
                <a:effectLst/>
                <a:uFillTx/>
                <a:latin typeface="Arial"/>
              </a:rPr>
              <a:t>1</a:t>
            </a:r>
            <a:endParaRPr lang="en-US" sz="1500" b="0" u="none" strike="noStrike">
              <a:solidFill>
                <a:srgbClr val="FFFFFF"/>
              </a:solidFill>
              <a:effectLst/>
              <a:uFillTx/>
              <a:latin typeface="Arial"/>
            </a:endParaRPr>
          </a:p>
        </p:txBody>
      </p:sp>
      <p:sp>
        <p:nvSpPr>
          <p:cNvPr id="621" name="TextBox 3"/>
          <p:cNvSpPr/>
          <p:nvPr/>
        </p:nvSpPr>
        <p:spPr>
          <a:xfrm>
            <a:off x="1115640" y="1371600"/>
            <a:ext cx="4643640" cy="1004400"/>
          </a:xfrm>
          <a:prstGeom prst="rect">
            <a:avLst/>
          </a:prstGeom>
          <a:noFill/>
          <a:ln w="0">
            <a:noFill/>
          </a:ln>
        </p:spPr>
        <p:style>
          <a:lnRef idx="0"/>
          <a:fillRef idx="0"/>
          <a:effectRef idx="0"/>
          <a:fontRef idx="minor"/>
        </p:style>
        <p:txBody>
          <a:bodyPr lIns="0" tIns="0" rIns="0" bIns="0" anchor="t">
            <a:spAutoFit/>
          </a:bodyPr>
          <a:p>
            <a:pPr defTabSz="914400">
              <a:lnSpc>
                <a:spcPct val="100000"/>
              </a:lnSpc>
            </a:pPr>
            <a:r>
              <a:rPr lang="en-US" sz="1450" b="1" u="none" strike="noStrike">
                <a:solidFill>
                  <a:srgbClr val="0E2841"/>
                </a:solidFill>
                <a:effectLst/>
                <a:uFillTx/>
                <a:latin typeface="Arial"/>
              </a:rPr>
              <a:t>1. Jobs-in-transit undercounted</a:t>
            </a:r>
            <a:endParaRPr lang="en-US" sz="1450" b="0" u="none" strike="noStrike">
              <a:solidFill>
                <a:srgbClr val="000000"/>
              </a:solidFill>
              <a:effectLst/>
              <a:uFillTx/>
              <a:latin typeface="Arial"/>
            </a:endParaRPr>
          </a:p>
          <a:p>
            <a:pPr defTabSz="914400">
              <a:lnSpc>
                <a:spcPct val="100000"/>
              </a:lnSpc>
              <a:spcBef>
                <a:spcPts val="201"/>
              </a:spcBef>
            </a:pPr>
            <a:r>
              <a:rPr lang="en-US" sz="1200" b="0" u="none" strike="noStrike">
                <a:solidFill>
                  <a:srgbClr val="333A40"/>
                </a:solidFill>
                <a:effectLst/>
                <a:uFillTx/>
                <a:latin typeface="Arial"/>
              </a:rPr>
              <a:t>Jobs weren't counted toward the destination machine's in-progress work - first fix that stopped all 9 rules converging to identical makespan</a:t>
            </a:r>
            <a:endParaRPr lang="en-US" sz="1200" b="0" u="none" strike="noStrike">
              <a:solidFill>
                <a:srgbClr val="000000"/>
              </a:solidFill>
              <a:effectLst/>
              <a:uFillTx/>
              <a:latin typeface="Arial"/>
            </a:endParaRPr>
          </a:p>
        </p:txBody>
      </p:sp>
      <p:sp>
        <p:nvSpPr>
          <p:cNvPr id="622" name="Oval 4"/>
          <p:cNvSpPr/>
          <p:nvPr/>
        </p:nvSpPr>
        <p:spPr>
          <a:xfrm>
            <a:off x="548640" y="2819520"/>
            <a:ext cx="382680" cy="382680"/>
          </a:xfrm>
          <a:prstGeom prst="ellipse">
            <a:avLst/>
          </a:prstGeom>
          <a:solidFill>
            <a:srgbClr val="F76904"/>
          </a:solidFill>
          <a:ln>
            <a:noFill/>
          </a:ln>
        </p:spPr>
        <p:style>
          <a:lnRef idx="1">
            <a:schemeClr val="accent1"/>
          </a:lnRef>
          <a:fillRef idx="3">
            <a:schemeClr val="accent1"/>
          </a:fillRef>
          <a:effectRef idx="2">
            <a:schemeClr val="accent1"/>
          </a:effectRef>
          <a:fontRef idx="minor"/>
        </p:style>
        <p:txBody>
          <a:bodyPr wrap="none" lIns="0" tIns="0" rIns="0" bIns="0" anchor="ctr">
            <a:noAutofit/>
          </a:bodyPr>
          <a:p>
            <a:pPr algn="ctr" defTabSz="914400">
              <a:lnSpc>
                <a:spcPct val="100000"/>
              </a:lnSpc>
            </a:pPr>
            <a:r>
              <a:rPr lang="en-US" sz="1500" b="1" u="none" strike="noStrike">
                <a:solidFill>
                  <a:srgbClr val="FFFFFF"/>
                </a:solidFill>
                <a:effectLst/>
                <a:uFillTx/>
                <a:latin typeface="Arial"/>
              </a:rPr>
              <a:t>2</a:t>
            </a:r>
            <a:endParaRPr lang="en-US" sz="1500" b="0" u="none" strike="noStrike">
              <a:solidFill>
                <a:srgbClr val="FFFFFF"/>
              </a:solidFill>
              <a:effectLst/>
              <a:uFillTx/>
              <a:latin typeface="Arial"/>
            </a:endParaRPr>
          </a:p>
        </p:txBody>
      </p:sp>
      <p:sp>
        <p:nvSpPr>
          <p:cNvPr id="623" name="TextBox 5"/>
          <p:cNvSpPr/>
          <p:nvPr/>
        </p:nvSpPr>
        <p:spPr>
          <a:xfrm>
            <a:off x="1115640" y="2773800"/>
            <a:ext cx="4643640" cy="1004400"/>
          </a:xfrm>
          <a:prstGeom prst="rect">
            <a:avLst/>
          </a:prstGeom>
          <a:noFill/>
          <a:ln w="0">
            <a:noFill/>
          </a:ln>
        </p:spPr>
        <p:style>
          <a:lnRef idx="0"/>
          <a:fillRef idx="0"/>
          <a:effectRef idx="0"/>
          <a:fontRef idx="minor"/>
        </p:style>
        <p:txBody>
          <a:bodyPr lIns="0" tIns="0" rIns="0" bIns="0" anchor="t">
            <a:spAutoFit/>
          </a:bodyPr>
          <a:p>
            <a:pPr defTabSz="914400">
              <a:lnSpc>
                <a:spcPct val="100000"/>
              </a:lnSpc>
            </a:pPr>
            <a:r>
              <a:rPr lang="en-US" sz="1450" b="1" u="none" strike="noStrike">
                <a:solidFill>
                  <a:srgbClr val="0E2841"/>
                </a:solidFill>
                <a:effectLst/>
                <a:uFillTx/>
                <a:latin typeface="Arial"/>
              </a:rPr>
              <a:t>2. Decision-per-frame artifact</a:t>
            </a:r>
            <a:endParaRPr lang="en-US" sz="1450" b="0" u="none" strike="noStrike">
              <a:solidFill>
                <a:srgbClr val="000000"/>
              </a:solidFill>
              <a:effectLst/>
              <a:uFillTx/>
              <a:latin typeface="Arial"/>
            </a:endParaRPr>
          </a:p>
          <a:p>
            <a:pPr defTabSz="914400">
              <a:lnSpc>
                <a:spcPct val="100000"/>
              </a:lnSpc>
              <a:spcBef>
                <a:spcPts val="201"/>
              </a:spcBef>
            </a:pPr>
            <a:r>
              <a:rPr lang="en-US" sz="1200" b="0" u="none" strike="noStrike">
                <a:solidFill>
                  <a:srgbClr val="333A40"/>
                </a:solidFill>
                <a:effectLst/>
                <a:uFillTx/>
                <a:latin typeface="Arial"/>
              </a:rPr>
              <a:t>Only one dispatching decision per simulated frame; at 100x speed that starved machines and AGVs. Fixed via a queue that drains all ready decisions per frame - convergence came back, pointing to a deeper confound</a:t>
            </a:r>
            <a:endParaRPr lang="en-US" sz="1200" b="0" u="none" strike="noStrike">
              <a:solidFill>
                <a:srgbClr val="000000"/>
              </a:solidFill>
              <a:effectLst/>
              <a:uFillTx/>
              <a:latin typeface="Arial"/>
            </a:endParaRPr>
          </a:p>
        </p:txBody>
      </p:sp>
      <p:sp>
        <p:nvSpPr>
          <p:cNvPr id="624" name="Oval 6"/>
          <p:cNvSpPr/>
          <p:nvPr/>
        </p:nvSpPr>
        <p:spPr>
          <a:xfrm>
            <a:off x="548640" y="4221360"/>
            <a:ext cx="382680" cy="382680"/>
          </a:xfrm>
          <a:prstGeom prst="ellipse">
            <a:avLst/>
          </a:prstGeom>
          <a:solidFill>
            <a:srgbClr val="F76904"/>
          </a:solidFill>
          <a:ln>
            <a:noFill/>
          </a:ln>
        </p:spPr>
        <p:style>
          <a:lnRef idx="1">
            <a:schemeClr val="accent1"/>
          </a:lnRef>
          <a:fillRef idx="3">
            <a:schemeClr val="accent1"/>
          </a:fillRef>
          <a:effectRef idx="2">
            <a:schemeClr val="accent1"/>
          </a:effectRef>
          <a:fontRef idx="minor"/>
        </p:style>
        <p:txBody>
          <a:bodyPr wrap="none" lIns="0" tIns="0" rIns="0" bIns="0" anchor="ctr">
            <a:noAutofit/>
          </a:bodyPr>
          <a:p>
            <a:pPr algn="ctr" defTabSz="914400">
              <a:lnSpc>
                <a:spcPct val="100000"/>
              </a:lnSpc>
            </a:pPr>
            <a:r>
              <a:rPr lang="en-US" sz="1500" b="1" u="none" strike="noStrike">
                <a:solidFill>
                  <a:srgbClr val="FFFFFF"/>
                </a:solidFill>
                <a:effectLst/>
                <a:uFillTx/>
                <a:latin typeface="Arial"/>
              </a:rPr>
              <a:t>3</a:t>
            </a:r>
            <a:endParaRPr lang="en-US" sz="1500" b="0" u="none" strike="noStrike">
              <a:solidFill>
                <a:srgbClr val="FFFFFF"/>
              </a:solidFill>
              <a:effectLst/>
              <a:uFillTx/>
              <a:latin typeface="Arial"/>
            </a:endParaRPr>
          </a:p>
        </p:txBody>
      </p:sp>
      <p:sp>
        <p:nvSpPr>
          <p:cNvPr id="625" name="TextBox 7"/>
          <p:cNvSpPr/>
          <p:nvPr/>
        </p:nvSpPr>
        <p:spPr>
          <a:xfrm>
            <a:off x="1115640" y="4175640"/>
            <a:ext cx="4643640" cy="1004400"/>
          </a:xfrm>
          <a:prstGeom prst="rect">
            <a:avLst/>
          </a:prstGeom>
          <a:noFill/>
          <a:ln w="0">
            <a:noFill/>
          </a:ln>
        </p:spPr>
        <p:style>
          <a:lnRef idx="0"/>
          <a:fillRef idx="0"/>
          <a:effectRef idx="0"/>
          <a:fontRef idx="minor"/>
        </p:style>
        <p:txBody>
          <a:bodyPr lIns="0" tIns="0" rIns="0" bIns="0" anchor="t">
            <a:spAutoFit/>
          </a:bodyPr>
          <a:p>
            <a:pPr defTabSz="914400">
              <a:lnSpc>
                <a:spcPct val="100000"/>
              </a:lnSpc>
            </a:pPr>
            <a:r>
              <a:rPr lang="en-US" sz="1450" b="1" u="none" strike="noStrike">
                <a:solidFill>
                  <a:srgbClr val="0E2841"/>
                </a:solidFill>
                <a:effectLst/>
                <a:uFillTx/>
                <a:latin typeface="Arial"/>
              </a:rPr>
              <a:t>3. Queue-selection degeneracy</a:t>
            </a:r>
            <a:endParaRPr lang="en-US" sz="1450" b="0" u="none" strike="noStrike">
              <a:solidFill>
                <a:srgbClr val="000000"/>
              </a:solidFill>
              <a:effectLst/>
              <a:uFillTx/>
              <a:latin typeface="Arial"/>
            </a:endParaRPr>
          </a:p>
          <a:p>
            <a:pPr defTabSz="914400">
              <a:lnSpc>
                <a:spcPct val="100000"/>
              </a:lnSpc>
              <a:spcBef>
                <a:spcPts val="201"/>
              </a:spcBef>
            </a:pPr>
            <a:r>
              <a:rPr lang="en-US" sz="1200" b="0" u="none" strike="noStrike">
                <a:solidFill>
                  <a:srgbClr val="333A40"/>
                </a:solidFill>
                <a:effectLst/>
                <a:uFillTx/>
                <a:latin typeface="Arial"/>
              </a:rPr>
              <a:t>Proc times were short relative to inter-arrival time, so machine queues almost always had exactly one job - no real choice for any rule to make. Rebalancing that ratio finally produced real rule differentiation</a:t>
            </a:r>
            <a:endParaRPr lang="en-US" sz="1200" b="0" u="none" strike="noStrike">
              <a:solidFill>
                <a:srgbClr val="000000"/>
              </a:solidFill>
              <a:effectLst/>
              <a:uFillTx/>
              <a:latin typeface="Arial"/>
            </a:endParaRPr>
          </a:p>
        </p:txBody>
      </p:sp>
      <p:pic>
        <p:nvPicPr>
          <p:cNvPr id="626" name="Picture 8" descr="time_in_system_cv_by_rule.png"/>
          <p:cNvPicPr/>
          <p:nvPr/>
        </p:nvPicPr>
        <p:blipFill>
          <a:blip r:embed="rId1"/>
          <a:stretch/>
        </p:blipFill>
        <p:spPr>
          <a:xfrm>
            <a:off x="6080760" y="1691640"/>
            <a:ext cx="5558040" cy="2586600"/>
          </a:xfrm>
          <a:prstGeom prst="rect">
            <a:avLst/>
          </a:prstGeom>
          <a:noFill/>
          <a:ln w="0">
            <a:noFill/>
          </a:ln>
        </p:spPr>
      </p:pic>
      <p:sp>
        <p:nvSpPr>
          <p:cNvPr id="627" name="TextBox 9"/>
          <p:cNvSpPr/>
          <p:nvPr/>
        </p:nvSpPr>
        <p:spPr>
          <a:xfrm>
            <a:off x="6080760" y="4416840"/>
            <a:ext cx="5558040" cy="272880"/>
          </a:xfrm>
          <a:prstGeom prst="rect">
            <a:avLst/>
          </a:prstGeom>
          <a:noFill/>
          <a:ln w="0">
            <a:noFill/>
          </a:ln>
        </p:spPr>
        <p:style>
          <a:lnRef idx="0"/>
          <a:fillRef idx="0"/>
          <a:effectRef idx="0"/>
          <a:fontRef idx="minor"/>
        </p:style>
        <p:txBody>
          <a:bodyPr lIns="0" tIns="0" rIns="0" bIns="0" anchor="t">
            <a:spAutoFit/>
          </a:bodyPr>
          <a:p>
            <a:pPr algn="ctr" defTabSz="914400">
              <a:lnSpc>
                <a:spcPct val="100000"/>
              </a:lnSpc>
            </a:pPr>
            <a:r>
              <a:rPr lang="en-US" sz="1150" b="0" u="none" strike="noStrike">
                <a:solidFill>
                  <a:srgbClr val="333A40"/>
                </a:solidFill>
                <a:effectLst/>
                <a:uFillTx/>
                <a:latin typeface="Arial"/>
              </a:rPr>
              <a:t>7/9 rules converge near CV (coefficient of variation) ≈ 0.18–0.20; the two max-queue rules land near 0.20–0.21 post-fix - down from ~0.35–0.36 pre-fix</a:t>
            </a:r>
            <a:endParaRPr lang="en-US" sz="1150" b="0" u="none" strike="noStrike">
              <a:solidFill>
                <a:srgbClr val="000000"/>
              </a:solidFill>
              <a:effectLst/>
              <a:uFillTx/>
              <a:latin typeface="Arial"/>
            </a:endParaRPr>
          </a:p>
        </p:txBody>
      </p:sp>
      <p:sp>
        <p:nvSpPr>
          <p:cNvPr id="628" name="TextBox 10"/>
          <p:cNvSpPr/>
          <p:nvPr/>
        </p:nvSpPr>
        <p:spPr>
          <a:xfrm>
            <a:off x="6080760" y="5219640"/>
            <a:ext cx="5558040" cy="272880"/>
          </a:xfrm>
          <a:prstGeom prst="rect">
            <a:avLst/>
          </a:prstGeom>
          <a:noFill/>
          <a:ln w="0">
            <a:noFill/>
          </a:ln>
        </p:spPr>
        <p:style>
          <a:lnRef idx="0"/>
          <a:fillRef idx="0"/>
          <a:effectRef idx="0"/>
          <a:fontRef idx="minor"/>
        </p:style>
        <p:txBody>
          <a:bodyPr lIns="0" tIns="0" rIns="0" bIns="0" anchor="t">
            <a:spAutoFit/>
          </a:bodyPr>
          <a:p>
            <a:pPr algn="ctr" defTabSz="914400">
              <a:lnSpc>
                <a:spcPct val="100000"/>
              </a:lnSpc>
            </a:pPr>
            <a:r>
              <a:rPr lang="en-US" sz="1250" b="1" u="none" strike="noStrike">
                <a:solidFill>
                  <a:srgbClr val="F76904"/>
                </a:solidFill>
                <a:effectLst/>
                <a:uFillTx/>
                <a:latin typeface="Arial"/>
              </a:rPr>
              <a:t>The fix that finally revealed real differences between rules</a:t>
            </a:r>
            <a:endParaRPr lang="en-US" sz="125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29" name="TextBox 1"/>
          <p:cNvSpPr/>
          <p:nvPr/>
        </p:nvSpPr>
        <p:spPr>
          <a:xfrm>
            <a:off x="548640" y="320040"/>
            <a:ext cx="11090160" cy="711720"/>
          </a:xfrm>
          <a:prstGeom prst="rect">
            <a:avLst/>
          </a:prstGeom>
          <a:noFill/>
          <a:ln w="0">
            <a:noFill/>
          </a:ln>
        </p:spPr>
        <p:style>
          <a:lnRef idx="0"/>
          <a:fillRef idx="0"/>
          <a:effectRef idx="0"/>
          <a:fontRef idx="minor"/>
        </p:style>
        <p:txBody>
          <a:bodyPr lIns="0" tIns="0" rIns="0" bIns="0" anchor="b">
            <a:spAutoFit/>
          </a:bodyPr>
          <a:p>
            <a:pPr defTabSz="914400">
              <a:lnSpc>
                <a:spcPct val="100000"/>
              </a:lnSpc>
            </a:pPr>
            <a:r>
              <a:rPr lang="en-US" sz="2800" b="1" u="none" strike="noStrike">
                <a:solidFill>
                  <a:srgbClr val="0E2841"/>
                </a:solidFill>
                <a:effectLst/>
                <a:uFillTx/>
                <a:latin typeface="Arial"/>
              </a:rPr>
              <a:t>Reframing: Maybe Convergence Isn't the Problem</a:t>
            </a:r>
            <a:endParaRPr lang="en-US" sz="2800" b="0" u="none" strike="noStrike">
              <a:solidFill>
                <a:srgbClr val="000000"/>
              </a:solidFill>
              <a:effectLst/>
              <a:uFillTx/>
              <a:latin typeface="Arial"/>
            </a:endParaRPr>
          </a:p>
        </p:txBody>
      </p:sp>
      <p:sp>
        <p:nvSpPr>
          <p:cNvPr id="630" name="Oval 2"/>
          <p:cNvSpPr/>
          <p:nvPr/>
        </p:nvSpPr>
        <p:spPr>
          <a:xfrm>
            <a:off x="548640" y="1600200"/>
            <a:ext cx="382680" cy="382680"/>
          </a:xfrm>
          <a:prstGeom prst="ellipse">
            <a:avLst/>
          </a:prstGeom>
          <a:solidFill>
            <a:srgbClr val="F76904"/>
          </a:solidFill>
          <a:ln>
            <a:noFill/>
          </a:ln>
        </p:spPr>
        <p:style>
          <a:lnRef idx="1">
            <a:schemeClr val="accent1"/>
          </a:lnRef>
          <a:fillRef idx="3">
            <a:schemeClr val="accent1"/>
          </a:fillRef>
          <a:effectRef idx="2">
            <a:schemeClr val="accent1"/>
          </a:effectRef>
          <a:fontRef idx="minor"/>
        </p:style>
        <p:txBody>
          <a:bodyPr wrap="none" lIns="0" tIns="0" rIns="0" bIns="0" anchor="ctr">
            <a:noAutofit/>
          </a:bodyPr>
          <a:p>
            <a:pPr algn="ctr" defTabSz="914400">
              <a:lnSpc>
                <a:spcPct val="100000"/>
              </a:lnSpc>
            </a:pPr>
            <a:r>
              <a:rPr lang="en-US" sz="1500" b="1" u="none" strike="noStrike">
                <a:solidFill>
                  <a:srgbClr val="FFFFFF"/>
                </a:solidFill>
                <a:effectLst/>
                <a:uFillTx/>
                <a:latin typeface="Arial"/>
              </a:rPr>
              <a:t>1</a:t>
            </a:r>
            <a:endParaRPr lang="en-US" sz="1500" b="0" u="none" strike="noStrike">
              <a:solidFill>
                <a:srgbClr val="FFFFFF"/>
              </a:solidFill>
              <a:effectLst/>
              <a:uFillTx/>
              <a:latin typeface="Arial"/>
            </a:endParaRPr>
          </a:p>
        </p:txBody>
      </p:sp>
      <p:sp>
        <p:nvSpPr>
          <p:cNvPr id="631" name="TextBox 3"/>
          <p:cNvSpPr/>
          <p:nvPr/>
        </p:nvSpPr>
        <p:spPr>
          <a:xfrm>
            <a:off x="1115640" y="1554480"/>
            <a:ext cx="9581400" cy="1004400"/>
          </a:xfrm>
          <a:prstGeom prst="rect">
            <a:avLst/>
          </a:prstGeom>
          <a:noFill/>
          <a:ln w="0">
            <a:noFill/>
          </a:ln>
        </p:spPr>
        <p:style>
          <a:lnRef idx="0"/>
          <a:fillRef idx="0"/>
          <a:effectRef idx="0"/>
          <a:fontRef idx="minor"/>
        </p:style>
        <p:txBody>
          <a:bodyPr lIns="0" tIns="0" rIns="0" bIns="0" anchor="t">
            <a:spAutoFit/>
          </a:bodyPr>
          <a:p>
            <a:pPr defTabSz="914400">
              <a:lnSpc>
                <a:spcPct val="100000"/>
              </a:lnSpc>
            </a:pPr>
            <a:r>
              <a:rPr lang="en-US" sz="1500" b="1" u="none" strike="noStrike">
                <a:solidFill>
                  <a:srgbClr val="0E2841"/>
                </a:solidFill>
                <a:effectLst/>
                <a:uFillTx/>
                <a:latin typeface="Arial"/>
              </a:rPr>
              <a:t>The real question isn't why rules won't differentiate within a scenario</a:t>
            </a:r>
            <a:endParaRPr lang="en-US" sz="1500" b="0" u="none" strike="noStrike">
              <a:solidFill>
                <a:srgbClr val="000000"/>
              </a:solidFill>
              <a:effectLst/>
              <a:uFillTx/>
              <a:latin typeface="Arial"/>
            </a:endParaRPr>
          </a:p>
          <a:p>
            <a:pPr defTabSz="914400">
              <a:lnSpc>
                <a:spcPct val="100000"/>
              </a:lnSpc>
              <a:spcBef>
                <a:spcPts val="201"/>
              </a:spcBef>
            </a:pPr>
            <a:r>
              <a:rPr lang="en-US" sz="1250" b="0" u="none" strike="noStrike">
                <a:solidFill>
                  <a:srgbClr val="333A40"/>
                </a:solidFill>
                <a:effectLst/>
                <a:uFillTx/>
                <a:latin typeface="Arial"/>
              </a:rPr>
              <a:t>It's whether they differentiate across different factory-floor scenarios (machine breakdowns, burst arrivals) - the more meaningful test of whether rule choice, or a learned policy, actually matters</a:t>
            </a:r>
            <a:endParaRPr lang="en-US" sz="1250" b="0" u="none" strike="noStrike">
              <a:solidFill>
                <a:srgbClr val="000000"/>
              </a:solidFill>
              <a:effectLst/>
              <a:uFillTx/>
              <a:latin typeface="Arial"/>
            </a:endParaRPr>
          </a:p>
        </p:txBody>
      </p:sp>
      <p:sp>
        <p:nvSpPr>
          <p:cNvPr id="632" name="Oval 4"/>
          <p:cNvSpPr/>
          <p:nvPr/>
        </p:nvSpPr>
        <p:spPr>
          <a:xfrm>
            <a:off x="548640" y="2865240"/>
            <a:ext cx="382680" cy="382680"/>
          </a:xfrm>
          <a:prstGeom prst="ellipse">
            <a:avLst/>
          </a:prstGeom>
          <a:solidFill>
            <a:srgbClr val="F76904"/>
          </a:solidFill>
          <a:ln>
            <a:noFill/>
          </a:ln>
        </p:spPr>
        <p:style>
          <a:lnRef idx="1">
            <a:schemeClr val="accent1"/>
          </a:lnRef>
          <a:fillRef idx="3">
            <a:schemeClr val="accent1"/>
          </a:fillRef>
          <a:effectRef idx="2">
            <a:schemeClr val="accent1"/>
          </a:effectRef>
          <a:fontRef idx="minor"/>
        </p:style>
        <p:txBody>
          <a:bodyPr wrap="none" lIns="0" tIns="0" rIns="0" bIns="0" anchor="ctr">
            <a:noAutofit/>
          </a:bodyPr>
          <a:p>
            <a:pPr algn="ctr" defTabSz="914400">
              <a:lnSpc>
                <a:spcPct val="100000"/>
              </a:lnSpc>
            </a:pPr>
            <a:r>
              <a:rPr lang="en-US" sz="1500" b="1" u="none" strike="noStrike">
                <a:solidFill>
                  <a:srgbClr val="FFFFFF"/>
                </a:solidFill>
                <a:effectLst/>
                <a:uFillTx/>
                <a:latin typeface="Arial"/>
              </a:rPr>
              <a:t>2</a:t>
            </a:r>
            <a:endParaRPr lang="en-US" sz="1500" b="0" u="none" strike="noStrike">
              <a:solidFill>
                <a:srgbClr val="FFFFFF"/>
              </a:solidFill>
              <a:effectLst/>
              <a:uFillTx/>
              <a:latin typeface="Arial"/>
            </a:endParaRPr>
          </a:p>
        </p:txBody>
      </p:sp>
      <p:sp>
        <p:nvSpPr>
          <p:cNvPr id="633" name="TextBox 5"/>
          <p:cNvSpPr/>
          <p:nvPr/>
        </p:nvSpPr>
        <p:spPr>
          <a:xfrm>
            <a:off x="1115640" y="2819520"/>
            <a:ext cx="9581400" cy="1004400"/>
          </a:xfrm>
          <a:prstGeom prst="rect">
            <a:avLst/>
          </a:prstGeom>
          <a:noFill/>
          <a:ln w="0">
            <a:noFill/>
          </a:ln>
        </p:spPr>
        <p:style>
          <a:lnRef idx="0"/>
          <a:fillRef idx="0"/>
          <a:effectRef idx="0"/>
          <a:fontRef idx="minor"/>
        </p:style>
        <p:txBody>
          <a:bodyPr lIns="0" tIns="0" rIns="0" bIns="0" anchor="t">
            <a:spAutoFit/>
          </a:bodyPr>
          <a:p>
            <a:pPr defTabSz="914400">
              <a:lnSpc>
                <a:spcPct val="100000"/>
              </a:lnSpc>
            </a:pPr>
            <a:r>
              <a:rPr lang="en-US" sz="1500" b="1" u="none" strike="noStrike">
                <a:solidFill>
                  <a:srgbClr val="0E2841"/>
                </a:solidFill>
                <a:effectLst/>
                <a:uFillTx/>
                <a:latin typeface="Arial"/>
              </a:rPr>
              <a:t>Built burst-arrival support this past week</a:t>
            </a:r>
            <a:endParaRPr lang="en-US" sz="1500" b="0" u="none" strike="noStrike">
              <a:solidFill>
                <a:srgbClr val="000000"/>
              </a:solidFill>
              <a:effectLst/>
              <a:uFillTx/>
              <a:latin typeface="Arial"/>
            </a:endParaRPr>
          </a:p>
          <a:p>
            <a:pPr defTabSz="914400">
              <a:lnSpc>
                <a:spcPct val="100000"/>
              </a:lnSpc>
              <a:spcBef>
                <a:spcPts val="201"/>
              </a:spcBef>
            </a:pPr>
            <a:r>
              <a:rPr lang="en-US" sz="1250" b="0" u="none" strike="noStrike">
                <a:solidFill>
                  <a:srgbClr val="333A40"/>
                </a:solidFill>
                <a:effectLst/>
                <a:uFillTx/>
                <a:latin typeface="Arial"/>
              </a:rPr>
              <a:t>Multiple jobs can now arrive in one event, not just one at a time - configurable mean burst size</a:t>
            </a:r>
            <a:endParaRPr lang="en-US" sz="1250" b="0" u="none" strike="noStrike">
              <a:solidFill>
                <a:srgbClr val="000000"/>
              </a:solidFill>
              <a:effectLst/>
              <a:uFillTx/>
              <a:latin typeface="Arial"/>
            </a:endParaRPr>
          </a:p>
        </p:txBody>
      </p:sp>
      <p:sp>
        <p:nvSpPr>
          <p:cNvPr id="634" name="Oval 6"/>
          <p:cNvSpPr/>
          <p:nvPr/>
        </p:nvSpPr>
        <p:spPr>
          <a:xfrm>
            <a:off x="548640" y="4129920"/>
            <a:ext cx="382680" cy="382680"/>
          </a:xfrm>
          <a:prstGeom prst="ellipse">
            <a:avLst/>
          </a:prstGeom>
          <a:solidFill>
            <a:srgbClr val="F76904"/>
          </a:solidFill>
          <a:ln>
            <a:noFill/>
          </a:ln>
        </p:spPr>
        <p:style>
          <a:lnRef idx="1">
            <a:schemeClr val="accent1"/>
          </a:lnRef>
          <a:fillRef idx="3">
            <a:schemeClr val="accent1"/>
          </a:fillRef>
          <a:effectRef idx="2">
            <a:schemeClr val="accent1"/>
          </a:effectRef>
          <a:fontRef idx="minor"/>
        </p:style>
        <p:txBody>
          <a:bodyPr wrap="none" lIns="0" tIns="0" rIns="0" bIns="0" anchor="ctr">
            <a:noAutofit/>
          </a:bodyPr>
          <a:p>
            <a:pPr algn="ctr" defTabSz="914400">
              <a:lnSpc>
                <a:spcPct val="100000"/>
              </a:lnSpc>
            </a:pPr>
            <a:r>
              <a:rPr lang="en-US" sz="1500" b="1" u="none" strike="noStrike">
                <a:solidFill>
                  <a:srgbClr val="FFFFFF"/>
                </a:solidFill>
                <a:effectLst/>
                <a:uFillTx/>
                <a:latin typeface="Arial"/>
              </a:rPr>
              <a:t>3</a:t>
            </a:r>
            <a:endParaRPr lang="en-US" sz="1500" b="0" u="none" strike="noStrike">
              <a:solidFill>
                <a:srgbClr val="FFFFFF"/>
              </a:solidFill>
              <a:effectLst/>
              <a:uFillTx/>
              <a:latin typeface="Arial"/>
            </a:endParaRPr>
          </a:p>
        </p:txBody>
      </p:sp>
      <p:sp>
        <p:nvSpPr>
          <p:cNvPr id="635" name="TextBox 7"/>
          <p:cNvSpPr/>
          <p:nvPr/>
        </p:nvSpPr>
        <p:spPr>
          <a:xfrm>
            <a:off x="1115640" y="4084200"/>
            <a:ext cx="9581400" cy="1004400"/>
          </a:xfrm>
          <a:prstGeom prst="rect">
            <a:avLst/>
          </a:prstGeom>
          <a:noFill/>
          <a:ln w="0">
            <a:noFill/>
          </a:ln>
        </p:spPr>
        <p:style>
          <a:lnRef idx="0"/>
          <a:fillRef idx="0"/>
          <a:effectRef idx="0"/>
          <a:fontRef idx="minor"/>
        </p:style>
        <p:txBody>
          <a:bodyPr lIns="0" tIns="0" rIns="0" bIns="0" anchor="t">
            <a:spAutoFit/>
          </a:bodyPr>
          <a:p>
            <a:pPr defTabSz="914400">
              <a:lnSpc>
                <a:spcPct val="100000"/>
              </a:lnSpc>
            </a:pPr>
            <a:r>
              <a:rPr lang="en-US" sz="1500" b="1" u="none" strike="noStrike">
                <a:solidFill>
                  <a:srgbClr val="0E2841"/>
                </a:solidFill>
                <a:effectLst/>
                <a:uFillTx/>
                <a:latin typeface="Arial"/>
              </a:rPr>
              <a:t>Currently running a scenario-coverage sweep</a:t>
            </a:r>
            <a:endParaRPr lang="en-US" sz="1500" b="0" u="none" strike="noStrike">
              <a:solidFill>
                <a:srgbClr val="000000"/>
              </a:solidFill>
              <a:effectLst/>
              <a:uFillTx/>
              <a:latin typeface="Arial"/>
            </a:endParaRPr>
          </a:p>
          <a:p>
            <a:pPr defTabSz="914400">
              <a:lnSpc>
                <a:spcPct val="100000"/>
              </a:lnSpc>
              <a:spcBef>
                <a:spcPts val="201"/>
              </a:spcBef>
            </a:pPr>
            <a:r>
              <a:rPr lang="en-US" sz="1250" b="0" u="none" strike="noStrike">
                <a:solidFill>
                  <a:srgbClr val="333A40"/>
                </a:solidFill>
                <a:effectLst/>
                <a:uFillTx/>
                <a:latin typeface="Arial"/>
              </a:rPr>
              <a:t>Baseline / low machine-failure / high machine-failure / burst / high-failure+burst - to see where, if anywhere, rule choice actually shows up</a:t>
            </a:r>
            <a:endParaRPr lang="en-US" sz="125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36" name="TextBox 1"/>
          <p:cNvSpPr/>
          <p:nvPr/>
        </p:nvSpPr>
        <p:spPr>
          <a:xfrm>
            <a:off x="548640" y="320040"/>
            <a:ext cx="11090160" cy="711720"/>
          </a:xfrm>
          <a:prstGeom prst="rect">
            <a:avLst/>
          </a:prstGeom>
          <a:noFill/>
          <a:ln w="0">
            <a:noFill/>
          </a:ln>
        </p:spPr>
        <p:style>
          <a:lnRef idx="0"/>
          <a:fillRef idx="0"/>
          <a:effectRef idx="0"/>
          <a:fontRef idx="minor"/>
        </p:style>
        <p:txBody>
          <a:bodyPr lIns="0" tIns="0" rIns="0" bIns="0" anchor="b">
            <a:spAutoFit/>
          </a:bodyPr>
          <a:p>
            <a:pPr defTabSz="914400">
              <a:lnSpc>
                <a:spcPct val="100000"/>
              </a:lnSpc>
            </a:pPr>
            <a:r>
              <a:rPr lang="en-US" sz="2900" b="1" u="none" strike="noStrike">
                <a:solidFill>
                  <a:srgbClr val="0E2841"/>
                </a:solidFill>
                <a:effectLst/>
                <a:uFillTx/>
                <a:latin typeface="Arial"/>
              </a:rPr>
              <a:t>Methodology Fix: Steady-State Sampling</a:t>
            </a:r>
            <a:endParaRPr lang="en-US" sz="2900" b="0" u="none" strike="noStrike">
              <a:solidFill>
                <a:srgbClr val="000000"/>
              </a:solidFill>
              <a:effectLst/>
              <a:uFillTx/>
              <a:latin typeface="Arial"/>
            </a:endParaRPr>
          </a:p>
        </p:txBody>
      </p:sp>
      <p:sp>
        <p:nvSpPr>
          <p:cNvPr id="637" name="TextBox 2"/>
          <p:cNvSpPr/>
          <p:nvPr/>
        </p:nvSpPr>
        <p:spPr>
          <a:xfrm>
            <a:off x="548640" y="1051560"/>
            <a:ext cx="10879920" cy="1050120"/>
          </a:xfrm>
          <a:prstGeom prst="rect">
            <a:avLst/>
          </a:prstGeom>
          <a:noFill/>
          <a:ln w="0">
            <a:noFill/>
          </a:ln>
        </p:spPr>
        <p:style>
          <a:lnRef idx="0"/>
          <a:fillRef idx="0"/>
          <a:effectRef idx="0"/>
          <a:fontRef idx="minor"/>
        </p:style>
        <p:txBody>
          <a:bodyPr lIns="0" tIns="0" rIns="0" bIns="0" anchor="t">
            <a:spAutoFit/>
          </a:bodyPr>
          <a:p>
            <a:pPr marL="228600" indent="-228600" defTabSz="914400">
              <a:lnSpc>
                <a:spcPct val="100000"/>
              </a:lnSpc>
              <a:spcAft>
                <a:spcPts val="300"/>
              </a:spcAft>
              <a:buClr>
                <a:srgbClr val="0E2841"/>
              </a:buClr>
              <a:buFont typeface="Arial"/>
              <a:buChar char="–"/>
            </a:pPr>
            <a:r>
              <a:rPr lang="en-US" sz="1300" b="0" u="none" strike="noStrike">
                <a:solidFill>
                  <a:srgbClr val="0E2841"/>
                </a:solidFill>
                <a:effectLst/>
                <a:uFillTx/>
                <a:latin typeface="Arial"/>
              </a:rPr>
              <a:t>Swapped primary metric from makespan to time-in-system / flow-time - under continuous Poisson arrivals the shop never fully drains</a:t>
            </a:r>
            <a:endParaRPr lang="en-US" sz="1300" b="0" u="none" strike="noStrike">
              <a:solidFill>
                <a:srgbClr val="000000"/>
              </a:solidFill>
              <a:effectLst/>
              <a:uFillTx/>
              <a:latin typeface="Arial"/>
            </a:endParaRPr>
          </a:p>
          <a:p>
            <a:pPr marL="228600" indent="-228600" defTabSz="914400">
              <a:lnSpc>
                <a:spcPct val="100000"/>
              </a:lnSpc>
              <a:spcAft>
                <a:spcPts val="300"/>
              </a:spcAft>
              <a:buClr>
                <a:srgbClr val="0E2841"/>
              </a:buClr>
              <a:buFont typeface="Arial"/>
              <a:buChar char="–"/>
            </a:pPr>
            <a:r>
              <a:rPr lang="en-US" sz="1300" b="0" u="none" strike="noStrike">
                <a:solidFill>
                  <a:srgbClr val="0E2841"/>
                </a:solidFill>
                <a:effectLst/>
                <a:uFillTx/>
                <a:latin typeface="Arial"/>
              </a:rPr>
              <a:t>Now analyze only steady-state, post-warmup behavior, for a fixed simulation duration instead of running until every rule's queue fully drains</a:t>
            </a:r>
            <a:endParaRPr lang="en-US" sz="1300" b="0" u="none" strike="noStrike">
              <a:solidFill>
                <a:srgbClr val="000000"/>
              </a:solidFill>
              <a:effectLst/>
              <a:uFillTx/>
              <a:latin typeface="Arial"/>
            </a:endParaRPr>
          </a:p>
          <a:p>
            <a:pPr marL="228600" indent="-228600" defTabSz="914400">
              <a:lnSpc>
                <a:spcPct val="100000"/>
              </a:lnSpc>
              <a:spcAft>
                <a:spcPts val="300"/>
              </a:spcAft>
              <a:buClr>
                <a:srgbClr val="0E2841"/>
              </a:buClr>
              <a:buFont typeface="Arial"/>
              <a:buChar char="–"/>
            </a:pPr>
            <a:r>
              <a:rPr lang="en-US" sz="1300" b="0" u="none" strike="noStrike">
                <a:solidFill>
                  <a:srgbClr val="0E2841"/>
                </a:solidFill>
                <a:effectLst/>
                <a:uFillTx/>
                <a:latin typeface="Arial"/>
              </a:rPr>
              <a:t>Side benefit: full-sweep runtime dropped from 10+ hours to roughly 1–2 hours</a:t>
            </a:r>
            <a:endParaRPr lang="en-US" sz="1300" b="0" u="none" strike="noStrike">
              <a:solidFill>
                <a:srgbClr val="000000"/>
              </a:solidFill>
              <a:effectLst/>
              <a:uFillTx/>
              <a:latin typeface="Arial"/>
            </a:endParaRPr>
          </a:p>
        </p:txBody>
      </p:sp>
      <p:sp>
        <p:nvSpPr>
          <p:cNvPr id="638" name="TextBox 3"/>
          <p:cNvSpPr/>
          <p:nvPr/>
        </p:nvSpPr>
        <p:spPr>
          <a:xfrm>
            <a:off x="548640" y="2011680"/>
            <a:ext cx="5256360" cy="272880"/>
          </a:xfrm>
          <a:prstGeom prst="rect">
            <a:avLst/>
          </a:prstGeom>
          <a:noFill/>
          <a:ln w="0">
            <a:noFill/>
          </a:ln>
        </p:spPr>
        <p:style>
          <a:lnRef idx="0"/>
          <a:fillRef idx="0"/>
          <a:effectRef idx="0"/>
          <a:fontRef idx="minor"/>
        </p:style>
        <p:txBody>
          <a:bodyPr lIns="0" tIns="0" rIns="0" bIns="0" anchor="t">
            <a:spAutoFit/>
          </a:bodyPr>
          <a:p>
            <a:pPr algn="ctr" defTabSz="914400">
              <a:lnSpc>
                <a:spcPct val="100000"/>
              </a:lnSpc>
            </a:pPr>
            <a:r>
              <a:rPr lang="en-US" sz="1300" b="1" u="none" strike="noStrike">
                <a:solidFill>
                  <a:srgbClr val="DA291B"/>
                </a:solidFill>
                <a:effectLst/>
                <a:uFillTx/>
                <a:latin typeface="Arial"/>
              </a:rPr>
              <a:t>BEFORE - uncapped, run-until-drain</a:t>
            </a:r>
            <a:endParaRPr lang="en-US" sz="1300" b="0" u="none" strike="noStrike">
              <a:solidFill>
                <a:srgbClr val="000000"/>
              </a:solidFill>
              <a:effectLst/>
              <a:uFillTx/>
              <a:latin typeface="Arial"/>
            </a:endParaRPr>
          </a:p>
        </p:txBody>
      </p:sp>
      <p:sp>
        <p:nvSpPr>
          <p:cNvPr id="639" name="TextBox 4"/>
          <p:cNvSpPr/>
          <p:nvPr/>
        </p:nvSpPr>
        <p:spPr>
          <a:xfrm>
            <a:off x="6263640" y="2011680"/>
            <a:ext cx="5256360" cy="272880"/>
          </a:xfrm>
          <a:prstGeom prst="rect">
            <a:avLst/>
          </a:prstGeom>
          <a:noFill/>
          <a:ln w="0">
            <a:noFill/>
          </a:ln>
        </p:spPr>
        <p:style>
          <a:lnRef idx="0"/>
          <a:fillRef idx="0"/>
          <a:effectRef idx="0"/>
          <a:fontRef idx="minor"/>
        </p:style>
        <p:txBody>
          <a:bodyPr lIns="0" tIns="0" rIns="0" bIns="0" anchor="t">
            <a:spAutoFit/>
          </a:bodyPr>
          <a:p>
            <a:pPr algn="ctr" defTabSz="914400">
              <a:lnSpc>
                <a:spcPct val="100000"/>
              </a:lnSpc>
            </a:pPr>
            <a:r>
              <a:rPr lang="en-US" sz="1300" b="1" u="none" strike="noStrike">
                <a:solidFill>
                  <a:srgbClr val="009BBD"/>
                </a:solidFill>
                <a:effectLst/>
                <a:uFillTx/>
                <a:latin typeface="Arial"/>
              </a:rPr>
              <a:t>AFTER - tuned rate, fixed duration</a:t>
            </a:r>
            <a:endParaRPr lang="en-US" sz="1300" b="0" u="none" strike="noStrike">
              <a:solidFill>
                <a:srgbClr val="000000"/>
              </a:solidFill>
              <a:effectLst/>
              <a:uFillTx/>
              <a:latin typeface="Arial"/>
            </a:endParaRPr>
          </a:p>
        </p:txBody>
      </p:sp>
      <p:pic>
        <p:nvPicPr>
          <p:cNvPr id="640" name="Picture 5" descr="wip_isolated_med_capctl_cap400.png"/>
          <p:cNvPicPr/>
          <p:nvPr/>
        </p:nvPicPr>
        <p:blipFill>
          <a:blip r:embed="rId1"/>
          <a:stretch/>
        </p:blipFill>
        <p:spPr>
          <a:xfrm>
            <a:off x="548640" y="2331720"/>
            <a:ext cx="5256360" cy="2251800"/>
          </a:xfrm>
          <a:prstGeom prst="rect">
            <a:avLst/>
          </a:prstGeom>
          <a:noFill/>
          <a:ln w="0">
            <a:noFill/>
          </a:ln>
        </p:spPr>
      </p:pic>
      <p:pic>
        <p:nvPicPr>
          <p:cNvPr id="641" name="Picture 6" descr="wip_isolated_agv07_single_steady_l008.png"/>
          <p:cNvPicPr/>
          <p:nvPr/>
        </p:nvPicPr>
        <p:blipFill>
          <a:blip r:embed="rId2"/>
          <a:stretch/>
        </p:blipFill>
        <p:spPr>
          <a:xfrm>
            <a:off x="6263640" y="2331720"/>
            <a:ext cx="5256360" cy="2251800"/>
          </a:xfrm>
          <a:prstGeom prst="rect">
            <a:avLst/>
          </a:prstGeom>
          <a:noFill/>
          <a:ln w="0">
            <a:noFill/>
          </a:ln>
        </p:spPr>
      </p:pic>
      <p:sp>
        <p:nvSpPr>
          <p:cNvPr id="642" name="TextBox 7"/>
          <p:cNvSpPr/>
          <p:nvPr/>
        </p:nvSpPr>
        <p:spPr>
          <a:xfrm>
            <a:off x="548640" y="4800600"/>
            <a:ext cx="5256360" cy="272880"/>
          </a:xfrm>
          <a:prstGeom prst="rect">
            <a:avLst/>
          </a:prstGeom>
          <a:noFill/>
          <a:ln w="0">
            <a:noFill/>
          </a:ln>
        </p:spPr>
        <p:style>
          <a:lnRef idx="0"/>
          <a:fillRef idx="0"/>
          <a:effectRef idx="0"/>
          <a:fontRef idx="minor"/>
        </p:style>
        <p:txBody>
          <a:bodyPr lIns="0" tIns="0" rIns="0" bIns="0" anchor="t">
            <a:spAutoFit/>
          </a:bodyPr>
          <a:p>
            <a:pPr algn="ctr" defTabSz="914400">
              <a:lnSpc>
                <a:spcPct val="100000"/>
              </a:lnSpc>
            </a:pPr>
            <a:r>
              <a:rPr lang="en-US" sz="1100" b="0" u="none" strike="noStrike">
                <a:solidFill>
                  <a:srgbClr val="333A40"/>
                </a:solidFill>
                <a:effectLst/>
                <a:uFillTx/>
                <a:latin typeface="Arial"/>
              </a:rPr>
              <a:t>WIP (work-in-progress) ramps ~10,000s then drains ~38,000s more; all 9 rules overlap indistinguishably</a:t>
            </a:r>
            <a:endParaRPr lang="en-US" sz="1100" b="0" u="none" strike="noStrike">
              <a:solidFill>
                <a:srgbClr val="000000"/>
              </a:solidFill>
              <a:effectLst/>
              <a:uFillTx/>
              <a:latin typeface="Arial"/>
            </a:endParaRPr>
          </a:p>
        </p:txBody>
      </p:sp>
      <p:sp>
        <p:nvSpPr>
          <p:cNvPr id="643" name="TextBox 8"/>
          <p:cNvSpPr/>
          <p:nvPr/>
        </p:nvSpPr>
        <p:spPr>
          <a:xfrm>
            <a:off x="6263640" y="4800600"/>
            <a:ext cx="5256360" cy="272880"/>
          </a:xfrm>
          <a:prstGeom prst="rect">
            <a:avLst/>
          </a:prstGeom>
          <a:noFill/>
          <a:ln w="0">
            <a:noFill/>
          </a:ln>
        </p:spPr>
        <p:style>
          <a:lnRef idx="0"/>
          <a:fillRef idx="0"/>
          <a:effectRef idx="0"/>
          <a:fontRef idx="minor"/>
        </p:style>
        <p:txBody>
          <a:bodyPr lIns="0" tIns="0" rIns="0" bIns="0" anchor="t">
            <a:spAutoFit/>
          </a:bodyPr>
          <a:p>
            <a:pPr algn="ctr" defTabSz="914400">
              <a:lnSpc>
                <a:spcPct val="100000"/>
              </a:lnSpc>
            </a:pPr>
            <a:r>
              <a:rPr lang="en-US" sz="1100" b="0" u="none" strike="noStrike">
                <a:solidFill>
                  <a:srgbClr val="333A40"/>
                </a:solidFill>
                <a:effectLst/>
                <a:uFillTx/>
                <a:latin typeface="Arial"/>
              </a:rPr>
              <a:t>Steady oscillating WIP that never drains; the two max-queue rules visibly separate (~10–14 WIP vs. 5–10 for the rest)</a:t>
            </a:r>
            <a:endParaRPr lang="en-US" sz="11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44" name="TextBox 1"/>
          <p:cNvSpPr/>
          <p:nvPr/>
        </p:nvSpPr>
        <p:spPr>
          <a:xfrm>
            <a:off x="548640" y="320040"/>
            <a:ext cx="11090160" cy="711720"/>
          </a:xfrm>
          <a:prstGeom prst="rect">
            <a:avLst/>
          </a:prstGeom>
          <a:noFill/>
          <a:ln w="0">
            <a:noFill/>
          </a:ln>
        </p:spPr>
        <p:style>
          <a:lnRef idx="0"/>
          <a:fillRef idx="0"/>
          <a:effectRef idx="0"/>
          <a:fontRef idx="minor"/>
        </p:style>
        <p:txBody>
          <a:bodyPr lIns="0" tIns="0" rIns="0" bIns="0" anchor="b">
            <a:spAutoFit/>
          </a:bodyPr>
          <a:p>
            <a:pPr defTabSz="914400">
              <a:lnSpc>
                <a:spcPct val="100000"/>
              </a:lnSpc>
            </a:pPr>
            <a:r>
              <a:rPr lang="en-US" sz="3200" b="1" u="none" strike="noStrike">
                <a:solidFill>
                  <a:srgbClr val="0E2841"/>
                </a:solidFill>
                <a:effectLst/>
                <a:uFillTx/>
                <a:latin typeface="Arial"/>
              </a:rPr>
              <a:t>Research Questions for This Semester</a:t>
            </a:r>
            <a:endParaRPr lang="en-US" sz="3200" b="0" u="none" strike="noStrike">
              <a:solidFill>
                <a:srgbClr val="000000"/>
              </a:solidFill>
              <a:effectLst/>
              <a:uFillTx/>
              <a:latin typeface="Arial"/>
            </a:endParaRPr>
          </a:p>
        </p:txBody>
      </p:sp>
      <p:sp>
        <p:nvSpPr>
          <p:cNvPr id="645" name="Oval 2"/>
          <p:cNvSpPr/>
          <p:nvPr/>
        </p:nvSpPr>
        <p:spPr>
          <a:xfrm>
            <a:off x="548640" y="1600200"/>
            <a:ext cx="382680" cy="382680"/>
          </a:xfrm>
          <a:prstGeom prst="ellipse">
            <a:avLst/>
          </a:prstGeom>
          <a:solidFill>
            <a:srgbClr val="0E2841"/>
          </a:solidFill>
          <a:ln>
            <a:noFill/>
          </a:ln>
        </p:spPr>
        <p:style>
          <a:lnRef idx="1">
            <a:schemeClr val="accent1"/>
          </a:lnRef>
          <a:fillRef idx="3">
            <a:schemeClr val="accent1"/>
          </a:fillRef>
          <a:effectRef idx="2">
            <a:schemeClr val="accent1"/>
          </a:effectRef>
          <a:fontRef idx="minor"/>
        </p:style>
        <p:txBody>
          <a:bodyPr wrap="none" lIns="0" tIns="0" rIns="0" bIns="0" anchor="ctr">
            <a:noAutofit/>
          </a:bodyPr>
          <a:p>
            <a:pPr algn="ctr" defTabSz="914400">
              <a:lnSpc>
                <a:spcPct val="100000"/>
              </a:lnSpc>
            </a:pPr>
            <a:r>
              <a:rPr lang="en-US" sz="1500" b="1" u="none" strike="noStrike">
                <a:solidFill>
                  <a:srgbClr val="FFFFFF"/>
                </a:solidFill>
                <a:effectLst/>
                <a:uFillTx/>
                <a:latin typeface="Arial"/>
              </a:rPr>
              <a:t>1</a:t>
            </a:r>
            <a:endParaRPr lang="en-US" sz="1500" b="0" u="none" strike="noStrike">
              <a:solidFill>
                <a:srgbClr val="FFFFFF"/>
              </a:solidFill>
              <a:effectLst/>
              <a:uFillTx/>
              <a:latin typeface="Arial"/>
            </a:endParaRPr>
          </a:p>
        </p:txBody>
      </p:sp>
      <p:sp>
        <p:nvSpPr>
          <p:cNvPr id="646" name="TextBox 3"/>
          <p:cNvSpPr/>
          <p:nvPr/>
        </p:nvSpPr>
        <p:spPr>
          <a:xfrm>
            <a:off x="1115640" y="1554480"/>
            <a:ext cx="9581400" cy="1004400"/>
          </a:xfrm>
          <a:prstGeom prst="rect">
            <a:avLst/>
          </a:prstGeom>
          <a:noFill/>
          <a:ln w="0">
            <a:noFill/>
          </a:ln>
        </p:spPr>
        <p:style>
          <a:lnRef idx="0"/>
          <a:fillRef idx="0"/>
          <a:effectRef idx="0"/>
          <a:fontRef idx="minor"/>
        </p:style>
        <p:txBody>
          <a:bodyPr lIns="0" tIns="0" rIns="0" bIns="0" anchor="t">
            <a:spAutoFit/>
          </a:bodyPr>
          <a:p>
            <a:pPr defTabSz="914400">
              <a:lnSpc>
                <a:spcPct val="100000"/>
              </a:lnSpc>
            </a:pPr>
            <a:r>
              <a:rPr lang="en-US" sz="1700" b="1" u="none" strike="noStrike">
                <a:solidFill>
                  <a:srgbClr val="0E2841"/>
                </a:solidFill>
                <a:effectLst/>
                <a:uFillTx/>
                <a:latin typeface="Arial"/>
              </a:rPr>
              <a:t>RQ-A</a:t>
            </a:r>
            <a:endParaRPr lang="en-US" sz="1700" b="0" u="none" strike="noStrike">
              <a:solidFill>
                <a:srgbClr val="000000"/>
              </a:solidFill>
              <a:effectLst/>
              <a:uFillTx/>
              <a:latin typeface="Arial"/>
            </a:endParaRPr>
          </a:p>
          <a:p>
            <a:pPr defTabSz="914400">
              <a:lnSpc>
                <a:spcPct val="100000"/>
              </a:lnSpc>
              <a:spcBef>
                <a:spcPts val="201"/>
              </a:spcBef>
            </a:pPr>
            <a:r>
              <a:rPr lang="en-US" sz="1350" b="0" u="none" strike="noStrike">
                <a:solidFill>
                  <a:srgbClr val="333A40"/>
                </a:solidFill>
                <a:effectLst/>
                <a:uFillTx/>
                <a:latin typeface="Arial"/>
              </a:rPr>
              <a:t>Under a documented, realistic AGV:machine ratio, can a flow-time-aware PPO reward outperform static PDRs on flow time and transport efficiency?</a:t>
            </a:r>
            <a:endParaRPr lang="en-US" sz="1350" b="0" u="none" strike="noStrike">
              <a:solidFill>
                <a:srgbClr val="000000"/>
              </a:solidFill>
              <a:effectLst/>
              <a:uFillTx/>
              <a:latin typeface="Arial"/>
            </a:endParaRPr>
          </a:p>
        </p:txBody>
      </p:sp>
      <p:sp>
        <p:nvSpPr>
          <p:cNvPr id="647" name="Oval 4"/>
          <p:cNvSpPr/>
          <p:nvPr/>
        </p:nvSpPr>
        <p:spPr>
          <a:xfrm>
            <a:off x="548640" y="2880360"/>
            <a:ext cx="382680" cy="382680"/>
          </a:xfrm>
          <a:prstGeom prst="ellipse">
            <a:avLst/>
          </a:prstGeom>
          <a:solidFill>
            <a:srgbClr val="0E2841"/>
          </a:solidFill>
          <a:ln>
            <a:noFill/>
          </a:ln>
        </p:spPr>
        <p:style>
          <a:lnRef idx="1">
            <a:schemeClr val="accent1"/>
          </a:lnRef>
          <a:fillRef idx="3">
            <a:schemeClr val="accent1"/>
          </a:fillRef>
          <a:effectRef idx="2">
            <a:schemeClr val="accent1"/>
          </a:effectRef>
          <a:fontRef idx="minor"/>
        </p:style>
        <p:txBody>
          <a:bodyPr wrap="none" lIns="0" tIns="0" rIns="0" bIns="0" anchor="ctr">
            <a:noAutofit/>
          </a:bodyPr>
          <a:p>
            <a:pPr algn="ctr" defTabSz="914400">
              <a:lnSpc>
                <a:spcPct val="100000"/>
              </a:lnSpc>
            </a:pPr>
            <a:r>
              <a:rPr lang="en-US" sz="1500" b="1" u="none" strike="noStrike">
                <a:solidFill>
                  <a:srgbClr val="FFFFFF"/>
                </a:solidFill>
                <a:effectLst/>
                <a:uFillTx/>
                <a:latin typeface="Arial"/>
              </a:rPr>
              <a:t>2</a:t>
            </a:r>
            <a:endParaRPr lang="en-US" sz="1500" b="0" u="none" strike="noStrike">
              <a:solidFill>
                <a:srgbClr val="FFFFFF"/>
              </a:solidFill>
              <a:effectLst/>
              <a:uFillTx/>
              <a:latin typeface="Arial"/>
            </a:endParaRPr>
          </a:p>
        </p:txBody>
      </p:sp>
      <p:sp>
        <p:nvSpPr>
          <p:cNvPr id="648" name="TextBox 5"/>
          <p:cNvSpPr/>
          <p:nvPr/>
        </p:nvSpPr>
        <p:spPr>
          <a:xfrm>
            <a:off x="1115640" y="2834640"/>
            <a:ext cx="9581400" cy="1004400"/>
          </a:xfrm>
          <a:prstGeom prst="rect">
            <a:avLst/>
          </a:prstGeom>
          <a:noFill/>
          <a:ln w="0">
            <a:noFill/>
          </a:ln>
        </p:spPr>
        <p:style>
          <a:lnRef idx="0"/>
          <a:fillRef idx="0"/>
          <a:effectRef idx="0"/>
          <a:fontRef idx="minor"/>
        </p:style>
        <p:txBody>
          <a:bodyPr lIns="0" tIns="0" rIns="0" bIns="0" anchor="t">
            <a:spAutoFit/>
          </a:bodyPr>
          <a:p>
            <a:pPr defTabSz="914400">
              <a:lnSpc>
                <a:spcPct val="100000"/>
              </a:lnSpc>
            </a:pPr>
            <a:r>
              <a:rPr lang="en-US" sz="1700" b="1" u="none" strike="noStrike">
                <a:solidFill>
                  <a:srgbClr val="0E2841"/>
                </a:solidFill>
                <a:effectLst/>
                <a:uFillTx/>
                <a:latin typeface="Arial"/>
              </a:rPr>
              <a:t>RQ-B</a:t>
            </a:r>
            <a:endParaRPr lang="en-US" sz="1700" b="0" u="none" strike="noStrike">
              <a:solidFill>
                <a:srgbClr val="000000"/>
              </a:solidFill>
              <a:effectLst/>
              <a:uFillTx/>
              <a:latin typeface="Arial"/>
            </a:endParaRPr>
          </a:p>
          <a:p>
            <a:pPr defTabSz="914400">
              <a:lnSpc>
                <a:spcPct val="100000"/>
              </a:lnSpc>
              <a:spcBef>
                <a:spcPts val="201"/>
              </a:spcBef>
            </a:pPr>
            <a:r>
              <a:rPr lang="en-US" sz="1350" b="0" u="none" strike="noStrike">
                <a:solidFill>
                  <a:srgbClr val="333A40"/>
                </a:solidFill>
                <a:effectLst/>
                <a:uFillTx/>
                <a:latin typeface="Arial"/>
              </a:rPr>
              <a:t>Does incorporating the AGV congestion / transport-wait signals already available through the observation bridge into the reward function change dispatching behavior, relative to the original spatial-penalty hypothesis? (Reward design itself is still open - this hasn't been implemented yet.)</a:t>
            </a:r>
            <a:endParaRPr lang="en-US" sz="1350" b="0" u="none" strike="noStrike">
              <a:solidFill>
                <a:srgbClr val="000000"/>
              </a:solidFill>
              <a:effectLst/>
              <a:uFillTx/>
              <a:latin typeface="Arial"/>
            </a:endParaRPr>
          </a:p>
        </p:txBody>
      </p:sp>
      <p:sp>
        <p:nvSpPr>
          <p:cNvPr id="649" name="Oval 29"/>
          <p:cNvSpPr/>
          <p:nvPr/>
        </p:nvSpPr>
        <p:spPr>
          <a:xfrm>
            <a:off x="548640" y="4160520"/>
            <a:ext cx="382680" cy="382680"/>
          </a:xfrm>
          <a:prstGeom prst="ellipse">
            <a:avLst/>
          </a:prstGeom>
          <a:solidFill>
            <a:srgbClr val="0E2841"/>
          </a:solidFill>
          <a:ln>
            <a:noFill/>
          </a:ln>
        </p:spPr>
        <p:style>
          <a:lnRef idx="1">
            <a:schemeClr val="accent1"/>
          </a:lnRef>
          <a:fillRef idx="3">
            <a:schemeClr val="accent1"/>
          </a:fillRef>
          <a:effectRef idx="2">
            <a:schemeClr val="accent1"/>
          </a:effectRef>
          <a:fontRef idx="minor"/>
        </p:style>
        <p:txBody>
          <a:bodyPr wrap="none" lIns="0" tIns="0" rIns="0" bIns="0" anchor="ctr">
            <a:noAutofit/>
          </a:bodyPr>
          <a:p>
            <a:pPr algn="ctr" defTabSz="914400">
              <a:lnSpc>
                <a:spcPct val="100000"/>
              </a:lnSpc>
            </a:pPr>
            <a:r>
              <a:rPr lang="en-US" sz="1500" b="1" u="none" strike="noStrike">
                <a:solidFill>
                  <a:srgbClr val="FFFFFF"/>
                </a:solidFill>
                <a:effectLst/>
                <a:uFillTx/>
                <a:latin typeface="Arial"/>
              </a:rPr>
              <a:t>3</a:t>
            </a:r>
            <a:endParaRPr lang="en-US" sz="1500" b="0" u="none" strike="noStrike">
              <a:solidFill>
                <a:srgbClr val="FFFFFF"/>
              </a:solidFill>
              <a:effectLst/>
              <a:uFillTx/>
              <a:latin typeface="Arial"/>
            </a:endParaRPr>
          </a:p>
        </p:txBody>
      </p:sp>
      <p:sp>
        <p:nvSpPr>
          <p:cNvPr id="650" name="TextBox 30"/>
          <p:cNvSpPr/>
          <p:nvPr/>
        </p:nvSpPr>
        <p:spPr>
          <a:xfrm>
            <a:off x="1115640" y="4114800"/>
            <a:ext cx="9581400" cy="1004400"/>
          </a:xfrm>
          <a:prstGeom prst="rect">
            <a:avLst/>
          </a:prstGeom>
          <a:noFill/>
          <a:ln w="0">
            <a:noFill/>
          </a:ln>
        </p:spPr>
        <p:style>
          <a:lnRef idx="0"/>
          <a:fillRef idx="0"/>
          <a:effectRef idx="0"/>
          <a:fontRef idx="minor"/>
        </p:style>
        <p:txBody>
          <a:bodyPr lIns="0" tIns="0" rIns="0" bIns="0" anchor="t">
            <a:spAutoFit/>
          </a:bodyPr>
          <a:p>
            <a:pPr defTabSz="914400">
              <a:lnSpc>
                <a:spcPct val="100000"/>
              </a:lnSpc>
            </a:pPr>
            <a:r>
              <a:rPr lang="en-US" sz="1700" b="1" u="none" strike="noStrike">
                <a:solidFill>
                  <a:srgbClr val="0E2841"/>
                </a:solidFill>
                <a:effectLst/>
                <a:uFillTx/>
                <a:latin typeface="Arial"/>
              </a:rPr>
              <a:t>RQ-C</a:t>
            </a:r>
            <a:endParaRPr lang="en-US" sz="1700" b="0" u="none" strike="noStrike">
              <a:solidFill>
                <a:srgbClr val="000000"/>
              </a:solidFill>
              <a:effectLst/>
              <a:uFillTx/>
              <a:latin typeface="Arial"/>
            </a:endParaRPr>
          </a:p>
          <a:p>
            <a:pPr defTabSz="914400">
              <a:lnSpc>
                <a:spcPct val="100000"/>
              </a:lnSpc>
              <a:spcBef>
                <a:spcPts val="201"/>
              </a:spcBef>
            </a:pPr>
            <a:r>
              <a:rPr lang="en-US" sz="1350" b="0" u="none" strike="noStrike">
                <a:solidFill>
                  <a:srgbClr val="333A40"/>
                </a:solidFill>
                <a:effectLst/>
                <a:uFillTx/>
                <a:latin typeface="Arial"/>
              </a:rPr>
              <a:t>Under dynamic factory-floor stressors (machine breakdowns, burst arrivals), does dispatching-rule choice - or a learned policy - produce meaningfully different outcomes, and can a PPO agent learn to adapt across scenarios where static rules can't?</a:t>
            </a:r>
            <a:endParaRPr lang="en-US" sz="1350" b="0" u="none" strike="noStrike">
              <a:solidFill>
                <a:srgbClr val="000000"/>
              </a:solidFill>
              <a:effectLst/>
              <a:uFillTx/>
              <a:latin typeface="Arial"/>
            </a:endParaRPr>
          </a:p>
        </p:txBody>
      </p:sp>
      <p:sp>
        <p:nvSpPr>
          <p:cNvPr id="651" name="TextBox 6"/>
          <p:cNvSpPr/>
          <p:nvPr/>
        </p:nvSpPr>
        <p:spPr>
          <a:xfrm>
            <a:off x="548640" y="5394960"/>
            <a:ext cx="10331280" cy="638640"/>
          </a:xfrm>
          <a:prstGeom prst="rect">
            <a:avLst/>
          </a:prstGeom>
          <a:noFill/>
          <a:ln w="0">
            <a:noFill/>
          </a:ln>
        </p:spPr>
        <p:style>
          <a:lnRef idx="0"/>
          <a:fillRef idx="0"/>
          <a:effectRef idx="0"/>
          <a:fontRef idx="minor"/>
        </p:style>
        <p:txBody>
          <a:bodyPr lIns="0" tIns="0" rIns="0" bIns="0" anchor="t">
            <a:spAutoFit/>
          </a:bodyPr>
          <a:p>
            <a:pPr defTabSz="914400">
              <a:lnSpc>
                <a:spcPct val="100000"/>
              </a:lnSpc>
            </a:pPr>
            <a:r>
              <a:rPr lang="en-US" sz="1200" b="0" i="1" u="none" strike="noStrike">
                <a:solidFill>
                  <a:srgbClr val="717479"/>
                </a:solidFill>
                <a:effectLst/>
                <a:uFillTx/>
                <a:latin typeface="Arial"/>
              </a:rPr>
              <a:t>(Also profiling training compute this semester - CPU vs. GPU cost, parallelism - a practical planning check, not a primary research driver.)</a:t>
            </a:r>
            <a:endParaRPr lang="en-US" sz="12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52" name="TextBox 1"/>
          <p:cNvSpPr/>
          <p:nvPr/>
        </p:nvSpPr>
        <p:spPr>
          <a:xfrm>
            <a:off x="548640" y="320040"/>
            <a:ext cx="11090160" cy="711720"/>
          </a:xfrm>
          <a:prstGeom prst="rect">
            <a:avLst/>
          </a:prstGeom>
          <a:noFill/>
          <a:ln w="0">
            <a:noFill/>
          </a:ln>
        </p:spPr>
        <p:style>
          <a:lnRef idx="0"/>
          <a:fillRef idx="0"/>
          <a:effectRef idx="0"/>
          <a:fontRef idx="minor"/>
        </p:style>
        <p:txBody>
          <a:bodyPr lIns="0" tIns="0" rIns="0" bIns="0" anchor="b">
            <a:spAutoFit/>
          </a:bodyPr>
          <a:p>
            <a:pPr defTabSz="914400">
              <a:lnSpc>
                <a:spcPct val="100000"/>
              </a:lnSpc>
            </a:pPr>
            <a:r>
              <a:rPr lang="en-US" sz="3200" b="1" u="none" strike="noStrike">
                <a:solidFill>
                  <a:srgbClr val="0E2841"/>
                </a:solidFill>
                <a:effectLst/>
                <a:uFillTx/>
                <a:latin typeface="Arial"/>
              </a:rPr>
              <a:t>Deliverables Overview</a:t>
            </a:r>
            <a:endParaRPr lang="en-US" sz="3200" b="0" u="none" strike="noStrike">
              <a:solidFill>
                <a:srgbClr val="000000"/>
              </a:solidFill>
              <a:effectLst/>
              <a:uFillTx/>
              <a:latin typeface="Arial"/>
            </a:endParaRPr>
          </a:p>
        </p:txBody>
      </p:sp>
      <p:sp>
        <p:nvSpPr>
          <p:cNvPr id="653" name="Rounded Rectangle 2"/>
          <p:cNvSpPr/>
          <p:nvPr/>
        </p:nvSpPr>
        <p:spPr>
          <a:xfrm>
            <a:off x="548640" y="1463040"/>
            <a:ext cx="5073480" cy="2898720"/>
          </a:xfrm>
          <a:prstGeom prst="roundRect">
            <a:avLst>
              <a:gd name="adj" fmla="val 6000"/>
            </a:avLst>
          </a:prstGeom>
          <a:solidFill>
            <a:srgbClr val="0E2841"/>
          </a:solidFill>
          <a:ln>
            <a:noFill/>
          </a:ln>
        </p:spPr>
        <p:style>
          <a:lnRef idx="1">
            <a:schemeClr val="accent1"/>
          </a:lnRef>
          <a:fillRef idx="3">
            <a:schemeClr val="accent1"/>
          </a:fillRef>
          <a:effectRef idx="2">
            <a:schemeClr val="accent1"/>
          </a:effectRef>
          <a:fontRef idx="minor"/>
        </p:style>
        <p:txBody>
          <a:bodyPr lIns="320040" tIns="320040" rIns="320040" bIns="320040" anchor="t">
            <a:noAutofit/>
          </a:bodyPr>
          <a:p>
            <a:pPr algn="ctr" defTabSz="914400">
              <a:lnSpc>
                <a:spcPct val="100000"/>
              </a:lnSpc>
            </a:pPr>
            <a:r>
              <a:rPr lang="en-US" sz="1500" b="1" u="none" strike="noStrike">
                <a:solidFill>
                  <a:srgbClr val="F76904"/>
                </a:solidFill>
                <a:effectLst/>
                <a:uFillTx/>
                <a:latin typeface="Arial"/>
              </a:rPr>
              <a:t>DELIVERABLE 1</a:t>
            </a:r>
            <a:endParaRPr lang="en-US" sz="1500" b="0" u="none" strike="noStrike">
              <a:solidFill>
                <a:srgbClr val="FFFFFF"/>
              </a:solidFill>
              <a:effectLst/>
              <a:uFillTx/>
              <a:latin typeface="Arial"/>
            </a:endParaRPr>
          </a:p>
          <a:p>
            <a:pPr defTabSz="914400">
              <a:lnSpc>
                <a:spcPct val="100000"/>
              </a:lnSpc>
              <a:spcBef>
                <a:spcPts val="1001"/>
              </a:spcBef>
            </a:pPr>
            <a:r>
              <a:rPr lang="en-US" sz="1900" b="1" u="none" strike="noStrike">
                <a:solidFill>
                  <a:srgbClr val="FFFFFF"/>
                </a:solidFill>
                <a:effectLst/>
                <a:uFillTx/>
                <a:latin typeface="Arial"/>
              </a:rPr>
              <a:t>The Finished Simulation Software</a:t>
            </a:r>
            <a:endParaRPr lang="en-US" sz="1900" b="0" u="none" strike="noStrike">
              <a:solidFill>
                <a:srgbClr val="FFFFFF"/>
              </a:solidFill>
              <a:effectLst/>
              <a:uFillTx/>
              <a:latin typeface="Arial"/>
            </a:endParaRPr>
          </a:p>
          <a:p>
            <a:pPr defTabSz="914400">
              <a:lnSpc>
                <a:spcPct val="100000"/>
              </a:lnSpc>
              <a:spcBef>
                <a:spcPts val="1001"/>
              </a:spcBef>
            </a:pPr>
            <a:r>
              <a:rPr lang="en-US" sz="1350" b="0" u="none" strike="noStrike">
                <a:solidFill>
                  <a:srgbClr val="D8E0E8"/>
                </a:solidFill>
                <a:effectLst/>
                <a:uFillTx/>
                <a:latin typeface="Arial"/>
              </a:rPr>
              <a:t>A built, working executable - open-sourced on GitHub.</a:t>
            </a:r>
            <a:endParaRPr lang="en-US" sz="1350" b="0" u="none" strike="noStrike">
              <a:solidFill>
                <a:srgbClr val="FFFFFF"/>
              </a:solidFill>
              <a:effectLst/>
              <a:uFillTx/>
              <a:latin typeface="Arial"/>
            </a:endParaRPr>
          </a:p>
        </p:txBody>
      </p:sp>
      <p:sp>
        <p:nvSpPr>
          <p:cNvPr id="654" name="Rounded Rectangle 3"/>
          <p:cNvSpPr/>
          <p:nvPr/>
        </p:nvSpPr>
        <p:spPr>
          <a:xfrm>
            <a:off x="5943600" y="1463040"/>
            <a:ext cx="5073480" cy="2898720"/>
          </a:xfrm>
          <a:prstGeom prst="roundRect">
            <a:avLst>
              <a:gd name="adj" fmla="val 6000"/>
            </a:avLst>
          </a:prstGeom>
          <a:solidFill>
            <a:srgbClr val="0E2841"/>
          </a:solidFill>
          <a:ln>
            <a:noFill/>
          </a:ln>
        </p:spPr>
        <p:style>
          <a:lnRef idx="1">
            <a:schemeClr val="accent1"/>
          </a:lnRef>
          <a:fillRef idx="3">
            <a:schemeClr val="accent1"/>
          </a:fillRef>
          <a:effectRef idx="2">
            <a:schemeClr val="accent1"/>
          </a:effectRef>
          <a:fontRef idx="minor"/>
        </p:style>
        <p:txBody>
          <a:bodyPr lIns="320040" tIns="320040" rIns="320040" bIns="320040" anchor="t">
            <a:noAutofit/>
          </a:bodyPr>
          <a:p>
            <a:pPr algn="ctr" defTabSz="914400">
              <a:lnSpc>
                <a:spcPct val="100000"/>
              </a:lnSpc>
            </a:pPr>
            <a:r>
              <a:rPr lang="en-US" sz="1500" b="1" u="none" strike="noStrike">
                <a:solidFill>
                  <a:srgbClr val="F76904"/>
                </a:solidFill>
                <a:effectLst/>
                <a:uFillTx/>
                <a:latin typeface="Arial"/>
              </a:rPr>
              <a:t>DELIVERABLE 2</a:t>
            </a:r>
            <a:endParaRPr lang="en-US" sz="1500" b="0" u="none" strike="noStrike">
              <a:solidFill>
                <a:srgbClr val="FFFFFF"/>
              </a:solidFill>
              <a:effectLst/>
              <a:uFillTx/>
              <a:latin typeface="Arial"/>
            </a:endParaRPr>
          </a:p>
          <a:p>
            <a:pPr defTabSz="914400">
              <a:lnSpc>
                <a:spcPct val="100000"/>
              </a:lnSpc>
              <a:spcBef>
                <a:spcPts val="1001"/>
              </a:spcBef>
            </a:pPr>
            <a:r>
              <a:rPr lang="en-US" sz="1900" b="1" u="none" strike="noStrike">
                <a:solidFill>
                  <a:srgbClr val="FFFFFF"/>
                </a:solidFill>
                <a:effectLst/>
                <a:uFillTx/>
                <a:latin typeface="Arial"/>
              </a:rPr>
              <a:t>A Capstone Thesis Paper</a:t>
            </a:r>
            <a:endParaRPr lang="en-US" sz="1900" b="0" u="none" strike="noStrike">
              <a:solidFill>
                <a:srgbClr val="FFFFFF"/>
              </a:solidFill>
              <a:effectLst/>
              <a:uFillTx/>
              <a:latin typeface="Arial"/>
            </a:endParaRPr>
          </a:p>
          <a:p>
            <a:pPr defTabSz="914400">
              <a:lnSpc>
                <a:spcPct val="100000"/>
              </a:lnSpc>
              <a:spcBef>
                <a:spcPts val="1001"/>
              </a:spcBef>
            </a:pPr>
            <a:r>
              <a:rPr lang="en-US" sz="1350" b="0" u="none" strike="noStrike">
                <a:solidFill>
                  <a:srgbClr val="D8E0E8"/>
                </a:solidFill>
                <a:effectLst/>
                <a:uFillTx/>
                <a:latin typeface="Arial"/>
              </a:rPr>
              <a:t>Conference submission as a subgoal - targeting the Winter Simulation Conference, paper deadline around April 2027.</a:t>
            </a:r>
            <a:endParaRPr lang="en-US" sz="1350" b="0" u="none" strike="noStrike">
              <a:solidFill>
                <a:srgbClr val="FFFFFF"/>
              </a:solidFill>
              <a:effectLst/>
              <a:uFillTx/>
              <a:latin typeface="Arial"/>
            </a:endParaRPr>
          </a:p>
        </p:txBody>
      </p:sp>
      <p:sp>
        <p:nvSpPr>
          <p:cNvPr id="655" name="TextBox 4"/>
          <p:cNvSpPr/>
          <p:nvPr/>
        </p:nvSpPr>
        <p:spPr>
          <a:xfrm>
            <a:off x="548640" y="4637520"/>
            <a:ext cx="10148400" cy="272880"/>
          </a:xfrm>
          <a:prstGeom prst="rect">
            <a:avLst/>
          </a:prstGeom>
          <a:noFill/>
          <a:ln w="0">
            <a:noFill/>
          </a:ln>
        </p:spPr>
        <p:style>
          <a:lnRef idx="0"/>
          <a:fillRef idx="0"/>
          <a:effectRef idx="0"/>
          <a:fontRef idx="minor"/>
        </p:style>
        <p:txBody>
          <a:bodyPr lIns="0" tIns="0" rIns="0" bIns="0" anchor="t">
            <a:spAutoFit/>
          </a:bodyPr>
          <a:p>
            <a:pPr algn="ctr" defTabSz="914400">
              <a:lnSpc>
                <a:spcPct val="100000"/>
              </a:lnSpc>
            </a:pPr>
            <a:r>
              <a:rPr lang="en-US" sz="1400" b="0" i="1" u="none" strike="noStrike">
                <a:solidFill>
                  <a:srgbClr val="717479"/>
                </a:solidFill>
                <a:effectLst/>
                <a:uFillTx/>
                <a:latin typeface="Arial"/>
              </a:rPr>
              <a:t>Everything on the following slides is the path to these two things</a:t>
            </a:r>
            <a:endParaRPr lang="en-US" sz="1400" b="0" u="none" strike="noStrike">
              <a:solidFill>
                <a:srgbClr val="000000"/>
              </a:solidFill>
              <a:effectLst/>
              <a:uFillTx/>
              <a:latin typeface="Arial"/>
            </a:endParaRPr>
          </a:p>
        </p:txBody>
      </p:sp>
      <p:sp>
        <p:nvSpPr>
          <p:cNvPr id="656" name="Rounded Rectangle 5"/>
          <p:cNvSpPr/>
          <p:nvPr/>
        </p:nvSpPr>
        <p:spPr>
          <a:xfrm>
            <a:off x="548640" y="5161680"/>
            <a:ext cx="10468440" cy="898560"/>
          </a:xfrm>
          <a:prstGeom prst="roundRect">
            <a:avLst>
              <a:gd name="adj" fmla="val 6000"/>
            </a:avLst>
          </a:prstGeom>
          <a:solidFill>
            <a:srgbClr val="E8E8E8"/>
          </a:solidFill>
          <a:ln>
            <a:noFill/>
          </a:ln>
        </p:spPr>
        <p:style>
          <a:lnRef idx="1">
            <a:schemeClr val="accent1"/>
          </a:lnRef>
          <a:fillRef idx="3">
            <a:schemeClr val="accent1"/>
          </a:fillRef>
          <a:effectRef idx="2">
            <a:schemeClr val="accent1"/>
          </a:effectRef>
          <a:fontRef idx="minor"/>
        </p:style>
        <p:txBody>
          <a:bodyPr lIns="228600" tIns="146160" rIns="228600" bIns="146160" anchor="t">
            <a:noAutofit/>
          </a:bodyPr>
          <a:p>
            <a:pPr defTabSz="914400">
              <a:lnSpc>
                <a:spcPct val="100000"/>
              </a:lnSpc>
            </a:pPr>
            <a:r>
              <a:rPr lang="en-US" sz="1200" b="1" u="none" strike="noStrike">
                <a:solidFill>
                  <a:srgbClr val="F76904"/>
                </a:solidFill>
                <a:effectLst/>
                <a:uFillTx/>
                <a:latin typeface="Arial"/>
              </a:rPr>
              <a:t>COMPLETED SO FAR</a:t>
            </a:r>
            <a:endParaRPr lang="en-US" sz="1200" b="0" u="none" strike="noStrike">
              <a:solidFill>
                <a:srgbClr val="000000"/>
              </a:solidFill>
              <a:effectLst/>
              <a:uFillTx/>
              <a:latin typeface="Arial"/>
            </a:endParaRPr>
          </a:p>
          <a:p>
            <a:pPr defTabSz="914400">
              <a:lnSpc>
                <a:spcPct val="100000"/>
              </a:lnSpc>
              <a:spcBef>
                <a:spcPts val="201"/>
              </a:spcBef>
            </a:pPr>
            <a:r>
              <a:rPr lang="en-US" sz="1150" b="0" u="none" strike="noStrike">
                <a:solidFill>
                  <a:srgbClr val="333A40"/>
                </a:solidFill>
                <a:effectLst/>
                <a:uFillTx/>
                <a:latin typeface="Arial"/>
              </a:rPr>
              <a:t>Realistic Unity simulation (failure modeling, dynamic + burst arrivals, AGV logistics); corrected flow-time/steady-state measurement methodology; verified PDR differentiation under the fixed pipeline.</a:t>
            </a:r>
            <a:endParaRPr lang="en-US" sz="115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57" name="TextBox 1"/>
          <p:cNvSpPr/>
          <p:nvPr/>
        </p:nvSpPr>
        <p:spPr>
          <a:xfrm>
            <a:off x="548640" y="320040"/>
            <a:ext cx="11090160" cy="711720"/>
          </a:xfrm>
          <a:prstGeom prst="rect">
            <a:avLst/>
          </a:prstGeom>
          <a:noFill/>
          <a:ln w="0">
            <a:noFill/>
          </a:ln>
        </p:spPr>
        <p:style>
          <a:lnRef idx="0"/>
          <a:fillRef idx="0"/>
          <a:effectRef idx="0"/>
          <a:fontRef idx="minor"/>
        </p:style>
        <p:txBody>
          <a:bodyPr lIns="0" tIns="0" rIns="0" bIns="0" anchor="b">
            <a:spAutoFit/>
          </a:bodyPr>
          <a:p>
            <a:pPr defTabSz="914400">
              <a:lnSpc>
                <a:spcPct val="100000"/>
              </a:lnSpc>
            </a:pPr>
            <a:r>
              <a:rPr lang="en-US" sz="2500" b="1" u="none" strike="noStrike">
                <a:solidFill>
                  <a:srgbClr val="0E2841"/>
                </a:solidFill>
                <a:effectLst/>
                <a:uFillTx/>
                <a:latin typeface="Arial"/>
              </a:rPr>
              <a:t>Stage 1 - Foundation: Rework Reward + Lock Down Remaining Bugs</a:t>
            </a:r>
            <a:endParaRPr lang="en-US" sz="2500" b="0" u="none" strike="noStrike">
              <a:solidFill>
                <a:srgbClr val="000000"/>
              </a:solidFill>
              <a:effectLst/>
              <a:uFillTx/>
              <a:latin typeface="Arial"/>
            </a:endParaRPr>
          </a:p>
        </p:txBody>
      </p:sp>
      <p:sp>
        <p:nvSpPr>
          <p:cNvPr id="658" name="Oval 2"/>
          <p:cNvSpPr/>
          <p:nvPr/>
        </p:nvSpPr>
        <p:spPr>
          <a:xfrm>
            <a:off x="548640" y="1600200"/>
            <a:ext cx="382680" cy="382680"/>
          </a:xfrm>
          <a:prstGeom prst="ellipse">
            <a:avLst/>
          </a:prstGeom>
          <a:solidFill>
            <a:srgbClr val="F76904"/>
          </a:solidFill>
          <a:ln>
            <a:noFill/>
          </a:ln>
        </p:spPr>
        <p:style>
          <a:lnRef idx="1">
            <a:schemeClr val="accent1"/>
          </a:lnRef>
          <a:fillRef idx="3">
            <a:schemeClr val="accent1"/>
          </a:fillRef>
          <a:effectRef idx="2">
            <a:schemeClr val="accent1"/>
          </a:effectRef>
          <a:fontRef idx="minor"/>
        </p:style>
        <p:txBody>
          <a:bodyPr wrap="none" lIns="0" tIns="0" rIns="0" bIns="0" anchor="ctr">
            <a:noAutofit/>
          </a:bodyPr>
          <a:p>
            <a:pPr algn="ctr" defTabSz="914400">
              <a:lnSpc>
                <a:spcPct val="100000"/>
              </a:lnSpc>
            </a:pPr>
            <a:r>
              <a:rPr lang="en-US" sz="1500" b="1" u="none" strike="noStrike">
                <a:solidFill>
                  <a:srgbClr val="FFFFFF"/>
                </a:solidFill>
                <a:effectLst/>
                <a:uFillTx/>
                <a:latin typeface="Arial"/>
              </a:rPr>
              <a:t>1</a:t>
            </a:r>
            <a:endParaRPr lang="en-US" sz="1500" b="0" u="none" strike="noStrike">
              <a:solidFill>
                <a:srgbClr val="FFFFFF"/>
              </a:solidFill>
              <a:effectLst/>
              <a:uFillTx/>
              <a:latin typeface="Arial"/>
            </a:endParaRPr>
          </a:p>
        </p:txBody>
      </p:sp>
      <p:sp>
        <p:nvSpPr>
          <p:cNvPr id="659" name="TextBox 3"/>
          <p:cNvSpPr/>
          <p:nvPr/>
        </p:nvSpPr>
        <p:spPr>
          <a:xfrm>
            <a:off x="1115640" y="1554480"/>
            <a:ext cx="9581400" cy="1004400"/>
          </a:xfrm>
          <a:prstGeom prst="rect">
            <a:avLst/>
          </a:prstGeom>
          <a:noFill/>
          <a:ln w="0">
            <a:noFill/>
          </a:ln>
        </p:spPr>
        <p:style>
          <a:lnRef idx="0"/>
          <a:fillRef idx="0"/>
          <a:effectRef idx="0"/>
          <a:fontRef idx="minor"/>
        </p:style>
        <p:txBody>
          <a:bodyPr lIns="0" tIns="0" rIns="0" bIns="0" anchor="t">
            <a:spAutoFit/>
          </a:bodyPr>
          <a:p>
            <a:pPr defTabSz="914400">
              <a:lnSpc>
                <a:spcPct val="100000"/>
              </a:lnSpc>
            </a:pPr>
            <a:r>
              <a:rPr lang="en-US" sz="1550" b="1" u="none" strike="noStrike">
                <a:solidFill>
                  <a:srgbClr val="0E2841"/>
                </a:solidFill>
                <a:effectLst/>
                <a:uFillTx/>
                <a:latin typeface="Arial"/>
              </a:rPr>
              <a:t>Completes the simulation deliverable</a:t>
            </a:r>
            <a:endParaRPr lang="en-US" sz="1550" b="0" u="none" strike="noStrike">
              <a:solidFill>
                <a:srgbClr val="000000"/>
              </a:solidFill>
              <a:effectLst/>
              <a:uFillTx/>
              <a:latin typeface="Arial"/>
            </a:endParaRPr>
          </a:p>
          <a:p>
            <a:pPr defTabSz="914400">
              <a:lnSpc>
                <a:spcPct val="100000"/>
              </a:lnSpc>
              <a:spcBef>
                <a:spcPts val="201"/>
              </a:spcBef>
            </a:pPr>
            <a:r>
              <a:rPr lang="en-US" sz="1300" b="0" u="none" strike="noStrike">
                <a:solidFill>
                  <a:srgbClr val="333A40"/>
                </a:solidFill>
                <a:effectLst/>
                <a:uFillTx/>
                <a:latin typeface="Arial"/>
              </a:rPr>
              <a:t>Reward rework plus remaining bugfixes finish the working software project</a:t>
            </a:r>
            <a:endParaRPr lang="en-US" sz="1300" b="0" u="none" strike="noStrike">
              <a:solidFill>
                <a:srgbClr val="000000"/>
              </a:solidFill>
              <a:effectLst/>
              <a:uFillTx/>
              <a:latin typeface="Arial"/>
            </a:endParaRPr>
          </a:p>
        </p:txBody>
      </p:sp>
      <p:sp>
        <p:nvSpPr>
          <p:cNvPr id="660" name="Oval 4"/>
          <p:cNvSpPr/>
          <p:nvPr/>
        </p:nvSpPr>
        <p:spPr>
          <a:xfrm>
            <a:off x="548640" y="2537640"/>
            <a:ext cx="382680" cy="382680"/>
          </a:xfrm>
          <a:prstGeom prst="ellipse">
            <a:avLst/>
          </a:prstGeom>
          <a:solidFill>
            <a:srgbClr val="F76904"/>
          </a:solidFill>
          <a:ln>
            <a:noFill/>
          </a:ln>
        </p:spPr>
        <p:style>
          <a:lnRef idx="1">
            <a:schemeClr val="accent1"/>
          </a:lnRef>
          <a:fillRef idx="3">
            <a:schemeClr val="accent1"/>
          </a:fillRef>
          <a:effectRef idx="2">
            <a:schemeClr val="accent1"/>
          </a:effectRef>
          <a:fontRef idx="minor"/>
        </p:style>
        <p:txBody>
          <a:bodyPr wrap="none" lIns="0" tIns="0" rIns="0" bIns="0" anchor="ctr">
            <a:noAutofit/>
          </a:bodyPr>
          <a:p>
            <a:pPr algn="ctr" defTabSz="914400">
              <a:lnSpc>
                <a:spcPct val="100000"/>
              </a:lnSpc>
            </a:pPr>
            <a:r>
              <a:rPr lang="en-US" sz="1500" b="1" u="none" strike="noStrike">
                <a:solidFill>
                  <a:srgbClr val="FFFFFF"/>
                </a:solidFill>
                <a:effectLst/>
                <a:uFillTx/>
                <a:latin typeface="Arial"/>
              </a:rPr>
              <a:t>2</a:t>
            </a:r>
            <a:endParaRPr lang="en-US" sz="1500" b="0" u="none" strike="noStrike">
              <a:solidFill>
                <a:srgbClr val="FFFFFF"/>
              </a:solidFill>
              <a:effectLst/>
              <a:uFillTx/>
              <a:latin typeface="Arial"/>
            </a:endParaRPr>
          </a:p>
        </p:txBody>
      </p:sp>
      <p:sp>
        <p:nvSpPr>
          <p:cNvPr id="661" name="TextBox 5"/>
          <p:cNvSpPr/>
          <p:nvPr/>
        </p:nvSpPr>
        <p:spPr>
          <a:xfrm>
            <a:off x="1115640" y="2491920"/>
            <a:ext cx="9581400" cy="1004400"/>
          </a:xfrm>
          <a:prstGeom prst="rect">
            <a:avLst/>
          </a:prstGeom>
          <a:noFill/>
          <a:ln w="0">
            <a:noFill/>
          </a:ln>
        </p:spPr>
        <p:style>
          <a:lnRef idx="0"/>
          <a:fillRef idx="0"/>
          <a:effectRef idx="0"/>
          <a:fontRef idx="minor"/>
        </p:style>
        <p:txBody>
          <a:bodyPr lIns="0" tIns="0" rIns="0" bIns="0" anchor="t">
            <a:spAutoFit/>
          </a:bodyPr>
          <a:p>
            <a:pPr defTabSz="914400">
              <a:lnSpc>
                <a:spcPct val="100000"/>
              </a:lnSpc>
            </a:pPr>
            <a:r>
              <a:rPr lang="en-US" sz="1550" b="1" u="none" strike="noStrike">
                <a:solidFill>
                  <a:srgbClr val="0E2841"/>
                </a:solidFill>
                <a:effectLst/>
                <a:uFillTx/>
                <a:latin typeface="Arial"/>
              </a:rPr>
              <a:t>Status</a:t>
            </a:r>
            <a:endParaRPr lang="en-US" sz="1550" b="0" u="none" strike="noStrike">
              <a:solidFill>
                <a:srgbClr val="000000"/>
              </a:solidFill>
              <a:effectLst/>
              <a:uFillTx/>
              <a:latin typeface="Arial"/>
            </a:endParaRPr>
          </a:p>
          <a:p>
            <a:pPr defTabSz="914400">
              <a:lnSpc>
                <a:spcPct val="100000"/>
              </a:lnSpc>
              <a:spcBef>
                <a:spcPts val="201"/>
              </a:spcBef>
            </a:pPr>
            <a:r>
              <a:rPr lang="en-US" sz="1300" b="0" u="none" strike="noStrike">
                <a:solidFill>
                  <a:srgbClr val="333A40"/>
                </a:solidFill>
                <a:effectLst/>
                <a:uFillTx/>
                <a:latin typeface="Arial"/>
              </a:rPr>
              <a:t>In progress - underway now</a:t>
            </a:r>
            <a:endParaRPr lang="en-US" sz="1300" b="0" u="none" strike="noStrike">
              <a:solidFill>
                <a:srgbClr val="000000"/>
              </a:solidFill>
              <a:effectLst/>
              <a:uFillTx/>
              <a:latin typeface="Arial"/>
            </a:endParaRPr>
          </a:p>
        </p:txBody>
      </p:sp>
      <p:sp>
        <p:nvSpPr>
          <p:cNvPr id="662" name="Rounded Rectangle 6"/>
          <p:cNvSpPr/>
          <p:nvPr/>
        </p:nvSpPr>
        <p:spPr>
          <a:xfrm>
            <a:off x="548640" y="3840480"/>
            <a:ext cx="1091160" cy="327600"/>
          </a:xfrm>
          <a:prstGeom prst="roundRect">
            <a:avLst>
              <a:gd name="adj" fmla="val 50000"/>
            </a:avLst>
          </a:prstGeom>
          <a:solidFill>
            <a:srgbClr val="F6BE00"/>
          </a:solidFill>
          <a:ln>
            <a:noFill/>
          </a:ln>
        </p:spPr>
        <p:style>
          <a:lnRef idx="1">
            <a:schemeClr val="accent1"/>
          </a:lnRef>
          <a:fillRef idx="3">
            <a:schemeClr val="accent1"/>
          </a:fillRef>
          <a:effectRef idx="2">
            <a:schemeClr val="accent1"/>
          </a:effectRef>
          <a:fontRef idx="minor"/>
        </p:style>
        <p:txBody>
          <a:bodyPr wrap="none" lIns="90000" tIns="0" rIns="90000" bIns="0" anchor="ctr">
            <a:noAutofit/>
          </a:bodyPr>
          <a:p>
            <a:pPr algn="ctr" defTabSz="914400">
              <a:lnSpc>
                <a:spcPct val="100000"/>
              </a:lnSpc>
            </a:pPr>
            <a:r>
              <a:rPr lang="en-US" sz="1100" b="1" u="none" strike="noStrike">
                <a:solidFill>
                  <a:srgbClr val="FFFFFF"/>
                </a:solidFill>
                <a:effectLst/>
                <a:uFillTx/>
                <a:latin typeface="Arial"/>
              </a:rPr>
              <a:t>IN PROGRESS</a:t>
            </a:r>
            <a:endParaRPr lang="en-US" sz="1100" b="0" u="none" strike="noStrike">
              <a:solidFill>
                <a:srgbClr val="000000"/>
              </a:solidFill>
              <a:effectLst/>
              <a:uFillTx/>
              <a:latin typeface="Arial"/>
            </a:endParaRPr>
          </a:p>
        </p:txBody>
      </p:sp>
      <p:sp>
        <p:nvSpPr>
          <p:cNvPr id="663" name="TextBox 7"/>
          <p:cNvSpPr/>
          <p:nvPr/>
        </p:nvSpPr>
        <p:spPr>
          <a:xfrm>
            <a:off x="1869840" y="3822120"/>
            <a:ext cx="8228160" cy="364320"/>
          </a:xfrm>
          <a:prstGeom prst="rect">
            <a:avLst/>
          </a:prstGeom>
          <a:noFill/>
          <a:ln w="0">
            <a:noFill/>
          </a:ln>
        </p:spPr>
        <p:style>
          <a:lnRef idx="0"/>
          <a:fillRef idx="0"/>
          <a:effectRef idx="0"/>
          <a:fontRef idx="minor"/>
        </p:style>
        <p:txBody>
          <a:bodyPr lIns="0" tIns="0" rIns="0" bIns="0" anchor="t">
            <a:spAutoFit/>
          </a:bodyPr>
          <a:p>
            <a:pPr defTabSz="914400">
              <a:lnSpc>
                <a:spcPct val="100000"/>
              </a:lnSpc>
            </a:pPr>
            <a:r>
              <a:rPr lang="en-US" sz="1350" b="1" u="none" strike="noStrike">
                <a:solidFill>
                  <a:srgbClr val="0E2841"/>
                </a:solidFill>
                <a:effectLst/>
                <a:uFillTx/>
                <a:latin typeface="Arial"/>
              </a:rPr>
              <a:t>Target: milestone, 10/19/2026</a:t>
            </a:r>
            <a:endParaRPr lang="en-US" sz="1350" b="0" u="none" strike="noStrike">
              <a:solidFill>
                <a:srgbClr val="000000"/>
              </a:solidFill>
              <a:effectLst/>
              <a:uFillTx/>
              <a:latin typeface="Arial"/>
            </a:endParaRPr>
          </a:p>
        </p:txBody>
      </p:sp>
      <p:sp>
        <p:nvSpPr>
          <p:cNvPr id="664" name="TextBox 8"/>
          <p:cNvSpPr/>
          <p:nvPr/>
        </p:nvSpPr>
        <p:spPr>
          <a:xfrm>
            <a:off x="548640" y="4251960"/>
            <a:ext cx="10056960" cy="318600"/>
          </a:xfrm>
          <a:prstGeom prst="rect">
            <a:avLst/>
          </a:prstGeom>
          <a:noFill/>
          <a:ln w="0">
            <a:noFill/>
          </a:ln>
        </p:spPr>
        <p:style>
          <a:lnRef idx="0"/>
          <a:fillRef idx="0"/>
          <a:effectRef idx="0"/>
          <a:fontRef idx="minor"/>
        </p:style>
        <p:txBody>
          <a:bodyPr lIns="0" tIns="0" rIns="0" bIns="0" anchor="t">
            <a:spAutoFit/>
          </a:bodyPr>
          <a:p>
            <a:pPr defTabSz="914400">
              <a:lnSpc>
                <a:spcPct val="100000"/>
              </a:lnSpc>
            </a:pPr>
            <a:r>
              <a:rPr lang="en-US" sz="1200" b="0" i="1" u="none" strike="noStrike">
                <a:solidFill>
                  <a:srgbClr val="717479"/>
                </a:solidFill>
                <a:effectLst/>
                <a:uFillTx/>
                <a:latin typeface="Arial"/>
              </a:rPr>
              <a:t>No related RQ - this stage is prerequisite work</a:t>
            </a:r>
            <a:endParaRPr lang="en-US" sz="1200" b="0" u="none" strike="noStrike">
              <a:solidFill>
                <a:srgbClr val="000000"/>
              </a:solidFill>
              <a:effectLst/>
              <a:uFillTx/>
              <a:latin typeface="Arial"/>
            </a:endParaRPr>
          </a:p>
        </p:txBody>
      </p:sp>
      <p:sp>
        <p:nvSpPr>
          <p:cNvPr id="665" name="Rounded Rectangle 9"/>
          <p:cNvSpPr/>
          <p:nvPr/>
        </p:nvSpPr>
        <p:spPr>
          <a:xfrm>
            <a:off x="548640" y="4709160"/>
            <a:ext cx="10148400" cy="867240"/>
          </a:xfrm>
          <a:prstGeom prst="roundRect">
            <a:avLst>
              <a:gd name="adj" fmla="val 6000"/>
            </a:avLst>
          </a:prstGeom>
          <a:solidFill>
            <a:srgbClr val="E8E8E8"/>
          </a:solidFill>
          <a:ln>
            <a:noFill/>
          </a:ln>
        </p:spPr>
        <p:style>
          <a:lnRef idx="1">
            <a:schemeClr val="accent1"/>
          </a:lnRef>
          <a:fillRef idx="3">
            <a:schemeClr val="accent1"/>
          </a:fillRef>
          <a:effectRef idx="2">
            <a:schemeClr val="accent1"/>
          </a:effectRef>
          <a:fontRef idx="minor"/>
        </p:style>
        <p:txBody>
          <a:bodyPr lIns="82440" tIns="82440" rIns="82440" bIns="82440" anchor="ctr">
            <a:noAutofit/>
          </a:bodyPr>
          <a:p>
            <a:pPr algn="ctr" defTabSz="914400">
              <a:lnSpc>
                <a:spcPct val="100000"/>
              </a:lnSpc>
            </a:pPr>
            <a:r>
              <a:rPr lang="en-US" sz="1250" b="1" u="none" strike="noStrike">
                <a:solidFill>
                  <a:srgbClr val="F76904"/>
                </a:solidFill>
                <a:effectLst/>
                <a:uFillTx/>
                <a:latin typeface="Arial"/>
              </a:rPr>
              <a:t>Stretch goal: </a:t>
            </a:r>
            <a:r>
              <a:rPr lang="en-US" sz="1250" b="0" i="1" u="none" strike="noStrike">
                <a:solidFill>
                  <a:srgbClr val="333A40"/>
                </a:solidFill>
                <a:effectLst/>
                <a:uFillTx/>
                <a:latin typeface="Arial"/>
              </a:rPr>
              <a:t>revisit AGV traffic-zone reservation logic (ordered lock acquisition / timeout-and-retry) so advanced users could stress-test past the documented AGV:machine ratio ceiling - optional, time-permitting, not committed.</a:t>
            </a:r>
            <a:endParaRPr lang="en-US" sz="125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66" name="TextBox 1"/>
          <p:cNvSpPr/>
          <p:nvPr/>
        </p:nvSpPr>
        <p:spPr>
          <a:xfrm>
            <a:off x="548640" y="320040"/>
            <a:ext cx="11090160" cy="711720"/>
          </a:xfrm>
          <a:prstGeom prst="rect">
            <a:avLst/>
          </a:prstGeom>
          <a:noFill/>
          <a:ln w="0">
            <a:noFill/>
          </a:ln>
        </p:spPr>
        <p:style>
          <a:lnRef idx="0"/>
          <a:fillRef idx="0"/>
          <a:effectRef idx="0"/>
          <a:fontRef idx="minor"/>
        </p:style>
        <p:txBody>
          <a:bodyPr lIns="0" tIns="0" rIns="0" bIns="0" anchor="b">
            <a:spAutoFit/>
          </a:bodyPr>
          <a:p>
            <a:pPr defTabSz="914400">
              <a:lnSpc>
                <a:spcPct val="100000"/>
              </a:lnSpc>
            </a:pPr>
            <a:r>
              <a:rPr lang="en-US" sz="2700" b="1" u="none" strike="noStrike">
                <a:solidFill>
                  <a:srgbClr val="0E2841"/>
                </a:solidFill>
                <a:effectLst/>
                <a:uFillTx/>
                <a:latin typeface="Arial"/>
              </a:rPr>
              <a:t>Stage 2 - Train on a Very Small Problem Subset</a:t>
            </a:r>
            <a:endParaRPr lang="en-US" sz="2700" b="0" u="none" strike="noStrike">
              <a:solidFill>
                <a:srgbClr val="000000"/>
              </a:solidFill>
              <a:effectLst/>
              <a:uFillTx/>
              <a:latin typeface="Arial"/>
            </a:endParaRPr>
          </a:p>
        </p:txBody>
      </p:sp>
      <p:sp>
        <p:nvSpPr>
          <p:cNvPr id="667" name="Oval 2"/>
          <p:cNvSpPr/>
          <p:nvPr/>
        </p:nvSpPr>
        <p:spPr>
          <a:xfrm>
            <a:off x="548640" y="1600200"/>
            <a:ext cx="382680" cy="382680"/>
          </a:xfrm>
          <a:prstGeom prst="ellipse">
            <a:avLst/>
          </a:prstGeom>
          <a:solidFill>
            <a:srgbClr val="F76904"/>
          </a:solidFill>
          <a:ln>
            <a:noFill/>
          </a:ln>
        </p:spPr>
        <p:style>
          <a:lnRef idx="1">
            <a:schemeClr val="accent1"/>
          </a:lnRef>
          <a:fillRef idx="3">
            <a:schemeClr val="accent1"/>
          </a:fillRef>
          <a:effectRef idx="2">
            <a:schemeClr val="accent1"/>
          </a:effectRef>
          <a:fontRef idx="minor"/>
        </p:style>
        <p:txBody>
          <a:bodyPr wrap="none" lIns="0" tIns="0" rIns="0" bIns="0" anchor="ctr">
            <a:noAutofit/>
          </a:bodyPr>
          <a:p>
            <a:pPr algn="ctr" defTabSz="914400">
              <a:lnSpc>
                <a:spcPct val="100000"/>
              </a:lnSpc>
            </a:pPr>
            <a:r>
              <a:rPr lang="en-US" sz="1500" b="1" u="none" strike="noStrike">
                <a:solidFill>
                  <a:srgbClr val="FFFFFF"/>
                </a:solidFill>
                <a:effectLst/>
                <a:uFillTx/>
                <a:latin typeface="Arial"/>
              </a:rPr>
              <a:t>1</a:t>
            </a:r>
            <a:endParaRPr lang="en-US" sz="1500" b="0" u="none" strike="noStrike">
              <a:solidFill>
                <a:srgbClr val="FFFFFF"/>
              </a:solidFill>
              <a:effectLst/>
              <a:uFillTx/>
              <a:latin typeface="Arial"/>
            </a:endParaRPr>
          </a:p>
        </p:txBody>
      </p:sp>
      <p:sp>
        <p:nvSpPr>
          <p:cNvPr id="668" name="TextBox 3"/>
          <p:cNvSpPr/>
          <p:nvPr/>
        </p:nvSpPr>
        <p:spPr>
          <a:xfrm>
            <a:off x="1115640" y="1554480"/>
            <a:ext cx="9581400" cy="1004400"/>
          </a:xfrm>
          <a:prstGeom prst="rect">
            <a:avLst/>
          </a:prstGeom>
          <a:noFill/>
          <a:ln w="0">
            <a:noFill/>
          </a:ln>
        </p:spPr>
        <p:style>
          <a:lnRef idx="0"/>
          <a:fillRef idx="0"/>
          <a:effectRef idx="0"/>
          <a:fontRef idx="minor"/>
        </p:style>
        <p:txBody>
          <a:bodyPr lIns="0" tIns="0" rIns="0" bIns="0" anchor="t">
            <a:spAutoFit/>
          </a:bodyPr>
          <a:p>
            <a:pPr defTabSz="914400">
              <a:lnSpc>
                <a:spcPct val="100000"/>
              </a:lnSpc>
            </a:pPr>
            <a:r>
              <a:rPr lang="en-US" sz="1550" b="1" u="none" strike="noStrike">
                <a:solidFill>
                  <a:srgbClr val="0E2841"/>
                </a:solidFill>
                <a:effectLst/>
                <a:uFillTx/>
                <a:latin typeface="Arial"/>
              </a:rPr>
              <a:t>First real PPO training pass</a:t>
            </a:r>
            <a:endParaRPr lang="en-US" sz="1550" b="0" u="none" strike="noStrike">
              <a:solidFill>
                <a:srgbClr val="000000"/>
              </a:solidFill>
              <a:effectLst/>
              <a:uFillTx/>
              <a:latin typeface="Arial"/>
            </a:endParaRPr>
          </a:p>
          <a:p>
            <a:pPr defTabSz="914400">
              <a:lnSpc>
                <a:spcPct val="100000"/>
              </a:lnSpc>
              <a:spcBef>
                <a:spcPts val="201"/>
              </a:spcBef>
            </a:pPr>
            <a:r>
              <a:rPr lang="en-US" sz="1300" b="0" u="none" strike="noStrike">
                <a:solidFill>
                  <a:srgbClr val="333A40"/>
                </a:solidFill>
                <a:effectLst/>
                <a:uFillTx/>
                <a:latin typeface="Arial"/>
              </a:rPr>
              <a:t>Sanity-check that the agent learns anything at all before scaling up</a:t>
            </a:r>
            <a:endParaRPr lang="en-US" sz="1300" b="0" u="none" strike="noStrike">
              <a:solidFill>
                <a:srgbClr val="000000"/>
              </a:solidFill>
              <a:effectLst/>
              <a:uFillTx/>
              <a:latin typeface="Arial"/>
            </a:endParaRPr>
          </a:p>
        </p:txBody>
      </p:sp>
      <p:sp>
        <p:nvSpPr>
          <p:cNvPr id="669" name="Oval 4"/>
          <p:cNvSpPr/>
          <p:nvPr/>
        </p:nvSpPr>
        <p:spPr>
          <a:xfrm>
            <a:off x="548640" y="2926080"/>
            <a:ext cx="382680" cy="382680"/>
          </a:xfrm>
          <a:prstGeom prst="ellipse">
            <a:avLst/>
          </a:prstGeom>
          <a:solidFill>
            <a:srgbClr val="F76904"/>
          </a:solidFill>
          <a:ln>
            <a:noFill/>
          </a:ln>
        </p:spPr>
        <p:style>
          <a:lnRef idx="1">
            <a:schemeClr val="accent1"/>
          </a:lnRef>
          <a:fillRef idx="3">
            <a:schemeClr val="accent1"/>
          </a:fillRef>
          <a:effectRef idx="2">
            <a:schemeClr val="accent1"/>
          </a:effectRef>
          <a:fontRef idx="minor"/>
        </p:style>
        <p:txBody>
          <a:bodyPr wrap="none" lIns="0" tIns="0" rIns="0" bIns="0" anchor="ctr">
            <a:noAutofit/>
          </a:bodyPr>
          <a:p>
            <a:pPr algn="ctr" defTabSz="914400">
              <a:lnSpc>
                <a:spcPct val="100000"/>
              </a:lnSpc>
            </a:pPr>
            <a:r>
              <a:rPr lang="en-US" sz="1500" b="1" u="none" strike="noStrike">
                <a:solidFill>
                  <a:srgbClr val="FFFFFF"/>
                </a:solidFill>
                <a:effectLst/>
                <a:uFillTx/>
                <a:latin typeface="Arial"/>
              </a:rPr>
              <a:t>2</a:t>
            </a:r>
            <a:endParaRPr lang="en-US" sz="1500" b="0" u="none" strike="noStrike">
              <a:solidFill>
                <a:srgbClr val="FFFFFF"/>
              </a:solidFill>
              <a:effectLst/>
              <a:uFillTx/>
              <a:latin typeface="Arial"/>
            </a:endParaRPr>
          </a:p>
        </p:txBody>
      </p:sp>
      <p:sp>
        <p:nvSpPr>
          <p:cNvPr id="670" name="TextBox 5"/>
          <p:cNvSpPr/>
          <p:nvPr/>
        </p:nvSpPr>
        <p:spPr>
          <a:xfrm>
            <a:off x="1115640" y="2880360"/>
            <a:ext cx="9581400" cy="1004400"/>
          </a:xfrm>
          <a:prstGeom prst="rect">
            <a:avLst/>
          </a:prstGeom>
          <a:noFill/>
          <a:ln w="0">
            <a:noFill/>
          </a:ln>
        </p:spPr>
        <p:style>
          <a:lnRef idx="0"/>
          <a:fillRef idx="0"/>
          <a:effectRef idx="0"/>
          <a:fontRef idx="minor"/>
        </p:style>
        <p:txBody>
          <a:bodyPr lIns="0" tIns="0" rIns="0" bIns="0" anchor="t">
            <a:spAutoFit/>
          </a:bodyPr>
          <a:p>
            <a:pPr defTabSz="914400">
              <a:lnSpc>
                <a:spcPct val="100000"/>
              </a:lnSpc>
            </a:pPr>
            <a:r>
              <a:rPr lang="en-US" sz="1550" b="1" u="none" strike="noStrike">
                <a:solidFill>
                  <a:srgbClr val="0E2841"/>
                </a:solidFill>
                <a:effectLst/>
                <a:uFillTx/>
                <a:latin typeface="Arial"/>
              </a:rPr>
              <a:t>Status</a:t>
            </a:r>
            <a:endParaRPr lang="en-US" sz="1550" b="0" u="none" strike="noStrike">
              <a:solidFill>
                <a:srgbClr val="000000"/>
              </a:solidFill>
              <a:effectLst/>
              <a:uFillTx/>
              <a:latin typeface="Arial"/>
            </a:endParaRPr>
          </a:p>
          <a:p>
            <a:pPr defTabSz="914400">
              <a:lnSpc>
                <a:spcPct val="100000"/>
              </a:lnSpc>
              <a:spcBef>
                <a:spcPts val="201"/>
              </a:spcBef>
            </a:pPr>
            <a:r>
              <a:rPr lang="en-US" sz="1300" b="0" u="none" strike="noStrike">
                <a:solidFill>
                  <a:srgbClr val="333A40"/>
                </a:solidFill>
                <a:effectLst/>
                <a:uFillTx/>
                <a:latin typeface="Arial"/>
              </a:rPr>
              <a:t>Not started - depends on Stage 1</a:t>
            </a:r>
            <a:endParaRPr lang="en-US" sz="1300" b="0" u="none" strike="noStrike">
              <a:solidFill>
                <a:srgbClr val="000000"/>
              </a:solidFill>
              <a:effectLst/>
              <a:uFillTx/>
              <a:latin typeface="Arial"/>
            </a:endParaRPr>
          </a:p>
        </p:txBody>
      </p:sp>
      <p:sp>
        <p:nvSpPr>
          <p:cNvPr id="671" name="Rounded Rectangle 6"/>
          <p:cNvSpPr/>
          <p:nvPr/>
        </p:nvSpPr>
        <p:spPr>
          <a:xfrm>
            <a:off x="548640" y="5074920"/>
            <a:ext cx="1091160" cy="327600"/>
          </a:xfrm>
          <a:prstGeom prst="roundRect">
            <a:avLst>
              <a:gd name="adj" fmla="val 50000"/>
            </a:avLst>
          </a:prstGeom>
          <a:solidFill>
            <a:srgbClr val="717479"/>
          </a:solidFill>
          <a:ln>
            <a:noFill/>
          </a:ln>
        </p:spPr>
        <p:style>
          <a:lnRef idx="1">
            <a:schemeClr val="accent1"/>
          </a:lnRef>
          <a:fillRef idx="3">
            <a:schemeClr val="accent1"/>
          </a:fillRef>
          <a:effectRef idx="2">
            <a:schemeClr val="accent1"/>
          </a:effectRef>
          <a:fontRef idx="minor"/>
        </p:style>
        <p:txBody>
          <a:bodyPr wrap="none" lIns="90000" tIns="0" rIns="90000" bIns="0" anchor="ctr">
            <a:noAutofit/>
          </a:bodyPr>
          <a:p>
            <a:pPr algn="ctr" defTabSz="914400">
              <a:lnSpc>
                <a:spcPct val="100000"/>
              </a:lnSpc>
            </a:pPr>
            <a:r>
              <a:rPr lang="en-US" sz="1100" b="1" u="none" strike="noStrike">
                <a:solidFill>
                  <a:srgbClr val="FFFFFF"/>
                </a:solidFill>
                <a:effectLst/>
                <a:uFillTx/>
                <a:latin typeface="Arial"/>
              </a:rPr>
              <a:t>NOT STARTED</a:t>
            </a:r>
            <a:endParaRPr lang="en-US" sz="1100" b="0" u="none" strike="noStrike">
              <a:solidFill>
                <a:srgbClr val="FFFFFF"/>
              </a:solidFill>
              <a:effectLst/>
              <a:uFillTx/>
              <a:latin typeface="Arial"/>
            </a:endParaRPr>
          </a:p>
        </p:txBody>
      </p:sp>
      <p:sp>
        <p:nvSpPr>
          <p:cNvPr id="672" name="TextBox 7"/>
          <p:cNvSpPr/>
          <p:nvPr/>
        </p:nvSpPr>
        <p:spPr>
          <a:xfrm>
            <a:off x="1869840" y="5056560"/>
            <a:ext cx="8228160" cy="364320"/>
          </a:xfrm>
          <a:prstGeom prst="rect">
            <a:avLst/>
          </a:prstGeom>
          <a:noFill/>
          <a:ln w="0">
            <a:noFill/>
          </a:ln>
        </p:spPr>
        <p:style>
          <a:lnRef idx="0"/>
          <a:fillRef idx="0"/>
          <a:effectRef idx="0"/>
          <a:fontRef idx="minor"/>
        </p:style>
        <p:txBody>
          <a:bodyPr lIns="0" tIns="0" rIns="0" bIns="0" anchor="t">
            <a:spAutoFit/>
          </a:bodyPr>
          <a:p>
            <a:pPr defTabSz="914400">
              <a:lnSpc>
                <a:spcPct val="100000"/>
              </a:lnSpc>
            </a:pPr>
            <a:r>
              <a:rPr lang="en-US" sz="1350" b="1" u="none" strike="noStrike">
                <a:solidFill>
                  <a:srgbClr val="0E2841"/>
                </a:solidFill>
                <a:effectLst/>
                <a:uFillTx/>
                <a:latin typeface="Arial"/>
              </a:rPr>
              <a:t>Target: standup, 11/2/2026</a:t>
            </a:r>
            <a:endParaRPr lang="en-US" sz="1350" b="0" u="none" strike="noStrike">
              <a:solidFill>
                <a:srgbClr val="000000"/>
              </a:solidFill>
              <a:effectLst/>
              <a:uFillTx/>
              <a:latin typeface="Arial"/>
            </a:endParaRPr>
          </a:p>
        </p:txBody>
      </p:sp>
      <p:sp>
        <p:nvSpPr>
          <p:cNvPr id="673" name="TextBox 8"/>
          <p:cNvSpPr/>
          <p:nvPr/>
        </p:nvSpPr>
        <p:spPr>
          <a:xfrm>
            <a:off x="548640" y="5486400"/>
            <a:ext cx="10056960" cy="318600"/>
          </a:xfrm>
          <a:prstGeom prst="rect">
            <a:avLst/>
          </a:prstGeom>
          <a:noFill/>
          <a:ln w="0">
            <a:noFill/>
          </a:ln>
        </p:spPr>
        <p:style>
          <a:lnRef idx="0"/>
          <a:fillRef idx="0"/>
          <a:effectRef idx="0"/>
          <a:fontRef idx="minor"/>
        </p:style>
        <p:txBody>
          <a:bodyPr lIns="0" tIns="0" rIns="0" bIns="0" anchor="t">
            <a:spAutoFit/>
          </a:bodyPr>
          <a:p>
            <a:pPr defTabSz="914400">
              <a:lnSpc>
                <a:spcPct val="100000"/>
              </a:lnSpc>
            </a:pPr>
            <a:r>
              <a:rPr lang="en-US" sz="1200" b="0" i="1" u="none" strike="noStrike">
                <a:solidFill>
                  <a:srgbClr val="717479"/>
                </a:solidFill>
                <a:effectLst/>
                <a:uFillTx/>
                <a:latin typeface="Arial"/>
              </a:rPr>
              <a:t>Related RQ: RQ-A</a:t>
            </a:r>
            <a:endParaRPr lang="en-US" sz="12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74" name="TextBox 1"/>
          <p:cNvSpPr/>
          <p:nvPr/>
        </p:nvSpPr>
        <p:spPr>
          <a:xfrm>
            <a:off x="548640" y="320040"/>
            <a:ext cx="11090160" cy="711720"/>
          </a:xfrm>
          <a:prstGeom prst="rect">
            <a:avLst/>
          </a:prstGeom>
          <a:noFill/>
          <a:ln w="0">
            <a:noFill/>
          </a:ln>
        </p:spPr>
        <p:style>
          <a:lnRef idx="0"/>
          <a:fillRef idx="0"/>
          <a:effectRef idx="0"/>
          <a:fontRef idx="minor"/>
        </p:style>
        <p:txBody>
          <a:bodyPr lIns="0" tIns="0" rIns="0" bIns="0" anchor="b">
            <a:spAutoFit/>
          </a:bodyPr>
          <a:p>
            <a:pPr defTabSz="914400">
              <a:lnSpc>
                <a:spcPct val="100000"/>
              </a:lnSpc>
            </a:pPr>
            <a:r>
              <a:rPr lang="en-US" sz="2700" b="1" u="none" strike="noStrike">
                <a:solidFill>
                  <a:srgbClr val="0E2841"/>
                </a:solidFill>
                <a:effectLst/>
                <a:uFillTx/>
                <a:latin typeface="Arial"/>
              </a:rPr>
              <a:t>Stage 3 - Train on Basic Job Data with Dynamic Arrivals</a:t>
            </a:r>
            <a:endParaRPr lang="en-US" sz="2700" b="0" u="none" strike="noStrike">
              <a:solidFill>
                <a:srgbClr val="000000"/>
              </a:solidFill>
              <a:effectLst/>
              <a:uFillTx/>
              <a:latin typeface="Arial"/>
            </a:endParaRPr>
          </a:p>
        </p:txBody>
      </p:sp>
      <p:sp>
        <p:nvSpPr>
          <p:cNvPr id="675" name="Oval 2"/>
          <p:cNvSpPr/>
          <p:nvPr/>
        </p:nvSpPr>
        <p:spPr>
          <a:xfrm>
            <a:off x="548640" y="1600200"/>
            <a:ext cx="382680" cy="382680"/>
          </a:xfrm>
          <a:prstGeom prst="ellipse">
            <a:avLst/>
          </a:prstGeom>
          <a:solidFill>
            <a:srgbClr val="F76904"/>
          </a:solidFill>
          <a:ln>
            <a:noFill/>
          </a:ln>
        </p:spPr>
        <p:style>
          <a:lnRef idx="1">
            <a:schemeClr val="accent1"/>
          </a:lnRef>
          <a:fillRef idx="3">
            <a:schemeClr val="accent1"/>
          </a:fillRef>
          <a:effectRef idx="2">
            <a:schemeClr val="accent1"/>
          </a:effectRef>
          <a:fontRef idx="minor"/>
        </p:style>
        <p:txBody>
          <a:bodyPr wrap="none" lIns="0" tIns="0" rIns="0" bIns="0" anchor="ctr">
            <a:noAutofit/>
          </a:bodyPr>
          <a:p>
            <a:pPr algn="ctr" defTabSz="914400">
              <a:lnSpc>
                <a:spcPct val="100000"/>
              </a:lnSpc>
            </a:pPr>
            <a:r>
              <a:rPr lang="en-US" sz="1500" b="1" u="none" strike="noStrike">
                <a:solidFill>
                  <a:srgbClr val="FFFFFF"/>
                </a:solidFill>
                <a:effectLst/>
                <a:uFillTx/>
                <a:latin typeface="Arial"/>
              </a:rPr>
              <a:t>1</a:t>
            </a:r>
            <a:endParaRPr lang="en-US" sz="1500" b="0" u="none" strike="noStrike">
              <a:solidFill>
                <a:srgbClr val="FFFFFF"/>
              </a:solidFill>
              <a:effectLst/>
              <a:uFillTx/>
              <a:latin typeface="Arial"/>
            </a:endParaRPr>
          </a:p>
        </p:txBody>
      </p:sp>
      <p:sp>
        <p:nvSpPr>
          <p:cNvPr id="676" name="TextBox 3"/>
          <p:cNvSpPr/>
          <p:nvPr/>
        </p:nvSpPr>
        <p:spPr>
          <a:xfrm>
            <a:off x="1115640" y="1554480"/>
            <a:ext cx="9581400" cy="1004400"/>
          </a:xfrm>
          <a:prstGeom prst="rect">
            <a:avLst/>
          </a:prstGeom>
          <a:noFill/>
          <a:ln w="0">
            <a:noFill/>
          </a:ln>
        </p:spPr>
        <p:style>
          <a:lnRef idx="0"/>
          <a:fillRef idx="0"/>
          <a:effectRef idx="0"/>
          <a:fontRef idx="minor"/>
        </p:style>
        <p:txBody>
          <a:bodyPr lIns="0" tIns="0" rIns="0" bIns="0" anchor="t">
            <a:spAutoFit/>
          </a:bodyPr>
          <a:p>
            <a:pPr defTabSz="914400">
              <a:lnSpc>
                <a:spcPct val="100000"/>
              </a:lnSpc>
            </a:pPr>
            <a:r>
              <a:rPr lang="en-US" sz="1550" b="1" u="none" strike="noStrike">
                <a:solidFill>
                  <a:srgbClr val="0E2841"/>
                </a:solidFill>
                <a:effectLst/>
                <a:uFillTx/>
                <a:latin typeface="Arial"/>
              </a:rPr>
              <a:t>Middle complexity step</a:t>
            </a:r>
            <a:endParaRPr lang="en-US" sz="1550" b="0" u="none" strike="noStrike">
              <a:solidFill>
                <a:srgbClr val="000000"/>
              </a:solidFill>
              <a:effectLst/>
              <a:uFillTx/>
              <a:latin typeface="Arial"/>
            </a:endParaRPr>
          </a:p>
          <a:p>
            <a:pPr defTabSz="914400">
              <a:lnSpc>
                <a:spcPct val="100000"/>
              </a:lnSpc>
              <a:spcBef>
                <a:spcPts val="201"/>
              </a:spcBef>
            </a:pPr>
            <a:r>
              <a:rPr lang="en-US" sz="1300" b="0" u="none" strike="noStrike">
                <a:solidFill>
                  <a:srgbClr val="333A40"/>
                </a:solidFill>
                <a:effectLst/>
                <a:uFillTx/>
                <a:latin typeface="Arial"/>
              </a:rPr>
              <a:t>Dynamic arrivals only - no machine failures, no burst arrivals yet</a:t>
            </a:r>
            <a:endParaRPr lang="en-US" sz="1300" b="0" u="none" strike="noStrike">
              <a:solidFill>
                <a:srgbClr val="000000"/>
              </a:solidFill>
              <a:effectLst/>
              <a:uFillTx/>
              <a:latin typeface="Arial"/>
            </a:endParaRPr>
          </a:p>
        </p:txBody>
      </p:sp>
      <p:sp>
        <p:nvSpPr>
          <p:cNvPr id="677" name="Oval 4"/>
          <p:cNvSpPr/>
          <p:nvPr/>
        </p:nvSpPr>
        <p:spPr>
          <a:xfrm>
            <a:off x="548640" y="2926080"/>
            <a:ext cx="382680" cy="382680"/>
          </a:xfrm>
          <a:prstGeom prst="ellipse">
            <a:avLst/>
          </a:prstGeom>
          <a:solidFill>
            <a:srgbClr val="F76904"/>
          </a:solidFill>
          <a:ln>
            <a:noFill/>
          </a:ln>
        </p:spPr>
        <p:style>
          <a:lnRef idx="1">
            <a:schemeClr val="accent1"/>
          </a:lnRef>
          <a:fillRef idx="3">
            <a:schemeClr val="accent1"/>
          </a:fillRef>
          <a:effectRef idx="2">
            <a:schemeClr val="accent1"/>
          </a:effectRef>
          <a:fontRef idx="minor"/>
        </p:style>
        <p:txBody>
          <a:bodyPr wrap="none" lIns="0" tIns="0" rIns="0" bIns="0" anchor="ctr">
            <a:noAutofit/>
          </a:bodyPr>
          <a:p>
            <a:pPr algn="ctr" defTabSz="914400">
              <a:lnSpc>
                <a:spcPct val="100000"/>
              </a:lnSpc>
            </a:pPr>
            <a:r>
              <a:rPr lang="en-US" sz="1500" b="1" u="none" strike="noStrike">
                <a:solidFill>
                  <a:srgbClr val="FFFFFF"/>
                </a:solidFill>
                <a:effectLst/>
                <a:uFillTx/>
                <a:latin typeface="Arial"/>
              </a:rPr>
              <a:t>2</a:t>
            </a:r>
            <a:endParaRPr lang="en-US" sz="1500" b="0" u="none" strike="noStrike">
              <a:solidFill>
                <a:srgbClr val="FFFFFF"/>
              </a:solidFill>
              <a:effectLst/>
              <a:uFillTx/>
              <a:latin typeface="Arial"/>
            </a:endParaRPr>
          </a:p>
        </p:txBody>
      </p:sp>
      <p:sp>
        <p:nvSpPr>
          <p:cNvPr id="678" name="TextBox 5"/>
          <p:cNvSpPr/>
          <p:nvPr/>
        </p:nvSpPr>
        <p:spPr>
          <a:xfrm>
            <a:off x="1115640" y="2880360"/>
            <a:ext cx="9581400" cy="1004400"/>
          </a:xfrm>
          <a:prstGeom prst="rect">
            <a:avLst/>
          </a:prstGeom>
          <a:noFill/>
          <a:ln w="0">
            <a:noFill/>
          </a:ln>
        </p:spPr>
        <p:style>
          <a:lnRef idx="0"/>
          <a:fillRef idx="0"/>
          <a:effectRef idx="0"/>
          <a:fontRef idx="minor"/>
        </p:style>
        <p:txBody>
          <a:bodyPr lIns="0" tIns="0" rIns="0" bIns="0" anchor="t">
            <a:spAutoFit/>
          </a:bodyPr>
          <a:p>
            <a:pPr defTabSz="914400">
              <a:lnSpc>
                <a:spcPct val="100000"/>
              </a:lnSpc>
            </a:pPr>
            <a:r>
              <a:rPr lang="en-US" sz="1550" b="1" u="none" strike="noStrike">
                <a:solidFill>
                  <a:srgbClr val="0E2841"/>
                </a:solidFill>
                <a:effectLst/>
                <a:uFillTx/>
                <a:latin typeface="Arial"/>
              </a:rPr>
              <a:t>Status</a:t>
            </a:r>
            <a:endParaRPr lang="en-US" sz="1550" b="0" u="none" strike="noStrike">
              <a:solidFill>
                <a:srgbClr val="000000"/>
              </a:solidFill>
              <a:effectLst/>
              <a:uFillTx/>
              <a:latin typeface="Arial"/>
            </a:endParaRPr>
          </a:p>
          <a:p>
            <a:pPr defTabSz="914400">
              <a:lnSpc>
                <a:spcPct val="100000"/>
              </a:lnSpc>
              <a:spcBef>
                <a:spcPts val="201"/>
              </a:spcBef>
            </a:pPr>
            <a:r>
              <a:rPr lang="en-US" sz="1300" b="0" u="none" strike="noStrike">
                <a:solidFill>
                  <a:srgbClr val="333A40"/>
                </a:solidFill>
                <a:effectLst/>
                <a:uFillTx/>
                <a:latin typeface="Arial"/>
              </a:rPr>
              <a:t>Not started - depends on Stage 2</a:t>
            </a:r>
            <a:endParaRPr lang="en-US" sz="1300" b="0" u="none" strike="noStrike">
              <a:solidFill>
                <a:srgbClr val="000000"/>
              </a:solidFill>
              <a:effectLst/>
              <a:uFillTx/>
              <a:latin typeface="Arial"/>
            </a:endParaRPr>
          </a:p>
        </p:txBody>
      </p:sp>
      <p:sp>
        <p:nvSpPr>
          <p:cNvPr id="679" name="Rounded Rectangle 6"/>
          <p:cNvSpPr/>
          <p:nvPr/>
        </p:nvSpPr>
        <p:spPr>
          <a:xfrm>
            <a:off x="548640" y="5074920"/>
            <a:ext cx="1091160" cy="327600"/>
          </a:xfrm>
          <a:prstGeom prst="roundRect">
            <a:avLst>
              <a:gd name="adj" fmla="val 50000"/>
            </a:avLst>
          </a:prstGeom>
          <a:solidFill>
            <a:srgbClr val="717479"/>
          </a:solidFill>
          <a:ln>
            <a:noFill/>
          </a:ln>
        </p:spPr>
        <p:style>
          <a:lnRef idx="1">
            <a:schemeClr val="accent1"/>
          </a:lnRef>
          <a:fillRef idx="3">
            <a:schemeClr val="accent1"/>
          </a:fillRef>
          <a:effectRef idx="2">
            <a:schemeClr val="accent1"/>
          </a:effectRef>
          <a:fontRef idx="minor"/>
        </p:style>
        <p:txBody>
          <a:bodyPr wrap="none" lIns="90000" tIns="0" rIns="90000" bIns="0" anchor="ctr">
            <a:noAutofit/>
          </a:bodyPr>
          <a:p>
            <a:pPr algn="ctr" defTabSz="914400">
              <a:lnSpc>
                <a:spcPct val="100000"/>
              </a:lnSpc>
            </a:pPr>
            <a:r>
              <a:rPr lang="en-US" sz="1100" b="1" u="none" strike="noStrike">
                <a:solidFill>
                  <a:srgbClr val="FFFFFF"/>
                </a:solidFill>
                <a:effectLst/>
                <a:uFillTx/>
                <a:latin typeface="Arial"/>
              </a:rPr>
              <a:t>NOT STARTED</a:t>
            </a:r>
            <a:endParaRPr lang="en-US" sz="1100" b="0" u="none" strike="noStrike">
              <a:solidFill>
                <a:srgbClr val="FFFFFF"/>
              </a:solidFill>
              <a:effectLst/>
              <a:uFillTx/>
              <a:latin typeface="Arial"/>
            </a:endParaRPr>
          </a:p>
        </p:txBody>
      </p:sp>
      <p:sp>
        <p:nvSpPr>
          <p:cNvPr id="680" name="TextBox 7"/>
          <p:cNvSpPr/>
          <p:nvPr/>
        </p:nvSpPr>
        <p:spPr>
          <a:xfrm>
            <a:off x="1869840" y="5056560"/>
            <a:ext cx="8228160" cy="364320"/>
          </a:xfrm>
          <a:prstGeom prst="rect">
            <a:avLst/>
          </a:prstGeom>
          <a:noFill/>
          <a:ln w="0">
            <a:noFill/>
          </a:ln>
        </p:spPr>
        <p:style>
          <a:lnRef idx="0"/>
          <a:fillRef idx="0"/>
          <a:effectRef idx="0"/>
          <a:fontRef idx="minor"/>
        </p:style>
        <p:txBody>
          <a:bodyPr lIns="0" tIns="0" rIns="0" bIns="0" anchor="t">
            <a:spAutoFit/>
          </a:bodyPr>
          <a:p>
            <a:pPr defTabSz="914400">
              <a:lnSpc>
                <a:spcPct val="100000"/>
              </a:lnSpc>
            </a:pPr>
            <a:r>
              <a:rPr lang="en-US" sz="1350" b="1" u="none" strike="noStrike">
                <a:solidFill>
                  <a:srgbClr val="0E2841"/>
                </a:solidFill>
                <a:effectLst/>
                <a:uFillTx/>
                <a:latin typeface="Arial"/>
              </a:rPr>
              <a:t>Target: milestone, 11/16/2026</a:t>
            </a:r>
            <a:endParaRPr lang="en-US" sz="1350" b="0" u="none" strike="noStrike">
              <a:solidFill>
                <a:srgbClr val="000000"/>
              </a:solidFill>
              <a:effectLst/>
              <a:uFillTx/>
              <a:latin typeface="Arial"/>
            </a:endParaRPr>
          </a:p>
        </p:txBody>
      </p:sp>
      <p:sp>
        <p:nvSpPr>
          <p:cNvPr id="681" name="TextBox 8"/>
          <p:cNvSpPr/>
          <p:nvPr/>
        </p:nvSpPr>
        <p:spPr>
          <a:xfrm>
            <a:off x="548640" y="5486400"/>
            <a:ext cx="10056960" cy="318600"/>
          </a:xfrm>
          <a:prstGeom prst="rect">
            <a:avLst/>
          </a:prstGeom>
          <a:noFill/>
          <a:ln w="0">
            <a:noFill/>
          </a:ln>
        </p:spPr>
        <p:style>
          <a:lnRef idx="0"/>
          <a:fillRef idx="0"/>
          <a:effectRef idx="0"/>
          <a:fontRef idx="minor"/>
        </p:style>
        <p:txBody>
          <a:bodyPr lIns="0" tIns="0" rIns="0" bIns="0" anchor="t">
            <a:spAutoFit/>
          </a:bodyPr>
          <a:p>
            <a:pPr defTabSz="914400">
              <a:lnSpc>
                <a:spcPct val="100000"/>
              </a:lnSpc>
            </a:pPr>
            <a:r>
              <a:rPr lang="en-US" sz="1200" b="0" i="1" u="none" strike="noStrike">
                <a:solidFill>
                  <a:srgbClr val="717479"/>
                </a:solidFill>
                <a:effectLst/>
                <a:uFillTx/>
                <a:latin typeface="Arial"/>
              </a:rPr>
              <a:t>Related RQ: RQ-A, RQ-C</a:t>
            </a:r>
            <a:endParaRPr lang="en-US" sz="12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82" name="TextBox 1"/>
          <p:cNvSpPr/>
          <p:nvPr/>
        </p:nvSpPr>
        <p:spPr>
          <a:xfrm>
            <a:off x="548640" y="320040"/>
            <a:ext cx="11090160" cy="711720"/>
          </a:xfrm>
          <a:prstGeom prst="rect">
            <a:avLst/>
          </a:prstGeom>
          <a:noFill/>
          <a:ln w="0">
            <a:noFill/>
          </a:ln>
        </p:spPr>
        <p:style>
          <a:lnRef idx="0"/>
          <a:fillRef idx="0"/>
          <a:effectRef idx="0"/>
          <a:fontRef idx="minor"/>
        </p:style>
        <p:txBody>
          <a:bodyPr lIns="0" tIns="0" rIns="0" bIns="0" anchor="b">
            <a:spAutoFit/>
          </a:bodyPr>
          <a:p>
            <a:pPr defTabSz="914400">
              <a:lnSpc>
                <a:spcPct val="100000"/>
              </a:lnSpc>
            </a:pPr>
            <a:r>
              <a:rPr lang="en-US" sz="2700" b="1" u="none" strike="noStrike">
                <a:solidFill>
                  <a:srgbClr val="0E2841"/>
                </a:solidFill>
                <a:effectLst/>
                <a:uFillTx/>
                <a:latin typeface="Arial"/>
              </a:rPr>
              <a:t>Stage 4 - Train on the Full DFJSP</a:t>
            </a:r>
            <a:endParaRPr lang="en-US" sz="2700" b="0" u="none" strike="noStrike">
              <a:solidFill>
                <a:srgbClr val="000000"/>
              </a:solidFill>
              <a:effectLst/>
              <a:uFillTx/>
              <a:latin typeface="Arial"/>
            </a:endParaRPr>
          </a:p>
        </p:txBody>
      </p:sp>
      <p:sp>
        <p:nvSpPr>
          <p:cNvPr id="683" name="Oval 2"/>
          <p:cNvSpPr/>
          <p:nvPr/>
        </p:nvSpPr>
        <p:spPr>
          <a:xfrm>
            <a:off x="548640" y="1600200"/>
            <a:ext cx="382680" cy="382680"/>
          </a:xfrm>
          <a:prstGeom prst="ellipse">
            <a:avLst/>
          </a:prstGeom>
          <a:solidFill>
            <a:srgbClr val="F76904"/>
          </a:solidFill>
          <a:ln>
            <a:noFill/>
          </a:ln>
        </p:spPr>
        <p:style>
          <a:lnRef idx="1">
            <a:schemeClr val="accent1"/>
          </a:lnRef>
          <a:fillRef idx="3">
            <a:schemeClr val="accent1"/>
          </a:fillRef>
          <a:effectRef idx="2">
            <a:schemeClr val="accent1"/>
          </a:effectRef>
          <a:fontRef idx="minor"/>
        </p:style>
        <p:txBody>
          <a:bodyPr wrap="none" lIns="0" tIns="0" rIns="0" bIns="0" anchor="ctr">
            <a:noAutofit/>
          </a:bodyPr>
          <a:p>
            <a:pPr algn="ctr" defTabSz="914400">
              <a:lnSpc>
                <a:spcPct val="100000"/>
              </a:lnSpc>
            </a:pPr>
            <a:r>
              <a:rPr lang="en-US" sz="1500" b="1" u="none" strike="noStrike">
                <a:solidFill>
                  <a:srgbClr val="FFFFFF"/>
                </a:solidFill>
                <a:effectLst/>
                <a:uFillTx/>
                <a:latin typeface="Arial"/>
              </a:rPr>
              <a:t>1</a:t>
            </a:r>
            <a:endParaRPr lang="en-US" sz="1500" b="0" u="none" strike="noStrike">
              <a:solidFill>
                <a:srgbClr val="FFFFFF"/>
              </a:solidFill>
              <a:effectLst/>
              <a:uFillTx/>
              <a:latin typeface="Arial"/>
            </a:endParaRPr>
          </a:p>
        </p:txBody>
      </p:sp>
      <p:sp>
        <p:nvSpPr>
          <p:cNvPr id="684" name="TextBox 3"/>
          <p:cNvSpPr/>
          <p:nvPr/>
        </p:nvSpPr>
        <p:spPr>
          <a:xfrm>
            <a:off x="1115640" y="1554480"/>
            <a:ext cx="9581400" cy="1004400"/>
          </a:xfrm>
          <a:prstGeom prst="rect">
            <a:avLst/>
          </a:prstGeom>
          <a:noFill/>
          <a:ln w="0">
            <a:noFill/>
          </a:ln>
        </p:spPr>
        <p:style>
          <a:lnRef idx="0"/>
          <a:fillRef idx="0"/>
          <a:effectRef idx="0"/>
          <a:fontRef idx="minor"/>
        </p:style>
        <p:txBody>
          <a:bodyPr lIns="0" tIns="0" rIns="0" bIns="0" anchor="t">
            <a:spAutoFit/>
          </a:bodyPr>
          <a:p>
            <a:pPr defTabSz="914400">
              <a:lnSpc>
                <a:spcPct val="100000"/>
              </a:lnSpc>
            </a:pPr>
            <a:r>
              <a:rPr lang="en-US" sz="1550" b="1" u="none" strike="noStrike">
                <a:solidFill>
                  <a:srgbClr val="0E2841"/>
                </a:solidFill>
                <a:effectLst/>
                <a:uFillTx/>
                <a:latin typeface="Arial"/>
              </a:rPr>
              <a:t>Full realism</a:t>
            </a:r>
            <a:endParaRPr lang="en-US" sz="1550" b="0" u="none" strike="noStrike">
              <a:solidFill>
                <a:srgbClr val="000000"/>
              </a:solidFill>
              <a:effectLst/>
              <a:uFillTx/>
              <a:latin typeface="Arial"/>
            </a:endParaRPr>
          </a:p>
          <a:p>
            <a:pPr defTabSz="914400">
              <a:lnSpc>
                <a:spcPct val="100000"/>
              </a:lnSpc>
              <a:spcBef>
                <a:spcPts val="201"/>
              </a:spcBef>
            </a:pPr>
            <a:r>
              <a:rPr lang="en-US" sz="1300" b="0" u="none" strike="noStrike">
                <a:solidFill>
                  <a:srgbClr val="333A40"/>
                </a:solidFill>
                <a:effectLst/>
                <a:uFillTx/>
                <a:latin typeface="Arial"/>
              </a:rPr>
              <a:t>Dynamic arrivals, machine failures, and burst arrivals all enabled together</a:t>
            </a:r>
            <a:endParaRPr lang="en-US" sz="1300" b="0" u="none" strike="noStrike">
              <a:solidFill>
                <a:srgbClr val="000000"/>
              </a:solidFill>
              <a:effectLst/>
              <a:uFillTx/>
              <a:latin typeface="Arial"/>
            </a:endParaRPr>
          </a:p>
        </p:txBody>
      </p:sp>
      <p:sp>
        <p:nvSpPr>
          <p:cNvPr id="685" name="Oval 4"/>
          <p:cNvSpPr/>
          <p:nvPr/>
        </p:nvSpPr>
        <p:spPr>
          <a:xfrm>
            <a:off x="548640" y="2926080"/>
            <a:ext cx="382680" cy="382680"/>
          </a:xfrm>
          <a:prstGeom prst="ellipse">
            <a:avLst/>
          </a:prstGeom>
          <a:solidFill>
            <a:srgbClr val="F76904"/>
          </a:solidFill>
          <a:ln>
            <a:noFill/>
          </a:ln>
        </p:spPr>
        <p:style>
          <a:lnRef idx="1">
            <a:schemeClr val="accent1"/>
          </a:lnRef>
          <a:fillRef idx="3">
            <a:schemeClr val="accent1"/>
          </a:fillRef>
          <a:effectRef idx="2">
            <a:schemeClr val="accent1"/>
          </a:effectRef>
          <a:fontRef idx="minor"/>
        </p:style>
        <p:txBody>
          <a:bodyPr wrap="none" lIns="0" tIns="0" rIns="0" bIns="0" anchor="ctr">
            <a:noAutofit/>
          </a:bodyPr>
          <a:p>
            <a:pPr algn="ctr" defTabSz="914400">
              <a:lnSpc>
                <a:spcPct val="100000"/>
              </a:lnSpc>
            </a:pPr>
            <a:r>
              <a:rPr lang="en-US" sz="1500" b="1" u="none" strike="noStrike">
                <a:solidFill>
                  <a:srgbClr val="FFFFFF"/>
                </a:solidFill>
                <a:effectLst/>
                <a:uFillTx/>
                <a:latin typeface="Arial"/>
              </a:rPr>
              <a:t>2</a:t>
            </a:r>
            <a:endParaRPr lang="en-US" sz="1500" b="0" u="none" strike="noStrike">
              <a:solidFill>
                <a:srgbClr val="FFFFFF"/>
              </a:solidFill>
              <a:effectLst/>
              <a:uFillTx/>
              <a:latin typeface="Arial"/>
            </a:endParaRPr>
          </a:p>
        </p:txBody>
      </p:sp>
      <p:sp>
        <p:nvSpPr>
          <p:cNvPr id="686" name="TextBox 5"/>
          <p:cNvSpPr/>
          <p:nvPr/>
        </p:nvSpPr>
        <p:spPr>
          <a:xfrm>
            <a:off x="1115640" y="2880360"/>
            <a:ext cx="9581400" cy="1004400"/>
          </a:xfrm>
          <a:prstGeom prst="rect">
            <a:avLst/>
          </a:prstGeom>
          <a:noFill/>
          <a:ln w="0">
            <a:noFill/>
          </a:ln>
        </p:spPr>
        <p:style>
          <a:lnRef idx="0"/>
          <a:fillRef idx="0"/>
          <a:effectRef idx="0"/>
          <a:fontRef idx="minor"/>
        </p:style>
        <p:txBody>
          <a:bodyPr lIns="0" tIns="0" rIns="0" bIns="0" anchor="t">
            <a:spAutoFit/>
          </a:bodyPr>
          <a:p>
            <a:pPr defTabSz="914400">
              <a:lnSpc>
                <a:spcPct val="100000"/>
              </a:lnSpc>
            </a:pPr>
            <a:r>
              <a:rPr lang="en-US" sz="1550" b="1" u="none" strike="noStrike">
                <a:solidFill>
                  <a:srgbClr val="0E2841"/>
                </a:solidFill>
                <a:effectLst/>
                <a:uFillTx/>
                <a:latin typeface="Arial"/>
              </a:rPr>
              <a:t>Status</a:t>
            </a:r>
            <a:endParaRPr lang="en-US" sz="1550" b="0" u="none" strike="noStrike">
              <a:solidFill>
                <a:srgbClr val="000000"/>
              </a:solidFill>
              <a:effectLst/>
              <a:uFillTx/>
              <a:latin typeface="Arial"/>
            </a:endParaRPr>
          </a:p>
          <a:p>
            <a:pPr defTabSz="914400">
              <a:lnSpc>
                <a:spcPct val="100000"/>
              </a:lnSpc>
              <a:spcBef>
                <a:spcPts val="201"/>
              </a:spcBef>
            </a:pPr>
            <a:r>
              <a:rPr lang="en-US" sz="1300" b="0" u="none" strike="noStrike">
                <a:solidFill>
                  <a:srgbClr val="333A40"/>
                </a:solidFill>
                <a:effectLst/>
                <a:uFillTx/>
                <a:latin typeface="Arial"/>
              </a:rPr>
              <a:t>Not started - depends on Stage 3</a:t>
            </a:r>
            <a:endParaRPr lang="en-US" sz="1300" b="0" u="none" strike="noStrike">
              <a:solidFill>
                <a:srgbClr val="000000"/>
              </a:solidFill>
              <a:effectLst/>
              <a:uFillTx/>
              <a:latin typeface="Arial"/>
            </a:endParaRPr>
          </a:p>
        </p:txBody>
      </p:sp>
      <p:sp>
        <p:nvSpPr>
          <p:cNvPr id="687" name="Rounded Rectangle 6"/>
          <p:cNvSpPr/>
          <p:nvPr/>
        </p:nvSpPr>
        <p:spPr>
          <a:xfrm>
            <a:off x="548640" y="5074920"/>
            <a:ext cx="1091160" cy="327600"/>
          </a:xfrm>
          <a:prstGeom prst="roundRect">
            <a:avLst>
              <a:gd name="adj" fmla="val 50000"/>
            </a:avLst>
          </a:prstGeom>
          <a:solidFill>
            <a:srgbClr val="717479"/>
          </a:solidFill>
          <a:ln>
            <a:noFill/>
          </a:ln>
        </p:spPr>
        <p:style>
          <a:lnRef idx="1">
            <a:schemeClr val="accent1"/>
          </a:lnRef>
          <a:fillRef idx="3">
            <a:schemeClr val="accent1"/>
          </a:fillRef>
          <a:effectRef idx="2">
            <a:schemeClr val="accent1"/>
          </a:effectRef>
          <a:fontRef idx="minor"/>
        </p:style>
        <p:txBody>
          <a:bodyPr wrap="none" lIns="90000" tIns="0" rIns="90000" bIns="0" anchor="ctr">
            <a:noAutofit/>
          </a:bodyPr>
          <a:p>
            <a:pPr algn="ctr" defTabSz="914400">
              <a:lnSpc>
                <a:spcPct val="100000"/>
              </a:lnSpc>
            </a:pPr>
            <a:r>
              <a:rPr lang="en-US" sz="1100" b="1" u="none" strike="noStrike">
                <a:solidFill>
                  <a:srgbClr val="FFFFFF"/>
                </a:solidFill>
                <a:effectLst/>
                <a:uFillTx/>
                <a:latin typeface="Arial"/>
              </a:rPr>
              <a:t>NOT STARTED</a:t>
            </a:r>
            <a:endParaRPr lang="en-US" sz="1100" b="0" u="none" strike="noStrike">
              <a:solidFill>
                <a:srgbClr val="FFFFFF"/>
              </a:solidFill>
              <a:effectLst/>
              <a:uFillTx/>
              <a:latin typeface="Arial"/>
            </a:endParaRPr>
          </a:p>
        </p:txBody>
      </p:sp>
      <p:sp>
        <p:nvSpPr>
          <p:cNvPr id="688" name="TextBox 7"/>
          <p:cNvSpPr/>
          <p:nvPr/>
        </p:nvSpPr>
        <p:spPr>
          <a:xfrm>
            <a:off x="1869840" y="5056560"/>
            <a:ext cx="8228160" cy="364320"/>
          </a:xfrm>
          <a:prstGeom prst="rect">
            <a:avLst/>
          </a:prstGeom>
          <a:noFill/>
          <a:ln w="0">
            <a:noFill/>
          </a:ln>
        </p:spPr>
        <p:style>
          <a:lnRef idx="0"/>
          <a:fillRef idx="0"/>
          <a:effectRef idx="0"/>
          <a:fontRef idx="minor"/>
        </p:style>
        <p:txBody>
          <a:bodyPr lIns="0" tIns="0" rIns="0" bIns="0" anchor="t">
            <a:spAutoFit/>
          </a:bodyPr>
          <a:p>
            <a:pPr defTabSz="914400">
              <a:lnSpc>
                <a:spcPct val="100000"/>
              </a:lnSpc>
            </a:pPr>
            <a:r>
              <a:rPr lang="en-US" sz="1350" b="1" u="none" strike="noStrike">
                <a:solidFill>
                  <a:srgbClr val="0E2841"/>
                </a:solidFill>
                <a:effectLst/>
                <a:uFillTx/>
                <a:latin typeface="Arial"/>
              </a:rPr>
              <a:t>Target: rough draft, 11/23/2026 (results in hand for the draft)</a:t>
            </a:r>
            <a:endParaRPr lang="en-US" sz="1350" b="0" u="none" strike="noStrike">
              <a:solidFill>
                <a:srgbClr val="000000"/>
              </a:solidFill>
              <a:effectLst/>
              <a:uFillTx/>
              <a:latin typeface="Arial"/>
            </a:endParaRPr>
          </a:p>
        </p:txBody>
      </p:sp>
      <p:sp>
        <p:nvSpPr>
          <p:cNvPr id="689" name="TextBox 8"/>
          <p:cNvSpPr/>
          <p:nvPr/>
        </p:nvSpPr>
        <p:spPr>
          <a:xfrm>
            <a:off x="548640" y="5486400"/>
            <a:ext cx="10056960" cy="318600"/>
          </a:xfrm>
          <a:prstGeom prst="rect">
            <a:avLst/>
          </a:prstGeom>
          <a:noFill/>
          <a:ln w="0">
            <a:noFill/>
          </a:ln>
        </p:spPr>
        <p:style>
          <a:lnRef idx="0"/>
          <a:fillRef idx="0"/>
          <a:effectRef idx="0"/>
          <a:fontRef idx="minor"/>
        </p:style>
        <p:txBody>
          <a:bodyPr lIns="0" tIns="0" rIns="0" bIns="0" anchor="t">
            <a:spAutoFit/>
          </a:bodyPr>
          <a:p>
            <a:pPr defTabSz="914400">
              <a:lnSpc>
                <a:spcPct val="100000"/>
              </a:lnSpc>
            </a:pPr>
            <a:r>
              <a:rPr lang="en-US" sz="1200" b="0" i="1" u="none" strike="noStrike">
                <a:solidFill>
                  <a:srgbClr val="717479"/>
                </a:solidFill>
                <a:effectLst/>
                <a:uFillTx/>
                <a:latin typeface="Arial"/>
              </a:rPr>
              <a:t>Related RQ: RQ-A, RQ-B, RQ-C</a:t>
            </a:r>
            <a:endParaRPr lang="en-US" sz="12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90" name="TextBox 1"/>
          <p:cNvSpPr/>
          <p:nvPr/>
        </p:nvSpPr>
        <p:spPr>
          <a:xfrm>
            <a:off x="548640" y="320040"/>
            <a:ext cx="11090160" cy="711720"/>
          </a:xfrm>
          <a:prstGeom prst="rect">
            <a:avLst/>
          </a:prstGeom>
          <a:noFill/>
          <a:ln w="0">
            <a:noFill/>
          </a:ln>
        </p:spPr>
        <p:style>
          <a:lnRef idx="0"/>
          <a:fillRef idx="0"/>
          <a:effectRef idx="0"/>
          <a:fontRef idx="minor"/>
        </p:style>
        <p:txBody>
          <a:bodyPr lIns="0" tIns="0" rIns="0" bIns="0" anchor="b">
            <a:spAutoFit/>
          </a:bodyPr>
          <a:p>
            <a:pPr defTabSz="914400">
              <a:lnSpc>
                <a:spcPct val="100000"/>
              </a:lnSpc>
            </a:pPr>
            <a:r>
              <a:rPr lang="en-US" sz="2500" b="1" u="none" strike="noStrike">
                <a:solidFill>
                  <a:srgbClr val="0E2841"/>
                </a:solidFill>
                <a:effectLst/>
                <a:uFillTx/>
                <a:latin typeface="Arial"/>
              </a:rPr>
              <a:t>Stage 5 - Evaluate vs. Best Static PDR; Consolidate Paper Draft</a:t>
            </a:r>
            <a:endParaRPr lang="en-US" sz="2500" b="0" u="none" strike="noStrike">
              <a:solidFill>
                <a:srgbClr val="000000"/>
              </a:solidFill>
              <a:effectLst/>
              <a:uFillTx/>
              <a:latin typeface="Arial"/>
            </a:endParaRPr>
          </a:p>
        </p:txBody>
      </p:sp>
      <p:sp>
        <p:nvSpPr>
          <p:cNvPr id="691" name="Oval 2"/>
          <p:cNvSpPr/>
          <p:nvPr/>
        </p:nvSpPr>
        <p:spPr>
          <a:xfrm>
            <a:off x="548640" y="1600200"/>
            <a:ext cx="382680" cy="382680"/>
          </a:xfrm>
          <a:prstGeom prst="ellipse">
            <a:avLst/>
          </a:prstGeom>
          <a:solidFill>
            <a:srgbClr val="F76904"/>
          </a:solidFill>
          <a:ln>
            <a:noFill/>
          </a:ln>
        </p:spPr>
        <p:style>
          <a:lnRef idx="1">
            <a:schemeClr val="accent1"/>
          </a:lnRef>
          <a:fillRef idx="3">
            <a:schemeClr val="accent1"/>
          </a:fillRef>
          <a:effectRef idx="2">
            <a:schemeClr val="accent1"/>
          </a:effectRef>
          <a:fontRef idx="minor"/>
        </p:style>
        <p:txBody>
          <a:bodyPr wrap="none" lIns="0" tIns="0" rIns="0" bIns="0" anchor="ctr">
            <a:noAutofit/>
          </a:bodyPr>
          <a:p>
            <a:pPr algn="ctr" defTabSz="914400">
              <a:lnSpc>
                <a:spcPct val="100000"/>
              </a:lnSpc>
            </a:pPr>
            <a:r>
              <a:rPr lang="en-US" sz="1500" b="1" u="none" strike="noStrike">
                <a:solidFill>
                  <a:srgbClr val="FFFFFF"/>
                </a:solidFill>
                <a:effectLst/>
                <a:uFillTx/>
                <a:latin typeface="Arial"/>
              </a:rPr>
              <a:t>1</a:t>
            </a:r>
            <a:endParaRPr lang="en-US" sz="1500" b="0" u="none" strike="noStrike">
              <a:solidFill>
                <a:srgbClr val="FFFFFF"/>
              </a:solidFill>
              <a:effectLst/>
              <a:uFillTx/>
              <a:latin typeface="Arial"/>
            </a:endParaRPr>
          </a:p>
        </p:txBody>
      </p:sp>
      <p:sp>
        <p:nvSpPr>
          <p:cNvPr id="692" name="TextBox 3"/>
          <p:cNvSpPr/>
          <p:nvPr/>
        </p:nvSpPr>
        <p:spPr>
          <a:xfrm>
            <a:off x="1115640" y="1554480"/>
            <a:ext cx="9581400" cy="1004400"/>
          </a:xfrm>
          <a:prstGeom prst="rect">
            <a:avLst/>
          </a:prstGeom>
          <a:noFill/>
          <a:ln w="0">
            <a:noFill/>
          </a:ln>
        </p:spPr>
        <p:style>
          <a:lnRef idx="0"/>
          <a:fillRef idx="0"/>
          <a:effectRef idx="0"/>
          <a:fontRef idx="minor"/>
        </p:style>
        <p:txBody>
          <a:bodyPr lIns="0" tIns="0" rIns="0" bIns="0" anchor="t">
            <a:spAutoFit/>
          </a:bodyPr>
          <a:p>
            <a:pPr defTabSz="914400">
              <a:lnSpc>
                <a:spcPct val="100000"/>
              </a:lnSpc>
            </a:pPr>
            <a:r>
              <a:rPr lang="en-US" sz="1550" b="1" u="none" strike="noStrike">
                <a:solidFill>
                  <a:srgbClr val="0E2841"/>
                </a:solidFill>
                <a:effectLst/>
                <a:uFillTx/>
                <a:latin typeface="Arial"/>
              </a:rPr>
              <a:t>Direct comparison</a:t>
            </a:r>
            <a:endParaRPr lang="en-US" sz="1550" b="0" u="none" strike="noStrike">
              <a:solidFill>
                <a:srgbClr val="000000"/>
              </a:solidFill>
              <a:effectLst/>
              <a:uFillTx/>
              <a:latin typeface="Arial"/>
            </a:endParaRPr>
          </a:p>
          <a:p>
            <a:pPr defTabSz="914400">
              <a:lnSpc>
                <a:spcPct val="100000"/>
              </a:lnSpc>
              <a:spcBef>
                <a:spcPts val="201"/>
              </a:spcBef>
            </a:pPr>
            <a:r>
              <a:rPr lang="en-US" sz="1300" b="0" u="none" strike="noStrike">
                <a:solidFill>
                  <a:srgbClr val="333A40"/>
                </a:solidFill>
                <a:effectLst/>
                <a:uFillTx/>
                <a:latin typeface="Arial"/>
              </a:rPr>
              <a:t>Trained agent vs. the best-performing static PDR from this summer's results</a:t>
            </a:r>
            <a:endParaRPr lang="en-US" sz="1300" b="0" u="none" strike="noStrike">
              <a:solidFill>
                <a:srgbClr val="000000"/>
              </a:solidFill>
              <a:effectLst/>
              <a:uFillTx/>
              <a:latin typeface="Arial"/>
            </a:endParaRPr>
          </a:p>
        </p:txBody>
      </p:sp>
      <p:sp>
        <p:nvSpPr>
          <p:cNvPr id="693" name="Oval 4"/>
          <p:cNvSpPr/>
          <p:nvPr/>
        </p:nvSpPr>
        <p:spPr>
          <a:xfrm>
            <a:off x="548640" y="2636640"/>
            <a:ext cx="382680" cy="382680"/>
          </a:xfrm>
          <a:prstGeom prst="ellipse">
            <a:avLst/>
          </a:prstGeom>
          <a:solidFill>
            <a:srgbClr val="F76904"/>
          </a:solidFill>
          <a:ln>
            <a:noFill/>
          </a:ln>
        </p:spPr>
        <p:style>
          <a:lnRef idx="1">
            <a:schemeClr val="accent1"/>
          </a:lnRef>
          <a:fillRef idx="3">
            <a:schemeClr val="accent1"/>
          </a:fillRef>
          <a:effectRef idx="2">
            <a:schemeClr val="accent1"/>
          </a:effectRef>
          <a:fontRef idx="minor"/>
        </p:style>
        <p:txBody>
          <a:bodyPr wrap="none" lIns="0" tIns="0" rIns="0" bIns="0" anchor="ctr">
            <a:noAutofit/>
          </a:bodyPr>
          <a:p>
            <a:pPr algn="ctr" defTabSz="914400">
              <a:lnSpc>
                <a:spcPct val="100000"/>
              </a:lnSpc>
            </a:pPr>
            <a:r>
              <a:rPr lang="en-US" sz="1500" b="1" u="none" strike="noStrike">
                <a:solidFill>
                  <a:srgbClr val="FFFFFF"/>
                </a:solidFill>
                <a:effectLst/>
                <a:uFillTx/>
                <a:latin typeface="Arial"/>
              </a:rPr>
              <a:t>2</a:t>
            </a:r>
            <a:endParaRPr lang="en-US" sz="1500" b="0" u="none" strike="noStrike">
              <a:solidFill>
                <a:srgbClr val="FFFFFF"/>
              </a:solidFill>
              <a:effectLst/>
              <a:uFillTx/>
              <a:latin typeface="Arial"/>
            </a:endParaRPr>
          </a:p>
        </p:txBody>
      </p:sp>
      <p:sp>
        <p:nvSpPr>
          <p:cNvPr id="694" name="TextBox 5"/>
          <p:cNvSpPr/>
          <p:nvPr/>
        </p:nvSpPr>
        <p:spPr>
          <a:xfrm>
            <a:off x="1115640" y="2590920"/>
            <a:ext cx="9581400" cy="1004400"/>
          </a:xfrm>
          <a:prstGeom prst="rect">
            <a:avLst/>
          </a:prstGeom>
          <a:noFill/>
          <a:ln w="0">
            <a:noFill/>
          </a:ln>
        </p:spPr>
        <p:style>
          <a:lnRef idx="0"/>
          <a:fillRef idx="0"/>
          <a:effectRef idx="0"/>
          <a:fontRef idx="minor"/>
        </p:style>
        <p:txBody>
          <a:bodyPr lIns="0" tIns="0" rIns="0" bIns="0" anchor="t">
            <a:spAutoFit/>
          </a:bodyPr>
          <a:p>
            <a:pPr defTabSz="914400">
              <a:lnSpc>
                <a:spcPct val="100000"/>
              </a:lnSpc>
            </a:pPr>
            <a:r>
              <a:rPr lang="en-US" sz="1550" b="1" u="none" strike="noStrike">
                <a:solidFill>
                  <a:srgbClr val="0E2841"/>
                </a:solidFill>
                <a:effectLst/>
                <a:uFillTx/>
                <a:latin typeface="Arial"/>
              </a:rPr>
              <a:t>Ties back to original RQ1–RQ3</a:t>
            </a:r>
            <a:endParaRPr lang="en-US" sz="1550" b="0" u="none" strike="noStrike">
              <a:solidFill>
                <a:srgbClr val="000000"/>
              </a:solidFill>
              <a:effectLst/>
              <a:uFillTx/>
              <a:latin typeface="Arial"/>
            </a:endParaRPr>
          </a:p>
        </p:txBody>
      </p:sp>
      <p:sp>
        <p:nvSpPr>
          <p:cNvPr id="695" name="Oval 6"/>
          <p:cNvSpPr/>
          <p:nvPr/>
        </p:nvSpPr>
        <p:spPr>
          <a:xfrm>
            <a:off x="548640" y="3672720"/>
            <a:ext cx="382680" cy="382680"/>
          </a:xfrm>
          <a:prstGeom prst="ellipse">
            <a:avLst/>
          </a:prstGeom>
          <a:solidFill>
            <a:srgbClr val="F76904"/>
          </a:solidFill>
          <a:ln>
            <a:noFill/>
          </a:ln>
        </p:spPr>
        <p:style>
          <a:lnRef idx="1">
            <a:schemeClr val="accent1"/>
          </a:lnRef>
          <a:fillRef idx="3">
            <a:schemeClr val="accent1"/>
          </a:fillRef>
          <a:effectRef idx="2">
            <a:schemeClr val="accent1"/>
          </a:effectRef>
          <a:fontRef idx="minor"/>
        </p:style>
        <p:txBody>
          <a:bodyPr wrap="none" lIns="0" tIns="0" rIns="0" bIns="0" anchor="ctr">
            <a:noAutofit/>
          </a:bodyPr>
          <a:p>
            <a:pPr algn="ctr" defTabSz="914400">
              <a:lnSpc>
                <a:spcPct val="100000"/>
              </a:lnSpc>
            </a:pPr>
            <a:r>
              <a:rPr lang="en-US" sz="1500" b="1" u="none" strike="noStrike">
                <a:solidFill>
                  <a:srgbClr val="FFFFFF"/>
                </a:solidFill>
                <a:effectLst/>
                <a:uFillTx/>
                <a:latin typeface="Arial"/>
              </a:rPr>
              <a:t>3</a:t>
            </a:r>
            <a:endParaRPr lang="en-US" sz="1500" b="0" u="none" strike="noStrike">
              <a:solidFill>
                <a:srgbClr val="FFFFFF"/>
              </a:solidFill>
              <a:effectLst/>
              <a:uFillTx/>
              <a:latin typeface="Arial"/>
            </a:endParaRPr>
          </a:p>
        </p:txBody>
      </p:sp>
      <p:sp>
        <p:nvSpPr>
          <p:cNvPr id="696" name="TextBox 7"/>
          <p:cNvSpPr/>
          <p:nvPr/>
        </p:nvSpPr>
        <p:spPr>
          <a:xfrm>
            <a:off x="1115640" y="3627000"/>
            <a:ext cx="9581400" cy="1004400"/>
          </a:xfrm>
          <a:prstGeom prst="rect">
            <a:avLst/>
          </a:prstGeom>
          <a:noFill/>
          <a:ln w="0">
            <a:noFill/>
          </a:ln>
        </p:spPr>
        <p:style>
          <a:lnRef idx="0"/>
          <a:fillRef idx="0"/>
          <a:effectRef idx="0"/>
          <a:fontRef idx="minor"/>
        </p:style>
        <p:txBody>
          <a:bodyPr lIns="0" tIns="0" rIns="0" bIns="0" anchor="t">
            <a:spAutoFit/>
          </a:bodyPr>
          <a:p>
            <a:pPr defTabSz="914400">
              <a:lnSpc>
                <a:spcPct val="100000"/>
              </a:lnSpc>
            </a:pPr>
            <a:r>
              <a:rPr lang="en-US" sz="1550" b="1" u="none" strike="noStrike">
                <a:solidFill>
                  <a:srgbClr val="0E2841"/>
                </a:solidFill>
                <a:effectLst/>
                <a:uFillTx/>
                <a:latin typeface="Arial"/>
              </a:rPr>
              <a:t>Status</a:t>
            </a:r>
            <a:endParaRPr lang="en-US" sz="1550" b="0" u="none" strike="noStrike">
              <a:solidFill>
                <a:srgbClr val="000000"/>
              </a:solidFill>
              <a:effectLst/>
              <a:uFillTx/>
              <a:latin typeface="Arial"/>
            </a:endParaRPr>
          </a:p>
          <a:p>
            <a:pPr defTabSz="914400">
              <a:lnSpc>
                <a:spcPct val="100000"/>
              </a:lnSpc>
              <a:spcBef>
                <a:spcPts val="201"/>
              </a:spcBef>
            </a:pPr>
            <a:r>
              <a:rPr lang="en-US" sz="1300" b="0" u="none" strike="noStrike">
                <a:solidFill>
                  <a:srgbClr val="333A40"/>
                </a:solidFill>
                <a:effectLst/>
                <a:uFillTx/>
                <a:latin typeface="Arial"/>
              </a:rPr>
              <a:t>Not started - depends on Stage 4</a:t>
            </a:r>
            <a:endParaRPr lang="en-US" sz="1300" b="0" u="none" strike="noStrike">
              <a:solidFill>
                <a:srgbClr val="000000"/>
              </a:solidFill>
              <a:effectLst/>
              <a:uFillTx/>
              <a:latin typeface="Arial"/>
            </a:endParaRPr>
          </a:p>
        </p:txBody>
      </p:sp>
      <p:sp>
        <p:nvSpPr>
          <p:cNvPr id="697" name="Rounded Rectangle 8"/>
          <p:cNvSpPr/>
          <p:nvPr/>
        </p:nvSpPr>
        <p:spPr>
          <a:xfrm>
            <a:off x="548640" y="5074920"/>
            <a:ext cx="1091160" cy="327600"/>
          </a:xfrm>
          <a:prstGeom prst="roundRect">
            <a:avLst>
              <a:gd name="adj" fmla="val 50000"/>
            </a:avLst>
          </a:prstGeom>
          <a:solidFill>
            <a:srgbClr val="717479"/>
          </a:solidFill>
          <a:ln>
            <a:noFill/>
          </a:ln>
        </p:spPr>
        <p:style>
          <a:lnRef idx="1">
            <a:schemeClr val="accent1"/>
          </a:lnRef>
          <a:fillRef idx="3">
            <a:schemeClr val="accent1"/>
          </a:fillRef>
          <a:effectRef idx="2">
            <a:schemeClr val="accent1"/>
          </a:effectRef>
          <a:fontRef idx="minor"/>
        </p:style>
        <p:txBody>
          <a:bodyPr wrap="none" lIns="90000" tIns="0" rIns="90000" bIns="0" anchor="ctr">
            <a:noAutofit/>
          </a:bodyPr>
          <a:p>
            <a:pPr algn="ctr" defTabSz="914400">
              <a:lnSpc>
                <a:spcPct val="100000"/>
              </a:lnSpc>
            </a:pPr>
            <a:r>
              <a:rPr lang="en-US" sz="1100" b="1" u="none" strike="noStrike">
                <a:solidFill>
                  <a:srgbClr val="FFFFFF"/>
                </a:solidFill>
                <a:effectLst/>
                <a:uFillTx/>
                <a:latin typeface="Arial"/>
              </a:rPr>
              <a:t>NOT STARTED</a:t>
            </a:r>
            <a:endParaRPr lang="en-US" sz="1100" b="0" u="none" strike="noStrike">
              <a:solidFill>
                <a:srgbClr val="FFFFFF"/>
              </a:solidFill>
              <a:effectLst/>
              <a:uFillTx/>
              <a:latin typeface="Arial"/>
            </a:endParaRPr>
          </a:p>
        </p:txBody>
      </p:sp>
      <p:sp>
        <p:nvSpPr>
          <p:cNvPr id="698" name="TextBox 9"/>
          <p:cNvSpPr/>
          <p:nvPr/>
        </p:nvSpPr>
        <p:spPr>
          <a:xfrm>
            <a:off x="1869840" y="5056560"/>
            <a:ext cx="8228160" cy="364320"/>
          </a:xfrm>
          <a:prstGeom prst="rect">
            <a:avLst/>
          </a:prstGeom>
          <a:noFill/>
          <a:ln w="0">
            <a:noFill/>
          </a:ln>
        </p:spPr>
        <p:style>
          <a:lnRef idx="0"/>
          <a:fillRef idx="0"/>
          <a:effectRef idx="0"/>
          <a:fontRef idx="minor"/>
        </p:style>
        <p:txBody>
          <a:bodyPr lIns="0" tIns="0" rIns="0" bIns="0" anchor="t">
            <a:spAutoFit/>
          </a:bodyPr>
          <a:p>
            <a:pPr defTabSz="914400">
              <a:lnSpc>
                <a:spcPct val="100000"/>
              </a:lnSpc>
            </a:pPr>
            <a:r>
              <a:rPr lang="en-US" sz="1350" b="1" u="none" strike="noStrike">
                <a:solidFill>
                  <a:srgbClr val="0E2841"/>
                </a:solidFill>
                <a:effectLst/>
                <a:uFillTx/>
                <a:latin typeface="Arial"/>
              </a:rPr>
              <a:t>Target: standup, 11/30/2026</a:t>
            </a:r>
            <a:endParaRPr lang="en-US" sz="1350" b="0" u="none" strike="noStrike">
              <a:solidFill>
                <a:srgbClr val="000000"/>
              </a:solidFill>
              <a:effectLst/>
              <a:uFillTx/>
              <a:latin typeface="Arial"/>
            </a:endParaRPr>
          </a:p>
        </p:txBody>
      </p:sp>
      <p:sp>
        <p:nvSpPr>
          <p:cNvPr id="699" name="TextBox 10"/>
          <p:cNvSpPr/>
          <p:nvPr/>
        </p:nvSpPr>
        <p:spPr>
          <a:xfrm>
            <a:off x="548640" y="5486400"/>
            <a:ext cx="10056960" cy="318600"/>
          </a:xfrm>
          <a:prstGeom prst="rect">
            <a:avLst/>
          </a:prstGeom>
          <a:noFill/>
          <a:ln w="0">
            <a:noFill/>
          </a:ln>
        </p:spPr>
        <p:style>
          <a:lnRef idx="0"/>
          <a:fillRef idx="0"/>
          <a:effectRef idx="0"/>
          <a:fontRef idx="minor"/>
        </p:style>
        <p:txBody>
          <a:bodyPr lIns="0" tIns="0" rIns="0" bIns="0" anchor="t">
            <a:spAutoFit/>
          </a:bodyPr>
          <a:p>
            <a:pPr defTabSz="914400">
              <a:lnSpc>
                <a:spcPct val="100000"/>
              </a:lnSpc>
            </a:pPr>
            <a:r>
              <a:rPr lang="en-US" sz="1200" b="0" i="1" u="none" strike="noStrike">
                <a:solidFill>
                  <a:srgbClr val="717479"/>
                </a:solidFill>
                <a:effectLst/>
                <a:uFillTx/>
                <a:latin typeface="Arial"/>
              </a:rPr>
              <a:t>Related RQ: RQ-A, RQ-B, RQ-C, and the original RQ1–3</a:t>
            </a:r>
            <a:endParaRPr lang="en-US" sz="12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00" name="TextBox 1"/>
          <p:cNvSpPr/>
          <p:nvPr/>
        </p:nvSpPr>
        <p:spPr>
          <a:xfrm>
            <a:off x="548640" y="320040"/>
            <a:ext cx="11090160" cy="711720"/>
          </a:xfrm>
          <a:prstGeom prst="rect">
            <a:avLst/>
          </a:prstGeom>
          <a:noFill/>
          <a:ln w="0">
            <a:noFill/>
          </a:ln>
        </p:spPr>
        <p:style>
          <a:lnRef idx="0"/>
          <a:fillRef idx="0"/>
          <a:effectRef idx="0"/>
          <a:fontRef idx="minor"/>
        </p:style>
        <p:txBody>
          <a:bodyPr lIns="0" tIns="0" rIns="0" bIns="0" anchor="b">
            <a:spAutoFit/>
          </a:bodyPr>
          <a:p>
            <a:pPr defTabSz="914400">
              <a:lnSpc>
                <a:spcPct val="100000"/>
              </a:lnSpc>
            </a:pPr>
            <a:r>
              <a:rPr lang="en-US" sz="2700" b="1" u="none" strike="noStrike">
                <a:solidFill>
                  <a:srgbClr val="0E2841"/>
                </a:solidFill>
                <a:effectLst/>
                <a:uFillTx/>
                <a:latin typeface="Arial"/>
              </a:rPr>
              <a:t>Stage 6 - Final Demo: Simulation, Trained Model, Paper</a:t>
            </a:r>
            <a:endParaRPr lang="en-US" sz="2700" b="0" u="none" strike="noStrike">
              <a:solidFill>
                <a:srgbClr val="000000"/>
              </a:solidFill>
              <a:effectLst/>
              <a:uFillTx/>
              <a:latin typeface="Arial"/>
            </a:endParaRPr>
          </a:p>
        </p:txBody>
      </p:sp>
      <p:sp>
        <p:nvSpPr>
          <p:cNvPr id="701" name="Oval 2"/>
          <p:cNvSpPr/>
          <p:nvPr/>
        </p:nvSpPr>
        <p:spPr>
          <a:xfrm>
            <a:off x="548640" y="1600200"/>
            <a:ext cx="382680" cy="382680"/>
          </a:xfrm>
          <a:prstGeom prst="ellipse">
            <a:avLst/>
          </a:prstGeom>
          <a:solidFill>
            <a:srgbClr val="F76904"/>
          </a:solidFill>
          <a:ln>
            <a:noFill/>
          </a:ln>
        </p:spPr>
        <p:style>
          <a:lnRef idx="1">
            <a:schemeClr val="accent1"/>
          </a:lnRef>
          <a:fillRef idx="3">
            <a:schemeClr val="accent1"/>
          </a:fillRef>
          <a:effectRef idx="2">
            <a:schemeClr val="accent1"/>
          </a:effectRef>
          <a:fontRef idx="minor"/>
        </p:style>
        <p:txBody>
          <a:bodyPr wrap="none" lIns="0" tIns="0" rIns="0" bIns="0" anchor="ctr">
            <a:noAutofit/>
          </a:bodyPr>
          <a:p>
            <a:pPr algn="ctr" defTabSz="914400">
              <a:lnSpc>
                <a:spcPct val="100000"/>
              </a:lnSpc>
            </a:pPr>
            <a:r>
              <a:rPr lang="en-US" sz="1500" b="1" u="none" strike="noStrike">
                <a:solidFill>
                  <a:srgbClr val="FFFFFF"/>
                </a:solidFill>
                <a:effectLst/>
                <a:uFillTx/>
                <a:latin typeface="Arial"/>
              </a:rPr>
              <a:t>1</a:t>
            </a:r>
            <a:endParaRPr lang="en-US" sz="1500" b="0" u="none" strike="noStrike">
              <a:solidFill>
                <a:srgbClr val="FFFFFF"/>
              </a:solidFill>
              <a:effectLst/>
              <a:uFillTx/>
              <a:latin typeface="Arial"/>
            </a:endParaRPr>
          </a:p>
        </p:txBody>
      </p:sp>
      <p:sp>
        <p:nvSpPr>
          <p:cNvPr id="702" name="TextBox 3"/>
          <p:cNvSpPr/>
          <p:nvPr/>
        </p:nvSpPr>
        <p:spPr>
          <a:xfrm>
            <a:off x="1115640" y="1554480"/>
            <a:ext cx="9581400" cy="1004400"/>
          </a:xfrm>
          <a:prstGeom prst="rect">
            <a:avLst/>
          </a:prstGeom>
          <a:noFill/>
          <a:ln w="0">
            <a:noFill/>
          </a:ln>
        </p:spPr>
        <p:style>
          <a:lnRef idx="0"/>
          <a:fillRef idx="0"/>
          <a:effectRef idx="0"/>
          <a:fontRef idx="minor"/>
        </p:style>
        <p:txBody>
          <a:bodyPr lIns="0" tIns="0" rIns="0" bIns="0" anchor="t">
            <a:spAutoFit/>
          </a:bodyPr>
          <a:p>
            <a:pPr defTabSz="914400">
              <a:lnSpc>
                <a:spcPct val="100000"/>
              </a:lnSpc>
            </a:pPr>
            <a:r>
              <a:rPr lang="en-US" sz="1550" b="1" u="none" strike="noStrike">
                <a:solidFill>
                  <a:srgbClr val="0E2841"/>
                </a:solidFill>
                <a:effectLst/>
                <a:uFillTx/>
                <a:latin typeface="Arial"/>
              </a:rPr>
              <a:t>All three deliverable pieces come together</a:t>
            </a:r>
            <a:endParaRPr lang="en-US" sz="1550" b="0" u="none" strike="noStrike">
              <a:solidFill>
                <a:srgbClr val="000000"/>
              </a:solidFill>
              <a:effectLst/>
              <a:uFillTx/>
              <a:latin typeface="Arial"/>
            </a:endParaRPr>
          </a:p>
          <a:p>
            <a:pPr defTabSz="914400">
              <a:lnSpc>
                <a:spcPct val="100000"/>
              </a:lnSpc>
              <a:spcBef>
                <a:spcPts val="201"/>
              </a:spcBef>
            </a:pPr>
            <a:r>
              <a:rPr lang="en-US" sz="1300" b="0" u="none" strike="noStrike">
                <a:solidFill>
                  <a:srgbClr val="333A40"/>
                </a:solidFill>
                <a:effectLst/>
                <a:uFillTx/>
                <a:latin typeface="Arial"/>
              </a:rPr>
              <a:t>Working simulation, trained agent, and capstone paper</a:t>
            </a:r>
            <a:endParaRPr lang="en-US" sz="1300" b="0" u="none" strike="noStrike">
              <a:solidFill>
                <a:srgbClr val="000000"/>
              </a:solidFill>
              <a:effectLst/>
              <a:uFillTx/>
              <a:latin typeface="Arial"/>
            </a:endParaRPr>
          </a:p>
        </p:txBody>
      </p:sp>
      <p:sp>
        <p:nvSpPr>
          <p:cNvPr id="703" name="Oval 4"/>
          <p:cNvSpPr/>
          <p:nvPr/>
        </p:nvSpPr>
        <p:spPr>
          <a:xfrm>
            <a:off x="548640" y="2926080"/>
            <a:ext cx="382680" cy="382680"/>
          </a:xfrm>
          <a:prstGeom prst="ellipse">
            <a:avLst/>
          </a:prstGeom>
          <a:solidFill>
            <a:srgbClr val="F76904"/>
          </a:solidFill>
          <a:ln>
            <a:noFill/>
          </a:ln>
        </p:spPr>
        <p:style>
          <a:lnRef idx="1">
            <a:schemeClr val="accent1"/>
          </a:lnRef>
          <a:fillRef idx="3">
            <a:schemeClr val="accent1"/>
          </a:fillRef>
          <a:effectRef idx="2">
            <a:schemeClr val="accent1"/>
          </a:effectRef>
          <a:fontRef idx="minor"/>
        </p:style>
        <p:txBody>
          <a:bodyPr wrap="none" lIns="0" tIns="0" rIns="0" bIns="0" anchor="ctr">
            <a:noAutofit/>
          </a:bodyPr>
          <a:p>
            <a:pPr algn="ctr" defTabSz="914400">
              <a:lnSpc>
                <a:spcPct val="100000"/>
              </a:lnSpc>
            </a:pPr>
            <a:r>
              <a:rPr lang="en-US" sz="1500" b="1" u="none" strike="noStrike">
                <a:solidFill>
                  <a:srgbClr val="FFFFFF"/>
                </a:solidFill>
                <a:effectLst/>
                <a:uFillTx/>
                <a:latin typeface="Arial"/>
              </a:rPr>
              <a:t>2</a:t>
            </a:r>
            <a:endParaRPr lang="en-US" sz="1500" b="0" u="none" strike="noStrike">
              <a:solidFill>
                <a:srgbClr val="FFFFFF"/>
              </a:solidFill>
              <a:effectLst/>
              <a:uFillTx/>
              <a:latin typeface="Arial"/>
            </a:endParaRPr>
          </a:p>
        </p:txBody>
      </p:sp>
      <p:sp>
        <p:nvSpPr>
          <p:cNvPr id="704" name="TextBox 5"/>
          <p:cNvSpPr/>
          <p:nvPr/>
        </p:nvSpPr>
        <p:spPr>
          <a:xfrm>
            <a:off x="1115640" y="2880360"/>
            <a:ext cx="9581400" cy="1004400"/>
          </a:xfrm>
          <a:prstGeom prst="rect">
            <a:avLst/>
          </a:prstGeom>
          <a:noFill/>
          <a:ln w="0">
            <a:noFill/>
          </a:ln>
        </p:spPr>
        <p:style>
          <a:lnRef idx="0"/>
          <a:fillRef idx="0"/>
          <a:effectRef idx="0"/>
          <a:fontRef idx="minor"/>
        </p:style>
        <p:txBody>
          <a:bodyPr lIns="0" tIns="0" rIns="0" bIns="0" anchor="t">
            <a:spAutoFit/>
          </a:bodyPr>
          <a:p>
            <a:pPr defTabSz="914400">
              <a:lnSpc>
                <a:spcPct val="100000"/>
              </a:lnSpc>
            </a:pPr>
            <a:r>
              <a:rPr lang="en-US" sz="1550" b="1" u="none" strike="noStrike">
                <a:solidFill>
                  <a:srgbClr val="0E2841"/>
                </a:solidFill>
                <a:effectLst/>
                <a:uFillTx/>
                <a:latin typeface="Arial"/>
              </a:rPr>
              <a:t>Status</a:t>
            </a:r>
            <a:endParaRPr lang="en-US" sz="1550" b="0" u="none" strike="noStrike">
              <a:solidFill>
                <a:srgbClr val="000000"/>
              </a:solidFill>
              <a:effectLst/>
              <a:uFillTx/>
              <a:latin typeface="Arial"/>
            </a:endParaRPr>
          </a:p>
          <a:p>
            <a:pPr defTabSz="914400">
              <a:lnSpc>
                <a:spcPct val="100000"/>
              </a:lnSpc>
              <a:spcBef>
                <a:spcPts val="201"/>
              </a:spcBef>
            </a:pPr>
            <a:r>
              <a:rPr lang="en-US" sz="1300" b="0" u="none" strike="noStrike">
                <a:solidFill>
                  <a:srgbClr val="333A40"/>
                </a:solidFill>
                <a:effectLst/>
                <a:uFillTx/>
                <a:latin typeface="Arial"/>
              </a:rPr>
              <a:t>Not started - depends on Stage 5</a:t>
            </a:r>
            <a:endParaRPr lang="en-US" sz="1300" b="0" u="none" strike="noStrike">
              <a:solidFill>
                <a:srgbClr val="000000"/>
              </a:solidFill>
              <a:effectLst/>
              <a:uFillTx/>
              <a:latin typeface="Arial"/>
            </a:endParaRPr>
          </a:p>
        </p:txBody>
      </p:sp>
      <p:sp>
        <p:nvSpPr>
          <p:cNvPr id="705" name="Rounded Rectangle 6"/>
          <p:cNvSpPr/>
          <p:nvPr/>
        </p:nvSpPr>
        <p:spPr>
          <a:xfrm>
            <a:off x="548640" y="5074920"/>
            <a:ext cx="1091160" cy="327600"/>
          </a:xfrm>
          <a:prstGeom prst="roundRect">
            <a:avLst>
              <a:gd name="adj" fmla="val 50000"/>
            </a:avLst>
          </a:prstGeom>
          <a:solidFill>
            <a:srgbClr val="717479"/>
          </a:solidFill>
          <a:ln>
            <a:noFill/>
          </a:ln>
        </p:spPr>
        <p:style>
          <a:lnRef idx="1">
            <a:schemeClr val="accent1"/>
          </a:lnRef>
          <a:fillRef idx="3">
            <a:schemeClr val="accent1"/>
          </a:fillRef>
          <a:effectRef idx="2">
            <a:schemeClr val="accent1"/>
          </a:effectRef>
          <a:fontRef idx="minor"/>
        </p:style>
        <p:txBody>
          <a:bodyPr wrap="none" lIns="90000" tIns="0" rIns="90000" bIns="0" anchor="ctr">
            <a:noAutofit/>
          </a:bodyPr>
          <a:p>
            <a:pPr algn="ctr" defTabSz="914400">
              <a:lnSpc>
                <a:spcPct val="100000"/>
              </a:lnSpc>
            </a:pPr>
            <a:r>
              <a:rPr lang="en-US" sz="1100" b="1" u="none" strike="noStrike">
                <a:solidFill>
                  <a:srgbClr val="FFFFFF"/>
                </a:solidFill>
                <a:effectLst/>
                <a:uFillTx/>
                <a:latin typeface="Arial"/>
              </a:rPr>
              <a:t>NOT STARTED</a:t>
            </a:r>
            <a:endParaRPr lang="en-US" sz="1100" b="0" u="none" strike="noStrike">
              <a:solidFill>
                <a:srgbClr val="FFFFFF"/>
              </a:solidFill>
              <a:effectLst/>
              <a:uFillTx/>
              <a:latin typeface="Arial"/>
            </a:endParaRPr>
          </a:p>
        </p:txBody>
      </p:sp>
      <p:sp>
        <p:nvSpPr>
          <p:cNvPr id="706" name="TextBox 7"/>
          <p:cNvSpPr/>
          <p:nvPr/>
        </p:nvSpPr>
        <p:spPr>
          <a:xfrm>
            <a:off x="1869840" y="5056560"/>
            <a:ext cx="8228160" cy="364320"/>
          </a:xfrm>
          <a:prstGeom prst="rect">
            <a:avLst/>
          </a:prstGeom>
          <a:noFill/>
          <a:ln w="0">
            <a:noFill/>
          </a:ln>
        </p:spPr>
        <p:style>
          <a:lnRef idx="0"/>
          <a:fillRef idx="0"/>
          <a:effectRef idx="0"/>
          <a:fontRef idx="minor"/>
        </p:style>
        <p:txBody>
          <a:bodyPr lIns="0" tIns="0" rIns="0" bIns="0" anchor="t">
            <a:spAutoFit/>
          </a:bodyPr>
          <a:p>
            <a:pPr defTabSz="914400">
              <a:lnSpc>
                <a:spcPct val="100000"/>
              </a:lnSpc>
            </a:pPr>
            <a:r>
              <a:rPr lang="en-US" sz="1350" b="1" u="none" strike="noStrike">
                <a:solidFill>
                  <a:srgbClr val="0E2841"/>
                </a:solidFill>
                <a:effectLst/>
                <a:uFillTx/>
                <a:latin typeface="Arial"/>
              </a:rPr>
              <a:t>Target: final demo, 12/9/2026</a:t>
            </a:r>
            <a:endParaRPr lang="en-US" sz="1350" b="0" u="none" strike="noStrike">
              <a:solidFill>
                <a:srgbClr val="000000"/>
              </a:solidFill>
              <a:effectLst/>
              <a:uFillTx/>
              <a:latin typeface="Arial"/>
            </a:endParaRPr>
          </a:p>
        </p:txBody>
      </p:sp>
      <p:sp>
        <p:nvSpPr>
          <p:cNvPr id="707" name="TextBox 8"/>
          <p:cNvSpPr/>
          <p:nvPr/>
        </p:nvSpPr>
        <p:spPr>
          <a:xfrm>
            <a:off x="548640" y="5486400"/>
            <a:ext cx="10056960" cy="318600"/>
          </a:xfrm>
          <a:prstGeom prst="rect">
            <a:avLst/>
          </a:prstGeom>
          <a:noFill/>
          <a:ln w="0">
            <a:noFill/>
          </a:ln>
        </p:spPr>
        <p:style>
          <a:lnRef idx="0"/>
          <a:fillRef idx="0"/>
          <a:effectRef idx="0"/>
          <a:fontRef idx="minor"/>
        </p:style>
        <p:txBody>
          <a:bodyPr lIns="0" tIns="0" rIns="0" bIns="0" anchor="t">
            <a:spAutoFit/>
          </a:bodyPr>
          <a:p>
            <a:pPr defTabSz="914400">
              <a:lnSpc>
                <a:spcPct val="100000"/>
              </a:lnSpc>
            </a:pPr>
            <a:r>
              <a:rPr lang="en-US" sz="1200" b="0" i="1" u="none" strike="noStrike">
                <a:solidFill>
                  <a:srgbClr val="717479"/>
                </a:solidFill>
                <a:effectLst/>
                <a:uFillTx/>
                <a:latin typeface="Arial"/>
              </a:rPr>
              <a:t>Related RQ: RQ-A, RQ-B, RQ-C, and the original RQ1–3</a:t>
            </a:r>
            <a:endParaRPr lang="en-US" sz="12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08" name="TextBox 1"/>
          <p:cNvSpPr/>
          <p:nvPr/>
        </p:nvSpPr>
        <p:spPr>
          <a:xfrm>
            <a:off x="548640" y="320040"/>
            <a:ext cx="11090160" cy="711720"/>
          </a:xfrm>
          <a:prstGeom prst="rect">
            <a:avLst/>
          </a:prstGeom>
          <a:noFill/>
          <a:ln w="0">
            <a:noFill/>
          </a:ln>
        </p:spPr>
        <p:style>
          <a:lnRef idx="0"/>
          <a:fillRef idx="0"/>
          <a:effectRef idx="0"/>
          <a:fontRef idx="minor"/>
        </p:style>
        <p:txBody>
          <a:bodyPr lIns="0" tIns="0" rIns="0" bIns="0" anchor="b">
            <a:spAutoFit/>
          </a:bodyPr>
          <a:p>
            <a:pPr defTabSz="914400">
              <a:lnSpc>
                <a:spcPct val="100000"/>
              </a:lnSpc>
            </a:pPr>
            <a:r>
              <a:rPr lang="en-US" sz="3200" b="1" u="none" strike="noStrike">
                <a:solidFill>
                  <a:srgbClr val="0E2841"/>
                </a:solidFill>
                <a:effectLst/>
                <a:uFillTx/>
                <a:latin typeface="Arial"/>
              </a:rPr>
              <a:t>Architecture</a:t>
            </a:r>
            <a:endParaRPr lang="en-US" sz="3200" b="0" u="none" strike="noStrike">
              <a:solidFill>
                <a:srgbClr val="000000"/>
              </a:solidFill>
              <a:effectLst/>
              <a:uFillTx/>
              <a:latin typeface="Arial"/>
            </a:endParaRPr>
          </a:p>
        </p:txBody>
      </p:sp>
      <p:pic>
        <p:nvPicPr>
          <p:cNvPr id="709" name="Picture 2" descr="architecture.png"/>
          <p:cNvPicPr/>
          <p:nvPr/>
        </p:nvPicPr>
        <p:blipFill>
          <a:blip r:embed="rId1"/>
          <a:stretch/>
        </p:blipFill>
        <p:spPr>
          <a:xfrm>
            <a:off x="2280600" y="1234440"/>
            <a:ext cx="7626240" cy="4707720"/>
          </a:xfrm>
          <a:prstGeom prst="rect">
            <a:avLst/>
          </a:prstGeom>
          <a:noFill/>
          <a:ln w="0">
            <a:noFill/>
          </a:ln>
        </p:spPr>
      </p:pic>
    </p:spTree>
  </p:cSld>
  <mc:AlternateContent>
    <mc:Choice Requires="p14">
      <p:transition spd="slow" p14:dur="2000"/>
    </mc:Choice>
    <mc:Fallback>
      <p:transition spd="slow"/>
    </mc:Fallback>
  </mc:AlternateContent>
</p:sld>
</file>

<file path=ppt/slides/slide1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10" name="TextBox 1"/>
          <p:cNvSpPr/>
          <p:nvPr/>
        </p:nvSpPr>
        <p:spPr>
          <a:xfrm>
            <a:off x="548640" y="320040"/>
            <a:ext cx="11090160" cy="711720"/>
          </a:xfrm>
          <a:prstGeom prst="rect">
            <a:avLst/>
          </a:prstGeom>
          <a:noFill/>
          <a:ln w="0">
            <a:noFill/>
          </a:ln>
        </p:spPr>
        <p:style>
          <a:lnRef idx="0"/>
          <a:fillRef idx="0"/>
          <a:effectRef idx="0"/>
          <a:fontRef idx="minor"/>
        </p:style>
        <p:txBody>
          <a:bodyPr lIns="0" tIns="0" rIns="0" bIns="0" anchor="b">
            <a:spAutoFit/>
          </a:bodyPr>
          <a:p>
            <a:pPr defTabSz="914400">
              <a:lnSpc>
                <a:spcPct val="100000"/>
              </a:lnSpc>
            </a:pPr>
            <a:r>
              <a:rPr lang="en-US" sz="3200" b="1" u="none" strike="noStrike">
                <a:solidFill>
                  <a:srgbClr val="0E2841"/>
                </a:solidFill>
                <a:effectLst/>
                <a:uFillTx/>
                <a:latin typeface="Arial"/>
              </a:rPr>
              <a:t>Architecture: What’s New Since DSCI-601</a:t>
            </a:r>
            <a:endParaRPr lang="en-US" sz="3200" b="0" u="none" strike="noStrike">
              <a:solidFill>
                <a:srgbClr val="000000"/>
              </a:solidFill>
              <a:effectLst/>
              <a:uFillTx/>
              <a:latin typeface="Arial"/>
            </a:endParaRPr>
          </a:p>
        </p:txBody>
      </p:sp>
      <p:sp>
        <p:nvSpPr>
          <p:cNvPr id="711" name="TextBox 2"/>
          <p:cNvSpPr/>
          <p:nvPr/>
        </p:nvSpPr>
        <p:spPr>
          <a:xfrm>
            <a:off x="548640" y="960120"/>
            <a:ext cx="11090160" cy="438480"/>
          </a:xfrm>
          <a:prstGeom prst="rect">
            <a:avLst/>
          </a:prstGeom>
          <a:noFill/>
          <a:ln w="0">
            <a:noFill/>
          </a:ln>
        </p:spPr>
        <p:style>
          <a:lnRef idx="0"/>
          <a:fillRef idx="0"/>
          <a:effectRef idx="0"/>
          <a:fontRef idx="minor"/>
        </p:style>
        <p:txBody>
          <a:bodyPr lIns="0" tIns="0" rIns="0" bIns="0" anchor="t">
            <a:spAutoFit/>
          </a:bodyPr>
          <a:p>
            <a:pPr defTabSz="914400">
              <a:lnSpc>
                <a:spcPct val="100000"/>
              </a:lnSpc>
            </a:pPr>
            <a:r>
              <a:rPr lang="en-US" sz="1300" b="0" u="none" strike="noStrike">
                <a:solidFill>
                  <a:srgbClr val="717479"/>
                </a:solidFill>
                <a:effectLst/>
                <a:uFillTx/>
                <a:latin typeface="Arial"/>
              </a:rPr>
              <a:t>The high-level architecture (Unity → Gymnasium/gRPC bridge → Python actor-critic) is stable - what’s grown is the orchestration and realism layer underneath it.</a:t>
            </a:r>
            <a:endParaRPr lang="en-US" sz="1300" b="0" u="none" strike="noStrike">
              <a:solidFill>
                <a:srgbClr val="000000"/>
              </a:solidFill>
              <a:effectLst/>
              <a:uFillTx/>
              <a:latin typeface="Arial"/>
            </a:endParaRPr>
          </a:p>
        </p:txBody>
      </p:sp>
      <p:sp>
        <p:nvSpPr>
          <p:cNvPr id="712" name="Oval 3"/>
          <p:cNvSpPr/>
          <p:nvPr/>
        </p:nvSpPr>
        <p:spPr>
          <a:xfrm>
            <a:off x="548640" y="1590120"/>
            <a:ext cx="318600" cy="318600"/>
          </a:xfrm>
          <a:prstGeom prst="ellipse">
            <a:avLst/>
          </a:prstGeom>
          <a:solidFill>
            <a:srgbClr val="F76904"/>
          </a:solidFill>
          <a:ln>
            <a:noFill/>
          </a:ln>
        </p:spPr>
        <p:style>
          <a:lnRef idx="1">
            <a:schemeClr val="accent1"/>
          </a:lnRef>
          <a:fillRef idx="3">
            <a:schemeClr val="accent1"/>
          </a:fillRef>
          <a:effectRef idx="2">
            <a:schemeClr val="accent1"/>
          </a:effectRef>
          <a:fontRef idx="minor"/>
        </p:style>
        <p:txBody>
          <a:bodyPr wrap="none" lIns="0" tIns="0" rIns="0" bIns="0" anchor="ctr">
            <a:noAutofit/>
          </a:bodyPr>
          <a:p>
            <a:pPr algn="ctr" defTabSz="914400">
              <a:lnSpc>
                <a:spcPct val="100000"/>
              </a:lnSpc>
            </a:pPr>
            <a:r>
              <a:rPr lang="en-US" sz="1300" b="1" u="none" strike="noStrike">
                <a:solidFill>
                  <a:srgbClr val="FFFFFF"/>
                </a:solidFill>
                <a:effectLst/>
                <a:uFillTx/>
                <a:latin typeface="Arial"/>
              </a:rPr>
              <a:t>1</a:t>
            </a:r>
            <a:endParaRPr lang="en-US" sz="1300" b="0" u="none" strike="noStrike">
              <a:solidFill>
                <a:srgbClr val="FFFFFF"/>
              </a:solidFill>
              <a:effectLst/>
              <a:uFillTx/>
              <a:latin typeface="Arial"/>
            </a:endParaRPr>
          </a:p>
        </p:txBody>
      </p:sp>
      <p:sp>
        <p:nvSpPr>
          <p:cNvPr id="713" name="TextBox 4"/>
          <p:cNvSpPr/>
          <p:nvPr/>
        </p:nvSpPr>
        <p:spPr>
          <a:xfrm>
            <a:off x="1029960" y="1500120"/>
            <a:ext cx="10608840" cy="498600"/>
          </a:xfrm>
          <a:prstGeom prst="rect">
            <a:avLst/>
          </a:prstGeom>
          <a:noFill/>
          <a:ln w="0">
            <a:noFill/>
          </a:ln>
        </p:spPr>
        <p:style>
          <a:lnRef idx="0"/>
          <a:fillRef idx="0"/>
          <a:effectRef idx="0"/>
          <a:fontRef idx="minor"/>
        </p:style>
        <p:txBody>
          <a:bodyPr lIns="0" tIns="0" rIns="0" bIns="0" anchor="ctr">
            <a:noAutofit/>
          </a:bodyPr>
          <a:p>
            <a:pPr defTabSz="914400">
              <a:lnSpc>
                <a:spcPct val="100000"/>
              </a:lnSpc>
            </a:pPr>
            <a:r>
              <a:rPr lang="en-US" sz="1300" b="1" u="none" strike="noStrike">
                <a:solidFill>
                  <a:srgbClr val="0E2841"/>
                </a:solidFill>
                <a:effectLst/>
                <a:uFillTx/>
                <a:latin typeface="Arial"/>
              </a:rPr>
              <a:t>FailureCoordinator</a:t>
            </a:r>
            <a:r>
              <a:rPr lang="en-US" sz="1300" b="0" u="none" strike="noStrike">
                <a:solidFill>
                  <a:srgbClr val="333A40"/>
                </a:solidFill>
                <a:effectLst/>
                <a:uFillTx/>
                <a:latin typeface="Arial"/>
              </a:rPr>
              <a:t> - new this cycle, orchestrates machine failure → repair → fix</a:t>
            </a:r>
            <a:endParaRPr lang="en-US" sz="1300" b="0" u="none" strike="noStrike">
              <a:solidFill>
                <a:srgbClr val="000000"/>
              </a:solidFill>
              <a:effectLst/>
              <a:uFillTx/>
              <a:latin typeface="Arial"/>
            </a:endParaRPr>
          </a:p>
        </p:txBody>
      </p:sp>
      <p:sp>
        <p:nvSpPr>
          <p:cNvPr id="714" name="Oval 5"/>
          <p:cNvSpPr/>
          <p:nvPr/>
        </p:nvSpPr>
        <p:spPr>
          <a:xfrm>
            <a:off x="548640" y="2090160"/>
            <a:ext cx="318600" cy="318600"/>
          </a:xfrm>
          <a:prstGeom prst="ellipse">
            <a:avLst/>
          </a:prstGeom>
          <a:solidFill>
            <a:srgbClr val="F76904"/>
          </a:solidFill>
          <a:ln>
            <a:noFill/>
          </a:ln>
        </p:spPr>
        <p:style>
          <a:lnRef idx="1">
            <a:schemeClr val="accent1"/>
          </a:lnRef>
          <a:fillRef idx="3">
            <a:schemeClr val="accent1"/>
          </a:fillRef>
          <a:effectRef idx="2">
            <a:schemeClr val="accent1"/>
          </a:effectRef>
          <a:fontRef idx="minor"/>
        </p:style>
        <p:txBody>
          <a:bodyPr wrap="none" lIns="0" tIns="0" rIns="0" bIns="0" anchor="ctr">
            <a:noAutofit/>
          </a:bodyPr>
          <a:p>
            <a:pPr algn="ctr" defTabSz="914400">
              <a:lnSpc>
                <a:spcPct val="100000"/>
              </a:lnSpc>
            </a:pPr>
            <a:r>
              <a:rPr lang="en-US" sz="1300" b="1" u="none" strike="noStrike">
                <a:solidFill>
                  <a:srgbClr val="FFFFFF"/>
                </a:solidFill>
                <a:effectLst/>
                <a:uFillTx/>
                <a:latin typeface="Arial"/>
              </a:rPr>
              <a:t>2</a:t>
            </a:r>
            <a:endParaRPr lang="en-US" sz="1300" b="0" u="none" strike="noStrike">
              <a:solidFill>
                <a:srgbClr val="FFFFFF"/>
              </a:solidFill>
              <a:effectLst/>
              <a:uFillTx/>
              <a:latin typeface="Arial"/>
            </a:endParaRPr>
          </a:p>
        </p:txBody>
      </p:sp>
      <p:sp>
        <p:nvSpPr>
          <p:cNvPr id="715" name="TextBox 6"/>
          <p:cNvSpPr/>
          <p:nvPr/>
        </p:nvSpPr>
        <p:spPr>
          <a:xfrm>
            <a:off x="1029960" y="2000160"/>
            <a:ext cx="10608840" cy="498600"/>
          </a:xfrm>
          <a:prstGeom prst="rect">
            <a:avLst/>
          </a:prstGeom>
          <a:noFill/>
          <a:ln w="0">
            <a:noFill/>
          </a:ln>
        </p:spPr>
        <p:style>
          <a:lnRef idx="0"/>
          <a:fillRef idx="0"/>
          <a:effectRef idx="0"/>
          <a:fontRef idx="minor"/>
        </p:style>
        <p:txBody>
          <a:bodyPr lIns="0" tIns="0" rIns="0" bIns="0" anchor="ctr">
            <a:noAutofit/>
          </a:bodyPr>
          <a:p>
            <a:pPr defTabSz="914400">
              <a:lnSpc>
                <a:spcPct val="100000"/>
              </a:lnSpc>
            </a:pPr>
            <a:r>
              <a:rPr lang="en-US" sz="1300" b="1" u="none" strike="noStrike">
                <a:solidFill>
                  <a:srgbClr val="0E2841"/>
                </a:solidFill>
                <a:effectLst/>
                <a:uFillTx/>
                <a:latin typeface="Arial"/>
              </a:rPr>
              <a:t>FlagHarvester</a:t>
            </a:r>
            <a:r>
              <a:rPr lang="en-US" sz="1300" b="0" u="none" strike="noStrike">
                <a:solidFill>
                  <a:srgbClr val="333A40"/>
                </a:solidFill>
                <a:effectLst/>
                <a:uFillTx/>
                <a:latin typeface="Arial"/>
              </a:rPr>
              <a:t> - recovers stalled AGVs/jobs after congestion or failure events</a:t>
            </a:r>
            <a:endParaRPr lang="en-US" sz="1300" b="0" u="none" strike="noStrike">
              <a:solidFill>
                <a:srgbClr val="000000"/>
              </a:solidFill>
              <a:effectLst/>
              <a:uFillTx/>
              <a:latin typeface="Arial"/>
            </a:endParaRPr>
          </a:p>
        </p:txBody>
      </p:sp>
      <p:sp>
        <p:nvSpPr>
          <p:cNvPr id="716" name="Oval 7"/>
          <p:cNvSpPr/>
          <p:nvPr/>
        </p:nvSpPr>
        <p:spPr>
          <a:xfrm>
            <a:off x="548640" y="2589840"/>
            <a:ext cx="318600" cy="318600"/>
          </a:xfrm>
          <a:prstGeom prst="ellipse">
            <a:avLst/>
          </a:prstGeom>
          <a:solidFill>
            <a:srgbClr val="F76904"/>
          </a:solidFill>
          <a:ln>
            <a:noFill/>
          </a:ln>
        </p:spPr>
        <p:style>
          <a:lnRef idx="1">
            <a:schemeClr val="accent1"/>
          </a:lnRef>
          <a:fillRef idx="3">
            <a:schemeClr val="accent1"/>
          </a:fillRef>
          <a:effectRef idx="2">
            <a:schemeClr val="accent1"/>
          </a:effectRef>
          <a:fontRef idx="minor"/>
        </p:style>
        <p:txBody>
          <a:bodyPr wrap="none" lIns="0" tIns="0" rIns="0" bIns="0" anchor="ctr">
            <a:noAutofit/>
          </a:bodyPr>
          <a:p>
            <a:pPr algn="ctr" defTabSz="914400">
              <a:lnSpc>
                <a:spcPct val="100000"/>
              </a:lnSpc>
            </a:pPr>
            <a:r>
              <a:rPr lang="en-US" sz="1300" b="1" u="none" strike="noStrike">
                <a:solidFill>
                  <a:srgbClr val="FFFFFF"/>
                </a:solidFill>
                <a:effectLst/>
                <a:uFillTx/>
                <a:latin typeface="Arial"/>
              </a:rPr>
              <a:t>3</a:t>
            </a:r>
            <a:endParaRPr lang="en-US" sz="1300" b="0" u="none" strike="noStrike">
              <a:solidFill>
                <a:srgbClr val="FFFFFF"/>
              </a:solidFill>
              <a:effectLst/>
              <a:uFillTx/>
              <a:latin typeface="Arial"/>
            </a:endParaRPr>
          </a:p>
        </p:txBody>
      </p:sp>
      <p:sp>
        <p:nvSpPr>
          <p:cNvPr id="717" name="TextBox 8"/>
          <p:cNvSpPr/>
          <p:nvPr/>
        </p:nvSpPr>
        <p:spPr>
          <a:xfrm>
            <a:off x="1029960" y="2499840"/>
            <a:ext cx="10608840" cy="498600"/>
          </a:xfrm>
          <a:prstGeom prst="rect">
            <a:avLst/>
          </a:prstGeom>
          <a:noFill/>
          <a:ln w="0">
            <a:noFill/>
          </a:ln>
        </p:spPr>
        <p:style>
          <a:lnRef idx="0"/>
          <a:fillRef idx="0"/>
          <a:effectRef idx="0"/>
          <a:fontRef idx="minor"/>
        </p:style>
        <p:txBody>
          <a:bodyPr lIns="0" tIns="0" rIns="0" bIns="0" anchor="ctr">
            <a:noAutofit/>
          </a:bodyPr>
          <a:p>
            <a:pPr defTabSz="914400">
              <a:lnSpc>
                <a:spcPct val="100000"/>
              </a:lnSpc>
            </a:pPr>
            <a:r>
              <a:rPr lang="en-US" sz="1300" b="1" u="none" strike="noStrike">
                <a:solidFill>
                  <a:srgbClr val="0E2841"/>
                </a:solidFill>
                <a:effectLst/>
                <a:uFillTx/>
                <a:latin typeface="Arial"/>
              </a:rPr>
              <a:t>StochasticEventManager</a:t>
            </a:r>
            <a:r>
              <a:rPr lang="en-US" sz="1300" b="0" u="none" strike="noStrike">
                <a:solidFill>
                  <a:srgbClr val="333A40"/>
                </a:solidFill>
                <a:effectLst/>
                <a:uFillTx/>
                <a:latin typeface="Arial"/>
              </a:rPr>
              <a:t> - two independent RNG streams (failures, arrivals) plus new burst-arrival sampling</a:t>
            </a:r>
            <a:endParaRPr lang="en-US" sz="1300" b="0" u="none" strike="noStrike">
              <a:solidFill>
                <a:srgbClr val="000000"/>
              </a:solidFill>
              <a:effectLst/>
              <a:uFillTx/>
              <a:latin typeface="Arial"/>
            </a:endParaRPr>
          </a:p>
        </p:txBody>
      </p:sp>
      <p:sp>
        <p:nvSpPr>
          <p:cNvPr id="718" name="Oval 9"/>
          <p:cNvSpPr/>
          <p:nvPr/>
        </p:nvSpPr>
        <p:spPr>
          <a:xfrm>
            <a:off x="548640" y="3089880"/>
            <a:ext cx="318600" cy="318600"/>
          </a:xfrm>
          <a:prstGeom prst="ellipse">
            <a:avLst/>
          </a:prstGeom>
          <a:solidFill>
            <a:srgbClr val="F76904"/>
          </a:solidFill>
          <a:ln>
            <a:noFill/>
          </a:ln>
        </p:spPr>
        <p:style>
          <a:lnRef idx="1">
            <a:schemeClr val="accent1"/>
          </a:lnRef>
          <a:fillRef idx="3">
            <a:schemeClr val="accent1"/>
          </a:fillRef>
          <a:effectRef idx="2">
            <a:schemeClr val="accent1"/>
          </a:effectRef>
          <a:fontRef idx="minor"/>
        </p:style>
        <p:txBody>
          <a:bodyPr wrap="none" lIns="0" tIns="0" rIns="0" bIns="0" anchor="ctr">
            <a:noAutofit/>
          </a:bodyPr>
          <a:p>
            <a:pPr algn="ctr" defTabSz="914400">
              <a:lnSpc>
                <a:spcPct val="100000"/>
              </a:lnSpc>
            </a:pPr>
            <a:r>
              <a:rPr lang="en-US" sz="1300" b="1" u="none" strike="noStrike">
                <a:solidFill>
                  <a:srgbClr val="FFFFFF"/>
                </a:solidFill>
                <a:effectLst/>
                <a:uFillTx/>
                <a:latin typeface="Arial"/>
              </a:rPr>
              <a:t>4</a:t>
            </a:r>
            <a:endParaRPr lang="en-US" sz="1300" b="0" u="none" strike="noStrike">
              <a:solidFill>
                <a:srgbClr val="FFFFFF"/>
              </a:solidFill>
              <a:effectLst/>
              <a:uFillTx/>
              <a:latin typeface="Arial"/>
            </a:endParaRPr>
          </a:p>
        </p:txBody>
      </p:sp>
      <p:sp>
        <p:nvSpPr>
          <p:cNvPr id="719" name="TextBox 10"/>
          <p:cNvSpPr/>
          <p:nvPr/>
        </p:nvSpPr>
        <p:spPr>
          <a:xfrm>
            <a:off x="1029960" y="2999880"/>
            <a:ext cx="10608840" cy="498600"/>
          </a:xfrm>
          <a:prstGeom prst="rect">
            <a:avLst/>
          </a:prstGeom>
          <a:noFill/>
          <a:ln w="0">
            <a:noFill/>
          </a:ln>
        </p:spPr>
        <p:style>
          <a:lnRef idx="0"/>
          <a:fillRef idx="0"/>
          <a:effectRef idx="0"/>
          <a:fontRef idx="minor"/>
        </p:style>
        <p:txBody>
          <a:bodyPr lIns="0" tIns="0" rIns="0" bIns="0" anchor="ctr">
            <a:noAutofit/>
          </a:bodyPr>
          <a:p>
            <a:pPr defTabSz="914400">
              <a:lnSpc>
                <a:spcPct val="100000"/>
              </a:lnSpc>
            </a:pPr>
            <a:r>
              <a:rPr lang="en-US" sz="1300" b="1" u="none" strike="noStrike">
                <a:solidFill>
                  <a:srgbClr val="0E2841"/>
                </a:solidFill>
                <a:effectLst/>
                <a:uFillTx/>
                <a:latin typeface="Arial"/>
              </a:rPr>
              <a:t>FactoryOrchestrator’s decision loop</a:t>
            </a:r>
            <a:r>
              <a:rPr lang="en-US" sz="1300" b="0" u="none" strike="noStrike">
                <a:solidFill>
                  <a:srgbClr val="333A40"/>
                </a:solidFill>
                <a:effectLst/>
                <a:uFillTx/>
                <a:latin typeface="Arial"/>
              </a:rPr>
              <a:t> - now drains a full queue of ready decisions per frame, not just one</a:t>
            </a:r>
            <a:endParaRPr lang="en-US" sz="1300" b="0" u="none" strike="noStrike">
              <a:solidFill>
                <a:srgbClr val="000000"/>
              </a:solidFill>
              <a:effectLst/>
              <a:uFillTx/>
              <a:latin typeface="Arial"/>
            </a:endParaRPr>
          </a:p>
        </p:txBody>
      </p:sp>
      <p:sp>
        <p:nvSpPr>
          <p:cNvPr id="720" name="Oval 11"/>
          <p:cNvSpPr/>
          <p:nvPr/>
        </p:nvSpPr>
        <p:spPr>
          <a:xfrm>
            <a:off x="548640" y="3589920"/>
            <a:ext cx="318600" cy="318600"/>
          </a:xfrm>
          <a:prstGeom prst="ellipse">
            <a:avLst/>
          </a:prstGeom>
          <a:solidFill>
            <a:srgbClr val="F76904"/>
          </a:solidFill>
          <a:ln>
            <a:noFill/>
          </a:ln>
        </p:spPr>
        <p:style>
          <a:lnRef idx="1">
            <a:schemeClr val="accent1"/>
          </a:lnRef>
          <a:fillRef idx="3">
            <a:schemeClr val="accent1"/>
          </a:fillRef>
          <a:effectRef idx="2">
            <a:schemeClr val="accent1"/>
          </a:effectRef>
          <a:fontRef idx="minor"/>
        </p:style>
        <p:txBody>
          <a:bodyPr wrap="none" lIns="0" tIns="0" rIns="0" bIns="0" anchor="ctr">
            <a:noAutofit/>
          </a:bodyPr>
          <a:p>
            <a:pPr algn="ctr" defTabSz="914400">
              <a:lnSpc>
                <a:spcPct val="100000"/>
              </a:lnSpc>
            </a:pPr>
            <a:r>
              <a:rPr lang="en-US" sz="1300" b="1" u="none" strike="noStrike">
                <a:solidFill>
                  <a:srgbClr val="FFFFFF"/>
                </a:solidFill>
                <a:effectLst/>
                <a:uFillTx/>
                <a:latin typeface="Arial"/>
              </a:rPr>
              <a:t>5</a:t>
            </a:r>
            <a:endParaRPr lang="en-US" sz="1300" b="0" u="none" strike="noStrike">
              <a:solidFill>
                <a:srgbClr val="FFFFFF"/>
              </a:solidFill>
              <a:effectLst/>
              <a:uFillTx/>
              <a:latin typeface="Arial"/>
            </a:endParaRPr>
          </a:p>
        </p:txBody>
      </p:sp>
      <p:sp>
        <p:nvSpPr>
          <p:cNvPr id="721" name="TextBox 12"/>
          <p:cNvSpPr/>
          <p:nvPr/>
        </p:nvSpPr>
        <p:spPr>
          <a:xfrm>
            <a:off x="1029960" y="3499920"/>
            <a:ext cx="10608840" cy="498600"/>
          </a:xfrm>
          <a:prstGeom prst="rect">
            <a:avLst/>
          </a:prstGeom>
          <a:noFill/>
          <a:ln w="0">
            <a:noFill/>
          </a:ln>
        </p:spPr>
        <p:style>
          <a:lnRef idx="0"/>
          <a:fillRef idx="0"/>
          <a:effectRef idx="0"/>
          <a:fontRef idx="minor"/>
        </p:style>
        <p:txBody>
          <a:bodyPr lIns="0" tIns="0" rIns="0" bIns="0" anchor="ctr">
            <a:noAutofit/>
          </a:bodyPr>
          <a:p>
            <a:pPr defTabSz="914400">
              <a:lnSpc>
                <a:spcPct val="100000"/>
              </a:lnSpc>
            </a:pPr>
            <a:r>
              <a:rPr lang="en-US" sz="1300" b="1" u="none" strike="noStrike">
                <a:solidFill>
                  <a:srgbClr val="0E2841"/>
                </a:solidFill>
                <a:effectLst/>
                <a:uFillTx/>
                <a:latin typeface="Arial"/>
              </a:rPr>
              <a:t>EpisodeTracker + 8-file ResultsLogger</a:t>
            </a:r>
            <a:r>
              <a:rPr lang="en-US" sz="1300" b="0" u="none" strike="noStrike">
                <a:solidFill>
                  <a:srgbClr val="333A40"/>
                </a:solidFill>
                <a:effectLst/>
                <a:uFillTx/>
                <a:latin typeface="Arial"/>
              </a:rPr>
              <a:t> - new this cycle (see “The Logging Explosion”)</a:t>
            </a:r>
            <a:endParaRPr lang="en-US" sz="1300" b="0" u="none" strike="noStrike">
              <a:solidFill>
                <a:srgbClr val="000000"/>
              </a:solidFill>
              <a:effectLst/>
              <a:uFillTx/>
              <a:latin typeface="Arial"/>
            </a:endParaRPr>
          </a:p>
        </p:txBody>
      </p:sp>
      <p:sp>
        <p:nvSpPr>
          <p:cNvPr id="722" name="Rounded Rectangle 13"/>
          <p:cNvSpPr/>
          <p:nvPr/>
        </p:nvSpPr>
        <p:spPr>
          <a:xfrm>
            <a:off x="548640" y="4320000"/>
            <a:ext cx="3543480" cy="778680"/>
          </a:xfrm>
          <a:prstGeom prst="roundRect">
            <a:avLst>
              <a:gd name="adj" fmla="val 6000"/>
            </a:avLst>
          </a:prstGeom>
          <a:solidFill>
            <a:srgbClr val="0E2841"/>
          </a:solidFill>
          <a:ln>
            <a:noFill/>
          </a:ln>
        </p:spPr>
        <p:style>
          <a:lnRef idx="1">
            <a:schemeClr val="accent1"/>
          </a:lnRef>
          <a:fillRef idx="3">
            <a:schemeClr val="accent1"/>
          </a:fillRef>
          <a:effectRef idx="2">
            <a:schemeClr val="accent1"/>
          </a:effectRef>
          <a:fontRef idx="minor"/>
        </p:style>
        <p:txBody>
          <a:bodyPr lIns="182880" tIns="91440" rIns="182880" bIns="91440" anchor="ctr">
            <a:noAutofit/>
          </a:bodyPr>
          <a:p>
            <a:pPr algn="ctr" defTabSz="914400">
              <a:lnSpc>
                <a:spcPct val="100000"/>
              </a:lnSpc>
            </a:pPr>
            <a:r>
              <a:rPr lang="en-US" sz="1300" b="1" u="none" strike="noStrike">
                <a:solidFill>
                  <a:srgbClr val="F76904"/>
                </a:solidFill>
                <a:effectLst/>
                <a:uFillTx/>
                <a:latin typeface="Arial"/>
              </a:rPr>
              <a:t>UNITY / C#</a:t>
            </a:r>
            <a:endParaRPr lang="en-US" sz="1300" b="0" u="none" strike="noStrike">
              <a:solidFill>
                <a:srgbClr val="FFFFFF"/>
              </a:solidFill>
              <a:effectLst/>
              <a:uFillTx/>
              <a:latin typeface="Arial"/>
            </a:endParaRPr>
          </a:p>
          <a:p>
            <a:pPr algn="ctr" defTabSz="914400">
              <a:lnSpc>
                <a:spcPct val="100000"/>
              </a:lnSpc>
            </a:pPr>
            <a:r>
              <a:rPr lang="en-US" sz="1150" b="0" u="none" strike="noStrike">
                <a:solidFill>
                  <a:srgbClr val="FFFFFF"/>
                </a:solidFill>
                <a:effectLst/>
                <a:uFillTx/>
                <a:latin typeface="Arial"/>
              </a:rPr>
              <a:t>Simulation + physics</a:t>
            </a:r>
            <a:endParaRPr lang="en-US" sz="1150" b="0" u="none" strike="noStrike">
              <a:solidFill>
                <a:srgbClr val="FFFFFF"/>
              </a:solidFill>
              <a:effectLst/>
              <a:uFillTx/>
              <a:latin typeface="Arial"/>
            </a:endParaRPr>
          </a:p>
        </p:txBody>
      </p:sp>
      <p:sp>
        <p:nvSpPr>
          <p:cNvPr id="723" name="Rounded Rectangle 14"/>
          <p:cNvSpPr/>
          <p:nvPr/>
        </p:nvSpPr>
        <p:spPr>
          <a:xfrm>
            <a:off x="4322160" y="4320000"/>
            <a:ext cx="3543480" cy="778680"/>
          </a:xfrm>
          <a:prstGeom prst="roundRect">
            <a:avLst>
              <a:gd name="adj" fmla="val 6000"/>
            </a:avLst>
          </a:prstGeom>
          <a:solidFill>
            <a:srgbClr val="0E2841"/>
          </a:solidFill>
          <a:ln>
            <a:noFill/>
          </a:ln>
        </p:spPr>
        <p:style>
          <a:lnRef idx="1">
            <a:schemeClr val="accent1"/>
          </a:lnRef>
          <a:fillRef idx="3">
            <a:schemeClr val="accent1"/>
          </a:fillRef>
          <a:effectRef idx="2">
            <a:schemeClr val="accent1"/>
          </a:effectRef>
          <a:fontRef idx="minor"/>
        </p:style>
        <p:txBody>
          <a:bodyPr lIns="182880" tIns="91440" rIns="182880" bIns="91440" anchor="ctr">
            <a:noAutofit/>
          </a:bodyPr>
          <a:p>
            <a:pPr algn="ctr" defTabSz="914400">
              <a:lnSpc>
                <a:spcPct val="100000"/>
              </a:lnSpc>
            </a:pPr>
            <a:r>
              <a:rPr lang="en-US" sz="1300" b="1" u="none" strike="noStrike">
                <a:solidFill>
                  <a:srgbClr val="F76904"/>
                </a:solidFill>
                <a:effectLst/>
                <a:uFillTx/>
                <a:latin typeface="Arial"/>
              </a:rPr>
              <a:t>ML-AGENTS GYMNASIUM/gRPC</a:t>
            </a:r>
            <a:endParaRPr lang="en-US" sz="1300" b="0" u="none" strike="noStrike">
              <a:solidFill>
                <a:srgbClr val="FFFFFF"/>
              </a:solidFill>
              <a:effectLst/>
              <a:uFillTx/>
              <a:latin typeface="Arial"/>
            </a:endParaRPr>
          </a:p>
          <a:p>
            <a:pPr algn="ctr" defTabSz="914400">
              <a:lnSpc>
                <a:spcPct val="100000"/>
              </a:lnSpc>
            </a:pPr>
            <a:r>
              <a:rPr lang="en-US" sz="1150" b="0" u="none" strike="noStrike">
                <a:solidFill>
                  <a:srgbClr val="FFFFFF"/>
                </a:solidFill>
                <a:effectLst/>
                <a:uFillTx/>
                <a:latin typeface="Arial"/>
              </a:rPr>
              <a:t>The Unity ↔ Python bridge</a:t>
            </a:r>
            <a:endParaRPr lang="en-US" sz="1150" b="0" u="none" strike="noStrike">
              <a:solidFill>
                <a:srgbClr val="FFFFFF"/>
              </a:solidFill>
              <a:effectLst/>
              <a:uFillTx/>
              <a:latin typeface="Arial"/>
            </a:endParaRPr>
          </a:p>
        </p:txBody>
      </p:sp>
      <p:sp>
        <p:nvSpPr>
          <p:cNvPr id="724" name="Rounded Rectangle 15"/>
          <p:cNvSpPr/>
          <p:nvPr/>
        </p:nvSpPr>
        <p:spPr>
          <a:xfrm>
            <a:off x="8095320" y="4320000"/>
            <a:ext cx="3543480" cy="778680"/>
          </a:xfrm>
          <a:prstGeom prst="roundRect">
            <a:avLst>
              <a:gd name="adj" fmla="val 6000"/>
            </a:avLst>
          </a:prstGeom>
          <a:solidFill>
            <a:srgbClr val="0E2841"/>
          </a:solidFill>
          <a:ln>
            <a:noFill/>
          </a:ln>
        </p:spPr>
        <p:style>
          <a:lnRef idx="1">
            <a:schemeClr val="accent1"/>
          </a:lnRef>
          <a:fillRef idx="3">
            <a:schemeClr val="accent1"/>
          </a:fillRef>
          <a:effectRef idx="2">
            <a:schemeClr val="accent1"/>
          </a:effectRef>
          <a:fontRef idx="minor"/>
        </p:style>
        <p:txBody>
          <a:bodyPr lIns="182880" tIns="91440" rIns="182880" bIns="91440" anchor="ctr">
            <a:noAutofit/>
          </a:bodyPr>
          <a:p>
            <a:pPr algn="ctr" defTabSz="914400">
              <a:lnSpc>
                <a:spcPct val="100000"/>
              </a:lnSpc>
            </a:pPr>
            <a:r>
              <a:rPr lang="en-US" sz="1300" b="1" u="none" strike="noStrike">
                <a:solidFill>
                  <a:srgbClr val="F76904"/>
                </a:solidFill>
                <a:effectLst/>
                <a:uFillTx/>
                <a:latin typeface="Arial"/>
              </a:rPr>
              <a:t>PYTHON / PYTORCH</a:t>
            </a:r>
            <a:endParaRPr lang="en-US" sz="1300" b="0" u="none" strike="noStrike">
              <a:solidFill>
                <a:srgbClr val="FFFFFF"/>
              </a:solidFill>
              <a:effectLst/>
              <a:uFillTx/>
              <a:latin typeface="Arial"/>
            </a:endParaRPr>
          </a:p>
          <a:p>
            <a:pPr algn="ctr" defTabSz="914400">
              <a:lnSpc>
                <a:spcPct val="100000"/>
              </a:lnSpc>
            </a:pPr>
            <a:r>
              <a:rPr lang="en-US" sz="1150" b="0" u="none" strike="noStrike">
                <a:solidFill>
                  <a:srgbClr val="FFFFFF"/>
                </a:solidFill>
                <a:effectLst/>
                <a:uFillTx/>
                <a:latin typeface="Arial"/>
              </a:rPr>
              <a:t>PPO actor-critic</a:t>
            </a:r>
            <a:endParaRPr lang="en-US" sz="1150" b="0" u="none" strike="noStrik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slides/slide1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25" name="TextBox 1"/>
          <p:cNvSpPr/>
          <p:nvPr/>
        </p:nvSpPr>
        <p:spPr>
          <a:xfrm>
            <a:off x="548640" y="320040"/>
            <a:ext cx="11090160" cy="711720"/>
          </a:xfrm>
          <a:prstGeom prst="rect">
            <a:avLst/>
          </a:prstGeom>
          <a:noFill/>
          <a:ln w="0">
            <a:noFill/>
          </a:ln>
        </p:spPr>
        <p:style>
          <a:lnRef idx="0"/>
          <a:fillRef idx="0"/>
          <a:effectRef idx="0"/>
          <a:fontRef idx="minor"/>
        </p:style>
        <p:txBody>
          <a:bodyPr lIns="0" tIns="0" rIns="0" bIns="0" anchor="b">
            <a:spAutoFit/>
          </a:bodyPr>
          <a:p>
            <a:pPr defTabSz="914400">
              <a:lnSpc>
                <a:spcPct val="100000"/>
              </a:lnSpc>
            </a:pPr>
            <a:r>
              <a:rPr lang="en-US" sz="3200" b="1" u="none" strike="noStrike">
                <a:solidFill>
                  <a:srgbClr val="0E2841"/>
                </a:solidFill>
                <a:effectLst/>
                <a:uFillTx/>
                <a:latin typeface="Arial"/>
              </a:rPr>
              <a:t>Domain Model</a:t>
            </a:r>
            <a:endParaRPr lang="en-US" sz="3200" b="0" u="none" strike="noStrike">
              <a:solidFill>
                <a:srgbClr val="000000"/>
              </a:solidFill>
              <a:effectLst/>
              <a:uFillTx/>
              <a:latin typeface="Arial"/>
            </a:endParaRPr>
          </a:p>
        </p:txBody>
      </p:sp>
      <p:pic>
        <p:nvPicPr>
          <p:cNvPr id="726" name="Picture 2" descr="domain.png"/>
          <p:cNvPicPr/>
          <p:nvPr/>
        </p:nvPicPr>
        <p:blipFill>
          <a:blip r:embed="rId1"/>
          <a:stretch/>
        </p:blipFill>
        <p:spPr>
          <a:xfrm>
            <a:off x="1644480" y="1234440"/>
            <a:ext cx="8898840" cy="4707720"/>
          </a:xfrm>
          <a:prstGeom prst="rect">
            <a:avLst/>
          </a:prstGeom>
          <a:noFill/>
          <a:ln w="0">
            <a:noFill/>
          </a:ln>
        </p:spPr>
      </p:pic>
    </p:spTree>
  </p:cSld>
  <mc:AlternateContent>
    <mc:Choice Requires="p14">
      <p:transition spd="slow" p14:dur="2000"/>
    </mc:Choice>
    <mc:Fallback>
      <p:transition spd="slow"/>
    </mc:Fallback>
  </mc:AlternateContent>
</p:sld>
</file>

<file path=ppt/slides/slide2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27" name="TextBox 1"/>
          <p:cNvSpPr/>
          <p:nvPr/>
        </p:nvSpPr>
        <p:spPr>
          <a:xfrm>
            <a:off x="548640" y="320040"/>
            <a:ext cx="11090160" cy="711720"/>
          </a:xfrm>
          <a:prstGeom prst="rect">
            <a:avLst/>
          </a:prstGeom>
          <a:noFill/>
          <a:ln w="0">
            <a:noFill/>
          </a:ln>
        </p:spPr>
        <p:style>
          <a:lnRef idx="0"/>
          <a:fillRef idx="0"/>
          <a:effectRef idx="0"/>
          <a:fontRef idx="minor"/>
        </p:style>
        <p:txBody>
          <a:bodyPr lIns="0" tIns="0" rIns="0" bIns="0" anchor="b">
            <a:spAutoFit/>
          </a:bodyPr>
          <a:p>
            <a:pPr defTabSz="914400">
              <a:lnSpc>
                <a:spcPct val="100000"/>
              </a:lnSpc>
            </a:pPr>
            <a:r>
              <a:rPr lang="en-US" sz="3200" b="1" u="none" strike="noStrike">
                <a:solidFill>
                  <a:srgbClr val="0E2841"/>
                </a:solidFill>
                <a:effectLst/>
                <a:uFillTx/>
                <a:latin typeface="Arial"/>
              </a:rPr>
              <a:t>Domain Model: What’s New Since DSCI-601</a:t>
            </a:r>
            <a:endParaRPr lang="en-US" sz="3200" b="0" u="none" strike="noStrike">
              <a:solidFill>
                <a:srgbClr val="000000"/>
              </a:solidFill>
              <a:effectLst/>
              <a:uFillTx/>
              <a:latin typeface="Arial"/>
            </a:endParaRPr>
          </a:p>
        </p:txBody>
      </p:sp>
      <p:sp>
        <p:nvSpPr>
          <p:cNvPr id="728" name="TextBox 2"/>
          <p:cNvSpPr/>
          <p:nvPr/>
        </p:nvSpPr>
        <p:spPr>
          <a:xfrm>
            <a:off x="548640" y="960120"/>
            <a:ext cx="11090160" cy="438480"/>
          </a:xfrm>
          <a:prstGeom prst="rect">
            <a:avLst/>
          </a:prstGeom>
          <a:noFill/>
          <a:ln w="0">
            <a:noFill/>
          </a:ln>
        </p:spPr>
        <p:style>
          <a:lnRef idx="0"/>
          <a:fillRef idx="0"/>
          <a:effectRef idx="0"/>
          <a:fontRef idx="minor"/>
        </p:style>
        <p:txBody>
          <a:bodyPr lIns="0" tIns="0" rIns="0" bIns="0" anchor="t">
            <a:spAutoFit/>
          </a:bodyPr>
          <a:p>
            <a:pPr defTabSz="914400">
              <a:lnSpc>
                <a:spcPct val="100000"/>
              </a:lnSpc>
            </a:pPr>
            <a:r>
              <a:rPr lang="en-US" sz="1300" b="0" u="none" strike="noStrike">
                <a:solidFill>
                  <a:srgbClr val="717479"/>
                </a:solidFill>
                <a:effectLst/>
                <a:uFillTx/>
                <a:latin typeface="Arial"/>
              </a:rPr>
              <a:t>The entity structure (Job → Operation → Machine, AGV ↔ Traffic/Parking Zone) hasn’t changed - what’s grown is the state tracked on each entity.</a:t>
            </a:r>
            <a:endParaRPr lang="en-US" sz="1300" b="0" u="none" strike="noStrike">
              <a:solidFill>
                <a:srgbClr val="000000"/>
              </a:solidFill>
              <a:effectLst/>
              <a:uFillTx/>
              <a:latin typeface="Arial"/>
            </a:endParaRPr>
          </a:p>
        </p:txBody>
      </p:sp>
      <p:sp>
        <p:nvSpPr>
          <p:cNvPr id="729" name="Oval 3"/>
          <p:cNvSpPr/>
          <p:nvPr/>
        </p:nvSpPr>
        <p:spPr>
          <a:xfrm>
            <a:off x="548640" y="1699920"/>
            <a:ext cx="318600" cy="318600"/>
          </a:xfrm>
          <a:prstGeom prst="ellipse">
            <a:avLst/>
          </a:prstGeom>
          <a:solidFill>
            <a:srgbClr val="F76904"/>
          </a:solidFill>
          <a:ln>
            <a:noFill/>
          </a:ln>
        </p:spPr>
        <p:style>
          <a:lnRef idx="1">
            <a:schemeClr val="accent1"/>
          </a:lnRef>
          <a:fillRef idx="3">
            <a:schemeClr val="accent1"/>
          </a:fillRef>
          <a:effectRef idx="2">
            <a:schemeClr val="accent1"/>
          </a:effectRef>
          <a:fontRef idx="minor"/>
        </p:style>
        <p:txBody>
          <a:bodyPr wrap="none" lIns="0" tIns="0" rIns="0" bIns="0" anchor="ctr">
            <a:noAutofit/>
          </a:bodyPr>
          <a:p>
            <a:pPr algn="ctr" defTabSz="914400">
              <a:lnSpc>
                <a:spcPct val="100000"/>
              </a:lnSpc>
            </a:pPr>
            <a:r>
              <a:rPr lang="en-US" sz="1300" b="1" u="none" strike="noStrike">
                <a:solidFill>
                  <a:srgbClr val="FFFFFF"/>
                </a:solidFill>
                <a:effectLst/>
                <a:uFillTx/>
                <a:latin typeface="Arial"/>
              </a:rPr>
              <a:t>1</a:t>
            </a:r>
            <a:endParaRPr lang="en-US" sz="1300" b="0" u="none" strike="noStrike">
              <a:solidFill>
                <a:srgbClr val="FFFFFF"/>
              </a:solidFill>
              <a:effectLst/>
              <a:uFillTx/>
              <a:latin typeface="Arial"/>
            </a:endParaRPr>
          </a:p>
        </p:txBody>
      </p:sp>
      <p:sp>
        <p:nvSpPr>
          <p:cNvPr id="730" name="TextBox 4"/>
          <p:cNvSpPr/>
          <p:nvPr/>
        </p:nvSpPr>
        <p:spPr>
          <a:xfrm>
            <a:off x="1029960" y="1550160"/>
            <a:ext cx="10608840" cy="618480"/>
          </a:xfrm>
          <a:prstGeom prst="rect">
            <a:avLst/>
          </a:prstGeom>
          <a:noFill/>
          <a:ln w="0">
            <a:noFill/>
          </a:ln>
        </p:spPr>
        <p:style>
          <a:lnRef idx="0"/>
          <a:fillRef idx="0"/>
          <a:effectRef idx="0"/>
          <a:fontRef idx="minor"/>
        </p:style>
        <p:txBody>
          <a:bodyPr lIns="0" tIns="0" rIns="0" bIns="0" anchor="ctr">
            <a:noAutofit/>
          </a:bodyPr>
          <a:p>
            <a:pPr defTabSz="914400">
              <a:lnSpc>
                <a:spcPct val="100000"/>
              </a:lnSpc>
            </a:pPr>
            <a:r>
              <a:rPr lang="en-US" sz="1300" b="1" u="none" strike="noStrike">
                <a:solidFill>
                  <a:srgbClr val="0E2841"/>
                </a:solidFill>
                <a:effectLst/>
                <a:uFillTx/>
                <a:latin typeface="Arial"/>
              </a:rPr>
              <a:t>Job</a:t>
            </a:r>
            <a:r>
              <a:rPr lang="en-US" sz="1300" b="0" u="none" strike="noStrike">
                <a:solidFill>
                  <a:srgbClr val="333A40"/>
                </a:solidFill>
                <a:effectLst/>
                <a:uFillTx/>
                <a:latin typeface="Arial"/>
              </a:rPr>
              <a:t> - now carries is_dynamic, arrival_time/exit_time, flow_time, and burst-arrival group membership</a:t>
            </a:r>
            <a:endParaRPr lang="en-US" sz="1300" b="0" u="none" strike="noStrike">
              <a:solidFill>
                <a:srgbClr val="000000"/>
              </a:solidFill>
              <a:effectLst/>
              <a:uFillTx/>
              <a:latin typeface="Arial"/>
            </a:endParaRPr>
          </a:p>
        </p:txBody>
      </p:sp>
      <p:sp>
        <p:nvSpPr>
          <p:cNvPr id="731" name="Oval 5"/>
          <p:cNvSpPr/>
          <p:nvPr/>
        </p:nvSpPr>
        <p:spPr>
          <a:xfrm>
            <a:off x="548640" y="2319840"/>
            <a:ext cx="318600" cy="318600"/>
          </a:xfrm>
          <a:prstGeom prst="ellipse">
            <a:avLst/>
          </a:prstGeom>
          <a:solidFill>
            <a:srgbClr val="F76904"/>
          </a:solidFill>
          <a:ln>
            <a:noFill/>
          </a:ln>
        </p:spPr>
        <p:style>
          <a:lnRef idx="1">
            <a:schemeClr val="accent1"/>
          </a:lnRef>
          <a:fillRef idx="3">
            <a:schemeClr val="accent1"/>
          </a:fillRef>
          <a:effectRef idx="2">
            <a:schemeClr val="accent1"/>
          </a:effectRef>
          <a:fontRef idx="minor"/>
        </p:style>
        <p:txBody>
          <a:bodyPr wrap="none" lIns="0" tIns="0" rIns="0" bIns="0" anchor="ctr">
            <a:noAutofit/>
          </a:bodyPr>
          <a:p>
            <a:pPr algn="ctr" defTabSz="914400">
              <a:lnSpc>
                <a:spcPct val="100000"/>
              </a:lnSpc>
            </a:pPr>
            <a:r>
              <a:rPr lang="en-US" sz="1300" b="1" u="none" strike="noStrike">
                <a:solidFill>
                  <a:srgbClr val="FFFFFF"/>
                </a:solidFill>
                <a:effectLst/>
                <a:uFillTx/>
                <a:latin typeface="Arial"/>
              </a:rPr>
              <a:t>2</a:t>
            </a:r>
            <a:endParaRPr lang="en-US" sz="1300" b="0" u="none" strike="noStrike">
              <a:solidFill>
                <a:srgbClr val="FFFFFF"/>
              </a:solidFill>
              <a:effectLst/>
              <a:uFillTx/>
              <a:latin typeface="Arial"/>
            </a:endParaRPr>
          </a:p>
        </p:txBody>
      </p:sp>
      <p:sp>
        <p:nvSpPr>
          <p:cNvPr id="732" name="TextBox 6"/>
          <p:cNvSpPr/>
          <p:nvPr/>
        </p:nvSpPr>
        <p:spPr>
          <a:xfrm>
            <a:off x="1029960" y="2170080"/>
            <a:ext cx="10608840" cy="618480"/>
          </a:xfrm>
          <a:prstGeom prst="rect">
            <a:avLst/>
          </a:prstGeom>
          <a:noFill/>
          <a:ln w="0">
            <a:noFill/>
          </a:ln>
        </p:spPr>
        <p:style>
          <a:lnRef idx="0"/>
          <a:fillRef idx="0"/>
          <a:effectRef idx="0"/>
          <a:fontRef idx="minor"/>
        </p:style>
        <p:txBody>
          <a:bodyPr lIns="0" tIns="0" rIns="0" bIns="0" anchor="ctr">
            <a:noAutofit/>
          </a:bodyPr>
          <a:p>
            <a:pPr defTabSz="914400">
              <a:lnSpc>
                <a:spcPct val="100000"/>
              </a:lnSpc>
            </a:pPr>
            <a:r>
              <a:rPr lang="en-US" sz="1300" b="1" u="none" strike="noStrike">
                <a:solidFill>
                  <a:srgbClr val="0E2841"/>
                </a:solidFill>
                <a:effectLst/>
                <a:uFillTx/>
                <a:latin typeface="Arial"/>
              </a:rPr>
              <a:t>Machine</a:t>
            </a:r>
            <a:r>
              <a:rPr lang="en-US" sz="1300" b="0" u="none" strike="noStrike">
                <a:solidFill>
                  <a:srgbClr val="333A40"/>
                </a:solidFill>
                <a:effectLst/>
                <a:uFillTx/>
                <a:latin typeface="Arial"/>
              </a:rPr>
              <a:t> - now carries failure/repair state: Weibull time-to-failure, log-normal repair duration, availability_rate</a:t>
            </a:r>
            <a:endParaRPr lang="en-US" sz="1300" b="0" u="none" strike="noStrike">
              <a:solidFill>
                <a:srgbClr val="000000"/>
              </a:solidFill>
              <a:effectLst/>
              <a:uFillTx/>
              <a:latin typeface="Arial"/>
            </a:endParaRPr>
          </a:p>
        </p:txBody>
      </p:sp>
      <p:sp>
        <p:nvSpPr>
          <p:cNvPr id="733" name="Oval 7"/>
          <p:cNvSpPr/>
          <p:nvPr/>
        </p:nvSpPr>
        <p:spPr>
          <a:xfrm>
            <a:off x="548640" y="2940120"/>
            <a:ext cx="318600" cy="318600"/>
          </a:xfrm>
          <a:prstGeom prst="ellipse">
            <a:avLst/>
          </a:prstGeom>
          <a:solidFill>
            <a:srgbClr val="F76904"/>
          </a:solidFill>
          <a:ln>
            <a:noFill/>
          </a:ln>
        </p:spPr>
        <p:style>
          <a:lnRef idx="1">
            <a:schemeClr val="accent1"/>
          </a:lnRef>
          <a:fillRef idx="3">
            <a:schemeClr val="accent1"/>
          </a:fillRef>
          <a:effectRef idx="2">
            <a:schemeClr val="accent1"/>
          </a:effectRef>
          <a:fontRef idx="minor"/>
        </p:style>
        <p:txBody>
          <a:bodyPr wrap="none" lIns="0" tIns="0" rIns="0" bIns="0" anchor="ctr">
            <a:noAutofit/>
          </a:bodyPr>
          <a:p>
            <a:pPr algn="ctr" defTabSz="914400">
              <a:lnSpc>
                <a:spcPct val="100000"/>
              </a:lnSpc>
            </a:pPr>
            <a:r>
              <a:rPr lang="en-US" sz="1300" b="1" u="none" strike="noStrike">
                <a:solidFill>
                  <a:srgbClr val="FFFFFF"/>
                </a:solidFill>
                <a:effectLst/>
                <a:uFillTx/>
                <a:latin typeface="Arial"/>
              </a:rPr>
              <a:t>3</a:t>
            </a:r>
            <a:endParaRPr lang="en-US" sz="1300" b="0" u="none" strike="noStrike">
              <a:solidFill>
                <a:srgbClr val="FFFFFF"/>
              </a:solidFill>
              <a:effectLst/>
              <a:uFillTx/>
              <a:latin typeface="Arial"/>
            </a:endParaRPr>
          </a:p>
        </p:txBody>
      </p:sp>
      <p:sp>
        <p:nvSpPr>
          <p:cNvPr id="734" name="TextBox 8"/>
          <p:cNvSpPr/>
          <p:nvPr/>
        </p:nvSpPr>
        <p:spPr>
          <a:xfrm>
            <a:off x="1029960" y="2790000"/>
            <a:ext cx="10608840" cy="618480"/>
          </a:xfrm>
          <a:prstGeom prst="rect">
            <a:avLst/>
          </a:prstGeom>
          <a:noFill/>
          <a:ln w="0">
            <a:noFill/>
          </a:ln>
        </p:spPr>
        <p:style>
          <a:lnRef idx="0"/>
          <a:fillRef idx="0"/>
          <a:effectRef idx="0"/>
          <a:fontRef idx="minor"/>
        </p:style>
        <p:txBody>
          <a:bodyPr lIns="0" tIns="0" rIns="0" bIns="0" anchor="ctr">
            <a:noAutofit/>
          </a:bodyPr>
          <a:p>
            <a:pPr defTabSz="914400">
              <a:lnSpc>
                <a:spcPct val="100000"/>
              </a:lnSpc>
            </a:pPr>
            <a:r>
              <a:rPr lang="en-US" sz="1300" b="1" u="none" strike="noStrike">
                <a:solidFill>
                  <a:srgbClr val="0E2841"/>
                </a:solidFill>
                <a:effectLst/>
                <a:uFillTx/>
                <a:latin typeface="Arial"/>
              </a:rPr>
              <a:t>AGV</a:t>
            </a:r>
            <a:r>
              <a:rPr lang="en-US" sz="1300" b="0" u="none" strike="noStrike">
                <a:solidFill>
                  <a:srgbClr val="333A40"/>
                </a:solidFill>
                <a:effectLst/>
                <a:uFillTx/>
                <a:latin typeface="Arial"/>
              </a:rPr>
              <a:t> - now carries congestion_fraction, reroute_count, stall_recovery_count</a:t>
            </a:r>
            <a:endParaRPr lang="en-US" sz="1300" b="0" u="none" strike="noStrike">
              <a:solidFill>
                <a:srgbClr val="000000"/>
              </a:solidFill>
              <a:effectLst/>
              <a:uFillTx/>
              <a:latin typeface="Arial"/>
            </a:endParaRPr>
          </a:p>
        </p:txBody>
      </p:sp>
      <p:sp>
        <p:nvSpPr>
          <p:cNvPr id="735" name="Oval 9"/>
          <p:cNvSpPr/>
          <p:nvPr/>
        </p:nvSpPr>
        <p:spPr>
          <a:xfrm>
            <a:off x="548640" y="3560040"/>
            <a:ext cx="318600" cy="318600"/>
          </a:xfrm>
          <a:prstGeom prst="ellipse">
            <a:avLst/>
          </a:prstGeom>
          <a:solidFill>
            <a:srgbClr val="F76904"/>
          </a:solidFill>
          <a:ln>
            <a:noFill/>
          </a:ln>
        </p:spPr>
        <p:style>
          <a:lnRef idx="1">
            <a:schemeClr val="accent1"/>
          </a:lnRef>
          <a:fillRef idx="3">
            <a:schemeClr val="accent1"/>
          </a:fillRef>
          <a:effectRef idx="2">
            <a:schemeClr val="accent1"/>
          </a:effectRef>
          <a:fontRef idx="minor"/>
        </p:style>
        <p:txBody>
          <a:bodyPr wrap="none" lIns="0" tIns="0" rIns="0" bIns="0" anchor="ctr">
            <a:noAutofit/>
          </a:bodyPr>
          <a:p>
            <a:pPr algn="ctr" defTabSz="914400">
              <a:lnSpc>
                <a:spcPct val="100000"/>
              </a:lnSpc>
            </a:pPr>
            <a:r>
              <a:rPr lang="en-US" sz="1300" b="1" u="none" strike="noStrike">
                <a:solidFill>
                  <a:srgbClr val="FFFFFF"/>
                </a:solidFill>
                <a:effectLst/>
                <a:uFillTx/>
                <a:latin typeface="Arial"/>
              </a:rPr>
              <a:t>4</a:t>
            </a:r>
            <a:endParaRPr lang="en-US" sz="1300" b="0" u="none" strike="noStrike">
              <a:solidFill>
                <a:srgbClr val="FFFFFF"/>
              </a:solidFill>
              <a:effectLst/>
              <a:uFillTx/>
              <a:latin typeface="Arial"/>
            </a:endParaRPr>
          </a:p>
        </p:txBody>
      </p:sp>
      <p:sp>
        <p:nvSpPr>
          <p:cNvPr id="736" name="TextBox 10"/>
          <p:cNvSpPr/>
          <p:nvPr/>
        </p:nvSpPr>
        <p:spPr>
          <a:xfrm>
            <a:off x="1029960" y="3409920"/>
            <a:ext cx="10608840" cy="618480"/>
          </a:xfrm>
          <a:prstGeom prst="rect">
            <a:avLst/>
          </a:prstGeom>
          <a:noFill/>
          <a:ln w="0">
            <a:noFill/>
          </a:ln>
        </p:spPr>
        <p:style>
          <a:lnRef idx="0"/>
          <a:fillRef idx="0"/>
          <a:effectRef idx="0"/>
          <a:fontRef idx="minor"/>
        </p:style>
        <p:txBody>
          <a:bodyPr lIns="0" tIns="0" rIns="0" bIns="0" anchor="ctr">
            <a:noAutofit/>
          </a:bodyPr>
          <a:p>
            <a:pPr defTabSz="914400">
              <a:lnSpc>
                <a:spcPct val="100000"/>
              </a:lnSpc>
            </a:pPr>
            <a:r>
              <a:rPr lang="en-US" sz="1300" b="1" u="none" strike="noStrike">
                <a:solidFill>
                  <a:srgbClr val="0E2841"/>
                </a:solidFill>
                <a:effectLst/>
                <a:uFillTx/>
                <a:latin typeface="Arial"/>
              </a:rPr>
              <a:t>Episode</a:t>
            </a:r>
            <a:r>
              <a:rPr lang="en-US" sz="1300" b="0" u="none" strike="noStrike">
                <a:solidFill>
                  <a:srgbClr val="333A40"/>
                </a:solidFill>
                <a:effectLst/>
                <a:uFillTx/>
                <a:latin typeface="Arial"/>
              </a:rPr>
              <a:t> - now carries deadlock_detected / deadlock_sim_time, a new terminal-state outcome</a:t>
            </a:r>
            <a:endParaRPr lang="en-US" sz="13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2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37" name="TextBox 1"/>
          <p:cNvSpPr/>
          <p:nvPr/>
        </p:nvSpPr>
        <p:spPr>
          <a:xfrm>
            <a:off x="548640" y="320040"/>
            <a:ext cx="11090160" cy="711720"/>
          </a:xfrm>
          <a:prstGeom prst="rect">
            <a:avLst/>
          </a:prstGeom>
          <a:noFill/>
          <a:ln w="0">
            <a:noFill/>
          </a:ln>
        </p:spPr>
        <p:style>
          <a:lnRef idx="0"/>
          <a:fillRef idx="0"/>
          <a:effectRef idx="0"/>
          <a:fontRef idx="minor"/>
        </p:style>
        <p:txBody>
          <a:bodyPr lIns="0" tIns="0" rIns="0" bIns="0" anchor="b">
            <a:spAutoFit/>
          </a:bodyPr>
          <a:p>
            <a:pPr defTabSz="914400">
              <a:lnSpc>
                <a:spcPct val="100000"/>
              </a:lnSpc>
            </a:pPr>
            <a:r>
              <a:rPr lang="en-US" sz="3200" b="1" u="none" strike="noStrike">
                <a:solidFill>
                  <a:srgbClr val="0E2841"/>
                </a:solidFill>
                <a:effectLst/>
                <a:uFillTx/>
                <a:latin typeface="Arial"/>
              </a:rPr>
              <a:t>Timeline / Gantt</a:t>
            </a:r>
            <a:endParaRPr lang="en-US" sz="3200" b="0" u="none" strike="noStrike">
              <a:solidFill>
                <a:srgbClr val="000000"/>
              </a:solidFill>
              <a:effectLst/>
              <a:uFillTx/>
              <a:latin typeface="Arial"/>
            </a:endParaRPr>
          </a:p>
        </p:txBody>
      </p:sp>
      <p:sp>
        <p:nvSpPr>
          <p:cNvPr id="738" name="TextBox 2"/>
          <p:cNvSpPr/>
          <p:nvPr/>
        </p:nvSpPr>
        <p:spPr>
          <a:xfrm>
            <a:off x="548640" y="960120"/>
            <a:ext cx="10514160" cy="272880"/>
          </a:xfrm>
          <a:prstGeom prst="rect">
            <a:avLst/>
          </a:prstGeom>
          <a:noFill/>
          <a:ln w="0">
            <a:noFill/>
          </a:ln>
        </p:spPr>
        <p:style>
          <a:lnRef idx="0"/>
          <a:fillRef idx="0"/>
          <a:effectRef idx="0"/>
          <a:fontRef idx="minor"/>
        </p:style>
        <p:txBody>
          <a:bodyPr lIns="0" tIns="0" rIns="0" bIns="0" anchor="t">
            <a:spAutoFit/>
          </a:bodyPr>
          <a:p>
            <a:pPr defTabSz="914400">
              <a:lnSpc>
                <a:spcPct val="100000"/>
              </a:lnSpc>
            </a:pPr>
            <a:r>
              <a:rPr lang="en-US" sz="1300" b="0" u="none" strike="noStrike">
                <a:solidFill>
                  <a:srgbClr val="717479"/>
                </a:solidFill>
                <a:effectLst/>
                <a:uFillTx/>
                <a:latin typeface="Arial"/>
              </a:rPr>
              <a:t>Six stages from foundation to final demo</a:t>
            </a:r>
            <a:endParaRPr lang="en-US" sz="1300" b="0" u="none" strike="noStrike">
              <a:solidFill>
                <a:srgbClr val="000000"/>
              </a:solidFill>
              <a:effectLst/>
              <a:uFillTx/>
              <a:latin typeface="Arial"/>
            </a:endParaRPr>
          </a:p>
        </p:txBody>
      </p:sp>
      <p:cxnSp>
        <p:nvCxnSpPr>
          <p:cNvPr id="739" name="Connector 3"/>
          <p:cNvCxnSpPr/>
          <p:nvPr/>
        </p:nvCxnSpPr>
        <p:spPr>
          <a:xfrm>
            <a:off x="5170320" y="1398960"/>
            <a:ext cx="1440" cy="3732120"/>
          </a:xfrm>
          <a:prstGeom prst="straightConnector1">
            <a:avLst/>
          </a:prstGeom>
          <a:ln w="15875">
            <a:solidFill>
              <a:srgbClr val="0E2841"/>
            </a:solidFill>
            <a:prstDash val="dash"/>
            <a:round/>
          </a:ln>
        </p:spPr>
      </p:cxnSp>
      <p:sp>
        <p:nvSpPr>
          <p:cNvPr id="740" name="Diamond 4"/>
          <p:cNvSpPr/>
          <p:nvPr/>
        </p:nvSpPr>
        <p:spPr>
          <a:xfrm>
            <a:off x="5115600" y="1316880"/>
            <a:ext cx="108360" cy="108360"/>
          </a:xfrm>
          <a:prstGeom prst="diamond">
            <a:avLst/>
          </a:prstGeom>
          <a:solidFill>
            <a:srgbClr val="0E2841"/>
          </a:solidFill>
          <a:ln>
            <a:noFill/>
          </a:ln>
        </p:spPr>
        <p:style>
          <a:lnRef idx="1">
            <a:schemeClr val="accent1"/>
          </a:lnRef>
          <a:fillRef idx="3">
            <a:schemeClr val="accent1"/>
          </a:fillRef>
          <a:effectRef idx="2">
            <a:schemeClr val="accent1"/>
          </a:effectRef>
          <a:fontRef idx="minor"/>
        </p:style>
        <p:txBody>
          <a:bodyPr lIns="54360" tIns="9720" rIns="54360" bIns="9720" anchor="ctr">
            <a:noAutofit/>
          </a:bodyPr>
          <a:p>
            <a:endParaRPr lang="en-US" sz="1800" b="0" u="none" strike="noStrike">
              <a:solidFill>
                <a:schemeClr val="lt1"/>
              </a:solidFill>
              <a:effectLst/>
              <a:uFillTx/>
              <a:latin typeface="Arial"/>
            </a:endParaRPr>
          </a:p>
        </p:txBody>
      </p:sp>
      <p:cxnSp>
        <p:nvCxnSpPr>
          <p:cNvPr id="741" name="Connector 5"/>
          <p:cNvCxnSpPr/>
          <p:nvPr/>
        </p:nvCxnSpPr>
        <p:spPr>
          <a:xfrm>
            <a:off x="6986880" y="1398960"/>
            <a:ext cx="1440" cy="3732120"/>
          </a:xfrm>
          <a:prstGeom prst="straightConnector1">
            <a:avLst/>
          </a:prstGeom>
          <a:ln w="15875">
            <a:solidFill>
              <a:srgbClr val="F76904"/>
            </a:solidFill>
            <a:prstDash val="dash"/>
            <a:round/>
          </a:ln>
        </p:spPr>
      </p:cxnSp>
      <p:sp>
        <p:nvSpPr>
          <p:cNvPr id="742" name="Diamond 6"/>
          <p:cNvSpPr/>
          <p:nvPr/>
        </p:nvSpPr>
        <p:spPr>
          <a:xfrm>
            <a:off x="6932160" y="1316880"/>
            <a:ext cx="108360" cy="108360"/>
          </a:xfrm>
          <a:prstGeom prst="diamond">
            <a:avLst/>
          </a:prstGeom>
          <a:solidFill>
            <a:srgbClr val="F76904"/>
          </a:solidFill>
          <a:ln>
            <a:noFill/>
          </a:ln>
        </p:spPr>
        <p:style>
          <a:lnRef idx="1">
            <a:schemeClr val="accent1"/>
          </a:lnRef>
          <a:fillRef idx="3">
            <a:schemeClr val="accent1"/>
          </a:fillRef>
          <a:effectRef idx="2">
            <a:schemeClr val="accent1"/>
          </a:effectRef>
          <a:fontRef idx="minor"/>
        </p:style>
        <p:txBody>
          <a:bodyPr lIns="54360" tIns="9720" rIns="54360" bIns="9720" anchor="ctr">
            <a:noAutofit/>
          </a:bodyPr>
          <a:p>
            <a:endParaRPr lang="en-US" sz="1800" b="0" u="none" strike="noStrike">
              <a:solidFill>
                <a:schemeClr val="lt1"/>
              </a:solidFill>
              <a:effectLst/>
              <a:uFillTx/>
              <a:latin typeface="Arial"/>
            </a:endParaRPr>
          </a:p>
        </p:txBody>
      </p:sp>
      <p:cxnSp>
        <p:nvCxnSpPr>
          <p:cNvPr id="743" name="Connector 7"/>
          <p:cNvCxnSpPr/>
          <p:nvPr/>
        </p:nvCxnSpPr>
        <p:spPr>
          <a:xfrm>
            <a:off x="8197920" y="1398960"/>
            <a:ext cx="1440" cy="3732120"/>
          </a:xfrm>
          <a:prstGeom prst="straightConnector1">
            <a:avLst/>
          </a:prstGeom>
          <a:ln w="15875">
            <a:solidFill>
              <a:srgbClr val="0E2841"/>
            </a:solidFill>
            <a:prstDash val="dash"/>
            <a:round/>
          </a:ln>
        </p:spPr>
      </p:cxnSp>
      <p:sp>
        <p:nvSpPr>
          <p:cNvPr id="744" name="Diamond 8"/>
          <p:cNvSpPr/>
          <p:nvPr/>
        </p:nvSpPr>
        <p:spPr>
          <a:xfrm>
            <a:off x="8143200" y="1316880"/>
            <a:ext cx="108360" cy="108360"/>
          </a:xfrm>
          <a:prstGeom prst="diamond">
            <a:avLst/>
          </a:prstGeom>
          <a:solidFill>
            <a:srgbClr val="0E2841"/>
          </a:solidFill>
          <a:ln>
            <a:noFill/>
          </a:ln>
        </p:spPr>
        <p:style>
          <a:lnRef idx="1">
            <a:schemeClr val="accent1"/>
          </a:lnRef>
          <a:fillRef idx="3">
            <a:schemeClr val="accent1"/>
          </a:fillRef>
          <a:effectRef idx="2">
            <a:schemeClr val="accent1"/>
          </a:effectRef>
          <a:fontRef idx="minor"/>
        </p:style>
        <p:txBody>
          <a:bodyPr lIns="54360" tIns="9720" rIns="54360" bIns="9720" anchor="ctr">
            <a:noAutofit/>
          </a:bodyPr>
          <a:p>
            <a:endParaRPr lang="en-US" sz="1800" b="0" u="none" strike="noStrike">
              <a:solidFill>
                <a:schemeClr val="lt1"/>
              </a:solidFill>
              <a:effectLst/>
              <a:uFillTx/>
              <a:latin typeface="Arial"/>
            </a:endParaRPr>
          </a:p>
        </p:txBody>
      </p:sp>
      <p:cxnSp>
        <p:nvCxnSpPr>
          <p:cNvPr id="745" name="Connector 9"/>
          <p:cNvCxnSpPr/>
          <p:nvPr/>
        </p:nvCxnSpPr>
        <p:spPr>
          <a:xfrm>
            <a:off x="9409320" y="1398960"/>
            <a:ext cx="1440" cy="3732120"/>
          </a:xfrm>
          <a:prstGeom prst="straightConnector1">
            <a:avLst/>
          </a:prstGeom>
          <a:ln w="15875">
            <a:solidFill>
              <a:srgbClr val="F76904"/>
            </a:solidFill>
            <a:prstDash val="dash"/>
            <a:round/>
          </a:ln>
        </p:spPr>
      </p:cxnSp>
      <p:sp>
        <p:nvSpPr>
          <p:cNvPr id="746" name="Diamond 10"/>
          <p:cNvSpPr/>
          <p:nvPr/>
        </p:nvSpPr>
        <p:spPr>
          <a:xfrm>
            <a:off x="9354600" y="1316880"/>
            <a:ext cx="108360" cy="108360"/>
          </a:xfrm>
          <a:prstGeom prst="diamond">
            <a:avLst/>
          </a:prstGeom>
          <a:solidFill>
            <a:srgbClr val="F76904"/>
          </a:solidFill>
          <a:ln>
            <a:noFill/>
          </a:ln>
        </p:spPr>
        <p:style>
          <a:lnRef idx="1">
            <a:schemeClr val="accent1"/>
          </a:lnRef>
          <a:fillRef idx="3">
            <a:schemeClr val="accent1"/>
          </a:fillRef>
          <a:effectRef idx="2">
            <a:schemeClr val="accent1"/>
          </a:effectRef>
          <a:fontRef idx="minor"/>
        </p:style>
        <p:txBody>
          <a:bodyPr lIns="54360" tIns="9720" rIns="54360" bIns="9720" anchor="ctr">
            <a:noAutofit/>
          </a:bodyPr>
          <a:p>
            <a:endParaRPr lang="en-US" sz="1800" b="0" u="none" strike="noStrike">
              <a:solidFill>
                <a:schemeClr val="lt1"/>
              </a:solidFill>
              <a:effectLst/>
              <a:uFillTx/>
              <a:latin typeface="Arial"/>
            </a:endParaRPr>
          </a:p>
        </p:txBody>
      </p:sp>
      <p:cxnSp>
        <p:nvCxnSpPr>
          <p:cNvPr id="747" name="Connector 11"/>
          <p:cNvCxnSpPr/>
          <p:nvPr/>
        </p:nvCxnSpPr>
        <p:spPr>
          <a:xfrm>
            <a:off x="10014840" y="1398960"/>
            <a:ext cx="1440" cy="3732120"/>
          </a:xfrm>
          <a:prstGeom prst="straightConnector1">
            <a:avLst/>
          </a:prstGeom>
          <a:ln w="15875">
            <a:solidFill>
              <a:srgbClr val="F6BE00"/>
            </a:solidFill>
            <a:prstDash val="dash"/>
            <a:round/>
          </a:ln>
        </p:spPr>
      </p:cxnSp>
      <p:sp>
        <p:nvSpPr>
          <p:cNvPr id="748" name="Diamond 12"/>
          <p:cNvSpPr/>
          <p:nvPr/>
        </p:nvSpPr>
        <p:spPr>
          <a:xfrm>
            <a:off x="9960120" y="1316880"/>
            <a:ext cx="108360" cy="108360"/>
          </a:xfrm>
          <a:prstGeom prst="diamond">
            <a:avLst/>
          </a:prstGeom>
          <a:solidFill>
            <a:srgbClr val="F6BE00"/>
          </a:solidFill>
          <a:ln>
            <a:noFill/>
          </a:ln>
        </p:spPr>
        <p:style>
          <a:lnRef idx="1">
            <a:schemeClr val="accent1"/>
          </a:lnRef>
          <a:fillRef idx="3">
            <a:schemeClr val="accent1"/>
          </a:fillRef>
          <a:effectRef idx="2">
            <a:schemeClr val="accent1"/>
          </a:effectRef>
          <a:fontRef idx="minor"/>
        </p:style>
        <p:txBody>
          <a:bodyPr lIns="54360" tIns="9720" rIns="54360" bIns="9720" anchor="ctr">
            <a:noAutofit/>
          </a:bodyPr>
          <a:p>
            <a:endParaRPr lang="en-US" sz="1800" b="0" u="none" strike="noStrike">
              <a:solidFill>
                <a:schemeClr val="lt1"/>
              </a:solidFill>
              <a:effectLst/>
              <a:uFillTx/>
              <a:latin typeface="Arial"/>
            </a:endParaRPr>
          </a:p>
        </p:txBody>
      </p:sp>
      <p:cxnSp>
        <p:nvCxnSpPr>
          <p:cNvPr id="749" name="Connector 13"/>
          <p:cNvCxnSpPr/>
          <p:nvPr/>
        </p:nvCxnSpPr>
        <p:spPr>
          <a:xfrm>
            <a:off x="10620360" y="1398960"/>
            <a:ext cx="1440" cy="3732120"/>
          </a:xfrm>
          <a:prstGeom prst="straightConnector1">
            <a:avLst/>
          </a:prstGeom>
          <a:ln w="15875">
            <a:solidFill>
              <a:srgbClr val="0E2841"/>
            </a:solidFill>
            <a:prstDash val="dash"/>
            <a:round/>
          </a:ln>
        </p:spPr>
      </p:cxnSp>
      <p:sp>
        <p:nvSpPr>
          <p:cNvPr id="750" name="Diamond 14"/>
          <p:cNvSpPr/>
          <p:nvPr/>
        </p:nvSpPr>
        <p:spPr>
          <a:xfrm>
            <a:off x="10565640" y="1316880"/>
            <a:ext cx="108360" cy="108360"/>
          </a:xfrm>
          <a:prstGeom prst="diamond">
            <a:avLst/>
          </a:prstGeom>
          <a:solidFill>
            <a:srgbClr val="0E2841"/>
          </a:solidFill>
          <a:ln>
            <a:noFill/>
          </a:ln>
        </p:spPr>
        <p:style>
          <a:lnRef idx="1">
            <a:schemeClr val="accent1"/>
          </a:lnRef>
          <a:fillRef idx="3">
            <a:schemeClr val="accent1"/>
          </a:fillRef>
          <a:effectRef idx="2">
            <a:schemeClr val="accent1"/>
          </a:effectRef>
          <a:fontRef idx="minor"/>
        </p:style>
        <p:txBody>
          <a:bodyPr lIns="54360" tIns="9720" rIns="54360" bIns="9720" anchor="ctr">
            <a:noAutofit/>
          </a:bodyPr>
          <a:p>
            <a:endParaRPr lang="en-US" sz="1800" b="0" u="none" strike="noStrike">
              <a:solidFill>
                <a:schemeClr val="lt1"/>
              </a:solidFill>
              <a:effectLst/>
              <a:uFillTx/>
              <a:latin typeface="Arial"/>
            </a:endParaRPr>
          </a:p>
        </p:txBody>
      </p:sp>
      <p:cxnSp>
        <p:nvCxnSpPr>
          <p:cNvPr id="751" name="Connector 15"/>
          <p:cNvCxnSpPr/>
          <p:nvPr/>
        </p:nvCxnSpPr>
        <p:spPr>
          <a:xfrm>
            <a:off x="11399040" y="1398960"/>
            <a:ext cx="1440" cy="3732120"/>
          </a:xfrm>
          <a:prstGeom prst="straightConnector1">
            <a:avLst/>
          </a:prstGeom>
          <a:ln w="15875">
            <a:solidFill>
              <a:srgbClr val="DA291B"/>
            </a:solidFill>
            <a:prstDash val="dash"/>
            <a:round/>
          </a:ln>
        </p:spPr>
      </p:cxnSp>
      <p:sp>
        <p:nvSpPr>
          <p:cNvPr id="752" name="Diamond 16"/>
          <p:cNvSpPr/>
          <p:nvPr/>
        </p:nvSpPr>
        <p:spPr>
          <a:xfrm>
            <a:off x="11344320" y="1316880"/>
            <a:ext cx="108360" cy="108360"/>
          </a:xfrm>
          <a:prstGeom prst="diamond">
            <a:avLst/>
          </a:prstGeom>
          <a:solidFill>
            <a:srgbClr val="DA291B"/>
          </a:solidFill>
          <a:ln>
            <a:noFill/>
          </a:ln>
        </p:spPr>
        <p:style>
          <a:lnRef idx="1">
            <a:schemeClr val="accent1"/>
          </a:lnRef>
          <a:fillRef idx="3">
            <a:schemeClr val="accent1"/>
          </a:fillRef>
          <a:effectRef idx="2">
            <a:schemeClr val="accent1"/>
          </a:effectRef>
          <a:fontRef idx="minor"/>
        </p:style>
        <p:txBody>
          <a:bodyPr lIns="54360" tIns="9720" rIns="54360" bIns="9720" anchor="ctr">
            <a:noAutofit/>
          </a:bodyPr>
          <a:p>
            <a:endParaRPr lang="en-US" sz="1800" b="0" u="none" strike="noStrike">
              <a:solidFill>
                <a:schemeClr val="lt1"/>
              </a:solidFill>
              <a:effectLst/>
              <a:uFillTx/>
              <a:latin typeface="Arial"/>
            </a:endParaRPr>
          </a:p>
        </p:txBody>
      </p:sp>
      <p:sp>
        <p:nvSpPr>
          <p:cNvPr id="753" name="TextBox 17"/>
          <p:cNvSpPr/>
          <p:nvPr/>
        </p:nvSpPr>
        <p:spPr>
          <a:xfrm>
            <a:off x="502920" y="1508760"/>
            <a:ext cx="2238840" cy="419040"/>
          </a:xfrm>
          <a:prstGeom prst="rect">
            <a:avLst/>
          </a:prstGeom>
          <a:noFill/>
          <a:ln w="0">
            <a:noFill/>
          </a:ln>
        </p:spPr>
        <p:style>
          <a:lnRef idx="0"/>
          <a:fillRef idx="0"/>
          <a:effectRef idx="0"/>
          <a:fontRef idx="minor"/>
        </p:style>
        <p:txBody>
          <a:bodyPr lIns="0" tIns="0" rIns="0" bIns="0" anchor="ctr">
            <a:spAutoFit/>
          </a:bodyPr>
          <a:p>
            <a:pPr defTabSz="914400">
              <a:lnSpc>
                <a:spcPct val="100000"/>
              </a:lnSpc>
            </a:pPr>
            <a:r>
              <a:rPr lang="en-US" sz="1250" b="1" u="none" strike="noStrike">
                <a:solidFill>
                  <a:srgbClr val="0E2841"/>
                </a:solidFill>
                <a:effectLst/>
                <a:uFillTx/>
                <a:latin typeface="Arial"/>
              </a:rPr>
              <a:t>1. Foundation: reward + bugfixes</a:t>
            </a:r>
            <a:endParaRPr lang="en-US" sz="1250" b="0" u="none" strike="noStrike">
              <a:solidFill>
                <a:srgbClr val="000000"/>
              </a:solidFill>
              <a:effectLst/>
              <a:uFillTx/>
              <a:latin typeface="Arial"/>
            </a:endParaRPr>
          </a:p>
        </p:txBody>
      </p:sp>
      <p:sp>
        <p:nvSpPr>
          <p:cNvPr id="754" name="Rounded Rectangle 18"/>
          <p:cNvSpPr/>
          <p:nvPr/>
        </p:nvSpPr>
        <p:spPr>
          <a:xfrm>
            <a:off x="2921040" y="1508760"/>
            <a:ext cx="4064400" cy="419040"/>
          </a:xfrm>
          <a:prstGeom prst="roundRect">
            <a:avLst>
              <a:gd name="adj" fmla="val 25000"/>
            </a:avLst>
          </a:prstGeom>
          <a:solidFill>
            <a:srgbClr val="0E2841"/>
          </a:solidFill>
          <a:ln>
            <a:noFill/>
          </a:ln>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Arial"/>
            </a:endParaRPr>
          </a:p>
        </p:txBody>
      </p:sp>
      <p:sp>
        <p:nvSpPr>
          <p:cNvPr id="755" name="TextBox 19"/>
          <p:cNvSpPr/>
          <p:nvPr/>
        </p:nvSpPr>
        <p:spPr>
          <a:xfrm>
            <a:off x="502920" y="2371320"/>
            <a:ext cx="2238840" cy="419040"/>
          </a:xfrm>
          <a:prstGeom prst="rect">
            <a:avLst/>
          </a:prstGeom>
          <a:noFill/>
          <a:ln w="0">
            <a:noFill/>
          </a:ln>
        </p:spPr>
        <p:style>
          <a:lnRef idx="0"/>
          <a:fillRef idx="0"/>
          <a:effectRef idx="0"/>
          <a:fontRef idx="minor"/>
        </p:style>
        <p:txBody>
          <a:bodyPr lIns="0" tIns="0" rIns="0" bIns="0" anchor="ctr">
            <a:spAutoFit/>
          </a:bodyPr>
          <a:p>
            <a:pPr defTabSz="914400">
              <a:lnSpc>
                <a:spcPct val="100000"/>
              </a:lnSpc>
            </a:pPr>
            <a:r>
              <a:rPr lang="en-US" sz="1250" b="1" u="none" strike="noStrike">
                <a:solidFill>
                  <a:srgbClr val="0E2841"/>
                </a:solidFill>
                <a:effectLst/>
                <a:uFillTx/>
                <a:latin typeface="Arial"/>
              </a:rPr>
              <a:t>2. Train: small subset</a:t>
            </a:r>
            <a:endParaRPr lang="en-US" sz="1250" b="0" u="none" strike="noStrike">
              <a:solidFill>
                <a:srgbClr val="000000"/>
              </a:solidFill>
              <a:effectLst/>
              <a:uFillTx/>
              <a:latin typeface="Arial"/>
            </a:endParaRPr>
          </a:p>
        </p:txBody>
      </p:sp>
      <p:sp>
        <p:nvSpPr>
          <p:cNvPr id="756" name="Rounded Rectangle 20"/>
          <p:cNvSpPr/>
          <p:nvPr/>
        </p:nvSpPr>
        <p:spPr>
          <a:xfrm>
            <a:off x="6987240" y="2371320"/>
            <a:ext cx="1209600" cy="419040"/>
          </a:xfrm>
          <a:prstGeom prst="roundRect">
            <a:avLst>
              <a:gd name="adj" fmla="val 25000"/>
            </a:avLst>
          </a:prstGeom>
          <a:solidFill>
            <a:srgbClr val="009BBD"/>
          </a:solidFill>
          <a:ln>
            <a:noFill/>
          </a:ln>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Arial"/>
            </a:endParaRPr>
          </a:p>
        </p:txBody>
      </p:sp>
      <p:sp>
        <p:nvSpPr>
          <p:cNvPr id="757" name="TextBox 21"/>
          <p:cNvSpPr/>
          <p:nvPr/>
        </p:nvSpPr>
        <p:spPr>
          <a:xfrm>
            <a:off x="502920" y="2883240"/>
            <a:ext cx="2238840" cy="419040"/>
          </a:xfrm>
          <a:prstGeom prst="rect">
            <a:avLst/>
          </a:prstGeom>
          <a:noFill/>
          <a:ln w="0">
            <a:noFill/>
          </a:ln>
        </p:spPr>
        <p:style>
          <a:lnRef idx="0"/>
          <a:fillRef idx="0"/>
          <a:effectRef idx="0"/>
          <a:fontRef idx="minor"/>
        </p:style>
        <p:txBody>
          <a:bodyPr lIns="0" tIns="0" rIns="0" bIns="0" anchor="ctr">
            <a:spAutoFit/>
          </a:bodyPr>
          <a:p>
            <a:pPr defTabSz="914400">
              <a:lnSpc>
                <a:spcPct val="100000"/>
              </a:lnSpc>
            </a:pPr>
            <a:r>
              <a:rPr lang="en-US" sz="1250" b="1" u="none" strike="noStrike">
                <a:solidFill>
                  <a:srgbClr val="0E2841"/>
                </a:solidFill>
                <a:effectLst/>
                <a:uFillTx/>
                <a:latin typeface="Arial"/>
              </a:rPr>
              <a:t>3. Train: dynamic arrivals</a:t>
            </a:r>
            <a:endParaRPr lang="en-US" sz="1250" b="0" u="none" strike="noStrike">
              <a:solidFill>
                <a:srgbClr val="000000"/>
              </a:solidFill>
              <a:effectLst/>
              <a:uFillTx/>
              <a:latin typeface="Arial"/>
            </a:endParaRPr>
          </a:p>
        </p:txBody>
      </p:sp>
      <p:sp>
        <p:nvSpPr>
          <p:cNvPr id="758" name="Rounded Rectangle 22"/>
          <p:cNvSpPr/>
          <p:nvPr/>
        </p:nvSpPr>
        <p:spPr>
          <a:xfrm>
            <a:off x="8198280" y="2883240"/>
            <a:ext cx="1209600" cy="419040"/>
          </a:xfrm>
          <a:prstGeom prst="roundRect">
            <a:avLst>
              <a:gd name="adj" fmla="val 25000"/>
            </a:avLst>
          </a:prstGeom>
          <a:solidFill>
            <a:srgbClr val="0E2841"/>
          </a:solidFill>
          <a:ln>
            <a:noFill/>
          </a:ln>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Arial"/>
            </a:endParaRPr>
          </a:p>
        </p:txBody>
      </p:sp>
      <p:sp>
        <p:nvSpPr>
          <p:cNvPr id="759" name="TextBox 23"/>
          <p:cNvSpPr/>
          <p:nvPr/>
        </p:nvSpPr>
        <p:spPr>
          <a:xfrm>
            <a:off x="502920" y="3395520"/>
            <a:ext cx="2238840" cy="419040"/>
          </a:xfrm>
          <a:prstGeom prst="rect">
            <a:avLst/>
          </a:prstGeom>
          <a:noFill/>
          <a:ln w="0">
            <a:noFill/>
          </a:ln>
        </p:spPr>
        <p:style>
          <a:lnRef idx="0"/>
          <a:fillRef idx="0"/>
          <a:effectRef idx="0"/>
          <a:fontRef idx="minor"/>
        </p:style>
        <p:txBody>
          <a:bodyPr lIns="0" tIns="0" rIns="0" bIns="0" anchor="ctr">
            <a:spAutoFit/>
          </a:bodyPr>
          <a:p>
            <a:pPr defTabSz="914400">
              <a:lnSpc>
                <a:spcPct val="100000"/>
              </a:lnSpc>
            </a:pPr>
            <a:r>
              <a:rPr lang="en-US" sz="1250" b="1" u="none" strike="noStrike">
                <a:solidFill>
                  <a:srgbClr val="0E2841"/>
                </a:solidFill>
                <a:effectLst/>
                <a:uFillTx/>
                <a:latin typeface="Arial"/>
              </a:rPr>
              <a:t>4. Train: full DFJSP</a:t>
            </a:r>
            <a:endParaRPr lang="en-US" sz="1250" b="0" u="none" strike="noStrike">
              <a:solidFill>
                <a:srgbClr val="000000"/>
              </a:solidFill>
              <a:effectLst/>
              <a:uFillTx/>
              <a:latin typeface="Arial"/>
            </a:endParaRPr>
          </a:p>
        </p:txBody>
      </p:sp>
      <p:sp>
        <p:nvSpPr>
          <p:cNvPr id="760" name="Rounded Rectangle 24"/>
          <p:cNvSpPr/>
          <p:nvPr/>
        </p:nvSpPr>
        <p:spPr>
          <a:xfrm>
            <a:off x="9409320" y="3395520"/>
            <a:ext cx="604080" cy="419040"/>
          </a:xfrm>
          <a:prstGeom prst="roundRect">
            <a:avLst>
              <a:gd name="adj" fmla="val 25000"/>
            </a:avLst>
          </a:prstGeom>
          <a:solidFill>
            <a:srgbClr val="0E2841"/>
          </a:solidFill>
          <a:ln>
            <a:noFill/>
          </a:ln>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Arial"/>
            </a:endParaRPr>
          </a:p>
        </p:txBody>
      </p:sp>
      <p:sp>
        <p:nvSpPr>
          <p:cNvPr id="761" name="TextBox 25"/>
          <p:cNvSpPr/>
          <p:nvPr/>
        </p:nvSpPr>
        <p:spPr>
          <a:xfrm>
            <a:off x="502920" y="4060080"/>
            <a:ext cx="2238840" cy="419040"/>
          </a:xfrm>
          <a:prstGeom prst="rect">
            <a:avLst/>
          </a:prstGeom>
          <a:noFill/>
          <a:ln w="0">
            <a:noFill/>
          </a:ln>
        </p:spPr>
        <p:style>
          <a:lnRef idx="0"/>
          <a:fillRef idx="0"/>
          <a:effectRef idx="0"/>
          <a:fontRef idx="minor"/>
        </p:style>
        <p:txBody>
          <a:bodyPr lIns="0" tIns="0" rIns="0" bIns="0" anchor="ctr">
            <a:spAutoFit/>
          </a:bodyPr>
          <a:p>
            <a:pPr defTabSz="914400">
              <a:lnSpc>
                <a:spcPct val="100000"/>
              </a:lnSpc>
            </a:pPr>
            <a:r>
              <a:rPr lang="en-US" sz="1250" b="1" u="none" strike="noStrike">
                <a:solidFill>
                  <a:srgbClr val="0E2841"/>
                </a:solidFill>
                <a:effectLst/>
                <a:uFillTx/>
                <a:latin typeface="Arial"/>
              </a:rPr>
              <a:t>5. Evaluate + paper draft</a:t>
            </a:r>
            <a:endParaRPr lang="en-US" sz="1250" b="0" u="none" strike="noStrike">
              <a:solidFill>
                <a:srgbClr val="000000"/>
              </a:solidFill>
              <a:effectLst/>
              <a:uFillTx/>
              <a:latin typeface="Arial"/>
            </a:endParaRPr>
          </a:p>
        </p:txBody>
      </p:sp>
      <p:sp>
        <p:nvSpPr>
          <p:cNvPr id="762" name="Rounded Rectangle 26"/>
          <p:cNvSpPr/>
          <p:nvPr/>
        </p:nvSpPr>
        <p:spPr>
          <a:xfrm>
            <a:off x="10014840" y="4060080"/>
            <a:ext cx="604080" cy="419040"/>
          </a:xfrm>
          <a:prstGeom prst="roundRect">
            <a:avLst>
              <a:gd name="adj" fmla="val 25000"/>
            </a:avLst>
          </a:prstGeom>
          <a:solidFill>
            <a:srgbClr val="0E2841"/>
          </a:solidFill>
          <a:ln>
            <a:noFill/>
          </a:ln>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Arial"/>
            </a:endParaRPr>
          </a:p>
        </p:txBody>
      </p:sp>
      <p:sp>
        <p:nvSpPr>
          <p:cNvPr id="763" name="TextBox 27"/>
          <p:cNvSpPr/>
          <p:nvPr/>
        </p:nvSpPr>
        <p:spPr>
          <a:xfrm>
            <a:off x="502920" y="4572000"/>
            <a:ext cx="2238840" cy="419040"/>
          </a:xfrm>
          <a:prstGeom prst="rect">
            <a:avLst/>
          </a:prstGeom>
          <a:noFill/>
          <a:ln w="0">
            <a:noFill/>
          </a:ln>
        </p:spPr>
        <p:style>
          <a:lnRef idx="0"/>
          <a:fillRef idx="0"/>
          <a:effectRef idx="0"/>
          <a:fontRef idx="minor"/>
        </p:style>
        <p:txBody>
          <a:bodyPr lIns="0" tIns="0" rIns="0" bIns="0" anchor="ctr">
            <a:spAutoFit/>
          </a:bodyPr>
          <a:p>
            <a:pPr defTabSz="914400">
              <a:lnSpc>
                <a:spcPct val="100000"/>
              </a:lnSpc>
            </a:pPr>
            <a:r>
              <a:rPr lang="en-US" sz="1250" b="1" u="none" strike="noStrike">
                <a:solidFill>
                  <a:srgbClr val="0E2841"/>
                </a:solidFill>
                <a:effectLst/>
                <a:uFillTx/>
                <a:latin typeface="Arial"/>
              </a:rPr>
              <a:t>6. Final demo</a:t>
            </a:r>
            <a:endParaRPr lang="en-US" sz="1250" b="0" u="none" strike="noStrike">
              <a:solidFill>
                <a:srgbClr val="000000"/>
              </a:solidFill>
              <a:effectLst/>
              <a:uFillTx/>
              <a:latin typeface="Arial"/>
            </a:endParaRPr>
          </a:p>
        </p:txBody>
      </p:sp>
      <p:sp>
        <p:nvSpPr>
          <p:cNvPr id="764" name="Rounded Rectangle 28"/>
          <p:cNvSpPr/>
          <p:nvPr/>
        </p:nvSpPr>
        <p:spPr>
          <a:xfrm>
            <a:off x="10620360" y="4572000"/>
            <a:ext cx="777240" cy="419040"/>
          </a:xfrm>
          <a:prstGeom prst="roundRect">
            <a:avLst>
              <a:gd name="adj" fmla="val 25000"/>
            </a:avLst>
          </a:prstGeom>
          <a:solidFill>
            <a:srgbClr val="F76904"/>
          </a:solidFill>
          <a:ln>
            <a:noFill/>
          </a:ln>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Arial"/>
            </a:endParaRPr>
          </a:p>
        </p:txBody>
      </p:sp>
      <p:cxnSp>
        <p:nvCxnSpPr>
          <p:cNvPr id="765" name="Connector 29"/>
          <p:cNvCxnSpPr/>
          <p:nvPr/>
        </p:nvCxnSpPr>
        <p:spPr>
          <a:xfrm>
            <a:off x="2834640" y="5111280"/>
            <a:ext cx="1440" cy="102240"/>
          </a:xfrm>
          <a:prstGeom prst="straightConnector1">
            <a:avLst/>
          </a:prstGeom>
          <a:ln w="12700">
            <a:solidFill>
              <a:srgbClr val="717479"/>
            </a:solidFill>
            <a:round/>
          </a:ln>
        </p:spPr>
      </p:cxnSp>
      <p:sp>
        <p:nvSpPr>
          <p:cNvPr id="766" name="TextBox 30"/>
          <p:cNvSpPr/>
          <p:nvPr/>
        </p:nvSpPr>
        <p:spPr>
          <a:xfrm>
            <a:off x="2468880" y="5285160"/>
            <a:ext cx="730080" cy="272880"/>
          </a:xfrm>
          <a:prstGeom prst="rect">
            <a:avLst/>
          </a:prstGeom>
          <a:noFill/>
          <a:ln w="0">
            <a:noFill/>
          </a:ln>
        </p:spPr>
        <p:style>
          <a:lnRef idx="0"/>
          <a:fillRef idx="0"/>
          <a:effectRef idx="0"/>
          <a:fontRef idx="minor"/>
        </p:style>
        <p:txBody>
          <a:bodyPr wrap="none" lIns="0" tIns="0" rIns="0" bIns="0" anchor="t">
            <a:spAutoFit/>
          </a:bodyPr>
          <a:p>
            <a:pPr algn="ctr" defTabSz="914400">
              <a:lnSpc>
                <a:spcPct val="100000"/>
              </a:lnSpc>
            </a:pPr>
            <a:r>
              <a:rPr lang="en-US" sz="1050" b="1" u="none" strike="noStrike">
                <a:solidFill>
                  <a:srgbClr val="717479"/>
                </a:solidFill>
                <a:effectLst/>
                <a:uFillTx/>
                <a:latin typeface="Arial"/>
              </a:rPr>
              <a:t>Sep</a:t>
            </a:r>
            <a:endParaRPr lang="en-US" sz="1050" b="0" u="none" strike="noStrike">
              <a:solidFill>
                <a:srgbClr val="000000"/>
              </a:solidFill>
              <a:effectLst/>
              <a:uFillTx/>
              <a:latin typeface="Arial"/>
            </a:endParaRPr>
          </a:p>
        </p:txBody>
      </p:sp>
      <p:cxnSp>
        <p:nvCxnSpPr>
          <p:cNvPr id="767" name="Connector 31"/>
          <p:cNvCxnSpPr/>
          <p:nvPr/>
        </p:nvCxnSpPr>
        <p:spPr>
          <a:xfrm>
            <a:off x="5429880" y="5111280"/>
            <a:ext cx="1440" cy="102240"/>
          </a:xfrm>
          <a:prstGeom prst="straightConnector1">
            <a:avLst/>
          </a:prstGeom>
          <a:ln w="12700">
            <a:solidFill>
              <a:srgbClr val="717479"/>
            </a:solidFill>
            <a:round/>
          </a:ln>
        </p:spPr>
      </p:cxnSp>
      <p:sp>
        <p:nvSpPr>
          <p:cNvPr id="768" name="TextBox 32"/>
          <p:cNvSpPr/>
          <p:nvPr/>
        </p:nvSpPr>
        <p:spPr>
          <a:xfrm>
            <a:off x="5064120" y="5285160"/>
            <a:ext cx="730080" cy="272880"/>
          </a:xfrm>
          <a:prstGeom prst="rect">
            <a:avLst/>
          </a:prstGeom>
          <a:noFill/>
          <a:ln w="0">
            <a:noFill/>
          </a:ln>
        </p:spPr>
        <p:style>
          <a:lnRef idx="0"/>
          <a:fillRef idx="0"/>
          <a:effectRef idx="0"/>
          <a:fontRef idx="minor"/>
        </p:style>
        <p:txBody>
          <a:bodyPr wrap="none" lIns="0" tIns="0" rIns="0" bIns="0" anchor="t">
            <a:spAutoFit/>
          </a:bodyPr>
          <a:p>
            <a:pPr algn="ctr" defTabSz="914400">
              <a:lnSpc>
                <a:spcPct val="100000"/>
              </a:lnSpc>
            </a:pPr>
            <a:r>
              <a:rPr lang="en-US" sz="1050" b="1" u="none" strike="noStrike">
                <a:solidFill>
                  <a:srgbClr val="717479"/>
                </a:solidFill>
                <a:effectLst/>
                <a:uFillTx/>
                <a:latin typeface="Arial"/>
              </a:rPr>
              <a:t>Oct</a:t>
            </a:r>
            <a:endParaRPr lang="en-US" sz="1050" b="0" u="none" strike="noStrike">
              <a:solidFill>
                <a:srgbClr val="000000"/>
              </a:solidFill>
              <a:effectLst/>
              <a:uFillTx/>
              <a:latin typeface="Arial"/>
            </a:endParaRPr>
          </a:p>
        </p:txBody>
      </p:sp>
      <p:cxnSp>
        <p:nvCxnSpPr>
          <p:cNvPr id="769" name="Connector 33"/>
          <p:cNvCxnSpPr/>
          <p:nvPr/>
        </p:nvCxnSpPr>
        <p:spPr>
          <a:xfrm>
            <a:off x="8111520" y="5111280"/>
            <a:ext cx="1440" cy="102240"/>
          </a:xfrm>
          <a:prstGeom prst="straightConnector1">
            <a:avLst/>
          </a:prstGeom>
          <a:ln w="12700">
            <a:solidFill>
              <a:srgbClr val="717479"/>
            </a:solidFill>
            <a:round/>
          </a:ln>
        </p:spPr>
      </p:cxnSp>
      <p:sp>
        <p:nvSpPr>
          <p:cNvPr id="770" name="TextBox 34"/>
          <p:cNvSpPr/>
          <p:nvPr/>
        </p:nvSpPr>
        <p:spPr>
          <a:xfrm>
            <a:off x="7746120" y="5285160"/>
            <a:ext cx="730080" cy="272880"/>
          </a:xfrm>
          <a:prstGeom prst="rect">
            <a:avLst/>
          </a:prstGeom>
          <a:noFill/>
          <a:ln w="0">
            <a:noFill/>
          </a:ln>
        </p:spPr>
        <p:style>
          <a:lnRef idx="0"/>
          <a:fillRef idx="0"/>
          <a:effectRef idx="0"/>
          <a:fontRef idx="minor"/>
        </p:style>
        <p:txBody>
          <a:bodyPr wrap="none" lIns="0" tIns="0" rIns="0" bIns="0" anchor="t">
            <a:spAutoFit/>
          </a:bodyPr>
          <a:p>
            <a:pPr algn="ctr" defTabSz="914400">
              <a:lnSpc>
                <a:spcPct val="100000"/>
              </a:lnSpc>
            </a:pPr>
            <a:r>
              <a:rPr lang="en-US" sz="1050" b="1" u="none" strike="noStrike">
                <a:solidFill>
                  <a:srgbClr val="717479"/>
                </a:solidFill>
                <a:effectLst/>
                <a:uFillTx/>
                <a:latin typeface="Arial"/>
              </a:rPr>
              <a:t>Nov</a:t>
            </a:r>
            <a:endParaRPr lang="en-US" sz="1050" b="0" u="none" strike="noStrike">
              <a:solidFill>
                <a:srgbClr val="000000"/>
              </a:solidFill>
              <a:effectLst/>
              <a:uFillTx/>
              <a:latin typeface="Arial"/>
            </a:endParaRPr>
          </a:p>
        </p:txBody>
      </p:sp>
      <p:cxnSp>
        <p:nvCxnSpPr>
          <p:cNvPr id="771" name="Connector 35"/>
          <p:cNvCxnSpPr/>
          <p:nvPr/>
        </p:nvCxnSpPr>
        <p:spPr>
          <a:xfrm>
            <a:off x="10706760" y="5111280"/>
            <a:ext cx="1440" cy="102240"/>
          </a:xfrm>
          <a:prstGeom prst="straightConnector1">
            <a:avLst/>
          </a:prstGeom>
          <a:ln w="12700">
            <a:solidFill>
              <a:srgbClr val="717479"/>
            </a:solidFill>
            <a:round/>
          </a:ln>
        </p:spPr>
      </p:cxnSp>
      <p:sp>
        <p:nvSpPr>
          <p:cNvPr id="772" name="TextBox 36"/>
          <p:cNvSpPr/>
          <p:nvPr/>
        </p:nvSpPr>
        <p:spPr>
          <a:xfrm>
            <a:off x="10341360" y="5285160"/>
            <a:ext cx="730080" cy="272880"/>
          </a:xfrm>
          <a:prstGeom prst="rect">
            <a:avLst/>
          </a:prstGeom>
          <a:noFill/>
          <a:ln w="0">
            <a:noFill/>
          </a:ln>
        </p:spPr>
        <p:style>
          <a:lnRef idx="0"/>
          <a:fillRef idx="0"/>
          <a:effectRef idx="0"/>
          <a:fontRef idx="minor"/>
        </p:style>
        <p:txBody>
          <a:bodyPr wrap="none" lIns="0" tIns="0" rIns="0" bIns="0" anchor="t">
            <a:spAutoFit/>
          </a:bodyPr>
          <a:p>
            <a:pPr algn="ctr" defTabSz="914400">
              <a:lnSpc>
                <a:spcPct val="100000"/>
              </a:lnSpc>
            </a:pPr>
            <a:r>
              <a:rPr lang="en-US" sz="1050" b="1" u="none" strike="noStrike">
                <a:solidFill>
                  <a:srgbClr val="717479"/>
                </a:solidFill>
                <a:effectLst/>
                <a:uFillTx/>
                <a:latin typeface="Arial"/>
              </a:rPr>
              <a:t>Dec</a:t>
            </a:r>
            <a:endParaRPr lang="en-US" sz="1050" b="0" u="none" strike="noStrike">
              <a:solidFill>
                <a:srgbClr val="000000"/>
              </a:solidFill>
              <a:effectLst/>
              <a:uFillTx/>
              <a:latin typeface="Arial"/>
            </a:endParaRPr>
          </a:p>
        </p:txBody>
      </p:sp>
      <p:cxnSp>
        <p:nvCxnSpPr>
          <p:cNvPr id="773" name="Connector 37"/>
          <p:cNvCxnSpPr/>
          <p:nvPr/>
        </p:nvCxnSpPr>
        <p:spPr>
          <a:xfrm>
            <a:off x="2834640" y="5111280"/>
            <a:ext cx="8825400" cy="1440"/>
          </a:xfrm>
          <a:prstGeom prst="straightConnector1">
            <a:avLst/>
          </a:prstGeom>
          <a:ln w="12700">
            <a:solidFill>
              <a:srgbClr val="E8E8E8"/>
            </a:solidFill>
            <a:round/>
          </a:ln>
        </p:spPr>
      </p:cxnSp>
      <p:sp>
        <p:nvSpPr>
          <p:cNvPr id="774" name="TextBox 38"/>
          <p:cNvSpPr/>
          <p:nvPr/>
        </p:nvSpPr>
        <p:spPr>
          <a:xfrm>
            <a:off x="4713120" y="5577840"/>
            <a:ext cx="912960" cy="382680"/>
          </a:xfrm>
          <a:prstGeom prst="rect">
            <a:avLst/>
          </a:prstGeom>
          <a:noFill/>
          <a:ln w="0">
            <a:noFill/>
          </a:ln>
        </p:spPr>
        <p:style>
          <a:lnRef idx="0"/>
          <a:fillRef idx="0"/>
          <a:effectRef idx="0"/>
          <a:fontRef idx="minor"/>
        </p:style>
        <p:txBody>
          <a:bodyPr lIns="0" tIns="0" rIns="0" bIns="0" anchor="t">
            <a:spAutoFit/>
          </a:bodyPr>
          <a:p>
            <a:pPr algn="ctr" defTabSz="914400">
              <a:lnSpc>
                <a:spcPct val="100000"/>
              </a:lnSpc>
            </a:pPr>
            <a:r>
              <a:rPr lang="en-US" sz="900" b="1" u="none" strike="noStrike">
                <a:solidFill>
                  <a:srgbClr val="0E2841"/>
                </a:solidFill>
                <a:effectLst/>
                <a:uFillTx/>
                <a:latin typeface="Arial"/>
              </a:rPr>
              <a:t>Standup</a:t>
            </a:r>
            <a:endParaRPr lang="en-US" sz="900" b="0" u="none" strike="noStrike">
              <a:solidFill>
                <a:srgbClr val="000000"/>
              </a:solidFill>
              <a:effectLst/>
              <a:uFillTx/>
              <a:latin typeface="Arial"/>
            </a:endParaRPr>
          </a:p>
          <a:p>
            <a:pPr algn="ctr" defTabSz="914400">
              <a:lnSpc>
                <a:spcPct val="100000"/>
              </a:lnSpc>
            </a:pPr>
            <a:r>
              <a:rPr lang="en-US" sz="900" b="0" u="none" strike="noStrike">
                <a:solidFill>
                  <a:srgbClr val="0E2841"/>
                </a:solidFill>
                <a:effectLst/>
                <a:uFillTx/>
                <a:latin typeface="Arial"/>
              </a:rPr>
              <a:t>9/28</a:t>
            </a:r>
            <a:endParaRPr lang="en-US" sz="900" b="0" u="none" strike="noStrike">
              <a:solidFill>
                <a:srgbClr val="000000"/>
              </a:solidFill>
              <a:effectLst/>
              <a:uFillTx/>
              <a:latin typeface="Arial"/>
            </a:endParaRPr>
          </a:p>
        </p:txBody>
      </p:sp>
      <p:sp>
        <p:nvSpPr>
          <p:cNvPr id="775" name="TextBox 39"/>
          <p:cNvSpPr/>
          <p:nvPr/>
        </p:nvSpPr>
        <p:spPr>
          <a:xfrm>
            <a:off x="6530040" y="5577840"/>
            <a:ext cx="912960" cy="382680"/>
          </a:xfrm>
          <a:prstGeom prst="rect">
            <a:avLst/>
          </a:prstGeom>
          <a:noFill/>
          <a:ln w="0">
            <a:noFill/>
          </a:ln>
        </p:spPr>
        <p:style>
          <a:lnRef idx="0"/>
          <a:fillRef idx="0"/>
          <a:effectRef idx="0"/>
          <a:fontRef idx="minor"/>
        </p:style>
        <p:txBody>
          <a:bodyPr lIns="0" tIns="0" rIns="0" bIns="0" anchor="t">
            <a:spAutoFit/>
          </a:bodyPr>
          <a:p>
            <a:pPr algn="ctr" defTabSz="914400">
              <a:lnSpc>
                <a:spcPct val="100000"/>
              </a:lnSpc>
            </a:pPr>
            <a:r>
              <a:rPr lang="en-US" sz="900" b="1" u="none" strike="noStrike">
                <a:solidFill>
                  <a:srgbClr val="F76904"/>
                </a:solidFill>
                <a:effectLst/>
                <a:uFillTx/>
                <a:latin typeface="Arial"/>
              </a:rPr>
              <a:t>Milestone</a:t>
            </a:r>
            <a:endParaRPr lang="en-US" sz="900" b="0" u="none" strike="noStrike">
              <a:solidFill>
                <a:srgbClr val="000000"/>
              </a:solidFill>
              <a:effectLst/>
              <a:uFillTx/>
              <a:latin typeface="Arial"/>
            </a:endParaRPr>
          </a:p>
          <a:p>
            <a:pPr algn="ctr" defTabSz="914400">
              <a:lnSpc>
                <a:spcPct val="100000"/>
              </a:lnSpc>
            </a:pPr>
            <a:r>
              <a:rPr lang="en-US" sz="900" b="0" u="none" strike="noStrike">
                <a:solidFill>
                  <a:srgbClr val="F76904"/>
                </a:solidFill>
                <a:effectLst/>
                <a:uFillTx/>
                <a:latin typeface="Arial"/>
              </a:rPr>
              <a:t>10/19</a:t>
            </a:r>
            <a:endParaRPr lang="en-US" sz="900" b="0" u="none" strike="noStrike">
              <a:solidFill>
                <a:srgbClr val="000000"/>
              </a:solidFill>
              <a:effectLst/>
              <a:uFillTx/>
              <a:latin typeface="Arial"/>
            </a:endParaRPr>
          </a:p>
        </p:txBody>
      </p:sp>
      <p:sp>
        <p:nvSpPr>
          <p:cNvPr id="776" name="TextBox 40"/>
          <p:cNvSpPr/>
          <p:nvPr/>
        </p:nvSpPr>
        <p:spPr>
          <a:xfrm>
            <a:off x="7741080" y="5577840"/>
            <a:ext cx="912960" cy="382680"/>
          </a:xfrm>
          <a:prstGeom prst="rect">
            <a:avLst/>
          </a:prstGeom>
          <a:noFill/>
          <a:ln w="0">
            <a:noFill/>
          </a:ln>
        </p:spPr>
        <p:style>
          <a:lnRef idx="0"/>
          <a:fillRef idx="0"/>
          <a:effectRef idx="0"/>
          <a:fontRef idx="minor"/>
        </p:style>
        <p:txBody>
          <a:bodyPr lIns="0" tIns="0" rIns="0" bIns="0" anchor="t">
            <a:spAutoFit/>
          </a:bodyPr>
          <a:p>
            <a:pPr algn="ctr" defTabSz="914400">
              <a:lnSpc>
                <a:spcPct val="100000"/>
              </a:lnSpc>
            </a:pPr>
            <a:r>
              <a:rPr lang="en-US" sz="900" b="1" u="none" strike="noStrike">
                <a:solidFill>
                  <a:srgbClr val="0E2841"/>
                </a:solidFill>
                <a:effectLst/>
                <a:uFillTx/>
                <a:latin typeface="Arial"/>
              </a:rPr>
              <a:t>Standup</a:t>
            </a:r>
            <a:endParaRPr lang="en-US" sz="900" b="0" u="none" strike="noStrike">
              <a:solidFill>
                <a:srgbClr val="000000"/>
              </a:solidFill>
              <a:effectLst/>
              <a:uFillTx/>
              <a:latin typeface="Arial"/>
            </a:endParaRPr>
          </a:p>
          <a:p>
            <a:pPr algn="ctr" defTabSz="914400">
              <a:lnSpc>
                <a:spcPct val="100000"/>
              </a:lnSpc>
            </a:pPr>
            <a:r>
              <a:rPr lang="en-US" sz="900" b="0" u="none" strike="noStrike">
                <a:solidFill>
                  <a:srgbClr val="0E2841"/>
                </a:solidFill>
                <a:effectLst/>
                <a:uFillTx/>
                <a:latin typeface="Arial"/>
              </a:rPr>
              <a:t>11/2</a:t>
            </a:r>
            <a:endParaRPr lang="en-US" sz="900" b="0" u="none" strike="noStrike">
              <a:solidFill>
                <a:srgbClr val="000000"/>
              </a:solidFill>
              <a:effectLst/>
              <a:uFillTx/>
              <a:latin typeface="Arial"/>
            </a:endParaRPr>
          </a:p>
        </p:txBody>
      </p:sp>
      <p:sp>
        <p:nvSpPr>
          <p:cNvPr id="777" name="TextBox 41"/>
          <p:cNvSpPr/>
          <p:nvPr/>
        </p:nvSpPr>
        <p:spPr>
          <a:xfrm>
            <a:off x="8952120" y="5577840"/>
            <a:ext cx="912960" cy="382680"/>
          </a:xfrm>
          <a:prstGeom prst="rect">
            <a:avLst/>
          </a:prstGeom>
          <a:noFill/>
          <a:ln w="0">
            <a:noFill/>
          </a:ln>
        </p:spPr>
        <p:style>
          <a:lnRef idx="0"/>
          <a:fillRef idx="0"/>
          <a:effectRef idx="0"/>
          <a:fontRef idx="minor"/>
        </p:style>
        <p:txBody>
          <a:bodyPr lIns="0" tIns="0" rIns="0" bIns="0" anchor="t">
            <a:spAutoFit/>
          </a:bodyPr>
          <a:p>
            <a:pPr algn="ctr" defTabSz="914400">
              <a:lnSpc>
                <a:spcPct val="100000"/>
              </a:lnSpc>
            </a:pPr>
            <a:r>
              <a:rPr lang="en-US" sz="900" b="1" u="none" strike="noStrike">
                <a:solidFill>
                  <a:srgbClr val="F76904"/>
                </a:solidFill>
                <a:effectLst/>
                <a:uFillTx/>
                <a:latin typeface="Arial"/>
              </a:rPr>
              <a:t>Milestone</a:t>
            </a:r>
            <a:endParaRPr lang="en-US" sz="900" b="0" u="none" strike="noStrike">
              <a:solidFill>
                <a:srgbClr val="000000"/>
              </a:solidFill>
              <a:effectLst/>
              <a:uFillTx/>
              <a:latin typeface="Arial"/>
            </a:endParaRPr>
          </a:p>
          <a:p>
            <a:pPr algn="ctr" defTabSz="914400">
              <a:lnSpc>
                <a:spcPct val="100000"/>
              </a:lnSpc>
            </a:pPr>
            <a:r>
              <a:rPr lang="en-US" sz="900" b="0" u="none" strike="noStrike">
                <a:solidFill>
                  <a:srgbClr val="F76904"/>
                </a:solidFill>
                <a:effectLst/>
                <a:uFillTx/>
                <a:latin typeface="Arial"/>
              </a:rPr>
              <a:t>11/16</a:t>
            </a:r>
            <a:endParaRPr lang="en-US" sz="900" b="0" u="none" strike="noStrike">
              <a:solidFill>
                <a:srgbClr val="000000"/>
              </a:solidFill>
              <a:effectLst/>
              <a:uFillTx/>
              <a:latin typeface="Arial"/>
            </a:endParaRPr>
          </a:p>
        </p:txBody>
      </p:sp>
      <p:sp>
        <p:nvSpPr>
          <p:cNvPr id="778" name="TextBox 42"/>
          <p:cNvSpPr/>
          <p:nvPr/>
        </p:nvSpPr>
        <p:spPr>
          <a:xfrm>
            <a:off x="9557640" y="5577840"/>
            <a:ext cx="912960" cy="382680"/>
          </a:xfrm>
          <a:prstGeom prst="rect">
            <a:avLst/>
          </a:prstGeom>
          <a:noFill/>
          <a:ln w="0">
            <a:noFill/>
          </a:ln>
        </p:spPr>
        <p:style>
          <a:lnRef idx="0"/>
          <a:fillRef idx="0"/>
          <a:effectRef idx="0"/>
          <a:fontRef idx="minor"/>
        </p:style>
        <p:txBody>
          <a:bodyPr lIns="0" tIns="0" rIns="0" bIns="0" anchor="t">
            <a:spAutoFit/>
          </a:bodyPr>
          <a:p>
            <a:pPr algn="ctr" defTabSz="914400">
              <a:lnSpc>
                <a:spcPct val="100000"/>
              </a:lnSpc>
            </a:pPr>
            <a:r>
              <a:rPr lang="en-US" sz="900" b="1" u="none" strike="noStrike">
                <a:solidFill>
                  <a:srgbClr val="F6BE00"/>
                </a:solidFill>
                <a:effectLst/>
                <a:uFillTx/>
                <a:latin typeface="Arial"/>
              </a:rPr>
              <a:t>Draft</a:t>
            </a:r>
            <a:endParaRPr lang="en-US" sz="900" b="0" u="none" strike="noStrike">
              <a:solidFill>
                <a:srgbClr val="000000"/>
              </a:solidFill>
              <a:effectLst/>
              <a:uFillTx/>
              <a:latin typeface="Arial"/>
            </a:endParaRPr>
          </a:p>
          <a:p>
            <a:pPr algn="ctr" defTabSz="914400">
              <a:lnSpc>
                <a:spcPct val="100000"/>
              </a:lnSpc>
            </a:pPr>
            <a:r>
              <a:rPr lang="en-US" sz="900" b="0" u="none" strike="noStrike">
                <a:solidFill>
                  <a:srgbClr val="F6BE00"/>
                </a:solidFill>
                <a:effectLst/>
                <a:uFillTx/>
                <a:latin typeface="Arial"/>
              </a:rPr>
              <a:t>11/23</a:t>
            </a:r>
            <a:endParaRPr lang="en-US" sz="900" b="0" u="none" strike="noStrike">
              <a:solidFill>
                <a:srgbClr val="000000"/>
              </a:solidFill>
              <a:effectLst/>
              <a:uFillTx/>
              <a:latin typeface="Arial"/>
            </a:endParaRPr>
          </a:p>
        </p:txBody>
      </p:sp>
      <p:sp>
        <p:nvSpPr>
          <p:cNvPr id="779" name="TextBox 43"/>
          <p:cNvSpPr/>
          <p:nvPr/>
        </p:nvSpPr>
        <p:spPr>
          <a:xfrm>
            <a:off x="10163160" y="5577840"/>
            <a:ext cx="912960" cy="382680"/>
          </a:xfrm>
          <a:prstGeom prst="rect">
            <a:avLst/>
          </a:prstGeom>
          <a:noFill/>
          <a:ln w="0">
            <a:noFill/>
          </a:ln>
        </p:spPr>
        <p:style>
          <a:lnRef idx="0"/>
          <a:fillRef idx="0"/>
          <a:effectRef idx="0"/>
          <a:fontRef idx="minor"/>
        </p:style>
        <p:txBody>
          <a:bodyPr lIns="0" tIns="0" rIns="0" bIns="0" anchor="t">
            <a:spAutoFit/>
          </a:bodyPr>
          <a:p>
            <a:pPr algn="ctr" defTabSz="914400">
              <a:lnSpc>
                <a:spcPct val="100000"/>
              </a:lnSpc>
            </a:pPr>
            <a:r>
              <a:rPr lang="en-US" sz="900" b="1" u="none" strike="noStrike">
                <a:solidFill>
                  <a:srgbClr val="0E2841"/>
                </a:solidFill>
                <a:effectLst/>
                <a:uFillTx/>
                <a:latin typeface="Arial"/>
              </a:rPr>
              <a:t>Standup</a:t>
            </a:r>
            <a:endParaRPr lang="en-US" sz="900" b="0" u="none" strike="noStrike">
              <a:solidFill>
                <a:srgbClr val="000000"/>
              </a:solidFill>
              <a:effectLst/>
              <a:uFillTx/>
              <a:latin typeface="Arial"/>
            </a:endParaRPr>
          </a:p>
          <a:p>
            <a:pPr algn="ctr" defTabSz="914400">
              <a:lnSpc>
                <a:spcPct val="100000"/>
              </a:lnSpc>
            </a:pPr>
            <a:r>
              <a:rPr lang="en-US" sz="900" b="0" u="none" strike="noStrike">
                <a:solidFill>
                  <a:srgbClr val="0E2841"/>
                </a:solidFill>
                <a:effectLst/>
                <a:uFillTx/>
                <a:latin typeface="Arial"/>
              </a:rPr>
              <a:t>11/30</a:t>
            </a:r>
            <a:endParaRPr lang="en-US" sz="900" b="0" u="none" strike="noStrike">
              <a:solidFill>
                <a:srgbClr val="000000"/>
              </a:solidFill>
              <a:effectLst/>
              <a:uFillTx/>
              <a:latin typeface="Arial"/>
            </a:endParaRPr>
          </a:p>
        </p:txBody>
      </p:sp>
      <p:sp>
        <p:nvSpPr>
          <p:cNvPr id="780" name="TextBox 44"/>
          <p:cNvSpPr/>
          <p:nvPr/>
        </p:nvSpPr>
        <p:spPr>
          <a:xfrm>
            <a:off x="10941840" y="5577840"/>
            <a:ext cx="912960" cy="382680"/>
          </a:xfrm>
          <a:prstGeom prst="rect">
            <a:avLst/>
          </a:prstGeom>
          <a:noFill/>
          <a:ln w="0">
            <a:noFill/>
          </a:ln>
        </p:spPr>
        <p:style>
          <a:lnRef idx="0"/>
          <a:fillRef idx="0"/>
          <a:effectRef idx="0"/>
          <a:fontRef idx="minor"/>
        </p:style>
        <p:txBody>
          <a:bodyPr lIns="0" tIns="0" rIns="0" bIns="0" anchor="t">
            <a:spAutoFit/>
          </a:bodyPr>
          <a:p>
            <a:pPr algn="ctr" defTabSz="914400">
              <a:lnSpc>
                <a:spcPct val="100000"/>
              </a:lnSpc>
            </a:pPr>
            <a:r>
              <a:rPr lang="en-US" sz="900" b="1" u="none" strike="noStrike">
                <a:solidFill>
                  <a:srgbClr val="DA291B"/>
                </a:solidFill>
                <a:effectLst/>
                <a:uFillTx/>
                <a:latin typeface="Arial"/>
              </a:rPr>
              <a:t>Demo</a:t>
            </a:r>
            <a:endParaRPr lang="en-US" sz="900" b="0" u="none" strike="noStrike">
              <a:solidFill>
                <a:srgbClr val="000000"/>
              </a:solidFill>
              <a:effectLst/>
              <a:uFillTx/>
              <a:latin typeface="Arial"/>
            </a:endParaRPr>
          </a:p>
          <a:p>
            <a:pPr algn="ctr" defTabSz="914400">
              <a:lnSpc>
                <a:spcPct val="100000"/>
              </a:lnSpc>
            </a:pPr>
            <a:r>
              <a:rPr lang="en-US" sz="900" b="0" u="none" strike="noStrike">
                <a:solidFill>
                  <a:srgbClr val="DA291B"/>
                </a:solidFill>
                <a:effectLst/>
                <a:uFillTx/>
                <a:latin typeface="Arial"/>
              </a:rPr>
              <a:t>12/9</a:t>
            </a:r>
            <a:endParaRPr lang="en-US" sz="900" b="0" u="none" strike="noStrike">
              <a:solidFill>
                <a:srgbClr val="000000"/>
              </a:solidFill>
              <a:effectLst/>
              <a:uFillTx/>
              <a:latin typeface="Arial"/>
            </a:endParaRPr>
          </a:p>
        </p:txBody>
      </p:sp>
      <p:sp>
        <p:nvSpPr>
          <p:cNvPr id="781" name="Sub Bar 45"/>
          <p:cNvSpPr/>
          <p:nvPr/>
        </p:nvSpPr>
        <p:spPr>
          <a:xfrm>
            <a:off x="2921040" y="1974960"/>
            <a:ext cx="4064400" cy="150840"/>
          </a:xfrm>
          <a:prstGeom prst="roundRect">
            <a:avLst>
              <a:gd name="adj" fmla="val 25000"/>
            </a:avLst>
          </a:prstGeom>
          <a:solidFill>
            <a:srgbClr val="0E2841"/>
          </a:solidFill>
          <a:ln>
            <a:noFill/>
          </a:ln>
        </p:spPr>
        <p:style>
          <a:lnRef idx="1">
            <a:schemeClr val="accent1"/>
          </a:lnRef>
          <a:fillRef idx="3">
            <a:schemeClr val="accent1"/>
          </a:fillRef>
          <a:effectRef idx="2">
            <a:schemeClr val="accent1"/>
          </a:effectRef>
          <a:fontRef idx="minor"/>
        </p:style>
        <p:txBody>
          <a:bodyPr lIns="0" tIns="0" rIns="0" bIns="0" anchor="ctr">
            <a:noAutofit/>
          </a:bodyPr>
          <a:p>
            <a:pPr algn="ctr" defTabSz="914400">
              <a:lnSpc>
                <a:spcPct val="100000"/>
              </a:lnSpc>
            </a:pPr>
            <a:r>
              <a:rPr lang="en-US" sz="700" b="1" u="none" strike="noStrike">
                <a:solidFill>
                  <a:srgbClr val="FFFFFF"/>
                </a:solidFill>
                <a:effectLst/>
                <a:uFillTx/>
                <a:latin typeface="Arial"/>
              </a:rPr>
              <a:t>Reward redesign</a:t>
            </a:r>
            <a:endParaRPr lang="en-US" sz="700" b="0" u="none" strike="noStrike">
              <a:solidFill>
                <a:srgbClr val="FFFFFF"/>
              </a:solidFill>
              <a:effectLst/>
              <a:uFillTx/>
              <a:latin typeface="Arial"/>
            </a:endParaRPr>
          </a:p>
        </p:txBody>
      </p:sp>
      <p:sp>
        <p:nvSpPr>
          <p:cNvPr id="782" name="Sub Bar 46"/>
          <p:cNvSpPr/>
          <p:nvPr/>
        </p:nvSpPr>
        <p:spPr>
          <a:xfrm>
            <a:off x="2921040" y="2173320"/>
            <a:ext cx="4064400" cy="150840"/>
          </a:xfrm>
          <a:prstGeom prst="roundRect">
            <a:avLst>
              <a:gd name="adj" fmla="val 25000"/>
            </a:avLst>
          </a:prstGeom>
          <a:solidFill>
            <a:srgbClr val="F76904"/>
          </a:solidFill>
          <a:ln>
            <a:noFill/>
          </a:ln>
        </p:spPr>
        <p:style>
          <a:lnRef idx="1">
            <a:schemeClr val="accent1"/>
          </a:lnRef>
          <a:fillRef idx="3">
            <a:schemeClr val="accent1"/>
          </a:fillRef>
          <a:effectRef idx="2">
            <a:schemeClr val="accent1"/>
          </a:effectRef>
          <a:fontRef idx="minor"/>
        </p:style>
        <p:txBody>
          <a:bodyPr lIns="0" tIns="0" rIns="0" bIns="0" anchor="ctr">
            <a:noAutofit/>
          </a:bodyPr>
          <a:p>
            <a:pPr algn="ctr" defTabSz="914400">
              <a:lnSpc>
                <a:spcPct val="100000"/>
              </a:lnSpc>
            </a:pPr>
            <a:r>
              <a:rPr lang="en-US" sz="700" b="1" u="none" strike="noStrike">
                <a:solidFill>
                  <a:srgbClr val="FFFFFF"/>
                </a:solidFill>
                <a:effectLst/>
                <a:uFillTx/>
                <a:latin typeface="Arial"/>
              </a:rPr>
              <a:t>Bug lockdown</a:t>
            </a:r>
            <a:endParaRPr lang="en-US" sz="700" b="0" u="none" strike="noStrike">
              <a:solidFill>
                <a:srgbClr val="FFFFFF"/>
              </a:solidFill>
              <a:effectLst/>
              <a:uFillTx/>
              <a:latin typeface="Arial"/>
            </a:endParaRPr>
          </a:p>
        </p:txBody>
      </p:sp>
      <p:sp>
        <p:nvSpPr>
          <p:cNvPr id="783" name="Sub Bar 47"/>
          <p:cNvSpPr/>
          <p:nvPr/>
        </p:nvSpPr>
        <p:spPr>
          <a:xfrm>
            <a:off x="9409320" y="3861720"/>
            <a:ext cx="200520" cy="150840"/>
          </a:xfrm>
          <a:prstGeom prst="roundRect">
            <a:avLst>
              <a:gd name="adj" fmla="val 25000"/>
            </a:avLst>
          </a:prstGeom>
          <a:solidFill>
            <a:srgbClr val="0E2841"/>
          </a:solidFill>
          <a:ln>
            <a:noFill/>
          </a:ln>
        </p:spPr>
        <p:style>
          <a:lnRef idx="1">
            <a:schemeClr val="accent1"/>
          </a:lnRef>
          <a:fillRef idx="3">
            <a:schemeClr val="accent1"/>
          </a:fillRef>
          <a:effectRef idx="2">
            <a:schemeClr val="accent1"/>
          </a:effectRef>
          <a:fontRef idx="minor"/>
        </p:style>
        <p:txBody>
          <a:bodyPr lIns="0" tIns="0" rIns="0" bIns="0" anchor="ctr">
            <a:noAutofit/>
          </a:bodyPr>
          <a:p>
            <a:endParaRPr lang="en-US" sz="1800" b="0" u="none" strike="noStrike">
              <a:solidFill>
                <a:schemeClr val="lt1"/>
              </a:solidFill>
              <a:effectLst/>
              <a:uFillTx/>
              <a:latin typeface="Arial"/>
            </a:endParaRPr>
          </a:p>
        </p:txBody>
      </p:sp>
      <p:sp>
        <p:nvSpPr>
          <p:cNvPr id="784" name="Sub Bar 48"/>
          <p:cNvSpPr/>
          <p:nvPr/>
        </p:nvSpPr>
        <p:spPr>
          <a:xfrm>
            <a:off x="9611280" y="3861720"/>
            <a:ext cx="200520" cy="150840"/>
          </a:xfrm>
          <a:prstGeom prst="roundRect">
            <a:avLst>
              <a:gd name="adj" fmla="val 25000"/>
            </a:avLst>
          </a:prstGeom>
          <a:solidFill>
            <a:srgbClr val="F76904"/>
          </a:solidFill>
          <a:ln>
            <a:noFill/>
          </a:ln>
        </p:spPr>
        <p:style>
          <a:lnRef idx="1">
            <a:schemeClr val="accent1"/>
          </a:lnRef>
          <a:fillRef idx="3">
            <a:schemeClr val="accent1"/>
          </a:fillRef>
          <a:effectRef idx="2">
            <a:schemeClr val="accent1"/>
          </a:effectRef>
          <a:fontRef idx="minor"/>
        </p:style>
        <p:txBody>
          <a:bodyPr lIns="0" tIns="0" rIns="0" bIns="0" anchor="ctr">
            <a:noAutofit/>
          </a:bodyPr>
          <a:p>
            <a:endParaRPr lang="en-US" sz="1800" b="0" u="none" strike="noStrike">
              <a:solidFill>
                <a:schemeClr val="lt1"/>
              </a:solidFill>
              <a:effectLst/>
              <a:uFillTx/>
              <a:latin typeface="Arial"/>
            </a:endParaRPr>
          </a:p>
        </p:txBody>
      </p:sp>
      <p:sp>
        <p:nvSpPr>
          <p:cNvPr id="785" name="Sub Bar 49"/>
          <p:cNvSpPr/>
          <p:nvPr/>
        </p:nvSpPr>
        <p:spPr>
          <a:xfrm>
            <a:off x="9813240" y="3861720"/>
            <a:ext cx="200520" cy="150840"/>
          </a:xfrm>
          <a:prstGeom prst="roundRect">
            <a:avLst>
              <a:gd name="adj" fmla="val 25000"/>
            </a:avLst>
          </a:prstGeom>
          <a:solidFill>
            <a:srgbClr val="F6BE00"/>
          </a:solidFill>
          <a:ln>
            <a:noFill/>
          </a:ln>
        </p:spPr>
        <p:style>
          <a:lnRef idx="1">
            <a:schemeClr val="accent1"/>
          </a:lnRef>
          <a:fillRef idx="3">
            <a:schemeClr val="accent1"/>
          </a:fillRef>
          <a:effectRef idx="2">
            <a:schemeClr val="accent1"/>
          </a:effectRef>
          <a:fontRef idx="minor"/>
        </p:style>
        <p:txBody>
          <a:bodyPr lIns="0" tIns="0" rIns="0" bIns="0" anchor="ctr">
            <a:noAutofit/>
          </a:bodyPr>
          <a:p>
            <a:endParaRPr lang="en-US" sz="1800" b="0" u="none" strike="noStrike">
              <a:solidFill>
                <a:schemeClr val="lt1"/>
              </a:solidFill>
              <a:effectLst/>
              <a:uFillTx/>
              <a:latin typeface="Arial"/>
            </a:endParaRPr>
          </a:p>
        </p:txBody>
      </p:sp>
      <p:sp>
        <p:nvSpPr>
          <p:cNvPr id="786" name="TextBox 50"/>
          <p:cNvSpPr/>
          <p:nvPr/>
        </p:nvSpPr>
        <p:spPr>
          <a:xfrm>
            <a:off x="10114920" y="3861720"/>
            <a:ext cx="1527120" cy="150840"/>
          </a:xfrm>
          <a:prstGeom prst="rect">
            <a:avLst/>
          </a:prstGeom>
          <a:noFill/>
          <a:ln w="0">
            <a:noFill/>
          </a:ln>
        </p:spPr>
        <p:style>
          <a:lnRef idx="0"/>
          <a:fillRef idx="0"/>
          <a:effectRef idx="0"/>
          <a:fontRef idx="minor"/>
        </p:style>
        <p:txBody>
          <a:bodyPr wrap="none" lIns="0" tIns="0" rIns="0" bIns="0" anchor="ctr">
            <a:noAutofit/>
          </a:bodyPr>
          <a:p>
            <a:pPr defTabSz="914400">
              <a:lnSpc>
                <a:spcPct val="100000"/>
              </a:lnSpc>
            </a:pPr>
            <a:r>
              <a:rPr lang="en-US" sz="700" b="0" i="1" u="none" strike="noStrike">
                <a:solidFill>
                  <a:srgbClr val="717479"/>
                </a:solidFill>
                <a:effectLst/>
                <a:uFillTx/>
                <a:latin typeface="Arial"/>
              </a:rPr>
              <a:t>3 sub-steps - highest risk</a:t>
            </a:r>
            <a:endParaRPr lang="en-US" sz="7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2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87" name="TextBox 1"/>
          <p:cNvSpPr/>
          <p:nvPr/>
        </p:nvSpPr>
        <p:spPr>
          <a:xfrm>
            <a:off x="548640" y="320040"/>
            <a:ext cx="11090160" cy="711720"/>
          </a:xfrm>
          <a:prstGeom prst="rect">
            <a:avLst/>
          </a:prstGeom>
          <a:noFill/>
          <a:ln w="0">
            <a:noFill/>
          </a:ln>
        </p:spPr>
        <p:style>
          <a:lnRef idx="0"/>
          <a:fillRef idx="0"/>
          <a:effectRef idx="0"/>
          <a:fontRef idx="minor"/>
        </p:style>
        <p:txBody>
          <a:bodyPr lIns="0" tIns="0" rIns="0" bIns="0" anchor="b">
            <a:spAutoFit/>
          </a:bodyPr>
          <a:p>
            <a:pPr defTabSz="914400">
              <a:lnSpc>
                <a:spcPct val="100000"/>
              </a:lnSpc>
            </a:pPr>
            <a:r>
              <a:rPr lang="en-US" sz="2800" b="1" u="none" strike="noStrike">
                <a:solidFill>
                  <a:srgbClr val="0E2841"/>
                </a:solidFill>
                <a:effectLst/>
                <a:uFillTx/>
                <a:latin typeface="Arial"/>
              </a:rPr>
              <a:t>Appendix - Full Logging Schema</a:t>
            </a:r>
            <a:endParaRPr lang="en-US" sz="2800" b="0" u="none" strike="noStrike">
              <a:solidFill>
                <a:srgbClr val="000000"/>
              </a:solidFill>
              <a:effectLst/>
              <a:uFillTx/>
              <a:latin typeface="Arial"/>
            </a:endParaRPr>
          </a:p>
        </p:txBody>
      </p:sp>
      <p:sp>
        <p:nvSpPr>
          <p:cNvPr id="788" name="TextBox 2"/>
          <p:cNvSpPr/>
          <p:nvPr/>
        </p:nvSpPr>
        <p:spPr>
          <a:xfrm>
            <a:off x="548640" y="960120"/>
            <a:ext cx="10514160" cy="272880"/>
          </a:xfrm>
          <a:prstGeom prst="rect">
            <a:avLst/>
          </a:prstGeom>
          <a:noFill/>
          <a:ln w="0">
            <a:noFill/>
          </a:ln>
        </p:spPr>
        <p:style>
          <a:lnRef idx="0"/>
          <a:fillRef idx="0"/>
          <a:effectRef idx="0"/>
          <a:fontRef idx="minor"/>
        </p:style>
        <p:txBody>
          <a:bodyPr lIns="0" tIns="0" rIns="0" bIns="0" anchor="t">
            <a:spAutoFit/>
          </a:bodyPr>
          <a:p>
            <a:pPr defTabSz="914400">
              <a:lnSpc>
                <a:spcPct val="100000"/>
              </a:lnSpc>
            </a:pPr>
            <a:r>
              <a:rPr lang="en-US" sz="1250" b="0" u="none" strike="noStrike">
                <a:solidFill>
                  <a:srgbClr val="717479"/>
                </a:solidFill>
                <a:effectLst/>
                <a:uFillTx/>
                <a:latin typeface="Arial"/>
              </a:rPr>
              <a:t>For anyone who wants the gory detail - the full column list behind “The Logging Explosion”</a:t>
            </a:r>
            <a:endParaRPr lang="en-US" sz="1250" b="0" u="none" strike="noStrike">
              <a:solidFill>
                <a:srgbClr val="000000"/>
              </a:solidFill>
              <a:effectLst/>
              <a:uFillTx/>
              <a:latin typeface="Arial"/>
            </a:endParaRPr>
          </a:p>
        </p:txBody>
      </p:sp>
      <p:sp>
        <p:nvSpPr>
          <p:cNvPr id="789" name="Rounded Rectangle 3"/>
          <p:cNvSpPr/>
          <p:nvPr/>
        </p:nvSpPr>
        <p:spPr>
          <a:xfrm>
            <a:off x="548640" y="1417320"/>
            <a:ext cx="7633800" cy="4433400"/>
          </a:xfrm>
          <a:prstGeom prst="roundRect">
            <a:avLst>
              <a:gd name="adj" fmla="val 6000"/>
            </a:avLst>
          </a:prstGeom>
          <a:solidFill>
            <a:srgbClr val="E8E8E8"/>
          </a:solidFill>
          <a:ln>
            <a:noFill/>
          </a:ln>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Arial"/>
            </a:endParaRPr>
          </a:p>
        </p:txBody>
      </p:sp>
      <p:sp>
        <p:nvSpPr>
          <p:cNvPr id="790" name="TextBox 4"/>
          <p:cNvSpPr/>
          <p:nvPr/>
        </p:nvSpPr>
        <p:spPr>
          <a:xfrm>
            <a:off x="749880" y="1581840"/>
            <a:ext cx="3519000" cy="4104360"/>
          </a:xfrm>
          <a:prstGeom prst="rect">
            <a:avLst/>
          </a:prstGeom>
          <a:noFill/>
          <a:ln w="0">
            <a:noFill/>
          </a:ln>
        </p:spPr>
        <p:style>
          <a:lnRef idx="0"/>
          <a:fillRef idx="0"/>
          <a:effectRef idx="0"/>
          <a:fontRef idx="minor"/>
        </p:style>
        <p:txBody>
          <a:bodyPr lIns="0" tIns="0" rIns="0" bIns="0" anchor="t">
            <a:spAutoFit/>
          </a:bodyPr>
          <a:p>
            <a:pPr defTabSz="914400">
              <a:lnSpc>
                <a:spcPct val="100000"/>
              </a:lnSpc>
            </a:pPr>
            <a:r>
              <a:rPr lang="en-US" sz="1000" b="1" u="none" strike="noStrike">
                <a:solidFill>
                  <a:srgbClr val="0E2841"/>
                </a:solidFill>
                <a:effectLst/>
                <a:uFillTx/>
                <a:latin typeface="Courier New"/>
              </a:rPr>
              <a:t>results.csv</a:t>
            </a:r>
            <a:endParaRPr lang="en-US" sz="1000" b="0" u="none" strike="noStrike">
              <a:solidFill>
                <a:srgbClr val="000000"/>
              </a:solidFill>
              <a:effectLst/>
              <a:uFillTx/>
              <a:latin typeface="Arial"/>
            </a:endParaRPr>
          </a:p>
          <a:p>
            <a:pPr defTabSz="914400">
              <a:lnSpc>
                <a:spcPct val="100000"/>
              </a:lnSpc>
            </a:pPr>
            <a:r>
              <a:rPr lang="en-US" sz="780" b="0" u="none" strike="noStrike">
                <a:solidFill>
                  <a:srgbClr val="333A40"/>
                </a:solidFill>
                <a:effectLst/>
                <a:uFillTx/>
                <a:latin typeface="Courier New"/>
              </a:rPr>
              <a:t>timestamp, instance, rule, seed, makespan, jobs, machines, total_ops, agvCount, decisions, total_reward, timescale, parking_method, pre_dispatching_method, stochastic_tag, weibull_k, weibull_lambda, mean_ttf_theoretical, repair_log_mu, repair_log_sigma, episode_failures, total_repair_time, dynamic_arrivals, arrival_lambda, mean_interarrival_theoretical, mean_interarrival_realised, last_arrival_sim_time, mean_flow_time, p95_flow_time, max_flow_time, mean_transport_wait, jobs_censored, deadlock_detected, deadlock_sim_time</a:t>
            </a:r>
            <a:endParaRPr lang="en-US" sz="780" b="0" u="none" strike="noStrike">
              <a:solidFill>
                <a:srgbClr val="000000"/>
              </a:solidFill>
              <a:effectLst/>
              <a:uFillTx/>
              <a:latin typeface="Arial"/>
            </a:endParaRPr>
          </a:p>
          <a:p>
            <a:pPr defTabSz="914400">
              <a:lnSpc>
                <a:spcPct val="100000"/>
              </a:lnSpc>
              <a:spcBef>
                <a:spcPts val="901"/>
              </a:spcBef>
            </a:pPr>
            <a:r>
              <a:rPr lang="en-US" sz="1000" b="1" u="none" strike="noStrike">
                <a:solidFill>
                  <a:srgbClr val="0E2841"/>
                </a:solidFill>
                <a:effectLst/>
                <a:uFillTx/>
                <a:latin typeface="Courier New"/>
              </a:rPr>
              <a:t>agv_performance.csv</a:t>
            </a:r>
            <a:endParaRPr lang="en-US" sz="1000" b="0" u="none" strike="noStrike">
              <a:solidFill>
                <a:srgbClr val="000000"/>
              </a:solidFill>
              <a:effectLst/>
              <a:uFillTx/>
              <a:latin typeface="Arial"/>
            </a:endParaRPr>
          </a:p>
          <a:p>
            <a:pPr defTabSz="914400">
              <a:lnSpc>
                <a:spcPct val="100000"/>
              </a:lnSpc>
            </a:pPr>
            <a:r>
              <a:rPr lang="en-US" sz="780" b="0" u="none" strike="noStrike">
                <a:solidFill>
                  <a:srgbClr val="333A40"/>
                </a:solidFill>
                <a:effectLst/>
                <a:uFillTx/>
                <a:latin typeface="Courier New"/>
              </a:rPr>
              <a:t>timestamp, instance, rule, seed, makespan, agv_id, total_trips, mean_trip_duration, time_idle, time_waiting_route, time_traveling, time_loading, time_unloading, total_path_length, reroute_count, congestion_fraction, stall_recovery_count</a:t>
            </a:r>
            <a:endParaRPr lang="en-US" sz="780" b="0" u="none" strike="noStrike">
              <a:solidFill>
                <a:srgbClr val="000000"/>
              </a:solidFill>
              <a:effectLst/>
              <a:uFillTx/>
              <a:latin typeface="Arial"/>
            </a:endParaRPr>
          </a:p>
          <a:p>
            <a:pPr defTabSz="914400">
              <a:lnSpc>
                <a:spcPct val="100000"/>
              </a:lnSpc>
              <a:spcBef>
                <a:spcPts val="901"/>
              </a:spcBef>
            </a:pPr>
            <a:r>
              <a:rPr lang="en-US" sz="1000" b="1" u="none" strike="noStrike">
                <a:solidFill>
                  <a:srgbClr val="0E2841"/>
                </a:solidFill>
                <a:effectLst/>
                <a:uFillTx/>
                <a:latin typeface="Courier New"/>
              </a:rPr>
              <a:t>decision_log.csv</a:t>
            </a:r>
            <a:endParaRPr lang="en-US" sz="1000" b="0" u="none" strike="noStrike">
              <a:solidFill>
                <a:srgbClr val="000000"/>
              </a:solidFill>
              <a:effectLst/>
              <a:uFillTx/>
              <a:latin typeface="Arial"/>
            </a:endParaRPr>
          </a:p>
          <a:p>
            <a:pPr defTabSz="914400">
              <a:lnSpc>
                <a:spcPct val="100000"/>
              </a:lnSpc>
            </a:pPr>
            <a:r>
              <a:rPr lang="en-US" sz="780" b="0" u="none" strike="noStrike">
                <a:solidFill>
                  <a:srgbClr val="333A40"/>
                </a:solidFill>
                <a:effectLst/>
                <a:uFillTx/>
                <a:latin typeface="Courier New"/>
              </a:rPr>
              <a:t>timestamp, instance, rule, seed, makespan, sim_time, decision_index, decision_type, subject_id, chosen_id, candidate_count, is_degenerate, candidate_ids, candidate_stat_a, candidate_stat_b, candidate_stat_c</a:t>
            </a:r>
            <a:endParaRPr lang="en-US" sz="780" b="0" u="none" strike="noStrike">
              <a:solidFill>
                <a:srgbClr val="000000"/>
              </a:solidFill>
              <a:effectLst/>
              <a:uFillTx/>
              <a:latin typeface="Arial"/>
            </a:endParaRPr>
          </a:p>
          <a:p>
            <a:pPr defTabSz="914400">
              <a:lnSpc>
                <a:spcPct val="100000"/>
              </a:lnSpc>
              <a:spcBef>
                <a:spcPts val="901"/>
              </a:spcBef>
            </a:pPr>
            <a:r>
              <a:rPr lang="en-US" sz="1000" b="1" u="none" strike="noStrike">
                <a:solidFill>
                  <a:srgbClr val="0E2841"/>
                </a:solidFill>
                <a:effectLst/>
                <a:uFillTx/>
                <a:latin typeface="Courier New"/>
              </a:rPr>
              <a:t>job_completions.csv</a:t>
            </a:r>
            <a:endParaRPr lang="en-US" sz="1000" b="0" u="none" strike="noStrike">
              <a:solidFill>
                <a:srgbClr val="000000"/>
              </a:solidFill>
              <a:effectLst/>
              <a:uFillTx/>
              <a:latin typeface="Arial"/>
            </a:endParaRPr>
          </a:p>
          <a:p>
            <a:pPr defTabSz="914400">
              <a:lnSpc>
                <a:spcPct val="100000"/>
              </a:lnSpc>
            </a:pPr>
            <a:r>
              <a:rPr lang="en-US" sz="780" b="0" u="none" strike="noStrike">
                <a:solidFill>
                  <a:srgbClr val="333A40"/>
                </a:solidFill>
                <a:effectLst/>
                <a:uFillTx/>
                <a:latin typeface="Courier New"/>
              </a:rPr>
              <a:t>timestamp, instance, rule, seed, makespan, job_id, is_dynamic, completed, arrival_time, exit_time, flow_time, total_operations, completed_ops, work_content, time_needs_routing, time_waiting_pickup, time_in_transit, time_queued, time_processing</a:t>
            </a:r>
            <a:endParaRPr lang="en-US" sz="780" b="0" u="none" strike="noStrike">
              <a:solidFill>
                <a:srgbClr val="000000"/>
              </a:solidFill>
              <a:effectLst/>
              <a:uFillTx/>
              <a:latin typeface="Arial"/>
            </a:endParaRPr>
          </a:p>
        </p:txBody>
      </p:sp>
      <p:sp>
        <p:nvSpPr>
          <p:cNvPr id="791" name="TextBox 5"/>
          <p:cNvSpPr/>
          <p:nvPr/>
        </p:nvSpPr>
        <p:spPr>
          <a:xfrm>
            <a:off x="4453200" y="1581840"/>
            <a:ext cx="3519000" cy="4104360"/>
          </a:xfrm>
          <a:prstGeom prst="rect">
            <a:avLst/>
          </a:prstGeom>
          <a:noFill/>
          <a:ln w="0">
            <a:noFill/>
          </a:ln>
        </p:spPr>
        <p:style>
          <a:lnRef idx="0"/>
          <a:fillRef idx="0"/>
          <a:effectRef idx="0"/>
          <a:fontRef idx="minor"/>
        </p:style>
        <p:txBody>
          <a:bodyPr lIns="0" tIns="0" rIns="0" bIns="0" anchor="t">
            <a:spAutoFit/>
          </a:bodyPr>
          <a:p>
            <a:pPr defTabSz="914400">
              <a:lnSpc>
                <a:spcPct val="100000"/>
              </a:lnSpc>
            </a:pPr>
            <a:r>
              <a:rPr lang="en-US" sz="1000" b="1" u="none" strike="noStrike">
                <a:solidFill>
                  <a:srgbClr val="0E2841"/>
                </a:solidFill>
                <a:effectLst/>
                <a:uFillTx/>
                <a:latin typeface="Courier New"/>
              </a:rPr>
              <a:t>job_operations.csv</a:t>
            </a:r>
            <a:endParaRPr lang="en-US" sz="1000" b="0" u="none" strike="noStrike">
              <a:solidFill>
                <a:srgbClr val="000000"/>
              </a:solidFill>
              <a:effectLst/>
              <a:uFillTx/>
              <a:latin typeface="Arial"/>
            </a:endParaRPr>
          </a:p>
          <a:p>
            <a:pPr defTabSz="914400">
              <a:lnSpc>
                <a:spcPct val="100000"/>
              </a:lnSpc>
            </a:pPr>
            <a:r>
              <a:rPr lang="en-US" sz="780" b="0" u="none" strike="noStrike">
                <a:solidFill>
                  <a:srgbClr val="333A40"/>
                </a:solidFill>
                <a:effectLst/>
                <a:uFillTx/>
                <a:latin typeface="Courier New"/>
              </a:rPr>
              <a:t>timestamp, instance, rule, seed, makespan, job_id, is_dynamic, arrival_time, op_index, machine_type_required, eligible_machine_count, min_proc_time, max_proc_time, mean_proc_time, proc_time_spread, travel_time, queue_entry_time, proc_start_time, proc_end_time, realized_proc_time, queue_wait_time</a:t>
            </a:r>
            <a:endParaRPr lang="en-US" sz="780" b="0" u="none" strike="noStrike">
              <a:solidFill>
                <a:srgbClr val="000000"/>
              </a:solidFill>
              <a:effectLst/>
              <a:uFillTx/>
              <a:latin typeface="Arial"/>
            </a:endParaRPr>
          </a:p>
          <a:p>
            <a:pPr defTabSz="914400">
              <a:lnSpc>
                <a:spcPct val="100000"/>
              </a:lnSpc>
              <a:spcBef>
                <a:spcPts val="901"/>
              </a:spcBef>
            </a:pPr>
            <a:r>
              <a:rPr lang="en-US" sz="1000" b="1" u="none" strike="noStrike">
                <a:solidFill>
                  <a:srgbClr val="0E2841"/>
                </a:solidFill>
                <a:effectLst/>
                <a:uFillTx/>
                <a:latin typeface="Courier New"/>
              </a:rPr>
              <a:t>machine_utilization.csv</a:t>
            </a:r>
            <a:endParaRPr lang="en-US" sz="1000" b="0" u="none" strike="noStrike">
              <a:solidFill>
                <a:srgbClr val="000000"/>
              </a:solidFill>
              <a:effectLst/>
              <a:uFillTx/>
              <a:latin typeface="Arial"/>
            </a:endParaRPr>
          </a:p>
          <a:p>
            <a:pPr defTabSz="914400">
              <a:lnSpc>
                <a:spcPct val="100000"/>
              </a:lnSpc>
            </a:pPr>
            <a:r>
              <a:rPr lang="en-US" sz="780" b="0" u="none" strike="noStrike">
                <a:solidFill>
                  <a:srgbClr val="333A40"/>
                </a:solidFill>
                <a:effectLst/>
                <a:uFillTx/>
                <a:latin typeface="Courier New"/>
              </a:rPr>
              <a:t>timestamp, instance, rule, seed, makespan, machine_id, machine_type, ops_completed, time_processing, time_operational, utilization_rate, idle_time, idle_rate, availability_rate, failure_count, total_repair_time</a:t>
            </a:r>
            <a:endParaRPr lang="en-US" sz="780" b="0" u="none" strike="noStrike">
              <a:solidFill>
                <a:srgbClr val="000000"/>
              </a:solidFill>
              <a:effectLst/>
              <a:uFillTx/>
              <a:latin typeface="Arial"/>
            </a:endParaRPr>
          </a:p>
          <a:p>
            <a:pPr defTabSz="914400">
              <a:lnSpc>
                <a:spcPct val="100000"/>
              </a:lnSpc>
              <a:spcBef>
                <a:spcPts val="901"/>
              </a:spcBef>
            </a:pPr>
            <a:r>
              <a:rPr lang="en-US" sz="1000" b="1" u="none" strike="noStrike">
                <a:solidFill>
                  <a:srgbClr val="0E2841"/>
                </a:solidFill>
                <a:effectLst/>
                <a:uFillTx/>
                <a:latin typeface="Courier New"/>
              </a:rPr>
              <a:t>segment_congestion.csv</a:t>
            </a:r>
            <a:endParaRPr lang="en-US" sz="1000" b="0" u="none" strike="noStrike">
              <a:solidFill>
                <a:srgbClr val="000000"/>
              </a:solidFill>
              <a:effectLst/>
              <a:uFillTx/>
              <a:latin typeface="Arial"/>
            </a:endParaRPr>
          </a:p>
          <a:p>
            <a:pPr defTabSz="914400">
              <a:lnSpc>
                <a:spcPct val="100000"/>
              </a:lnSpc>
            </a:pPr>
            <a:r>
              <a:rPr lang="en-US" sz="780" b="0" u="none" strike="noStrike">
                <a:solidFill>
                  <a:srgbClr val="333A40"/>
                </a:solidFill>
                <a:effectLst/>
                <a:uFillTx/>
                <a:latin typeface="Courier New"/>
              </a:rPr>
              <a:t>timestamp, instance, rule, seed, makespan, zone_id, zone_name, aisle_type, flow_direction, traversal_count, block_events, total_block_time, mean_block_time, block_rate</a:t>
            </a:r>
            <a:endParaRPr lang="en-US" sz="780" b="0" u="none" strike="noStrike">
              <a:solidFill>
                <a:srgbClr val="000000"/>
              </a:solidFill>
              <a:effectLst/>
              <a:uFillTx/>
              <a:latin typeface="Arial"/>
            </a:endParaRPr>
          </a:p>
          <a:p>
            <a:pPr defTabSz="914400">
              <a:lnSpc>
                <a:spcPct val="100000"/>
              </a:lnSpc>
              <a:spcBef>
                <a:spcPts val="901"/>
              </a:spcBef>
            </a:pPr>
            <a:r>
              <a:rPr lang="en-US" sz="1000" b="1" u="none" strike="noStrike">
                <a:solidFill>
                  <a:srgbClr val="0E2841"/>
                </a:solidFill>
                <a:effectLst/>
                <a:uFillTx/>
                <a:latin typeface="Courier New"/>
              </a:rPr>
              <a:t>throughput.csv</a:t>
            </a:r>
            <a:endParaRPr lang="en-US" sz="1000" b="0" u="none" strike="noStrike">
              <a:solidFill>
                <a:srgbClr val="000000"/>
              </a:solidFill>
              <a:effectLst/>
              <a:uFillTx/>
              <a:latin typeface="Arial"/>
            </a:endParaRPr>
          </a:p>
          <a:p>
            <a:pPr defTabSz="914400">
              <a:lnSpc>
                <a:spcPct val="100000"/>
              </a:lnSpc>
            </a:pPr>
            <a:r>
              <a:rPr lang="en-US" sz="780" b="0" u="none" strike="noStrike">
                <a:solidFill>
                  <a:srgbClr val="333A40"/>
                </a:solidFill>
                <a:effectLst/>
                <a:uFillTx/>
                <a:latin typeface="Courier New"/>
              </a:rPr>
              <a:t>timestamp, instance, rule, seed, makespan, window_start, window_end, window_seconds, jobs_completed, throughput_per_sec, throughput_per_min, cumulative_completed, work_in_progress</a:t>
            </a:r>
            <a:endParaRPr lang="en-US" sz="780" b="0" u="none" strike="noStrike">
              <a:solidFill>
                <a:srgbClr val="000000"/>
              </a:solidFill>
              <a:effectLst/>
              <a:uFillTx/>
              <a:latin typeface="Arial"/>
            </a:endParaRPr>
          </a:p>
        </p:txBody>
      </p:sp>
      <p:sp>
        <p:nvSpPr>
          <p:cNvPr id="792" name="Rounded Rectangle 6"/>
          <p:cNvSpPr/>
          <p:nvPr/>
        </p:nvSpPr>
        <p:spPr>
          <a:xfrm>
            <a:off x="8503920" y="1417320"/>
            <a:ext cx="3134880" cy="4433400"/>
          </a:xfrm>
          <a:prstGeom prst="roundRect">
            <a:avLst>
              <a:gd name="adj" fmla="val 6000"/>
            </a:avLst>
          </a:prstGeom>
          <a:solidFill>
            <a:srgbClr val="0E2841"/>
          </a:solidFill>
          <a:ln>
            <a:noFill/>
          </a:ln>
        </p:spPr>
        <p:style>
          <a:lnRef idx="1">
            <a:schemeClr val="accent1"/>
          </a:lnRef>
          <a:fillRef idx="3">
            <a:schemeClr val="accent1"/>
          </a:fillRef>
          <a:effectRef idx="2">
            <a:schemeClr val="accent1"/>
          </a:effectRef>
          <a:fontRef idx="minor"/>
        </p:style>
        <p:txBody>
          <a:bodyPr lIns="255960" tIns="255960" rIns="255960" bIns="255960" anchor="t">
            <a:noAutofit/>
          </a:bodyPr>
          <a:p>
            <a:pPr algn="ctr" defTabSz="914400">
              <a:lnSpc>
                <a:spcPct val="100000"/>
              </a:lnSpc>
            </a:pPr>
            <a:r>
              <a:rPr lang="en-US" sz="1300" b="1" u="none" strike="noStrike">
                <a:solidFill>
                  <a:srgbClr val="F76904"/>
                </a:solidFill>
                <a:effectLst/>
                <a:uFillTx/>
                <a:latin typeface="Arial"/>
              </a:rPr>
              <a:t>OPEN ITEM</a:t>
            </a:r>
            <a:endParaRPr lang="en-US" sz="1300" b="0" u="none" strike="noStrike">
              <a:solidFill>
                <a:srgbClr val="FFFFFF"/>
              </a:solidFill>
              <a:effectLst/>
              <a:uFillTx/>
              <a:latin typeface="Arial"/>
            </a:endParaRPr>
          </a:p>
          <a:p>
            <a:pPr defTabSz="914400">
              <a:lnSpc>
                <a:spcPct val="100000"/>
              </a:lnSpc>
              <a:spcBef>
                <a:spcPts val="1001"/>
              </a:spcBef>
            </a:pPr>
            <a:r>
              <a:rPr lang="en-US" sz="1350" b="1" u="none" strike="noStrike">
                <a:solidFill>
                  <a:srgbClr val="FFFFFF"/>
                </a:solidFill>
                <a:effectLst/>
                <a:uFillTx/>
                <a:latin typeface="Arial"/>
              </a:rPr>
              <a:t>Exploring a research cluster for long-running PPO training.</a:t>
            </a:r>
            <a:endParaRPr lang="en-US" sz="1350" b="0" u="none" strike="noStrike">
              <a:solidFill>
                <a:srgbClr val="FFFFFF"/>
              </a:solidFill>
              <a:effectLst/>
              <a:uFillTx/>
              <a:latin typeface="Arial"/>
            </a:endParaRPr>
          </a:p>
          <a:p>
            <a:pPr defTabSz="914400">
              <a:lnSpc>
                <a:spcPct val="100000"/>
              </a:lnSpc>
              <a:spcBef>
                <a:spcPts val="1001"/>
              </a:spcBef>
            </a:pPr>
            <a:r>
              <a:rPr lang="en-US" sz="1250" b="0" u="none" strike="noStrike">
                <a:solidFill>
                  <a:srgbClr val="D8E0E8"/>
                </a:solidFill>
                <a:effectLst/>
                <a:uFillTx/>
                <a:latin typeface="Arial"/>
              </a:rPr>
              <a:t>Whether it supports scheduling multi-day jobs is still unresolved.</a:t>
            </a:r>
            <a:endParaRPr lang="en-US" sz="1250" b="0" u="none" strike="noStrike">
              <a:solidFill>
                <a:srgbClr val="FFFFFF"/>
              </a:solidFill>
              <a:effectLst/>
              <a:uFillTx/>
              <a:latin typeface="Arial"/>
            </a:endParaRPr>
          </a:p>
          <a:p>
            <a:pPr defTabSz="914400">
              <a:lnSpc>
                <a:spcPct val="100000"/>
              </a:lnSpc>
              <a:spcBef>
                <a:spcPts val="1001"/>
              </a:spcBef>
            </a:pPr>
            <a:r>
              <a:rPr lang="en-US" sz="1150" b="0" i="1" u="none" strike="noStrike">
                <a:solidFill>
                  <a:srgbClr val="B8C4D0"/>
                </a:solidFill>
                <a:effectLst/>
                <a:uFillTx/>
                <a:latin typeface="Arial"/>
              </a:rPr>
              <a:t>Feeds Stage 4 / the compute-profiling aside.</a:t>
            </a:r>
            <a:endParaRPr lang="en-US" sz="1150" b="0" u="none" strike="noStrik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slides/slide2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93" name="PlaceHolder 1"/>
          <p:cNvSpPr>
            <a:spLocks noGrp="1"/>
          </p:cNvSpPr>
          <p:nvPr>
            <p:ph type="title" hasCustomPrompt="1"/>
          </p:nvPr>
        </p:nvSpPr>
        <p:spPr>
          <a:xfrm>
            <a:off x="-6840" y="130320"/>
            <a:ext cx="12201120" cy="930960"/>
          </a:xfrm>
          <a:prstGeom prst="rect">
            <a:avLst/>
          </a:prstGeom>
          <a:noFill/>
          <a:ln w="0">
            <a:noFill/>
          </a:ln>
        </p:spPr>
        <p:txBody>
          <a:bodyPr lIns="90000" tIns="45000" rIns="90000" bIns="45000" anchor="t">
            <a:noAutofit/>
          </a:bodyPr>
          <a:p>
            <a:pPr indent="0" algn="ctr" defTabSz="914400">
              <a:lnSpc>
                <a:spcPct val="90000"/>
              </a:lnSpc>
              <a:buNone/>
              <a:tabLst>
                <a:tab pos="0" algn="l"/>
              </a:tabLst>
            </a:pPr>
            <a:r>
              <a:rPr lang="en-US" sz="5400" b="1" u="none" strike="noStrike">
                <a:solidFill>
                  <a:srgbClr val="F86901"/>
                </a:solidFill>
                <a:effectLst/>
                <a:uFillTx/>
                <a:latin typeface="Arial"/>
              </a:rPr>
              <a:t>Thank You</a:t>
            </a:r>
            <a:endParaRPr lang="en-US" sz="5400" b="1" u="none" strike="noStrike">
              <a:solidFill>
                <a:srgbClr val="F86901"/>
              </a:solidFill>
              <a:effectLst/>
              <a:uFillTx/>
              <a:latin typeface="Arial"/>
            </a:endParaRPr>
          </a:p>
        </p:txBody>
      </p:sp>
      <p:sp>
        <p:nvSpPr>
          <p:cNvPr id="794" name="Rectangle 2"/>
          <p:cNvSpPr/>
          <p:nvPr/>
        </p:nvSpPr>
        <p:spPr>
          <a:xfrm>
            <a:off x="0" y="914400"/>
            <a:ext cx="12196800" cy="5320440"/>
          </a:xfrm>
          <a:prstGeom prst="rect">
            <a:avLst/>
          </a:prstGeom>
          <a:solidFill>
            <a:srgbClr val="0E2841"/>
          </a:solidFill>
          <a:ln>
            <a:noFill/>
          </a:ln>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Arial"/>
            </a:endParaRPr>
          </a:p>
        </p:txBody>
      </p:sp>
      <p:sp>
        <p:nvSpPr>
          <p:cNvPr id="795" name="Oval 3"/>
          <p:cNvSpPr/>
          <p:nvPr/>
        </p:nvSpPr>
        <p:spPr>
          <a:xfrm>
            <a:off x="5029200" y="2560320"/>
            <a:ext cx="2010240" cy="2010240"/>
          </a:xfrm>
          <a:prstGeom prst="ellipse">
            <a:avLst/>
          </a:prstGeom>
          <a:solidFill>
            <a:srgbClr val="F76904"/>
          </a:solidFill>
          <a:ln>
            <a:noFill/>
          </a:ln>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Arial"/>
            </a:endParaRPr>
          </a:p>
        </p:txBody>
      </p:sp>
      <p:sp>
        <p:nvSpPr>
          <p:cNvPr id="796" name="Oval 4"/>
          <p:cNvSpPr/>
          <p:nvPr/>
        </p:nvSpPr>
        <p:spPr>
          <a:xfrm>
            <a:off x="5257800" y="2788920"/>
            <a:ext cx="1553040" cy="1553040"/>
          </a:xfrm>
          <a:prstGeom prst="ellipse">
            <a:avLst/>
          </a:prstGeom>
          <a:solidFill>
            <a:srgbClr val="FFFFFF"/>
          </a:solidFill>
          <a:ln>
            <a:noFill/>
          </a:ln>
        </p:spPr>
        <p:style>
          <a:lnRef idx="1">
            <a:schemeClr val="accent1"/>
          </a:lnRef>
          <a:fillRef idx="3">
            <a:schemeClr val="accent1"/>
          </a:fillRef>
          <a:effectRef idx="2">
            <a:schemeClr val="accent1"/>
          </a:effectRef>
          <a:fontRef idx="minor"/>
        </p:style>
        <p:txBody>
          <a:bodyPr lIns="0" tIns="0" rIns="0" bIns="0" anchor="ctr">
            <a:noAutofit/>
          </a:bodyPr>
          <a:p>
            <a:pPr algn="ctr" defTabSz="914400">
              <a:lnSpc>
                <a:spcPct val="100000"/>
              </a:lnSpc>
            </a:pPr>
            <a:r>
              <a:rPr lang="en-US" sz="6000" b="1" u="none" strike="noStrike">
                <a:solidFill>
                  <a:srgbClr val="0E2841"/>
                </a:solidFill>
                <a:effectLst/>
                <a:uFillTx/>
                <a:latin typeface="Arial"/>
              </a:rPr>
              <a:t>?</a:t>
            </a:r>
            <a:endParaRPr lang="en-US" sz="6000" b="0" u="none" strike="noStrike">
              <a:solidFill>
                <a:srgbClr val="000000"/>
              </a:solidFill>
              <a:effectLst/>
              <a:uFillTx/>
              <a:latin typeface="Arial"/>
            </a:endParaRPr>
          </a:p>
        </p:txBody>
      </p:sp>
      <p:sp>
        <p:nvSpPr>
          <p:cNvPr id="797" name="TextBox 5"/>
          <p:cNvSpPr/>
          <p:nvPr/>
        </p:nvSpPr>
        <p:spPr>
          <a:xfrm>
            <a:off x="3291840" y="4800600"/>
            <a:ext cx="5484960" cy="547200"/>
          </a:xfrm>
          <a:prstGeom prst="rect">
            <a:avLst/>
          </a:prstGeom>
          <a:noFill/>
          <a:ln w="0">
            <a:noFill/>
          </a:ln>
        </p:spPr>
        <p:style>
          <a:lnRef idx="0"/>
          <a:fillRef idx="0"/>
          <a:effectRef idx="0"/>
          <a:fontRef idx="minor"/>
        </p:style>
        <p:txBody>
          <a:bodyPr lIns="0" tIns="0" rIns="0" bIns="0" anchor="t">
            <a:spAutoFit/>
          </a:bodyPr>
          <a:p>
            <a:pPr algn="ctr" defTabSz="914400">
              <a:lnSpc>
                <a:spcPct val="100000"/>
              </a:lnSpc>
            </a:pPr>
            <a:r>
              <a:rPr lang="en-US" sz="2800" b="1" u="none" strike="noStrike">
                <a:solidFill>
                  <a:srgbClr val="FFFFFF"/>
                </a:solidFill>
                <a:effectLst/>
                <a:uFillTx/>
                <a:latin typeface="Arial"/>
              </a:rPr>
              <a:t>Questions?</a:t>
            </a:r>
            <a:endParaRPr lang="en-US" sz="2800" b="0" u="none" strike="noStrike">
              <a:solidFill>
                <a:srgbClr val="000000"/>
              </a:solidFill>
              <a:effectLst/>
              <a:uFillTx/>
              <a:latin typeface="Arial"/>
            </a:endParaRPr>
          </a:p>
        </p:txBody>
      </p:sp>
      <p:sp>
        <p:nvSpPr>
          <p:cNvPr id="798" name="TextBox 6"/>
          <p:cNvSpPr/>
          <p:nvPr/>
        </p:nvSpPr>
        <p:spPr>
          <a:xfrm>
            <a:off x="3291840" y="5394960"/>
            <a:ext cx="5484960" cy="455760"/>
          </a:xfrm>
          <a:prstGeom prst="rect">
            <a:avLst/>
          </a:prstGeom>
          <a:noFill/>
          <a:ln w="0">
            <a:noFill/>
          </a:ln>
        </p:spPr>
        <p:style>
          <a:lnRef idx="0"/>
          <a:fillRef idx="0"/>
          <a:effectRef idx="0"/>
          <a:fontRef idx="minor"/>
        </p:style>
        <p:txBody>
          <a:bodyPr lIns="0" tIns="0" rIns="0" bIns="0" anchor="t">
            <a:spAutoFit/>
          </a:bodyPr>
          <a:p>
            <a:pPr algn="ctr" defTabSz="914400">
              <a:lnSpc>
                <a:spcPct val="100000"/>
              </a:lnSpc>
            </a:pPr>
            <a:r>
              <a:rPr lang="en-US" sz="1300" b="0" u="none" strike="noStrike">
                <a:solidFill>
                  <a:srgbClr val="E8E8E8"/>
                </a:solidFill>
                <a:effectLst/>
                <a:uFillTx/>
                <a:latin typeface="Arial"/>
              </a:rPr>
              <a:t>Mike Eaton  ·  meaton96@gmail.com</a:t>
            </a:r>
            <a:endParaRPr lang="en-US" sz="13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theme/theme1.xml><?xml version="1.0" encoding="utf-8"?>
<a:theme xmlns:a="http://schemas.openxmlformats.org/drawingml/2006/main" xmlns:r="http://schemas.openxmlformats.org/officeDocument/2006/relationships" name="Office Theme">
  <a:themeElements>
    <a:clrScheme name="RIT colors">
      <a:dk1>
        <a:srgbClr val="000000"/>
      </a:dk1>
      <a:lt1>
        <a:srgbClr val="FFFFFF"/>
      </a:lt1>
      <a:dk2>
        <a:srgbClr val="0E2841"/>
      </a:dk2>
      <a:lt2>
        <a:srgbClr val="E8E8E8"/>
      </a:lt2>
      <a:accent1>
        <a:srgbClr val="F76904"/>
      </a:accent1>
      <a:accent2>
        <a:srgbClr val="F6BE00"/>
      </a:accent2>
      <a:accent3>
        <a:srgbClr val="C3D500"/>
      </a:accent3>
      <a:accent4>
        <a:srgbClr val="009BBD"/>
      </a:accent4>
      <a:accent5>
        <a:srgbClr val="DA291B"/>
      </a:accent5>
      <a:accent6>
        <a:srgbClr val="7D54C7"/>
      </a:accent6>
      <a:hlink>
        <a:srgbClr val="F76904"/>
      </a:hlink>
      <a:folHlink>
        <a:srgbClr val="717479"/>
      </a:folHlink>
    </a:clrScheme>
    <a:fontScheme name="Arial">
      <a:majorFont>
        <a:latin typeface="Arial" panose="020B0604020202020204" pitchFamily="0" charset="1"/>
        <a:ea typeface=""/>
        <a:cs typeface=""/>
      </a:majorFont>
      <a:minorFont>
        <a:latin typeface="Arial" panose="020B0604020202020204"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12700" cap="flat" cmpd="sng" algn="ctr">
          <a:prstDash val="solid"/>
          <a:miter lim="800000"/>
        </a:ln>
        <a:ln w="19050" cap="flat" cmpd="sng" algn="ctr">
          <a:prstDash val="solid"/>
          <a:miter lim="800000"/>
        </a:ln>
        <a:ln w="2540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RIT colors">
      <a:dk1>
        <a:srgbClr val="000000"/>
      </a:dk1>
      <a:lt1>
        <a:srgbClr val="FFFFFF"/>
      </a:lt1>
      <a:dk2>
        <a:srgbClr val="0E2841"/>
      </a:dk2>
      <a:lt2>
        <a:srgbClr val="E8E8E8"/>
      </a:lt2>
      <a:accent1>
        <a:srgbClr val="F76904"/>
      </a:accent1>
      <a:accent2>
        <a:srgbClr val="F6BE00"/>
      </a:accent2>
      <a:accent3>
        <a:srgbClr val="C3D500"/>
      </a:accent3>
      <a:accent4>
        <a:srgbClr val="009BBD"/>
      </a:accent4>
      <a:accent5>
        <a:srgbClr val="DA291B"/>
      </a:accent5>
      <a:accent6>
        <a:srgbClr val="7D54C7"/>
      </a:accent6>
      <a:hlink>
        <a:srgbClr val="F76904"/>
      </a:hlink>
      <a:folHlink>
        <a:srgbClr val="717479"/>
      </a:folHlink>
    </a:clrScheme>
    <a:fontScheme name="Arial">
      <a:majorFont>
        <a:latin typeface="Arial" panose="020B0604020202020204" pitchFamily="0" charset="1"/>
        <a:ea typeface=""/>
        <a:cs typeface=""/>
      </a:majorFont>
      <a:minorFont>
        <a:latin typeface="Arial" panose="020B0604020202020204"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12700" cap="flat" cmpd="sng" algn="ctr">
          <a:prstDash val="solid"/>
          <a:miter lim="800000"/>
        </a:ln>
        <a:ln w="19050" cap="flat" cmpd="sng" algn="ctr">
          <a:prstDash val="solid"/>
          <a:miter lim="800000"/>
        </a:ln>
        <a:ln w="2540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32.xml><?xml version="1.0" encoding="utf-8"?>
<a:theme xmlns:a="http://schemas.openxmlformats.org/drawingml/2006/main" xmlns:r="http://schemas.openxmlformats.org/officeDocument/2006/relationships" name="Office Them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docProps/app.xml><?xml version="1.0" encoding="utf-8"?>
<Properties xmlns="http://schemas.openxmlformats.org/officeDocument/2006/extended-properties" xmlns:vt="http://schemas.openxmlformats.org/officeDocument/2006/docPropsVTypes">
  <Template/>
  <TotalTime>19</TotalTime>
  <Application>LibreOffice/26.2.5.2$Linux_X86_64 LibreOffice_project/6d2b0d33fb0f5da53a12f98bed3e9973e56ff1f0</Application>
  <AppVersion>15.0000</AppVersion>
  <Words>0</Words>
  <Paragraphs>0</Paragraphs>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2025-11-12T16:51:16Z</dcterms:created>
  <dc:creator>Jeff Arbegast</dc:creator>
  <dc:description/>
  <dc:language>en-US</dc:language>
  <cp:lastModifiedBy/>
  <dcterms:modified xsi:type="dcterms:W3CDTF">2026-09-07T13:48:37Z</dcterms:modified>
  <cp:revision>6</cp:revision>
  <dc:subject/>
  <dc:titl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PresentationFormat">
    <vt:lpwstr>Widescreen</vt:lpwstr>
  </property>
  <property fmtid="{D5CDD505-2E9C-101B-9397-08002B2CF9AE}" pid="3" name="Slides">
    <vt:i4>31</vt:i4>
  </property>
</Properties>
</file>