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handoutMasterIdLst>
    <p:handoutMasterId r:id="rId34"/>
  </p:handoutMasterIdLst>
  <p:sldIdLst>
    <p:sldId id="361" r:id="rId39"/>
    <p:sldId id="362" r:id="rId40"/>
    <p:sldId id="363" r:id="rId41"/>
    <p:sldId id="364" r:id="rId42"/>
    <p:sldId id="365" r:id="rId43"/>
    <p:sldId id="366" r:id="rId44"/>
    <p:sldId id="367" r:id="rId45"/>
    <p:sldId id="368" r:id="rId46"/>
    <p:sldId id="369" r:id="rId47"/>
    <p:sldId id="370" r:id="rId48"/>
    <p:sldId id="371" r:id="rId49"/>
    <p:sldId id="372" r:id="rId50"/>
    <p:sldId id="373" r:id="rId51"/>
    <p:sldId id="374" r:id="rId52"/>
    <p:sldId id="375" r:id="rId53"/>
    <p:sldId id="376" r:id="rId54"/>
    <p:sldId id="377" r:id="rId55"/>
    <p:sldId id="378" r:id="rId56"/>
    <p:sldId id="379" r:id="rId57"/>
    <p:sldId id="380" r:id="rId58"/>
    <p:sldId id="381" r:id="rId5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6901"/>
    <a:srgbClr val="E6E7E8"/>
    <a:srgbClr val="E8E8E8"/>
    <a:srgbClr val="F76901"/>
    <a:srgbClr val="E56B2A"/>
    <a:srgbClr val="E5E1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404"/>
    <p:restoredTop sz="93979"/>
  </p:normalViewPr>
  <p:slideViewPr>
    <p:cSldViewPr snapToGrid="0">
      <p:cViewPr varScale="1">
        <p:scale>
          <a:sx n="202" d="100"/>
          <a:sy n="202" d="100"/>
        </p:scale>
        <p:origin x="1576" y="17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varScale="1">
        <p:scale>
          <a:sx n="118" d="100"/>
          <a:sy n="118" d="100"/>
        </p:scale>
        <p:origin x="3016" y="21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3" Type="http://schemas.openxmlformats.org/officeDocument/2006/relationships/notesMaster" Target="notesMasters/notesMaster1.xml"/><Relationship Id="rId34" Type="http://schemas.openxmlformats.org/officeDocument/2006/relationships/handoutMaster" Target="handoutMasters/handout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1.xml"/><Relationship Id="rId40" Type="http://schemas.openxmlformats.org/officeDocument/2006/relationships/slide" Target="slides/slide2.xml"/><Relationship Id="rId41" Type="http://schemas.openxmlformats.org/officeDocument/2006/relationships/slide" Target="slides/slide3.xml"/><Relationship Id="rId42" Type="http://schemas.openxmlformats.org/officeDocument/2006/relationships/slide" Target="slides/slide4.xml"/><Relationship Id="rId43" Type="http://schemas.openxmlformats.org/officeDocument/2006/relationships/slide" Target="slides/slide5.xml"/><Relationship Id="rId44" Type="http://schemas.openxmlformats.org/officeDocument/2006/relationships/slide" Target="slides/slide6.xml"/><Relationship Id="rId45" Type="http://schemas.openxmlformats.org/officeDocument/2006/relationships/slide" Target="slides/slide7.xml"/><Relationship Id="rId46" Type="http://schemas.openxmlformats.org/officeDocument/2006/relationships/slide" Target="slides/slide8.xml"/><Relationship Id="rId47" Type="http://schemas.openxmlformats.org/officeDocument/2006/relationships/slide" Target="slides/slide9.xml"/><Relationship Id="rId48" Type="http://schemas.openxmlformats.org/officeDocument/2006/relationships/slide" Target="slides/slide10.xml"/><Relationship Id="rId49" Type="http://schemas.openxmlformats.org/officeDocument/2006/relationships/slide" Target="slides/slide11.xml"/><Relationship Id="rId50" Type="http://schemas.openxmlformats.org/officeDocument/2006/relationships/slide" Target="slides/slide12.xml"/><Relationship Id="rId51" Type="http://schemas.openxmlformats.org/officeDocument/2006/relationships/slide" Target="slides/slide13.xml"/><Relationship Id="rId52" Type="http://schemas.openxmlformats.org/officeDocument/2006/relationships/slide" Target="slides/slide14.xml"/><Relationship Id="rId53" Type="http://schemas.openxmlformats.org/officeDocument/2006/relationships/slide" Target="slides/slide15.xml"/><Relationship Id="rId54" Type="http://schemas.openxmlformats.org/officeDocument/2006/relationships/slide" Target="slides/slide16.xml"/><Relationship Id="rId55" Type="http://schemas.openxmlformats.org/officeDocument/2006/relationships/slide" Target="slides/slide17.xml"/><Relationship Id="rId56" Type="http://schemas.openxmlformats.org/officeDocument/2006/relationships/slide" Target="slides/slide18.xml"/><Relationship Id="rId57" Type="http://schemas.openxmlformats.org/officeDocument/2006/relationships/slide" Target="slides/slide19.xml"/><Relationship Id="rId58" Type="http://schemas.openxmlformats.org/officeDocument/2006/relationships/slide" Target="slides/slide20.xml"/><Relationship Id="rId59" Type="http://schemas.openxmlformats.org/officeDocument/2006/relationships/slide" Target="slides/slide2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8E7F4E0-D482-F8C6-1D3C-112B627D637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C1956B58-F1C9-1A7A-7214-603261451A9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1F4788F-520B-7444-87C8-DB226CB04D67}" type="datetime1">
              <a:rPr lang="en-US" smtClean="0"/>
              <a:t>11/12/25</a:t>
            </a:fld>
            <a:endParaRPr lang="en-US"/>
          </a:p>
        </p:txBody>
      </p:sp>
      <p:sp>
        <p:nvSpPr>
          <p:cNvPr id="4" name="Footer Placeholder 3">
            <a:extLst>
              <a:ext uri="{FF2B5EF4-FFF2-40B4-BE49-F238E27FC236}">
                <a16:creationId xmlns:a16="http://schemas.microsoft.com/office/drawing/2014/main" id="{86AF5E95-0A8C-7DE3-7008-F6F673A1DAB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C88AD1C-2CF9-6756-5383-89A22D1708B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180B8D-8695-E64B-AEE4-6EA09F2A2E6B}" type="slidenum">
              <a:rPr lang="en-US" smtClean="0"/>
              <a:t>‹#›</a:t>
            </a:fld>
            <a:endParaRPr lang="en-US"/>
          </a:p>
        </p:txBody>
      </p:sp>
    </p:spTree>
    <p:extLst>
      <p:ext uri="{BB962C8B-B14F-4D97-AF65-F5344CB8AC3E}">
        <p14:creationId xmlns:p14="http://schemas.microsoft.com/office/powerpoint/2010/main" val="1873931150"/>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F7BC8E-1E01-DA4B-8AF1-D059D507CB2C}" type="datetime1">
              <a:rPr lang="en-US" smtClean="0"/>
              <a:t>11/12/25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F3E6101-A6E0-1448-85FD-13E9E7A43582}" type="slidenum">
              <a:rPr lang="en-US" smtClean="0"/>
              <a:t>‹#›</a:t>
            </a:fld>
            <a:endParaRPr lang="en-US"/>
          </a:p>
        </p:txBody>
      </p:sp>
    </p:spTree>
    <p:extLst>
      <p:ext uri="{BB962C8B-B14F-4D97-AF65-F5344CB8AC3E}">
        <p14:creationId xmlns:p14="http://schemas.microsoft.com/office/powerpoint/2010/main" val="874799933"/>
      </p:ext>
    </p:extLst>
  </p:cSld>
  <p:clrMap bg1="lt1" tx1="dk1" bg2="lt2" tx2="dk2" accent1="accent1" accent2="accent2" accent3="accent3" accent4="accent4" accent5="accent5" accent6="accent6" hlink="hlink" folHlink="folHlink"/>
  <p:hf hdr="0" ft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Solo capstone, no external sponsor. This talk covers what's changed since DSCI-601 last spring, the two major bugs found and fixed over the summer, and the plan for this semester (reward rework, network update, training,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differentiator from textbook FJSP work is that material handling isn't abstracted away — AGVs take real simulated time and can contend for the same routes. Two goals: (1) can a PPO agent match or beat standard DFJSP dispatching heuristics under ideal conditions, and (2) can it beat them under realistic, dynamic, transport-constrained conditions — Poisson arrivals, AGV congestion, etc.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haven't been formally restated since DSCI-601 — reintroducing them here for continuity. RQ2's hypothesis was that PPO would learn to reroute around congestion by favoring spatially accessible machines while heuristics keep choosing purely on processing efficiency, costing them in travel delay. Worth saying explicitly: this summer's central finding — that transport capacity, not machine capacity, is the real bottleneck — directly supports the premise behind RQ2 and RQ3. That's the throughline into the 'what's new this semester' section.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realism pass after DSCI-601 — made the shop model failures instead of assuming 100% machine availability, and made sure AGVs handle a machine going down mid-route.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Brandimarte instances are static, fixed-size benchmark problems — fine for validating against literature, but not representative of a real shop that never fully empties. Poisson arrivals get us closer to that. The AGV parking rework was needed once arrivals became continuous — with a single parking zone and no 'nearest AGV' logic, dispatch decisions were needlessly inefficient.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the big summer diagnostic effort. The convergence bug looked like a scheduling-logic bug at first, but it was a load/config problem — at 5x overload, every rule just processes the backlog at the same rate, so rule choice can't show up in the numbers. The decisions-per-frame issue was sneakier: it made decision throughput frame-rate-bound instead of logic-bound, which inflated makespan in a way that was easy to mistake for a real scheduling effect. After fixing both, rules finally differentiate correctly — on flow rate, AGV congestion, and AGV travel time. And the new headline finding: machines are only ~25% utilized while AGVs spend 22–42% of their time waiting on route congestion. That's direct empirical support for the original RQ2/RQ3 — the bottleneck is transport, not processing.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arrivals became Poisson and continuous, makespan stopped being a meaningful metric on its own — the shop never fully drains, so 'time to finish everything' isn't well defined the way it is for a static batch. Flow time (time from a job's arrival to its completion) and the transport-wait breakdown are the metrics that actually make sense under continuous arrivals, so this closed a real measurement gap, not just an enhancement.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Saturation figure: as λ (arrival rate) increases, AGV busy fraction and wait-for-route fraction both climb much faster than machine utilization — direct visual confirmation that AGVs saturate well before machines do. CV figure: 7 of 9 rules land in a tight ~0.18–0.20 coefficient-of-variation band — they converge on consistency. The two MMUR (max-queue) rules sit near 0.37 — they're faster on average but far less consistent job-to-job. That's the speed-vs-consistency tradeoff worth flagging for anyone picking a rule for a real deployment, not just for training-signal purposes.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finer-grained sweep (not pictured here) found that only the MMUR rules survive at 8 AGVs, and by 12 AGVs every rule gridlocks — more AGVs made things worse, not better, because of how contention compounds in the traffic-zone reservation logic. The 4-panel figure shown here is from an earlier, coarser sweep (5 through 30 AGVs) and illustrates the same general shape — makespan and congestion both spike at certain fleet sizes rather than monotonically improving with more AGVs. The literature review found that most real factories run a low AGV:machine ratio anyway, so this isn't a limitation to engineer away — it's realistic behavior, and the plan is to document the safe operating range and lock in an AGV count for all further training/eval rather than chase a traffic-management rewrite this semester. (There's a stretch-goal callout on the deliverables slide for revisiting the underlying traffic-zone reservation logic if time allows.)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drafts tied directly to this semester's planned work — reward rework, network update for the new data shape, and compute profiling. They're not finalized; open to revising wording, but the substance maps 1:1 to Deliverables 2–5 on the next few slides.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Related RQ: RQ-A. Plan: finish the sweeps, write up the constraint with literature support, and settle on the operating range that all further experiments and training will use. This has to land first because it determines the fleet-size setting for every downstream deliverable.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Related RQ: RQ-A, RQ-B. Makespan-under-5x-overload was shown this summer to be a poor training signal — it doesn't reflect rule quality, just arrival volume. This has to be fixed before training resumes, which is why it's tied with the network update as top priority.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Related RQ: RQ-A, RQ-B. The Unity-side schema has grown a lot since spring (deadlock flag, congestion signals, flow-time stats) and the Python side hasn't caught up — this is largely mechanical but has to happen before any real training run can consume the new observation shape.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Related RQ: RQ-C. This decides whether training moves to university compute resources or stays local — needs #2 and #3 done first so the profiling reflects the actual training setup, not the stale 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Related RQ: RQ-A, RQ-B. This is the critical-path item — everything before it is prerequisite work, and everything after it (evaluation) depends on having real trained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Related RQ: RQ-A, RQ-B, and the original RQ1–3 — this is where the semester's work closes the loop back to the DSCI-601 questions. The stretch goal is explicitly not a core deliverable — call it out as optional, time-permitting, separate from the committed dates above.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Simplified working diagram — will be swapped for the polished Overleaf version before the final deck. Key point to make verbally: Unity owns simulation and logging, Python owns the learning loop, and the two talk through the observation/action interface each episode.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Simplified working diagram — will be swapped for the polished Overleaf version before the final deck. Useful to walk through Job → Operation → Machine → AGV → Traffic/Parking Zone → Episode as one path, since it mirrors how a job actually flows through the simulation.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deliverables anchored to three standups (9/28, 11/2, 11/30), two milestones (10/19, 11/16), the rough draft (11/23), and the final demo (12/9). Deliverables 2 and 3 run in parallel since neither depends on the other, both feeding into training.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Time-permitting appendix slide — hold for Q&amp;A rather than presenting live unless there's time. The cluster-access question is still open: whether it supports scheduling multi-day jobs is unresolved and directly affects the local-vs-cluster decision on Deliverable 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for questions. Have the Aug 24 figures and the deadlock-cliff sweep data ready in case of deep-dive questions on either.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1.png"/><Relationship Id="rId4" Type="http://schemas.openxmlformats.org/officeDocument/2006/relationships/image" Target="../media/image2.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Option 1">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17C7046-D6C2-84E5-B88A-48BDAE2847C9}"/>
              </a:ext>
            </a:extLst>
          </p:cNvPr>
          <p:cNvSpPr/>
          <p:nvPr userDrawn="1"/>
        </p:nvSpPr>
        <p:spPr>
          <a:xfrm>
            <a:off x="-7822" y="0"/>
            <a:ext cx="12207644"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11">
            <a:extLst>
              <a:ext uri="{FF2B5EF4-FFF2-40B4-BE49-F238E27FC236}">
                <a16:creationId xmlns:a16="http://schemas.microsoft.com/office/drawing/2014/main" id="{F7842850-3488-76C5-EADB-06C31203F652}"/>
              </a:ext>
            </a:extLst>
          </p:cNvPr>
          <p:cNvSpPr>
            <a:spLocks/>
          </p:cNvSpPr>
          <p:nvPr userDrawn="1"/>
        </p:nvSpPr>
        <p:spPr>
          <a:xfrm>
            <a:off x="-2093815" y="2347904"/>
            <a:ext cx="7629981" cy="7629981"/>
          </a:xfrm>
          <a:custGeom>
            <a:avLst/>
            <a:gdLst>
              <a:gd name="connsiteX0" fmla="*/ 500348 w 808005"/>
              <a:gd name="connsiteY0" fmla="*/ 0 h 808005"/>
              <a:gd name="connsiteX1" fmla="*/ 808006 w 808005"/>
              <a:gd name="connsiteY1" fmla="*/ 0 h 808005"/>
              <a:gd name="connsiteX2" fmla="*/ 808006 w 808005"/>
              <a:gd name="connsiteY2" fmla="*/ 307657 h 808005"/>
              <a:gd name="connsiteX3" fmla="*/ 307658 w 808005"/>
              <a:gd name="connsiteY3" fmla="*/ 808006 h 808005"/>
              <a:gd name="connsiteX4" fmla="*/ 0 w 808005"/>
              <a:gd name="connsiteY4" fmla="*/ 808006 h 808005"/>
              <a:gd name="connsiteX5" fmla="*/ 0 w 808005"/>
              <a:gd name="connsiteY5" fmla="*/ 500348 h 808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08005" h="808005">
                <a:moveTo>
                  <a:pt x="500348" y="0"/>
                </a:moveTo>
                <a:lnTo>
                  <a:pt x="808006" y="0"/>
                </a:lnTo>
                <a:lnTo>
                  <a:pt x="808006" y="307657"/>
                </a:lnTo>
                <a:lnTo>
                  <a:pt x="307658" y="808006"/>
                </a:lnTo>
                <a:lnTo>
                  <a:pt x="0" y="808006"/>
                </a:lnTo>
                <a:lnTo>
                  <a:pt x="0" y="500348"/>
                </a:lnTo>
                <a:close/>
              </a:path>
            </a:pathLst>
          </a:custGeom>
          <a:solidFill>
            <a:schemeClr val="tx1"/>
          </a:solidFill>
          <a:ln w="9525" cap="flat">
            <a:noFill/>
            <a:prstDash val="solid"/>
            <a:miter/>
          </a:ln>
        </p:spPr>
        <p:txBody>
          <a:bodyPr rtlCol="0" anchor="ctr"/>
          <a:lstStyle/>
          <a:p>
            <a:endParaRPr lang="en-US"/>
          </a:p>
        </p:txBody>
      </p:sp>
      <p:sp>
        <p:nvSpPr>
          <p:cNvPr id="5" name="Freeform 4">
            <a:extLst>
              <a:ext uri="{FF2B5EF4-FFF2-40B4-BE49-F238E27FC236}">
                <a16:creationId xmlns:a16="http://schemas.microsoft.com/office/drawing/2014/main" id="{9A13D2A1-140F-49F4-0A3A-D7DB1D3D1B87}"/>
              </a:ext>
            </a:extLst>
          </p:cNvPr>
          <p:cNvSpPr>
            <a:spLocks/>
          </p:cNvSpPr>
          <p:nvPr userDrawn="1"/>
        </p:nvSpPr>
        <p:spPr>
          <a:xfrm>
            <a:off x="-105254" y="242047"/>
            <a:ext cx="12080791" cy="12080791"/>
          </a:xfrm>
          <a:custGeom>
            <a:avLst/>
            <a:gdLst>
              <a:gd name="connsiteX0" fmla="*/ 500348 w 808005"/>
              <a:gd name="connsiteY0" fmla="*/ 0 h 808005"/>
              <a:gd name="connsiteX1" fmla="*/ 808006 w 808005"/>
              <a:gd name="connsiteY1" fmla="*/ 0 h 808005"/>
              <a:gd name="connsiteX2" fmla="*/ 808006 w 808005"/>
              <a:gd name="connsiteY2" fmla="*/ 307657 h 808005"/>
              <a:gd name="connsiteX3" fmla="*/ 307658 w 808005"/>
              <a:gd name="connsiteY3" fmla="*/ 808006 h 808005"/>
              <a:gd name="connsiteX4" fmla="*/ 0 w 808005"/>
              <a:gd name="connsiteY4" fmla="*/ 808006 h 808005"/>
              <a:gd name="connsiteX5" fmla="*/ 0 w 808005"/>
              <a:gd name="connsiteY5" fmla="*/ 500348 h 808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08005" h="808005">
                <a:moveTo>
                  <a:pt x="500348" y="0"/>
                </a:moveTo>
                <a:lnTo>
                  <a:pt x="808006" y="0"/>
                </a:lnTo>
                <a:lnTo>
                  <a:pt x="808006" y="307657"/>
                </a:lnTo>
                <a:lnTo>
                  <a:pt x="307658" y="808006"/>
                </a:lnTo>
                <a:lnTo>
                  <a:pt x="0" y="808006"/>
                </a:lnTo>
                <a:lnTo>
                  <a:pt x="0" y="500348"/>
                </a:lnTo>
                <a:close/>
              </a:path>
            </a:pathLst>
          </a:custGeom>
          <a:solidFill>
            <a:srgbClr val="F76901"/>
          </a:solidFill>
          <a:ln w="9525" cap="flat">
            <a:noFill/>
            <a:prstDash val="solid"/>
            <a:miter/>
          </a:ln>
        </p:spPr>
        <p:txBody>
          <a:bodyPr rtlCol="0" anchor="ctr"/>
          <a:lstStyle/>
          <a:p>
            <a:endParaRPr lang="en-US"/>
          </a:p>
        </p:txBody>
      </p:sp>
      <p:sp>
        <p:nvSpPr>
          <p:cNvPr id="2" name="Title 1">
            <a:extLst>
              <a:ext uri="{FF2B5EF4-FFF2-40B4-BE49-F238E27FC236}">
                <a16:creationId xmlns:a16="http://schemas.microsoft.com/office/drawing/2014/main" id="{9F49DC08-176E-6D85-5320-81FA1E77A511}"/>
              </a:ext>
            </a:extLst>
          </p:cNvPr>
          <p:cNvSpPr>
            <a:spLocks noGrp="1"/>
          </p:cNvSpPr>
          <p:nvPr>
            <p:ph type="ctrTitle" hasCustomPrompt="1"/>
          </p:nvPr>
        </p:nvSpPr>
        <p:spPr>
          <a:xfrm>
            <a:off x="6236043" y="1402477"/>
            <a:ext cx="5193957" cy="2585323"/>
          </a:xfrm>
          <a:prstGeom prst="rect">
            <a:avLst/>
          </a:prstGeom>
        </p:spPr>
        <p:txBody>
          <a:bodyPr wrap="square" anchor="b">
            <a:normAutofit/>
          </a:bodyPr>
          <a:lstStyle>
            <a:lvl1pPr algn="r">
              <a:defRPr sz="6000">
                <a:solidFill>
                  <a:schemeClr val="bg1"/>
                </a:solidFill>
              </a:defRPr>
            </a:lvl1pPr>
          </a:lstStyle>
          <a:p>
            <a:r>
              <a:rPr lang="en-US" dirty="0"/>
              <a:t>Click to add</a:t>
            </a:r>
            <a:br>
              <a:rPr lang="en-US" dirty="0"/>
            </a:br>
            <a:r>
              <a:rPr lang="en-US" dirty="0"/>
              <a:t>Presentation </a:t>
            </a:r>
            <a:br>
              <a:rPr lang="en-US" dirty="0"/>
            </a:br>
            <a:r>
              <a:rPr lang="en-US" dirty="0"/>
              <a:t>Title</a:t>
            </a:r>
          </a:p>
        </p:txBody>
      </p:sp>
      <p:grpSp>
        <p:nvGrpSpPr>
          <p:cNvPr id="7" name="Graphic 22">
            <a:extLst>
              <a:ext uri="{FF2B5EF4-FFF2-40B4-BE49-F238E27FC236}">
                <a16:creationId xmlns:a16="http://schemas.microsoft.com/office/drawing/2014/main" id="{46AD9553-3EB2-6CBD-D8EC-A882BD5C35AE}"/>
              </a:ext>
            </a:extLst>
          </p:cNvPr>
          <p:cNvGrpSpPr/>
          <p:nvPr userDrawn="1"/>
        </p:nvGrpSpPr>
        <p:grpSpPr>
          <a:xfrm>
            <a:off x="326276" y="360373"/>
            <a:ext cx="1694113" cy="640154"/>
            <a:chOff x="2728880" y="3418045"/>
            <a:chExt cx="3190208" cy="1205483"/>
          </a:xfrm>
          <a:solidFill>
            <a:srgbClr val="F86901"/>
          </a:solidFill>
        </p:grpSpPr>
        <p:sp>
          <p:nvSpPr>
            <p:cNvPr id="8" name="Freeform 7">
              <a:extLst>
                <a:ext uri="{FF2B5EF4-FFF2-40B4-BE49-F238E27FC236}">
                  <a16:creationId xmlns:a16="http://schemas.microsoft.com/office/drawing/2014/main" id="{5110B352-877F-8187-FB48-B2E7FF9ECF37}"/>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9" name="Freeform 8">
              <a:extLst>
                <a:ext uri="{FF2B5EF4-FFF2-40B4-BE49-F238E27FC236}">
                  <a16:creationId xmlns:a16="http://schemas.microsoft.com/office/drawing/2014/main" id="{660DCAFF-F799-225C-ED97-BC6090D3CC2E}"/>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F2A89F3-32AB-EF3A-C301-1CCA565CDC18}"/>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sp>
        <p:nvSpPr>
          <p:cNvPr id="4" name="Freeform 3">
            <a:extLst>
              <a:ext uri="{FF2B5EF4-FFF2-40B4-BE49-F238E27FC236}">
                <a16:creationId xmlns:a16="http://schemas.microsoft.com/office/drawing/2014/main" id="{A0EE2348-9249-9465-D9B8-6BBB85196878}"/>
              </a:ext>
            </a:extLst>
          </p:cNvPr>
          <p:cNvSpPr>
            <a:spLocks/>
          </p:cNvSpPr>
          <p:nvPr userDrawn="1"/>
        </p:nvSpPr>
        <p:spPr>
          <a:xfrm>
            <a:off x="-764948" y="3256979"/>
            <a:ext cx="6720906" cy="6720906"/>
          </a:xfrm>
          <a:custGeom>
            <a:avLst/>
            <a:gdLst>
              <a:gd name="connsiteX0" fmla="*/ 500348 w 808005"/>
              <a:gd name="connsiteY0" fmla="*/ 0 h 808005"/>
              <a:gd name="connsiteX1" fmla="*/ 808006 w 808005"/>
              <a:gd name="connsiteY1" fmla="*/ 0 h 808005"/>
              <a:gd name="connsiteX2" fmla="*/ 808006 w 808005"/>
              <a:gd name="connsiteY2" fmla="*/ 307657 h 808005"/>
              <a:gd name="connsiteX3" fmla="*/ 307658 w 808005"/>
              <a:gd name="connsiteY3" fmla="*/ 808006 h 808005"/>
              <a:gd name="connsiteX4" fmla="*/ 0 w 808005"/>
              <a:gd name="connsiteY4" fmla="*/ 808006 h 808005"/>
              <a:gd name="connsiteX5" fmla="*/ 0 w 808005"/>
              <a:gd name="connsiteY5" fmla="*/ 500348 h 808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08005" h="808005">
                <a:moveTo>
                  <a:pt x="500348" y="0"/>
                </a:moveTo>
                <a:lnTo>
                  <a:pt x="808006" y="0"/>
                </a:lnTo>
                <a:lnTo>
                  <a:pt x="808006" y="307657"/>
                </a:lnTo>
                <a:lnTo>
                  <a:pt x="307658" y="808006"/>
                </a:lnTo>
                <a:lnTo>
                  <a:pt x="0" y="808006"/>
                </a:lnTo>
                <a:lnTo>
                  <a:pt x="0" y="500348"/>
                </a:lnTo>
                <a:close/>
              </a:path>
            </a:pathLst>
          </a:custGeom>
          <a:solidFill>
            <a:srgbClr val="E6E7E8"/>
          </a:solidFill>
          <a:ln w="9525" cap="flat">
            <a:noFill/>
            <a:prstDash val="solid"/>
            <a:miter/>
          </a:ln>
        </p:spPr>
        <p:txBody>
          <a:bodyPr rtlCol="0" anchor="ctr"/>
          <a:lstStyle/>
          <a:p>
            <a:endParaRPr lang="en-US"/>
          </a:p>
        </p:txBody>
      </p:sp>
      <p:sp>
        <p:nvSpPr>
          <p:cNvPr id="11" name="Subtitle 2">
            <a:extLst>
              <a:ext uri="{FF2B5EF4-FFF2-40B4-BE49-F238E27FC236}">
                <a16:creationId xmlns:a16="http://schemas.microsoft.com/office/drawing/2014/main" id="{350E98CC-7296-2F49-FAD0-8B8680C0D6D3}"/>
              </a:ext>
            </a:extLst>
          </p:cNvPr>
          <p:cNvSpPr>
            <a:spLocks noGrp="1"/>
          </p:cNvSpPr>
          <p:nvPr>
            <p:ph type="subTitle" idx="1" hasCustomPrompt="1"/>
          </p:nvPr>
        </p:nvSpPr>
        <p:spPr>
          <a:xfrm>
            <a:off x="6236043" y="4170448"/>
            <a:ext cx="5193957" cy="885371"/>
          </a:xfrm>
          <a:prstGeom prst="rect">
            <a:avLst/>
          </a:prstGeom>
        </p:spPr>
        <p:txBody>
          <a:bodyPr>
            <a:normAutofit/>
          </a:bodyPr>
          <a:lstStyle>
            <a:lvl1pPr marL="0" indent="0" algn="r">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Subhead</a:t>
            </a:r>
          </a:p>
          <a:p>
            <a:r>
              <a:rPr lang="en-US" dirty="0"/>
              <a:t>Click to add date</a:t>
            </a:r>
          </a:p>
        </p:txBody>
      </p:sp>
    </p:spTree>
    <p:extLst>
      <p:ext uri="{BB962C8B-B14F-4D97-AF65-F5344CB8AC3E}">
        <p14:creationId xmlns:p14="http://schemas.microsoft.com/office/powerpoint/2010/main" val="16506754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Option 2">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52D809F9-B222-DBDE-8C4B-1BDA1F29903F}"/>
              </a:ext>
            </a:extLst>
          </p:cNvPr>
          <p:cNvSpPr/>
          <p:nvPr userDrawn="1"/>
        </p:nvSpPr>
        <p:spPr>
          <a:xfrm>
            <a:off x="-15644" y="2564"/>
            <a:ext cx="12207644"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11">
            <a:extLst>
              <a:ext uri="{FF2B5EF4-FFF2-40B4-BE49-F238E27FC236}">
                <a16:creationId xmlns:a16="http://schemas.microsoft.com/office/drawing/2014/main" id="{F7842850-3488-76C5-EADB-06C31203F652}"/>
              </a:ext>
            </a:extLst>
          </p:cNvPr>
          <p:cNvSpPr>
            <a:spLocks/>
          </p:cNvSpPr>
          <p:nvPr userDrawn="1"/>
        </p:nvSpPr>
        <p:spPr>
          <a:xfrm>
            <a:off x="-2093815" y="2347904"/>
            <a:ext cx="7629981" cy="7629981"/>
          </a:xfrm>
          <a:custGeom>
            <a:avLst/>
            <a:gdLst>
              <a:gd name="connsiteX0" fmla="*/ 500348 w 808005"/>
              <a:gd name="connsiteY0" fmla="*/ 0 h 808005"/>
              <a:gd name="connsiteX1" fmla="*/ 808006 w 808005"/>
              <a:gd name="connsiteY1" fmla="*/ 0 h 808005"/>
              <a:gd name="connsiteX2" fmla="*/ 808006 w 808005"/>
              <a:gd name="connsiteY2" fmla="*/ 307657 h 808005"/>
              <a:gd name="connsiteX3" fmla="*/ 307658 w 808005"/>
              <a:gd name="connsiteY3" fmla="*/ 808006 h 808005"/>
              <a:gd name="connsiteX4" fmla="*/ 0 w 808005"/>
              <a:gd name="connsiteY4" fmla="*/ 808006 h 808005"/>
              <a:gd name="connsiteX5" fmla="*/ 0 w 808005"/>
              <a:gd name="connsiteY5" fmla="*/ 500348 h 808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08005" h="808005">
                <a:moveTo>
                  <a:pt x="500348" y="0"/>
                </a:moveTo>
                <a:lnTo>
                  <a:pt x="808006" y="0"/>
                </a:lnTo>
                <a:lnTo>
                  <a:pt x="808006" y="307657"/>
                </a:lnTo>
                <a:lnTo>
                  <a:pt x="307658" y="808006"/>
                </a:lnTo>
                <a:lnTo>
                  <a:pt x="0" y="808006"/>
                </a:lnTo>
                <a:lnTo>
                  <a:pt x="0" y="500348"/>
                </a:lnTo>
                <a:close/>
              </a:path>
            </a:pathLst>
          </a:custGeom>
          <a:solidFill>
            <a:schemeClr val="tx1"/>
          </a:solidFill>
          <a:ln w="9525" cap="flat">
            <a:noFill/>
            <a:prstDash val="solid"/>
            <a:miter/>
          </a:ln>
        </p:spPr>
        <p:txBody>
          <a:bodyPr rtlCol="0" anchor="ctr"/>
          <a:lstStyle/>
          <a:p>
            <a:endParaRPr lang="en-US"/>
          </a:p>
        </p:txBody>
      </p:sp>
      <p:sp>
        <p:nvSpPr>
          <p:cNvPr id="13" name="Freeform 12">
            <a:extLst>
              <a:ext uri="{FF2B5EF4-FFF2-40B4-BE49-F238E27FC236}">
                <a16:creationId xmlns:a16="http://schemas.microsoft.com/office/drawing/2014/main" id="{A8FDD2A0-0E9C-4AF3-66A5-A4E8C23912D2}"/>
              </a:ext>
            </a:extLst>
          </p:cNvPr>
          <p:cNvSpPr>
            <a:spLocks/>
          </p:cNvSpPr>
          <p:nvPr userDrawn="1"/>
        </p:nvSpPr>
        <p:spPr>
          <a:xfrm>
            <a:off x="-105254" y="242047"/>
            <a:ext cx="12080791" cy="12080791"/>
          </a:xfrm>
          <a:custGeom>
            <a:avLst/>
            <a:gdLst>
              <a:gd name="connsiteX0" fmla="*/ 500348 w 808005"/>
              <a:gd name="connsiteY0" fmla="*/ 0 h 808005"/>
              <a:gd name="connsiteX1" fmla="*/ 808006 w 808005"/>
              <a:gd name="connsiteY1" fmla="*/ 0 h 808005"/>
              <a:gd name="connsiteX2" fmla="*/ 808006 w 808005"/>
              <a:gd name="connsiteY2" fmla="*/ 307657 h 808005"/>
              <a:gd name="connsiteX3" fmla="*/ 307658 w 808005"/>
              <a:gd name="connsiteY3" fmla="*/ 808006 h 808005"/>
              <a:gd name="connsiteX4" fmla="*/ 0 w 808005"/>
              <a:gd name="connsiteY4" fmla="*/ 808006 h 808005"/>
              <a:gd name="connsiteX5" fmla="*/ 0 w 808005"/>
              <a:gd name="connsiteY5" fmla="*/ 500348 h 808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08005" h="808005">
                <a:moveTo>
                  <a:pt x="500348" y="0"/>
                </a:moveTo>
                <a:lnTo>
                  <a:pt x="808006" y="0"/>
                </a:lnTo>
                <a:lnTo>
                  <a:pt x="808006" y="307657"/>
                </a:lnTo>
                <a:lnTo>
                  <a:pt x="307658" y="808006"/>
                </a:lnTo>
                <a:lnTo>
                  <a:pt x="0" y="808006"/>
                </a:lnTo>
                <a:lnTo>
                  <a:pt x="0" y="500348"/>
                </a:lnTo>
                <a:close/>
              </a:path>
            </a:pathLst>
          </a:custGeom>
          <a:solidFill>
            <a:srgbClr val="F76901"/>
          </a:solidFill>
          <a:ln w="9525" cap="flat">
            <a:noFill/>
            <a:prstDash val="solid"/>
            <a:miter/>
          </a:ln>
        </p:spPr>
        <p:txBody>
          <a:bodyPr rtlCol="0" anchor="ctr"/>
          <a:lstStyle/>
          <a:p>
            <a:endParaRPr lang="en-US"/>
          </a:p>
        </p:txBody>
      </p:sp>
      <p:grpSp>
        <p:nvGrpSpPr>
          <p:cNvPr id="7" name="Graphic 22">
            <a:extLst>
              <a:ext uri="{FF2B5EF4-FFF2-40B4-BE49-F238E27FC236}">
                <a16:creationId xmlns:a16="http://schemas.microsoft.com/office/drawing/2014/main" id="{46AD9553-3EB2-6CBD-D8EC-A882BD5C35AE}"/>
              </a:ext>
            </a:extLst>
          </p:cNvPr>
          <p:cNvGrpSpPr/>
          <p:nvPr userDrawn="1"/>
        </p:nvGrpSpPr>
        <p:grpSpPr>
          <a:xfrm>
            <a:off x="326276" y="360373"/>
            <a:ext cx="1694113" cy="640154"/>
            <a:chOff x="2728880" y="3418045"/>
            <a:chExt cx="3190208" cy="1205483"/>
          </a:xfrm>
          <a:solidFill>
            <a:srgbClr val="F86901"/>
          </a:solidFill>
        </p:grpSpPr>
        <p:sp>
          <p:nvSpPr>
            <p:cNvPr id="8" name="Freeform 7">
              <a:extLst>
                <a:ext uri="{FF2B5EF4-FFF2-40B4-BE49-F238E27FC236}">
                  <a16:creationId xmlns:a16="http://schemas.microsoft.com/office/drawing/2014/main" id="{5110B352-877F-8187-FB48-B2E7FF9ECF37}"/>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9" name="Freeform 8">
              <a:extLst>
                <a:ext uri="{FF2B5EF4-FFF2-40B4-BE49-F238E27FC236}">
                  <a16:creationId xmlns:a16="http://schemas.microsoft.com/office/drawing/2014/main" id="{660DCAFF-F799-225C-ED97-BC6090D3CC2E}"/>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F2A89F3-32AB-EF3A-C301-1CCA565CDC18}"/>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sp>
        <p:nvSpPr>
          <p:cNvPr id="4" name="Freeform 3">
            <a:extLst>
              <a:ext uri="{FF2B5EF4-FFF2-40B4-BE49-F238E27FC236}">
                <a16:creationId xmlns:a16="http://schemas.microsoft.com/office/drawing/2014/main" id="{A0EE2348-9249-9465-D9B8-6BBB85196878}"/>
              </a:ext>
            </a:extLst>
          </p:cNvPr>
          <p:cNvSpPr>
            <a:spLocks/>
          </p:cNvSpPr>
          <p:nvPr userDrawn="1"/>
        </p:nvSpPr>
        <p:spPr>
          <a:xfrm>
            <a:off x="-764948" y="3256979"/>
            <a:ext cx="6720906" cy="6720906"/>
          </a:xfrm>
          <a:custGeom>
            <a:avLst/>
            <a:gdLst>
              <a:gd name="connsiteX0" fmla="*/ 500348 w 808005"/>
              <a:gd name="connsiteY0" fmla="*/ 0 h 808005"/>
              <a:gd name="connsiteX1" fmla="*/ 808006 w 808005"/>
              <a:gd name="connsiteY1" fmla="*/ 0 h 808005"/>
              <a:gd name="connsiteX2" fmla="*/ 808006 w 808005"/>
              <a:gd name="connsiteY2" fmla="*/ 307657 h 808005"/>
              <a:gd name="connsiteX3" fmla="*/ 307658 w 808005"/>
              <a:gd name="connsiteY3" fmla="*/ 808006 h 808005"/>
              <a:gd name="connsiteX4" fmla="*/ 0 w 808005"/>
              <a:gd name="connsiteY4" fmla="*/ 808006 h 808005"/>
              <a:gd name="connsiteX5" fmla="*/ 0 w 808005"/>
              <a:gd name="connsiteY5" fmla="*/ 500348 h 808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08005" h="808005">
                <a:moveTo>
                  <a:pt x="500348" y="0"/>
                </a:moveTo>
                <a:lnTo>
                  <a:pt x="808006" y="0"/>
                </a:lnTo>
                <a:lnTo>
                  <a:pt x="808006" y="307657"/>
                </a:lnTo>
                <a:lnTo>
                  <a:pt x="307658" y="808006"/>
                </a:lnTo>
                <a:lnTo>
                  <a:pt x="0" y="808006"/>
                </a:lnTo>
                <a:lnTo>
                  <a:pt x="0" y="500348"/>
                </a:lnTo>
                <a:close/>
              </a:path>
            </a:pathLst>
          </a:custGeom>
          <a:solidFill>
            <a:schemeClr val="bg1"/>
          </a:solidFill>
          <a:ln w="9525" cap="flat">
            <a:noFill/>
            <a:prstDash val="solid"/>
            <a:miter/>
          </a:ln>
        </p:spPr>
        <p:txBody>
          <a:bodyPr rtlCol="0" anchor="ctr"/>
          <a:lstStyle/>
          <a:p>
            <a:endParaRPr lang="en-US"/>
          </a:p>
        </p:txBody>
      </p:sp>
      <p:sp>
        <p:nvSpPr>
          <p:cNvPr id="15" name="Title 1">
            <a:extLst>
              <a:ext uri="{FF2B5EF4-FFF2-40B4-BE49-F238E27FC236}">
                <a16:creationId xmlns:a16="http://schemas.microsoft.com/office/drawing/2014/main" id="{830A3FBA-4DDD-BBB5-96D5-FE0ADF4AF4AE}"/>
              </a:ext>
            </a:extLst>
          </p:cNvPr>
          <p:cNvSpPr>
            <a:spLocks noGrp="1"/>
          </p:cNvSpPr>
          <p:nvPr>
            <p:ph type="ctrTitle" hasCustomPrompt="1"/>
          </p:nvPr>
        </p:nvSpPr>
        <p:spPr>
          <a:xfrm>
            <a:off x="6236043" y="1402477"/>
            <a:ext cx="5193957" cy="2585323"/>
          </a:xfrm>
          <a:prstGeom prst="rect">
            <a:avLst/>
          </a:prstGeom>
        </p:spPr>
        <p:txBody>
          <a:bodyPr wrap="square" anchor="b">
            <a:normAutofit/>
          </a:bodyPr>
          <a:lstStyle>
            <a:lvl1pPr algn="r">
              <a:defRPr sz="6000">
                <a:solidFill>
                  <a:schemeClr val="bg1"/>
                </a:solidFill>
              </a:defRPr>
            </a:lvl1pPr>
          </a:lstStyle>
          <a:p>
            <a:r>
              <a:rPr lang="en-US" dirty="0"/>
              <a:t>Click to add</a:t>
            </a:r>
            <a:br>
              <a:rPr lang="en-US" dirty="0"/>
            </a:br>
            <a:r>
              <a:rPr lang="en-US" dirty="0"/>
              <a:t>Presentation </a:t>
            </a:r>
            <a:br>
              <a:rPr lang="en-US" dirty="0"/>
            </a:br>
            <a:r>
              <a:rPr lang="en-US" dirty="0"/>
              <a:t>Title</a:t>
            </a:r>
          </a:p>
        </p:txBody>
      </p:sp>
      <p:sp>
        <p:nvSpPr>
          <p:cNvPr id="16" name="Subtitle 2">
            <a:extLst>
              <a:ext uri="{FF2B5EF4-FFF2-40B4-BE49-F238E27FC236}">
                <a16:creationId xmlns:a16="http://schemas.microsoft.com/office/drawing/2014/main" id="{BFA3BEA6-BB98-6E1D-4C04-D90D44AA7C5A}"/>
              </a:ext>
            </a:extLst>
          </p:cNvPr>
          <p:cNvSpPr>
            <a:spLocks noGrp="1"/>
          </p:cNvSpPr>
          <p:nvPr>
            <p:ph type="subTitle" idx="1" hasCustomPrompt="1"/>
          </p:nvPr>
        </p:nvSpPr>
        <p:spPr>
          <a:xfrm>
            <a:off x="6236043" y="4170448"/>
            <a:ext cx="5193957" cy="885371"/>
          </a:xfrm>
          <a:prstGeom prst="rect">
            <a:avLst/>
          </a:prstGeom>
        </p:spPr>
        <p:txBody>
          <a:bodyPr wrap="square">
            <a:spAutoFit/>
          </a:bodyPr>
          <a:lstStyle>
            <a:lvl1pPr marL="0" indent="0" algn="r">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Subhead</a:t>
            </a:r>
          </a:p>
          <a:p>
            <a:r>
              <a:rPr lang="en-US" dirty="0"/>
              <a:t>Click to add date</a:t>
            </a:r>
          </a:p>
        </p:txBody>
      </p:sp>
    </p:spTree>
    <p:extLst>
      <p:ext uri="{BB962C8B-B14F-4D97-AF65-F5344CB8AC3E}">
        <p14:creationId xmlns:p14="http://schemas.microsoft.com/office/powerpoint/2010/main" val="3000351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Option 3">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FC2B1F43-EE0A-4251-814B-7FF34A9AD32E}"/>
              </a:ext>
            </a:extLst>
          </p:cNvPr>
          <p:cNvSpPr/>
          <p:nvPr userDrawn="1"/>
        </p:nvSpPr>
        <p:spPr>
          <a:xfrm>
            <a:off x="-7822" y="0"/>
            <a:ext cx="12199822" cy="685800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11">
            <a:extLst>
              <a:ext uri="{FF2B5EF4-FFF2-40B4-BE49-F238E27FC236}">
                <a16:creationId xmlns:a16="http://schemas.microsoft.com/office/drawing/2014/main" id="{F7842850-3488-76C5-EADB-06C31203F652}"/>
              </a:ext>
            </a:extLst>
          </p:cNvPr>
          <p:cNvSpPr>
            <a:spLocks/>
          </p:cNvSpPr>
          <p:nvPr userDrawn="1"/>
        </p:nvSpPr>
        <p:spPr>
          <a:xfrm>
            <a:off x="-2093815" y="2347904"/>
            <a:ext cx="7629981" cy="7629981"/>
          </a:xfrm>
          <a:custGeom>
            <a:avLst/>
            <a:gdLst>
              <a:gd name="connsiteX0" fmla="*/ 500348 w 808005"/>
              <a:gd name="connsiteY0" fmla="*/ 0 h 808005"/>
              <a:gd name="connsiteX1" fmla="*/ 808006 w 808005"/>
              <a:gd name="connsiteY1" fmla="*/ 0 h 808005"/>
              <a:gd name="connsiteX2" fmla="*/ 808006 w 808005"/>
              <a:gd name="connsiteY2" fmla="*/ 307657 h 808005"/>
              <a:gd name="connsiteX3" fmla="*/ 307658 w 808005"/>
              <a:gd name="connsiteY3" fmla="*/ 808006 h 808005"/>
              <a:gd name="connsiteX4" fmla="*/ 0 w 808005"/>
              <a:gd name="connsiteY4" fmla="*/ 808006 h 808005"/>
              <a:gd name="connsiteX5" fmla="*/ 0 w 808005"/>
              <a:gd name="connsiteY5" fmla="*/ 500348 h 808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08005" h="808005">
                <a:moveTo>
                  <a:pt x="500348" y="0"/>
                </a:moveTo>
                <a:lnTo>
                  <a:pt x="808006" y="0"/>
                </a:lnTo>
                <a:lnTo>
                  <a:pt x="808006" y="307657"/>
                </a:lnTo>
                <a:lnTo>
                  <a:pt x="307658" y="808006"/>
                </a:lnTo>
                <a:lnTo>
                  <a:pt x="0" y="808006"/>
                </a:lnTo>
                <a:lnTo>
                  <a:pt x="0" y="500348"/>
                </a:lnTo>
                <a:close/>
              </a:path>
            </a:pathLst>
          </a:custGeom>
          <a:solidFill>
            <a:schemeClr val="tx1"/>
          </a:solidFill>
          <a:ln w="9525" cap="flat">
            <a:noFill/>
            <a:prstDash val="solid"/>
            <a:miter/>
          </a:ln>
        </p:spPr>
        <p:txBody>
          <a:bodyPr rtlCol="0" anchor="ctr"/>
          <a:lstStyle/>
          <a:p>
            <a:endParaRPr lang="en-US"/>
          </a:p>
        </p:txBody>
      </p:sp>
      <p:sp>
        <p:nvSpPr>
          <p:cNvPr id="18" name="Freeform 17">
            <a:extLst>
              <a:ext uri="{FF2B5EF4-FFF2-40B4-BE49-F238E27FC236}">
                <a16:creationId xmlns:a16="http://schemas.microsoft.com/office/drawing/2014/main" id="{E6B58C9F-DA2A-27A1-33A0-C0F5E4F3BA28}"/>
              </a:ext>
            </a:extLst>
          </p:cNvPr>
          <p:cNvSpPr>
            <a:spLocks/>
          </p:cNvSpPr>
          <p:nvPr userDrawn="1"/>
        </p:nvSpPr>
        <p:spPr>
          <a:xfrm>
            <a:off x="-105254" y="242047"/>
            <a:ext cx="12080791" cy="12080791"/>
          </a:xfrm>
          <a:custGeom>
            <a:avLst/>
            <a:gdLst>
              <a:gd name="connsiteX0" fmla="*/ 500348 w 808005"/>
              <a:gd name="connsiteY0" fmla="*/ 0 h 808005"/>
              <a:gd name="connsiteX1" fmla="*/ 808006 w 808005"/>
              <a:gd name="connsiteY1" fmla="*/ 0 h 808005"/>
              <a:gd name="connsiteX2" fmla="*/ 808006 w 808005"/>
              <a:gd name="connsiteY2" fmla="*/ 307657 h 808005"/>
              <a:gd name="connsiteX3" fmla="*/ 307658 w 808005"/>
              <a:gd name="connsiteY3" fmla="*/ 808006 h 808005"/>
              <a:gd name="connsiteX4" fmla="*/ 0 w 808005"/>
              <a:gd name="connsiteY4" fmla="*/ 808006 h 808005"/>
              <a:gd name="connsiteX5" fmla="*/ 0 w 808005"/>
              <a:gd name="connsiteY5" fmla="*/ 500348 h 808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08005" h="808005">
                <a:moveTo>
                  <a:pt x="500348" y="0"/>
                </a:moveTo>
                <a:lnTo>
                  <a:pt x="808006" y="0"/>
                </a:lnTo>
                <a:lnTo>
                  <a:pt x="808006" y="307657"/>
                </a:lnTo>
                <a:lnTo>
                  <a:pt x="307658" y="808006"/>
                </a:lnTo>
                <a:lnTo>
                  <a:pt x="0" y="808006"/>
                </a:lnTo>
                <a:lnTo>
                  <a:pt x="0" y="500348"/>
                </a:lnTo>
                <a:close/>
              </a:path>
            </a:pathLst>
          </a:custGeom>
          <a:solidFill>
            <a:schemeClr val="bg1"/>
          </a:solidFill>
          <a:ln w="9525" cap="flat">
            <a:noFill/>
            <a:prstDash val="solid"/>
            <a:miter/>
          </a:ln>
        </p:spPr>
        <p:txBody>
          <a:bodyPr rtlCol="0" anchor="ctr"/>
          <a:lstStyle/>
          <a:p>
            <a:endParaRPr lang="en-US"/>
          </a:p>
        </p:txBody>
      </p:sp>
      <p:sp>
        <p:nvSpPr>
          <p:cNvPr id="2" name="Title 1">
            <a:extLst>
              <a:ext uri="{FF2B5EF4-FFF2-40B4-BE49-F238E27FC236}">
                <a16:creationId xmlns:a16="http://schemas.microsoft.com/office/drawing/2014/main" id="{9F49DC08-176E-6D85-5320-81FA1E77A511}"/>
              </a:ext>
            </a:extLst>
          </p:cNvPr>
          <p:cNvSpPr>
            <a:spLocks noGrp="1"/>
          </p:cNvSpPr>
          <p:nvPr>
            <p:ph type="ctrTitle" hasCustomPrompt="1"/>
          </p:nvPr>
        </p:nvSpPr>
        <p:spPr>
          <a:xfrm>
            <a:off x="6236043" y="1444487"/>
            <a:ext cx="5193957" cy="2543313"/>
          </a:xfrm>
          <a:prstGeom prst="rect">
            <a:avLst/>
          </a:prstGeom>
        </p:spPr>
        <p:txBody>
          <a:bodyPr lIns="0" anchor="t" anchorCtr="0">
            <a:normAutofit/>
          </a:bodyPr>
          <a:lstStyle>
            <a:lvl1pPr algn="r">
              <a:defRPr sz="6000">
                <a:solidFill>
                  <a:srgbClr val="F86901"/>
                </a:solidFill>
              </a:defRPr>
            </a:lvl1pPr>
          </a:lstStyle>
          <a:p>
            <a:r>
              <a:rPr lang="en-US" dirty="0"/>
              <a:t>Click to add</a:t>
            </a:r>
            <a:br>
              <a:rPr lang="en-US" dirty="0"/>
            </a:br>
            <a:r>
              <a:rPr lang="en-US" dirty="0"/>
              <a:t>Presentation </a:t>
            </a:r>
            <a:br>
              <a:rPr lang="en-US" dirty="0"/>
            </a:br>
            <a:r>
              <a:rPr lang="en-US" dirty="0"/>
              <a:t>Title</a:t>
            </a:r>
          </a:p>
        </p:txBody>
      </p:sp>
      <p:sp>
        <p:nvSpPr>
          <p:cNvPr id="3" name="Subtitle 2">
            <a:extLst>
              <a:ext uri="{FF2B5EF4-FFF2-40B4-BE49-F238E27FC236}">
                <a16:creationId xmlns:a16="http://schemas.microsoft.com/office/drawing/2014/main" id="{8C862286-931F-57E7-B8F4-DCD882AC11BB}"/>
              </a:ext>
            </a:extLst>
          </p:cNvPr>
          <p:cNvSpPr>
            <a:spLocks noGrp="1"/>
          </p:cNvSpPr>
          <p:nvPr>
            <p:ph type="subTitle" idx="1" hasCustomPrompt="1"/>
          </p:nvPr>
        </p:nvSpPr>
        <p:spPr>
          <a:xfrm>
            <a:off x="6236043" y="4170448"/>
            <a:ext cx="5193957" cy="885371"/>
          </a:xfrm>
          <a:prstGeom prst="rect">
            <a:avLst/>
          </a:prstGeom>
        </p:spPr>
        <p:txBody>
          <a:bodyPr wrap="square">
            <a:spAutoFit/>
          </a:bodyPr>
          <a:lstStyle>
            <a:lvl1pPr marL="0" indent="0" algn="r">
              <a:buNone/>
              <a:defRPr sz="2400" b="1">
                <a:solidFill>
                  <a:srgbClr val="F8690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Subhead</a:t>
            </a:r>
          </a:p>
          <a:p>
            <a:r>
              <a:rPr lang="en-US" dirty="0"/>
              <a:t>Click to add date</a:t>
            </a:r>
          </a:p>
        </p:txBody>
      </p:sp>
      <p:grpSp>
        <p:nvGrpSpPr>
          <p:cNvPr id="7" name="Graphic 22">
            <a:extLst>
              <a:ext uri="{FF2B5EF4-FFF2-40B4-BE49-F238E27FC236}">
                <a16:creationId xmlns:a16="http://schemas.microsoft.com/office/drawing/2014/main" id="{46AD9553-3EB2-6CBD-D8EC-A882BD5C35AE}"/>
              </a:ext>
            </a:extLst>
          </p:cNvPr>
          <p:cNvGrpSpPr/>
          <p:nvPr userDrawn="1"/>
        </p:nvGrpSpPr>
        <p:grpSpPr>
          <a:xfrm>
            <a:off x="326276" y="360373"/>
            <a:ext cx="1694113" cy="640154"/>
            <a:chOff x="2728880" y="3418045"/>
            <a:chExt cx="3190208" cy="1205483"/>
          </a:xfrm>
          <a:solidFill>
            <a:schemeClr val="bg1"/>
          </a:solidFill>
        </p:grpSpPr>
        <p:sp>
          <p:nvSpPr>
            <p:cNvPr id="8" name="Freeform 7">
              <a:extLst>
                <a:ext uri="{FF2B5EF4-FFF2-40B4-BE49-F238E27FC236}">
                  <a16:creationId xmlns:a16="http://schemas.microsoft.com/office/drawing/2014/main" id="{5110B352-877F-8187-FB48-B2E7FF9ECF37}"/>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9" name="Freeform 8">
              <a:extLst>
                <a:ext uri="{FF2B5EF4-FFF2-40B4-BE49-F238E27FC236}">
                  <a16:creationId xmlns:a16="http://schemas.microsoft.com/office/drawing/2014/main" id="{660DCAFF-F799-225C-ED97-BC6090D3CC2E}"/>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F2A89F3-32AB-EF3A-C301-1CCA565CDC18}"/>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sp>
        <p:nvSpPr>
          <p:cNvPr id="13" name="Freeform 12">
            <a:extLst>
              <a:ext uri="{FF2B5EF4-FFF2-40B4-BE49-F238E27FC236}">
                <a16:creationId xmlns:a16="http://schemas.microsoft.com/office/drawing/2014/main" id="{F4E7493E-8541-624A-0E97-F00110B7C28E}"/>
              </a:ext>
            </a:extLst>
          </p:cNvPr>
          <p:cNvSpPr>
            <a:spLocks/>
          </p:cNvSpPr>
          <p:nvPr userDrawn="1"/>
        </p:nvSpPr>
        <p:spPr>
          <a:xfrm>
            <a:off x="-764948" y="3256979"/>
            <a:ext cx="6720906" cy="6720906"/>
          </a:xfrm>
          <a:custGeom>
            <a:avLst/>
            <a:gdLst>
              <a:gd name="connsiteX0" fmla="*/ 500348 w 808005"/>
              <a:gd name="connsiteY0" fmla="*/ 0 h 808005"/>
              <a:gd name="connsiteX1" fmla="*/ 808006 w 808005"/>
              <a:gd name="connsiteY1" fmla="*/ 0 h 808005"/>
              <a:gd name="connsiteX2" fmla="*/ 808006 w 808005"/>
              <a:gd name="connsiteY2" fmla="*/ 307657 h 808005"/>
              <a:gd name="connsiteX3" fmla="*/ 307658 w 808005"/>
              <a:gd name="connsiteY3" fmla="*/ 808006 h 808005"/>
              <a:gd name="connsiteX4" fmla="*/ 0 w 808005"/>
              <a:gd name="connsiteY4" fmla="*/ 808006 h 808005"/>
              <a:gd name="connsiteX5" fmla="*/ 0 w 808005"/>
              <a:gd name="connsiteY5" fmla="*/ 500348 h 808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08005" h="808005">
                <a:moveTo>
                  <a:pt x="500348" y="0"/>
                </a:moveTo>
                <a:lnTo>
                  <a:pt x="808006" y="0"/>
                </a:lnTo>
                <a:lnTo>
                  <a:pt x="808006" y="307657"/>
                </a:lnTo>
                <a:lnTo>
                  <a:pt x="307658" y="808006"/>
                </a:lnTo>
                <a:lnTo>
                  <a:pt x="0" y="808006"/>
                </a:lnTo>
                <a:lnTo>
                  <a:pt x="0" y="500348"/>
                </a:lnTo>
                <a:close/>
              </a:path>
            </a:pathLst>
          </a:custGeom>
          <a:solidFill>
            <a:srgbClr val="E8E8E8"/>
          </a:solidFill>
          <a:ln w="9525" cap="flat">
            <a:noFill/>
            <a:prstDash val="solid"/>
            <a:miter/>
          </a:ln>
        </p:spPr>
        <p:txBody>
          <a:bodyPr rtlCol="0" anchor="ctr"/>
          <a:lstStyle/>
          <a:p>
            <a:endParaRPr lang="en-US"/>
          </a:p>
        </p:txBody>
      </p:sp>
    </p:spTree>
    <p:extLst>
      <p:ext uri="{BB962C8B-B14F-4D97-AF65-F5344CB8AC3E}">
        <p14:creationId xmlns:p14="http://schemas.microsoft.com/office/powerpoint/2010/main" val="30754169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ayout 1 Header Bottom">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F7D23B34-9146-5B75-F33D-8A3D717B9A5D}"/>
              </a:ext>
            </a:extLst>
          </p:cNvPr>
          <p:cNvSpPr/>
          <p:nvPr userDrawn="1"/>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ntent Placeholder 7">
            <a:extLst>
              <a:ext uri="{FF2B5EF4-FFF2-40B4-BE49-F238E27FC236}">
                <a16:creationId xmlns:a16="http://schemas.microsoft.com/office/drawing/2014/main" id="{D67A2731-B1C6-9994-555B-418DC1117FCD}"/>
              </a:ext>
            </a:extLst>
          </p:cNvPr>
          <p:cNvSpPr>
            <a:spLocks noGrp="1"/>
          </p:cNvSpPr>
          <p:nvPr>
            <p:ph sz="quarter" idx="16" hasCustomPrompt="1"/>
          </p:nvPr>
        </p:nvSpPr>
        <p:spPr>
          <a:xfrm>
            <a:off x="744718" y="709416"/>
            <a:ext cx="3506057" cy="3544479"/>
          </a:xfrm>
          <a:prstGeom prst="rect">
            <a:avLst/>
          </a:prstGeom>
          <a:solidFill>
            <a:schemeClr val="bg1">
              <a:lumMod val="75000"/>
            </a:schemeClr>
          </a:solidFill>
        </p:spPr>
        <p:txBody>
          <a:bodyPr anchor="ctr" anchorCtr="1"/>
          <a:lstStyle>
            <a:lvl1pPr marL="0" indent="0">
              <a:buFontTx/>
              <a:buNone/>
              <a:defRPr/>
            </a:lvl1pPr>
          </a:lstStyle>
          <a:p>
            <a:r>
              <a:rPr lang="en-US" dirty="0"/>
              <a:t>Place image/chart here</a:t>
            </a:r>
          </a:p>
        </p:txBody>
      </p:sp>
      <p:sp>
        <p:nvSpPr>
          <p:cNvPr id="2" name="Freeform 1">
            <a:extLst>
              <a:ext uri="{FF2B5EF4-FFF2-40B4-BE49-F238E27FC236}">
                <a16:creationId xmlns:a16="http://schemas.microsoft.com/office/drawing/2014/main" id="{2E8337FE-035B-327E-51DF-5C8ED8DBBA22}"/>
              </a:ext>
            </a:extLst>
          </p:cNvPr>
          <p:cNvSpPr/>
          <p:nvPr userDrawn="1"/>
        </p:nvSpPr>
        <p:spPr>
          <a:xfrm>
            <a:off x="-1776644" y="586116"/>
            <a:ext cx="6207394" cy="10048682"/>
          </a:xfrm>
          <a:custGeom>
            <a:avLst/>
            <a:gdLst>
              <a:gd name="connsiteX0" fmla="*/ 283845 w 690181"/>
              <a:gd name="connsiteY0" fmla="*/ 28575 h 1117282"/>
              <a:gd name="connsiteX1" fmla="*/ 662845 w 690181"/>
              <a:gd name="connsiteY1" fmla="*/ 28575 h 1117282"/>
              <a:gd name="connsiteX2" fmla="*/ 662845 w 690181"/>
              <a:gd name="connsiteY2" fmla="*/ 409003 h 1117282"/>
              <a:gd name="connsiteX3" fmla="*/ 283845 w 690181"/>
              <a:gd name="connsiteY3" fmla="*/ 409003 h 1117282"/>
              <a:gd name="connsiteX4" fmla="*/ 283845 w 690181"/>
              <a:gd name="connsiteY4" fmla="*/ 28575 h 1117282"/>
              <a:gd name="connsiteX5" fmla="*/ 268319 w 690181"/>
              <a:gd name="connsiteY5" fmla="*/ 0 h 1117282"/>
              <a:gd name="connsiteX6" fmla="*/ 0 w 690181"/>
              <a:gd name="connsiteY6" fmla="*/ 271748 h 1117282"/>
              <a:gd name="connsiteX7" fmla="*/ 0 w 690181"/>
              <a:gd name="connsiteY7" fmla="*/ 1117283 h 1117282"/>
              <a:gd name="connsiteX8" fmla="*/ 690181 w 690181"/>
              <a:gd name="connsiteY8" fmla="*/ 421196 h 1117282"/>
              <a:gd name="connsiteX9" fmla="*/ 690086 w 690181"/>
              <a:gd name="connsiteY9" fmla="*/ 952 h 1117282"/>
              <a:gd name="connsiteX10" fmla="*/ 268319 w 690181"/>
              <a:gd name="connsiteY10" fmla="*/ 0 h 1117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90181" h="1117282">
                <a:moveTo>
                  <a:pt x="283845" y="28575"/>
                </a:moveTo>
                <a:lnTo>
                  <a:pt x="662845" y="28575"/>
                </a:lnTo>
                <a:lnTo>
                  <a:pt x="662845" y="409003"/>
                </a:lnTo>
                <a:lnTo>
                  <a:pt x="283845" y="409003"/>
                </a:lnTo>
                <a:lnTo>
                  <a:pt x="283845" y="28575"/>
                </a:lnTo>
                <a:close/>
                <a:moveTo>
                  <a:pt x="268319" y="0"/>
                </a:moveTo>
                <a:lnTo>
                  <a:pt x="0" y="271748"/>
                </a:lnTo>
                <a:lnTo>
                  <a:pt x="0" y="1117283"/>
                </a:lnTo>
                <a:lnTo>
                  <a:pt x="690181" y="421196"/>
                </a:lnTo>
                <a:lnTo>
                  <a:pt x="690086" y="952"/>
                </a:lnTo>
                <a:lnTo>
                  <a:pt x="268319" y="0"/>
                </a:lnTo>
                <a:close/>
              </a:path>
            </a:pathLst>
          </a:custGeom>
          <a:solidFill>
            <a:srgbClr val="E6E7E8"/>
          </a:solidFill>
          <a:ln w="9525" cap="flat">
            <a:noFill/>
            <a:prstDash val="solid"/>
            <a:miter/>
          </a:ln>
        </p:spPr>
        <p:txBody>
          <a:bodyPr rtlCol="0" anchor="ctr"/>
          <a:lstStyle/>
          <a:p>
            <a:endParaRPr lang="en-US"/>
          </a:p>
        </p:txBody>
      </p:sp>
      <p:sp>
        <p:nvSpPr>
          <p:cNvPr id="3" name="Rectangle 2">
            <a:extLst>
              <a:ext uri="{FF2B5EF4-FFF2-40B4-BE49-F238E27FC236}">
                <a16:creationId xmlns:a16="http://schemas.microsoft.com/office/drawing/2014/main" id="{7CEE8A4B-F4AC-B619-3F98-1A30D6365A96}"/>
              </a:ext>
            </a:extLst>
          </p:cNvPr>
          <p:cNvSpPr/>
          <p:nvPr userDrawn="1"/>
        </p:nvSpPr>
        <p:spPr>
          <a:xfrm>
            <a:off x="0" y="6218253"/>
            <a:ext cx="12192000" cy="639748"/>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FB9AABF-9BCB-B180-4C69-0B1D53F3E508}"/>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5" name="Graphic 4">
            <a:extLst>
              <a:ext uri="{FF2B5EF4-FFF2-40B4-BE49-F238E27FC236}">
                <a16:creationId xmlns:a16="http://schemas.microsoft.com/office/drawing/2014/main" id="{9FD56D0B-80F6-72BD-9C5D-51E6EF1F603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69726" y="6459249"/>
            <a:ext cx="2700733" cy="240066"/>
          </a:xfrm>
          <a:prstGeom prst="rect">
            <a:avLst/>
          </a:prstGeom>
        </p:spPr>
      </p:pic>
      <p:grpSp>
        <p:nvGrpSpPr>
          <p:cNvPr id="7" name="Graphic 22">
            <a:extLst>
              <a:ext uri="{FF2B5EF4-FFF2-40B4-BE49-F238E27FC236}">
                <a16:creationId xmlns:a16="http://schemas.microsoft.com/office/drawing/2014/main" id="{A4777B7C-92BF-5670-A057-F9DC88365E10}"/>
              </a:ext>
            </a:extLst>
          </p:cNvPr>
          <p:cNvGrpSpPr/>
          <p:nvPr userDrawn="1"/>
        </p:nvGrpSpPr>
        <p:grpSpPr>
          <a:xfrm>
            <a:off x="202133" y="6414020"/>
            <a:ext cx="798764" cy="301829"/>
            <a:chOff x="2728880" y="3418045"/>
            <a:chExt cx="3190208" cy="1205483"/>
          </a:xfrm>
          <a:solidFill>
            <a:schemeClr val="bg1"/>
          </a:solidFill>
        </p:grpSpPr>
        <p:sp>
          <p:nvSpPr>
            <p:cNvPr id="8" name="Freeform 7">
              <a:extLst>
                <a:ext uri="{FF2B5EF4-FFF2-40B4-BE49-F238E27FC236}">
                  <a16:creationId xmlns:a16="http://schemas.microsoft.com/office/drawing/2014/main" id="{B9423D6B-E270-07CD-FAC4-9DA8755E8E2F}"/>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9" name="Freeform 8">
              <a:extLst>
                <a:ext uri="{FF2B5EF4-FFF2-40B4-BE49-F238E27FC236}">
                  <a16:creationId xmlns:a16="http://schemas.microsoft.com/office/drawing/2014/main" id="{AC58A1A5-15FC-D511-18CD-B9B0243C3137}"/>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8AC87D7D-C56A-C700-AC61-168A7AF2A8CA}"/>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2628937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Layout 1 Header Bottom Reference">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F7D23B34-9146-5B75-F33D-8A3D717B9A5D}"/>
              </a:ext>
            </a:extLst>
          </p:cNvPr>
          <p:cNvSpPr/>
          <p:nvPr userDrawn="1"/>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Content Placeholder 7">
            <a:extLst>
              <a:ext uri="{FF2B5EF4-FFF2-40B4-BE49-F238E27FC236}">
                <a16:creationId xmlns:a16="http://schemas.microsoft.com/office/drawing/2014/main" id="{D67A2731-B1C6-9994-555B-418DC1117FCD}"/>
              </a:ext>
            </a:extLst>
          </p:cNvPr>
          <p:cNvSpPr>
            <a:spLocks noGrp="1"/>
          </p:cNvSpPr>
          <p:nvPr>
            <p:ph sz="quarter" idx="16" hasCustomPrompt="1"/>
          </p:nvPr>
        </p:nvSpPr>
        <p:spPr>
          <a:xfrm>
            <a:off x="744718" y="709416"/>
            <a:ext cx="3506057" cy="3544479"/>
          </a:xfrm>
          <a:prstGeom prst="rect">
            <a:avLst/>
          </a:prstGeom>
          <a:solidFill>
            <a:schemeClr val="bg1">
              <a:lumMod val="75000"/>
            </a:schemeClr>
          </a:solidFill>
        </p:spPr>
        <p:txBody>
          <a:bodyPr anchor="ctr" anchorCtr="1"/>
          <a:lstStyle>
            <a:lvl1pPr marL="0" indent="0">
              <a:buFontTx/>
              <a:buNone/>
              <a:defRPr/>
            </a:lvl1pPr>
          </a:lstStyle>
          <a:p>
            <a:r>
              <a:rPr lang="en-US" dirty="0"/>
              <a:t>Place image/chart here</a:t>
            </a:r>
          </a:p>
        </p:txBody>
      </p:sp>
      <p:sp>
        <p:nvSpPr>
          <p:cNvPr id="2" name="Freeform 1">
            <a:extLst>
              <a:ext uri="{FF2B5EF4-FFF2-40B4-BE49-F238E27FC236}">
                <a16:creationId xmlns:a16="http://schemas.microsoft.com/office/drawing/2014/main" id="{2E8337FE-035B-327E-51DF-5C8ED8DBBA22}"/>
              </a:ext>
            </a:extLst>
          </p:cNvPr>
          <p:cNvSpPr/>
          <p:nvPr userDrawn="1"/>
        </p:nvSpPr>
        <p:spPr>
          <a:xfrm>
            <a:off x="-1776644" y="568858"/>
            <a:ext cx="6207394" cy="10048682"/>
          </a:xfrm>
          <a:custGeom>
            <a:avLst/>
            <a:gdLst>
              <a:gd name="connsiteX0" fmla="*/ 283845 w 690181"/>
              <a:gd name="connsiteY0" fmla="*/ 28575 h 1117282"/>
              <a:gd name="connsiteX1" fmla="*/ 662845 w 690181"/>
              <a:gd name="connsiteY1" fmla="*/ 28575 h 1117282"/>
              <a:gd name="connsiteX2" fmla="*/ 662845 w 690181"/>
              <a:gd name="connsiteY2" fmla="*/ 409003 h 1117282"/>
              <a:gd name="connsiteX3" fmla="*/ 283845 w 690181"/>
              <a:gd name="connsiteY3" fmla="*/ 409003 h 1117282"/>
              <a:gd name="connsiteX4" fmla="*/ 283845 w 690181"/>
              <a:gd name="connsiteY4" fmla="*/ 28575 h 1117282"/>
              <a:gd name="connsiteX5" fmla="*/ 268319 w 690181"/>
              <a:gd name="connsiteY5" fmla="*/ 0 h 1117282"/>
              <a:gd name="connsiteX6" fmla="*/ 0 w 690181"/>
              <a:gd name="connsiteY6" fmla="*/ 271748 h 1117282"/>
              <a:gd name="connsiteX7" fmla="*/ 0 w 690181"/>
              <a:gd name="connsiteY7" fmla="*/ 1117283 h 1117282"/>
              <a:gd name="connsiteX8" fmla="*/ 690181 w 690181"/>
              <a:gd name="connsiteY8" fmla="*/ 421196 h 1117282"/>
              <a:gd name="connsiteX9" fmla="*/ 690086 w 690181"/>
              <a:gd name="connsiteY9" fmla="*/ 952 h 1117282"/>
              <a:gd name="connsiteX10" fmla="*/ 268319 w 690181"/>
              <a:gd name="connsiteY10" fmla="*/ 0 h 1117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90181" h="1117282">
                <a:moveTo>
                  <a:pt x="283845" y="28575"/>
                </a:moveTo>
                <a:lnTo>
                  <a:pt x="662845" y="28575"/>
                </a:lnTo>
                <a:lnTo>
                  <a:pt x="662845" y="409003"/>
                </a:lnTo>
                <a:lnTo>
                  <a:pt x="283845" y="409003"/>
                </a:lnTo>
                <a:lnTo>
                  <a:pt x="283845" y="28575"/>
                </a:lnTo>
                <a:close/>
                <a:moveTo>
                  <a:pt x="268319" y="0"/>
                </a:moveTo>
                <a:lnTo>
                  <a:pt x="0" y="271748"/>
                </a:lnTo>
                <a:lnTo>
                  <a:pt x="0" y="1117283"/>
                </a:lnTo>
                <a:lnTo>
                  <a:pt x="690181" y="421196"/>
                </a:lnTo>
                <a:lnTo>
                  <a:pt x="690086" y="952"/>
                </a:lnTo>
                <a:lnTo>
                  <a:pt x="268319" y="0"/>
                </a:lnTo>
                <a:close/>
              </a:path>
            </a:pathLst>
          </a:custGeom>
          <a:solidFill>
            <a:srgbClr val="E8E8E8"/>
          </a:solidFill>
          <a:ln w="9525" cap="flat">
            <a:noFill/>
            <a:prstDash val="solid"/>
            <a:miter/>
          </a:ln>
        </p:spPr>
        <p:txBody>
          <a:bodyPr rtlCol="0" anchor="ctr"/>
          <a:lstStyle/>
          <a:p>
            <a:endParaRPr lang="en-US"/>
          </a:p>
        </p:txBody>
      </p:sp>
      <p:sp>
        <p:nvSpPr>
          <p:cNvPr id="3" name="Rectangle 2">
            <a:extLst>
              <a:ext uri="{FF2B5EF4-FFF2-40B4-BE49-F238E27FC236}">
                <a16:creationId xmlns:a16="http://schemas.microsoft.com/office/drawing/2014/main" id="{7CEE8A4B-F4AC-B619-3F98-1A30D6365A96}"/>
              </a:ext>
            </a:extLst>
          </p:cNvPr>
          <p:cNvSpPr/>
          <p:nvPr userDrawn="1"/>
        </p:nvSpPr>
        <p:spPr>
          <a:xfrm>
            <a:off x="0" y="6218253"/>
            <a:ext cx="12192000" cy="6465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FB9AABF-9BCB-B180-4C69-0B1D53F3E508}"/>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5" name="Graphic 4">
            <a:extLst>
              <a:ext uri="{FF2B5EF4-FFF2-40B4-BE49-F238E27FC236}">
                <a16:creationId xmlns:a16="http://schemas.microsoft.com/office/drawing/2014/main" id="{9FD56D0B-80F6-72BD-9C5D-51E6EF1F603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69726" y="6459249"/>
            <a:ext cx="2700733" cy="240066"/>
          </a:xfrm>
          <a:prstGeom prst="rect">
            <a:avLst/>
          </a:prstGeom>
        </p:spPr>
      </p:pic>
      <p:grpSp>
        <p:nvGrpSpPr>
          <p:cNvPr id="7" name="Graphic 22">
            <a:extLst>
              <a:ext uri="{FF2B5EF4-FFF2-40B4-BE49-F238E27FC236}">
                <a16:creationId xmlns:a16="http://schemas.microsoft.com/office/drawing/2014/main" id="{A4777B7C-92BF-5670-A057-F9DC88365E10}"/>
              </a:ext>
            </a:extLst>
          </p:cNvPr>
          <p:cNvGrpSpPr/>
          <p:nvPr userDrawn="1"/>
        </p:nvGrpSpPr>
        <p:grpSpPr>
          <a:xfrm>
            <a:off x="202133" y="6414020"/>
            <a:ext cx="798764" cy="301829"/>
            <a:chOff x="2728880" y="3418045"/>
            <a:chExt cx="3190208" cy="1205483"/>
          </a:xfrm>
          <a:solidFill>
            <a:schemeClr val="bg1"/>
          </a:solidFill>
        </p:grpSpPr>
        <p:sp>
          <p:nvSpPr>
            <p:cNvPr id="8" name="Freeform 7">
              <a:extLst>
                <a:ext uri="{FF2B5EF4-FFF2-40B4-BE49-F238E27FC236}">
                  <a16:creationId xmlns:a16="http://schemas.microsoft.com/office/drawing/2014/main" id="{B9423D6B-E270-07CD-FAC4-9DA8755E8E2F}"/>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9" name="Freeform 8">
              <a:extLst>
                <a:ext uri="{FF2B5EF4-FFF2-40B4-BE49-F238E27FC236}">
                  <a16:creationId xmlns:a16="http://schemas.microsoft.com/office/drawing/2014/main" id="{AC58A1A5-15FC-D511-18CD-B9B0243C3137}"/>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8AC87D7D-C56A-C700-AC61-168A7AF2A8CA}"/>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sp>
        <p:nvSpPr>
          <p:cNvPr id="26" name="Text Placeholder 25">
            <a:extLst>
              <a:ext uri="{FF2B5EF4-FFF2-40B4-BE49-F238E27FC236}">
                <a16:creationId xmlns:a16="http://schemas.microsoft.com/office/drawing/2014/main" id="{5CB2D74D-5BD4-D177-F0C7-C77D2066EC61}"/>
              </a:ext>
            </a:extLst>
          </p:cNvPr>
          <p:cNvSpPr>
            <a:spLocks noGrp="1"/>
          </p:cNvSpPr>
          <p:nvPr>
            <p:ph type="body" sz="quarter" idx="17"/>
          </p:nvPr>
        </p:nvSpPr>
        <p:spPr>
          <a:xfrm>
            <a:off x="4626494" y="1981923"/>
            <a:ext cx="7445399" cy="2042482"/>
          </a:xfrm>
          <a:prstGeom prst="rect">
            <a:avLst/>
          </a:prstGeom>
        </p:spPr>
        <p:txBody>
          <a:bodyPr/>
          <a:lstStyle>
            <a:lvl1pPr marL="228600" indent="-228600">
              <a:buClr>
                <a:srgbClr val="F86901"/>
              </a:buClr>
              <a:buSzPct val="100000"/>
              <a:buFont typeface="Wingdings" pitchFamily="2" charset="2"/>
              <a:buChar char="§"/>
              <a:defRPr sz="2200"/>
            </a:lvl1pPr>
            <a:lvl2pPr marL="685800" indent="-228600">
              <a:buClr>
                <a:srgbClr val="F86901"/>
              </a:buClr>
              <a:buSzPct val="100000"/>
              <a:buFont typeface="Wingdings" pitchFamily="2" charset="2"/>
              <a:buChar char="§"/>
              <a:defRPr sz="2000"/>
            </a:lvl2pPr>
            <a:lvl3pPr marL="1143000" indent="-228600">
              <a:buClr>
                <a:srgbClr val="F86901"/>
              </a:buClr>
              <a:buSzPct val="100000"/>
              <a:buFont typeface="Wingdings" pitchFamily="2" charset="2"/>
              <a:buChar char="§"/>
              <a:defRPr sz="1800"/>
            </a:lvl3pPr>
            <a:lvl4pPr marL="1600200" indent="-228600">
              <a:buClr>
                <a:srgbClr val="F86901"/>
              </a:buClr>
              <a:buSzPct val="100000"/>
              <a:buFont typeface="Wingdings" pitchFamily="2" charset="2"/>
              <a:buChar char="§"/>
              <a:defRPr sz="1600"/>
            </a:lvl4pPr>
            <a:lvl5pPr marL="2057400" indent="-228600">
              <a:buClr>
                <a:srgbClr val="F86901"/>
              </a:buClr>
              <a:buSzPct val="100000"/>
              <a:buFont typeface="Wingdings" pitchFamily="2" charset="2"/>
              <a:buChar cha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itle Placeholder 9">
            <a:extLst>
              <a:ext uri="{FF2B5EF4-FFF2-40B4-BE49-F238E27FC236}">
                <a16:creationId xmlns:a16="http://schemas.microsoft.com/office/drawing/2014/main" id="{B7AD03E9-3947-7D63-0E87-E39C96950558}"/>
              </a:ext>
            </a:extLst>
          </p:cNvPr>
          <p:cNvSpPr>
            <a:spLocks noGrp="1"/>
          </p:cNvSpPr>
          <p:nvPr>
            <p:ph type="title" hasCustomPrompt="1"/>
          </p:nvPr>
        </p:nvSpPr>
        <p:spPr>
          <a:xfrm>
            <a:off x="4588032" y="786914"/>
            <a:ext cx="7483861" cy="566056"/>
          </a:xfrm>
          <a:prstGeom prst="rect">
            <a:avLst/>
          </a:prstGeom>
        </p:spPr>
        <p:txBody>
          <a:bodyPr vert="horz" lIns="91440" tIns="45720" rIns="91440" bIns="45720" rtlCol="0" anchor="ctr">
            <a:normAutofit/>
          </a:bodyPr>
          <a:lstStyle/>
          <a:p>
            <a:r>
              <a:rPr lang="en-US" dirty="0"/>
              <a:t>Click for Main Header</a:t>
            </a:r>
          </a:p>
        </p:txBody>
      </p:sp>
      <p:sp>
        <p:nvSpPr>
          <p:cNvPr id="15" name="Text Placeholder 14">
            <a:extLst>
              <a:ext uri="{FF2B5EF4-FFF2-40B4-BE49-F238E27FC236}">
                <a16:creationId xmlns:a16="http://schemas.microsoft.com/office/drawing/2014/main" id="{D297C75D-193A-D4F5-E4C1-D2E4DBDC88C0}"/>
              </a:ext>
            </a:extLst>
          </p:cNvPr>
          <p:cNvSpPr>
            <a:spLocks noGrp="1"/>
          </p:cNvSpPr>
          <p:nvPr>
            <p:ph type="body" sz="quarter" idx="18" hasCustomPrompt="1"/>
          </p:nvPr>
        </p:nvSpPr>
        <p:spPr>
          <a:xfrm>
            <a:off x="4626494" y="1408377"/>
            <a:ext cx="7445399" cy="500062"/>
          </a:xfrm>
          <a:prstGeom prst="rect">
            <a:avLst/>
          </a:prstGeom>
        </p:spPr>
        <p:txBody>
          <a:bodyPr/>
          <a:lstStyle>
            <a:lvl1pPr marL="0" indent="0">
              <a:buNone/>
              <a:defRPr sz="3200" b="1">
                <a:solidFill>
                  <a:srgbClr val="F86901"/>
                </a:solidFill>
              </a:defRPr>
            </a:lvl1pPr>
          </a:lstStyle>
          <a:p>
            <a:pPr lvl="0"/>
            <a:r>
              <a:rPr lang="en-US" dirty="0"/>
              <a:t>Click to add subhead</a:t>
            </a:r>
          </a:p>
        </p:txBody>
      </p:sp>
    </p:spTree>
    <p:extLst>
      <p:ext uri="{BB962C8B-B14F-4D97-AF65-F5344CB8AC3E}">
        <p14:creationId xmlns:p14="http://schemas.microsoft.com/office/powerpoint/2010/main" val="26636605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Layout 1 Header Bottom">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3CAAF439-5242-D049-1B43-317AF9D9F3AD}"/>
              </a:ext>
            </a:extLst>
          </p:cNvPr>
          <p:cNvSpPr/>
          <p:nvPr userDrawn="1"/>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ntent Placeholder 7">
            <a:extLst>
              <a:ext uri="{FF2B5EF4-FFF2-40B4-BE49-F238E27FC236}">
                <a16:creationId xmlns:a16="http://schemas.microsoft.com/office/drawing/2014/main" id="{D67A2731-B1C6-9994-555B-418DC1117FCD}"/>
              </a:ext>
            </a:extLst>
          </p:cNvPr>
          <p:cNvSpPr>
            <a:spLocks noGrp="1"/>
          </p:cNvSpPr>
          <p:nvPr>
            <p:ph sz="quarter" idx="16" hasCustomPrompt="1"/>
          </p:nvPr>
        </p:nvSpPr>
        <p:spPr>
          <a:xfrm>
            <a:off x="744718" y="709416"/>
            <a:ext cx="3506057" cy="3544479"/>
          </a:xfrm>
          <a:prstGeom prst="rect">
            <a:avLst/>
          </a:prstGeom>
          <a:solidFill>
            <a:schemeClr val="bg1">
              <a:lumMod val="75000"/>
            </a:schemeClr>
          </a:solidFill>
        </p:spPr>
        <p:txBody>
          <a:bodyPr anchor="ctr" anchorCtr="1"/>
          <a:lstStyle>
            <a:lvl1pPr marL="0" indent="0">
              <a:buFontTx/>
              <a:buNone/>
              <a:defRPr/>
            </a:lvl1pPr>
          </a:lstStyle>
          <a:p>
            <a:r>
              <a:rPr lang="en-US" dirty="0"/>
              <a:t>Place image/chart here</a:t>
            </a:r>
          </a:p>
        </p:txBody>
      </p:sp>
      <p:sp>
        <p:nvSpPr>
          <p:cNvPr id="2" name="Freeform 1">
            <a:extLst>
              <a:ext uri="{FF2B5EF4-FFF2-40B4-BE49-F238E27FC236}">
                <a16:creationId xmlns:a16="http://schemas.microsoft.com/office/drawing/2014/main" id="{2E8337FE-035B-327E-51DF-5C8ED8DBBA22}"/>
              </a:ext>
            </a:extLst>
          </p:cNvPr>
          <p:cNvSpPr/>
          <p:nvPr userDrawn="1"/>
        </p:nvSpPr>
        <p:spPr>
          <a:xfrm>
            <a:off x="-1776644" y="579490"/>
            <a:ext cx="6207394" cy="10048682"/>
          </a:xfrm>
          <a:custGeom>
            <a:avLst/>
            <a:gdLst>
              <a:gd name="connsiteX0" fmla="*/ 283845 w 690181"/>
              <a:gd name="connsiteY0" fmla="*/ 28575 h 1117282"/>
              <a:gd name="connsiteX1" fmla="*/ 662845 w 690181"/>
              <a:gd name="connsiteY1" fmla="*/ 28575 h 1117282"/>
              <a:gd name="connsiteX2" fmla="*/ 662845 w 690181"/>
              <a:gd name="connsiteY2" fmla="*/ 409003 h 1117282"/>
              <a:gd name="connsiteX3" fmla="*/ 283845 w 690181"/>
              <a:gd name="connsiteY3" fmla="*/ 409003 h 1117282"/>
              <a:gd name="connsiteX4" fmla="*/ 283845 w 690181"/>
              <a:gd name="connsiteY4" fmla="*/ 28575 h 1117282"/>
              <a:gd name="connsiteX5" fmla="*/ 268319 w 690181"/>
              <a:gd name="connsiteY5" fmla="*/ 0 h 1117282"/>
              <a:gd name="connsiteX6" fmla="*/ 0 w 690181"/>
              <a:gd name="connsiteY6" fmla="*/ 271748 h 1117282"/>
              <a:gd name="connsiteX7" fmla="*/ 0 w 690181"/>
              <a:gd name="connsiteY7" fmla="*/ 1117283 h 1117282"/>
              <a:gd name="connsiteX8" fmla="*/ 690181 w 690181"/>
              <a:gd name="connsiteY8" fmla="*/ 421196 h 1117282"/>
              <a:gd name="connsiteX9" fmla="*/ 690086 w 690181"/>
              <a:gd name="connsiteY9" fmla="*/ 952 h 1117282"/>
              <a:gd name="connsiteX10" fmla="*/ 268319 w 690181"/>
              <a:gd name="connsiteY10" fmla="*/ 0 h 1117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90181" h="1117282">
                <a:moveTo>
                  <a:pt x="283845" y="28575"/>
                </a:moveTo>
                <a:lnTo>
                  <a:pt x="662845" y="28575"/>
                </a:lnTo>
                <a:lnTo>
                  <a:pt x="662845" y="409003"/>
                </a:lnTo>
                <a:lnTo>
                  <a:pt x="283845" y="409003"/>
                </a:lnTo>
                <a:lnTo>
                  <a:pt x="283845" y="28575"/>
                </a:lnTo>
                <a:close/>
                <a:moveTo>
                  <a:pt x="268319" y="0"/>
                </a:moveTo>
                <a:lnTo>
                  <a:pt x="0" y="271748"/>
                </a:lnTo>
                <a:lnTo>
                  <a:pt x="0" y="1117283"/>
                </a:lnTo>
                <a:lnTo>
                  <a:pt x="690181" y="421196"/>
                </a:lnTo>
                <a:lnTo>
                  <a:pt x="690086" y="952"/>
                </a:lnTo>
                <a:lnTo>
                  <a:pt x="268319" y="0"/>
                </a:lnTo>
                <a:close/>
              </a:path>
            </a:pathLst>
          </a:custGeom>
          <a:solidFill>
            <a:srgbClr val="F86901"/>
          </a:solidFill>
          <a:ln w="9525" cap="flat">
            <a:noFill/>
            <a:prstDash val="solid"/>
            <a:miter/>
          </a:ln>
        </p:spPr>
        <p:txBody>
          <a:bodyPr rtlCol="0" anchor="ctr"/>
          <a:lstStyle/>
          <a:p>
            <a:endParaRPr lang="en-US"/>
          </a:p>
        </p:txBody>
      </p:sp>
      <p:sp>
        <p:nvSpPr>
          <p:cNvPr id="3" name="Rectangle 2">
            <a:extLst>
              <a:ext uri="{FF2B5EF4-FFF2-40B4-BE49-F238E27FC236}">
                <a16:creationId xmlns:a16="http://schemas.microsoft.com/office/drawing/2014/main" id="{7CEE8A4B-F4AC-B619-3F98-1A30D6365A96}"/>
              </a:ext>
            </a:extLst>
          </p:cNvPr>
          <p:cNvSpPr/>
          <p:nvPr userDrawn="1"/>
        </p:nvSpPr>
        <p:spPr>
          <a:xfrm>
            <a:off x="0" y="6218253"/>
            <a:ext cx="12192000" cy="639748"/>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FB9AABF-9BCB-B180-4C69-0B1D53F3E508}"/>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5" name="Graphic 4">
            <a:extLst>
              <a:ext uri="{FF2B5EF4-FFF2-40B4-BE49-F238E27FC236}">
                <a16:creationId xmlns:a16="http://schemas.microsoft.com/office/drawing/2014/main" id="{9FD56D0B-80F6-72BD-9C5D-51E6EF1F603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69726" y="6459249"/>
            <a:ext cx="2700733" cy="240066"/>
          </a:xfrm>
          <a:prstGeom prst="rect">
            <a:avLst/>
          </a:prstGeom>
        </p:spPr>
      </p:pic>
      <p:grpSp>
        <p:nvGrpSpPr>
          <p:cNvPr id="7" name="Graphic 22">
            <a:extLst>
              <a:ext uri="{FF2B5EF4-FFF2-40B4-BE49-F238E27FC236}">
                <a16:creationId xmlns:a16="http://schemas.microsoft.com/office/drawing/2014/main" id="{A4777B7C-92BF-5670-A057-F9DC88365E10}"/>
              </a:ext>
            </a:extLst>
          </p:cNvPr>
          <p:cNvGrpSpPr/>
          <p:nvPr userDrawn="1"/>
        </p:nvGrpSpPr>
        <p:grpSpPr>
          <a:xfrm>
            <a:off x="202133" y="6414020"/>
            <a:ext cx="798764" cy="301829"/>
            <a:chOff x="2728880" y="3418045"/>
            <a:chExt cx="3190208" cy="1205483"/>
          </a:xfrm>
          <a:solidFill>
            <a:schemeClr val="bg1"/>
          </a:solidFill>
        </p:grpSpPr>
        <p:sp>
          <p:nvSpPr>
            <p:cNvPr id="8" name="Freeform 7">
              <a:extLst>
                <a:ext uri="{FF2B5EF4-FFF2-40B4-BE49-F238E27FC236}">
                  <a16:creationId xmlns:a16="http://schemas.microsoft.com/office/drawing/2014/main" id="{B9423D6B-E270-07CD-FAC4-9DA8755E8E2F}"/>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9" name="Freeform 8">
              <a:extLst>
                <a:ext uri="{FF2B5EF4-FFF2-40B4-BE49-F238E27FC236}">
                  <a16:creationId xmlns:a16="http://schemas.microsoft.com/office/drawing/2014/main" id="{AC58A1A5-15FC-D511-18CD-B9B0243C3137}"/>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8AC87D7D-C56A-C700-AC61-168A7AF2A8CA}"/>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1279944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Layout 1 Header Bottom Reference">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F7D23B34-9146-5B75-F33D-8A3D717B9A5D}"/>
              </a:ext>
            </a:extLst>
          </p:cNvPr>
          <p:cNvSpPr/>
          <p:nvPr userDrawn="1"/>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ntent Placeholder 7">
            <a:extLst>
              <a:ext uri="{FF2B5EF4-FFF2-40B4-BE49-F238E27FC236}">
                <a16:creationId xmlns:a16="http://schemas.microsoft.com/office/drawing/2014/main" id="{D67A2731-B1C6-9994-555B-418DC1117FCD}"/>
              </a:ext>
            </a:extLst>
          </p:cNvPr>
          <p:cNvSpPr>
            <a:spLocks noGrp="1"/>
          </p:cNvSpPr>
          <p:nvPr>
            <p:ph sz="quarter" idx="16" hasCustomPrompt="1"/>
          </p:nvPr>
        </p:nvSpPr>
        <p:spPr>
          <a:xfrm>
            <a:off x="744718" y="709416"/>
            <a:ext cx="3506057" cy="3544479"/>
          </a:xfrm>
          <a:prstGeom prst="rect">
            <a:avLst/>
          </a:prstGeom>
          <a:solidFill>
            <a:schemeClr val="bg1">
              <a:lumMod val="75000"/>
            </a:schemeClr>
          </a:solidFill>
        </p:spPr>
        <p:txBody>
          <a:bodyPr anchor="ctr" anchorCtr="1"/>
          <a:lstStyle>
            <a:lvl1pPr marL="0" indent="0">
              <a:buFontTx/>
              <a:buNone/>
              <a:defRPr/>
            </a:lvl1pPr>
          </a:lstStyle>
          <a:p>
            <a:r>
              <a:rPr lang="en-US" dirty="0"/>
              <a:t>Place image/chart here</a:t>
            </a:r>
          </a:p>
        </p:txBody>
      </p:sp>
      <p:sp>
        <p:nvSpPr>
          <p:cNvPr id="2" name="Freeform 1">
            <a:extLst>
              <a:ext uri="{FF2B5EF4-FFF2-40B4-BE49-F238E27FC236}">
                <a16:creationId xmlns:a16="http://schemas.microsoft.com/office/drawing/2014/main" id="{2E8337FE-035B-327E-51DF-5C8ED8DBBA22}"/>
              </a:ext>
            </a:extLst>
          </p:cNvPr>
          <p:cNvSpPr/>
          <p:nvPr userDrawn="1"/>
        </p:nvSpPr>
        <p:spPr>
          <a:xfrm>
            <a:off x="-1776644" y="568858"/>
            <a:ext cx="6207394" cy="10048682"/>
          </a:xfrm>
          <a:custGeom>
            <a:avLst/>
            <a:gdLst>
              <a:gd name="connsiteX0" fmla="*/ 283845 w 690181"/>
              <a:gd name="connsiteY0" fmla="*/ 28575 h 1117282"/>
              <a:gd name="connsiteX1" fmla="*/ 662845 w 690181"/>
              <a:gd name="connsiteY1" fmla="*/ 28575 h 1117282"/>
              <a:gd name="connsiteX2" fmla="*/ 662845 w 690181"/>
              <a:gd name="connsiteY2" fmla="*/ 409003 h 1117282"/>
              <a:gd name="connsiteX3" fmla="*/ 283845 w 690181"/>
              <a:gd name="connsiteY3" fmla="*/ 409003 h 1117282"/>
              <a:gd name="connsiteX4" fmla="*/ 283845 w 690181"/>
              <a:gd name="connsiteY4" fmla="*/ 28575 h 1117282"/>
              <a:gd name="connsiteX5" fmla="*/ 268319 w 690181"/>
              <a:gd name="connsiteY5" fmla="*/ 0 h 1117282"/>
              <a:gd name="connsiteX6" fmla="*/ 0 w 690181"/>
              <a:gd name="connsiteY6" fmla="*/ 271748 h 1117282"/>
              <a:gd name="connsiteX7" fmla="*/ 0 w 690181"/>
              <a:gd name="connsiteY7" fmla="*/ 1117283 h 1117282"/>
              <a:gd name="connsiteX8" fmla="*/ 690181 w 690181"/>
              <a:gd name="connsiteY8" fmla="*/ 421196 h 1117282"/>
              <a:gd name="connsiteX9" fmla="*/ 690086 w 690181"/>
              <a:gd name="connsiteY9" fmla="*/ 952 h 1117282"/>
              <a:gd name="connsiteX10" fmla="*/ 268319 w 690181"/>
              <a:gd name="connsiteY10" fmla="*/ 0 h 1117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90181" h="1117282">
                <a:moveTo>
                  <a:pt x="283845" y="28575"/>
                </a:moveTo>
                <a:lnTo>
                  <a:pt x="662845" y="28575"/>
                </a:lnTo>
                <a:lnTo>
                  <a:pt x="662845" y="409003"/>
                </a:lnTo>
                <a:lnTo>
                  <a:pt x="283845" y="409003"/>
                </a:lnTo>
                <a:lnTo>
                  <a:pt x="283845" y="28575"/>
                </a:lnTo>
                <a:close/>
                <a:moveTo>
                  <a:pt x="268319" y="0"/>
                </a:moveTo>
                <a:lnTo>
                  <a:pt x="0" y="271748"/>
                </a:lnTo>
                <a:lnTo>
                  <a:pt x="0" y="1117283"/>
                </a:lnTo>
                <a:lnTo>
                  <a:pt x="690181" y="421196"/>
                </a:lnTo>
                <a:lnTo>
                  <a:pt x="690086" y="952"/>
                </a:lnTo>
                <a:lnTo>
                  <a:pt x="268319" y="0"/>
                </a:lnTo>
                <a:close/>
              </a:path>
            </a:pathLst>
          </a:custGeom>
          <a:solidFill>
            <a:srgbClr val="F86901"/>
          </a:solidFill>
          <a:ln w="9525" cap="flat">
            <a:noFill/>
            <a:prstDash val="solid"/>
            <a:miter/>
          </a:ln>
        </p:spPr>
        <p:txBody>
          <a:bodyPr rtlCol="0" anchor="ctr"/>
          <a:lstStyle/>
          <a:p>
            <a:endParaRPr lang="en-US"/>
          </a:p>
        </p:txBody>
      </p:sp>
      <p:sp>
        <p:nvSpPr>
          <p:cNvPr id="3" name="Rectangle 2">
            <a:extLst>
              <a:ext uri="{FF2B5EF4-FFF2-40B4-BE49-F238E27FC236}">
                <a16:creationId xmlns:a16="http://schemas.microsoft.com/office/drawing/2014/main" id="{7CEE8A4B-F4AC-B619-3F98-1A30D6365A96}"/>
              </a:ext>
            </a:extLst>
          </p:cNvPr>
          <p:cNvSpPr/>
          <p:nvPr userDrawn="1"/>
        </p:nvSpPr>
        <p:spPr>
          <a:xfrm>
            <a:off x="0" y="6218253"/>
            <a:ext cx="12192000" cy="64652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FB9AABF-9BCB-B180-4C69-0B1D53F3E508}"/>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5" name="Graphic 4">
            <a:extLst>
              <a:ext uri="{FF2B5EF4-FFF2-40B4-BE49-F238E27FC236}">
                <a16:creationId xmlns:a16="http://schemas.microsoft.com/office/drawing/2014/main" id="{9FD56D0B-80F6-72BD-9C5D-51E6EF1F603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69726" y="6459249"/>
            <a:ext cx="2700733" cy="240066"/>
          </a:xfrm>
          <a:prstGeom prst="rect">
            <a:avLst/>
          </a:prstGeom>
        </p:spPr>
      </p:pic>
      <p:grpSp>
        <p:nvGrpSpPr>
          <p:cNvPr id="7" name="Graphic 22">
            <a:extLst>
              <a:ext uri="{FF2B5EF4-FFF2-40B4-BE49-F238E27FC236}">
                <a16:creationId xmlns:a16="http://schemas.microsoft.com/office/drawing/2014/main" id="{A4777B7C-92BF-5670-A057-F9DC88365E10}"/>
              </a:ext>
            </a:extLst>
          </p:cNvPr>
          <p:cNvGrpSpPr/>
          <p:nvPr userDrawn="1"/>
        </p:nvGrpSpPr>
        <p:grpSpPr>
          <a:xfrm>
            <a:off x="202133" y="6414020"/>
            <a:ext cx="798764" cy="301829"/>
            <a:chOff x="2728880" y="3418045"/>
            <a:chExt cx="3190208" cy="1205483"/>
          </a:xfrm>
          <a:solidFill>
            <a:schemeClr val="bg1"/>
          </a:solidFill>
        </p:grpSpPr>
        <p:sp>
          <p:nvSpPr>
            <p:cNvPr id="8" name="Freeform 7">
              <a:extLst>
                <a:ext uri="{FF2B5EF4-FFF2-40B4-BE49-F238E27FC236}">
                  <a16:creationId xmlns:a16="http://schemas.microsoft.com/office/drawing/2014/main" id="{B9423D6B-E270-07CD-FAC4-9DA8755E8E2F}"/>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9" name="Freeform 8">
              <a:extLst>
                <a:ext uri="{FF2B5EF4-FFF2-40B4-BE49-F238E27FC236}">
                  <a16:creationId xmlns:a16="http://schemas.microsoft.com/office/drawing/2014/main" id="{AC58A1A5-15FC-D511-18CD-B9B0243C3137}"/>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8AC87D7D-C56A-C700-AC61-168A7AF2A8CA}"/>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sp>
        <p:nvSpPr>
          <p:cNvPr id="13" name="Text Placeholder 25">
            <a:extLst>
              <a:ext uri="{FF2B5EF4-FFF2-40B4-BE49-F238E27FC236}">
                <a16:creationId xmlns:a16="http://schemas.microsoft.com/office/drawing/2014/main" id="{E78FEFD0-C1FF-84E4-EC68-446D3B8A1B46}"/>
              </a:ext>
            </a:extLst>
          </p:cNvPr>
          <p:cNvSpPr>
            <a:spLocks noGrp="1"/>
          </p:cNvSpPr>
          <p:nvPr>
            <p:ph type="body" sz="quarter" idx="17"/>
          </p:nvPr>
        </p:nvSpPr>
        <p:spPr>
          <a:xfrm>
            <a:off x="4626494" y="1981923"/>
            <a:ext cx="7531359" cy="2042482"/>
          </a:xfrm>
          <a:prstGeom prst="rect">
            <a:avLst/>
          </a:prstGeom>
        </p:spPr>
        <p:txBody>
          <a:bodyPr/>
          <a:lstStyle>
            <a:lvl1pPr marL="228600" indent="-228600">
              <a:buClr>
                <a:srgbClr val="F86901"/>
              </a:buClr>
              <a:buSzPct val="100000"/>
              <a:buFont typeface="Wingdings" pitchFamily="2" charset="2"/>
              <a:buChar char="§"/>
              <a:defRPr sz="2200"/>
            </a:lvl1pPr>
            <a:lvl2pPr marL="685800" indent="-228600">
              <a:buClr>
                <a:srgbClr val="F86901"/>
              </a:buClr>
              <a:buSzPct val="100000"/>
              <a:buFont typeface="Wingdings" pitchFamily="2" charset="2"/>
              <a:buChar char="§"/>
              <a:defRPr sz="2000"/>
            </a:lvl2pPr>
            <a:lvl3pPr marL="1143000" indent="-228600">
              <a:buClr>
                <a:srgbClr val="F86901"/>
              </a:buClr>
              <a:buSzPct val="100000"/>
              <a:buFont typeface="Wingdings" pitchFamily="2" charset="2"/>
              <a:buChar char="§"/>
              <a:defRPr sz="1800"/>
            </a:lvl3pPr>
            <a:lvl4pPr marL="1600200" indent="-228600">
              <a:buClr>
                <a:srgbClr val="F86901"/>
              </a:buClr>
              <a:buSzPct val="100000"/>
              <a:buFont typeface="Wingdings" pitchFamily="2" charset="2"/>
              <a:buChar char="§"/>
              <a:defRPr sz="1600"/>
            </a:lvl4pPr>
            <a:lvl5pPr marL="2057400" indent="-228600">
              <a:buClr>
                <a:srgbClr val="F86901"/>
              </a:buClr>
              <a:buSzPct val="100000"/>
              <a:buFont typeface="Wingdings" pitchFamily="2" charset="2"/>
              <a:buChar cha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itle Placeholder 9">
            <a:extLst>
              <a:ext uri="{FF2B5EF4-FFF2-40B4-BE49-F238E27FC236}">
                <a16:creationId xmlns:a16="http://schemas.microsoft.com/office/drawing/2014/main" id="{C8F0BE02-FEBC-1AF0-722F-918FA0E42AD4}"/>
              </a:ext>
            </a:extLst>
          </p:cNvPr>
          <p:cNvSpPr>
            <a:spLocks noGrp="1"/>
          </p:cNvSpPr>
          <p:nvPr>
            <p:ph type="title" hasCustomPrompt="1"/>
          </p:nvPr>
        </p:nvSpPr>
        <p:spPr>
          <a:xfrm>
            <a:off x="4588032" y="786914"/>
            <a:ext cx="7483861" cy="566056"/>
          </a:xfrm>
          <a:prstGeom prst="rect">
            <a:avLst/>
          </a:prstGeom>
        </p:spPr>
        <p:txBody>
          <a:bodyPr vert="horz" lIns="91440" tIns="45720" rIns="91440" bIns="45720" rtlCol="0" anchor="ctr">
            <a:normAutofit/>
          </a:bodyPr>
          <a:lstStyle/>
          <a:p>
            <a:r>
              <a:rPr lang="en-US" dirty="0"/>
              <a:t>Click for Main Header</a:t>
            </a:r>
          </a:p>
        </p:txBody>
      </p:sp>
      <p:sp>
        <p:nvSpPr>
          <p:cNvPr id="14" name="Text Placeholder 14">
            <a:extLst>
              <a:ext uri="{FF2B5EF4-FFF2-40B4-BE49-F238E27FC236}">
                <a16:creationId xmlns:a16="http://schemas.microsoft.com/office/drawing/2014/main" id="{F25A76CC-1E23-2AEA-51B5-8E2156198E1C}"/>
              </a:ext>
            </a:extLst>
          </p:cNvPr>
          <p:cNvSpPr>
            <a:spLocks noGrp="1"/>
          </p:cNvSpPr>
          <p:nvPr>
            <p:ph type="body" sz="quarter" idx="18" hasCustomPrompt="1"/>
          </p:nvPr>
        </p:nvSpPr>
        <p:spPr>
          <a:xfrm>
            <a:off x="4626494" y="1408377"/>
            <a:ext cx="7445399" cy="500062"/>
          </a:xfrm>
          <a:prstGeom prst="rect">
            <a:avLst/>
          </a:prstGeom>
        </p:spPr>
        <p:txBody>
          <a:bodyPr/>
          <a:lstStyle>
            <a:lvl1pPr marL="0" indent="0">
              <a:buNone/>
              <a:defRPr sz="3200" b="1">
                <a:solidFill>
                  <a:srgbClr val="F86901"/>
                </a:solidFill>
              </a:defRPr>
            </a:lvl1pPr>
          </a:lstStyle>
          <a:p>
            <a:pPr lvl="0"/>
            <a:r>
              <a:rPr lang="en-US" dirty="0"/>
              <a:t>Click to add subhead</a:t>
            </a:r>
          </a:p>
        </p:txBody>
      </p:sp>
    </p:spTree>
    <p:extLst>
      <p:ext uri="{BB962C8B-B14F-4D97-AF65-F5344CB8AC3E}">
        <p14:creationId xmlns:p14="http://schemas.microsoft.com/office/powerpoint/2010/main" val="1523952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Quote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844B706-4B06-2672-98E2-E409C008F559}"/>
              </a:ext>
            </a:extLst>
          </p:cNvPr>
          <p:cNvSpPr/>
          <p:nvPr userDrawn="1"/>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2">
            <a:extLst>
              <a:ext uri="{FF2B5EF4-FFF2-40B4-BE49-F238E27FC236}">
                <a16:creationId xmlns:a16="http://schemas.microsoft.com/office/drawing/2014/main" id="{33AA3728-0966-803A-47B8-D5ECA96074A1}"/>
              </a:ext>
            </a:extLst>
          </p:cNvPr>
          <p:cNvSpPr/>
          <p:nvPr userDrawn="1"/>
        </p:nvSpPr>
        <p:spPr>
          <a:xfrm>
            <a:off x="-10678053" y="1598264"/>
            <a:ext cx="15402453" cy="18003624"/>
          </a:xfrm>
          <a:custGeom>
            <a:avLst/>
            <a:gdLst>
              <a:gd name="connsiteX0" fmla="*/ 1701641 w 2043969"/>
              <a:gd name="connsiteY0" fmla="*/ 0 h 2389155"/>
              <a:gd name="connsiteX1" fmla="*/ 0 w 2043969"/>
              <a:gd name="connsiteY1" fmla="*/ 1702213 h 2389155"/>
              <a:gd name="connsiteX2" fmla="*/ 0 w 2043969"/>
              <a:gd name="connsiteY2" fmla="*/ 2389156 h 2389155"/>
              <a:gd name="connsiteX3" fmla="*/ 2043970 w 2043969"/>
              <a:gd name="connsiteY3" fmla="*/ 340805 h 2389155"/>
              <a:gd name="connsiteX4" fmla="*/ 1701641 w 2043969"/>
              <a:gd name="connsiteY4" fmla="*/ 340805 h 23891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43969" h="2389155">
                <a:moveTo>
                  <a:pt x="1701641" y="0"/>
                </a:moveTo>
                <a:lnTo>
                  <a:pt x="0" y="1702213"/>
                </a:lnTo>
                <a:lnTo>
                  <a:pt x="0" y="2389156"/>
                </a:lnTo>
                <a:lnTo>
                  <a:pt x="2043970" y="340805"/>
                </a:lnTo>
                <a:lnTo>
                  <a:pt x="1701641" y="340805"/>
                </a:lnTo>
                <a:close/>
              </a:path>
            </a:pathLst>
          </a:custGeom>
          <a:solidFill>
            <a:srgbClr val="F86901"/>
          </a:solidFill>
          <a:ln w="9525" cap="flat">
            <a:noFill/>
            <a:prstDash val="solid"/>
            <a:miter/>
          </a:ln>
        </p:spPr>
        <p:txBody>
          <a:bodyPr rtlCol="0" anchor="ctr"/>
          <a:lstStyle/>
          <a:p>
            <a:endParaRPr lang="en-US"/>
          </a:p>
        </p:txBody>
      </p:sp>
      <p:sp>
        <p:nvSpPr>
          <p:cNvPr id="4" name="Rectangle 3">
            <a:extLst>
              <a:ext uri="{FF2B5EF4-FFF2-40B4-BE49-F238E27FC236}">
                <a16:creationId xmlns:a16="http://schemas.microsoft.com/office/drawing/2014/main" id="{E6AC9F4C-74D1-8FE2-0BDD-955696DBF623}"/>
              </a:ext>
            </a:extLst>
          </p:cNvPr>
          <p:cNvSpPr/>
          <p:nvPr userDrawn="1"/>
        </p:nvSpPr>
        <p:spPr>
          <a:xfrm>
            <a:off x="-84438" y="6218253"/>
            <a:ext cx="12276438" cy="639748"/>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BDBA1C8-0597-F7A6-7489-F9DA7B6F0CA7}"/>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6" name="Graphic 5">
            <a:extLst>
              <a:ext uri="{FF2B5EF4-FFF2-40B4-BE49-F238E27FC236}">
                <a16:creationId xmlns:a16="http://schemas.microsoft.com/office/drawing/2014/main" id="{C56D46BE-4588-D33D-7421-BE211E9D3E9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69726" y="6459249"/>
            <a:ext cx="2700733" cy="240066"/>
          </a:xfrm>
          <a:prstGeom prst="rect">
            <a:avLst/>
          </a:prstGeom>
        </p:spPr>
      </p:pic>
      <p:grpSp>
        <p:nvGrpSpPr>
          <p:cNvPr id="7" name="Graphic 22">
            <a:extLst>
              <a:ext uri="{FF2B5EF4-FFF2-40B4-BE49-F238E27FC236}">
                <a16:creationId xmlns:a16="http://schemas.microsoft.com/office/drawing/2014/main" id="{61D844CD-0153-7F9A-EDCC-1F257E6725BD}"/>
              </a:ext>
            </a:extLst>
          </p:cNvPr>
          <p:cNvGrpSpPr/>
          <p:nvPr userDrawn="1"/>
        </p:nvGrpSpPr>
        <p:grpSpPr>
          <a:xfrm>
            <a:off x="202133" y="6414020"/>
            <a:ext cx="798764" cy="301829"/>
            <a:chOff x="2728880" y="3418045"/>
            <a:chExt cx="3190208" cy="1205483"/>
          </a:xfrm>
          <a:solidFill>
            <a:schemeClr val="bg1"/>
          </a:solidFill>
        </p:grpSpPr>
        <p:sp>
          <p:nvSpPr>
            <p:cNvPr id="8" name="Freeform 7">
              <a:extLst>
                <a:ext uri="{FF2B5EF4-FFF2-40B4-BE49-F238E27FC236}">
                  <a16:creationId xmlns:a16="http://schemas.microsoft.com/office/drawing/2014/main" id="{25A55C3D-48A0-DDE8-D493-3124DA83AC0B}"/>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17" name="Freeform 16">
              <a:extLst>
                <a:ext uri="{FF2B5EF4-FFF2-40B4-BE49-F238E27FC236}">
                  <a16:creationId xmlns:a16="http://schemas.microsoft.com/office/drawing/2014/main" id="{81ACCBD5-79DE-B657-F388-0041D6579D15}"/>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C43D0D57-126D-983B-95AB-CC58F5A16B21}"/>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sp>
        <p:nvSpPr>
          <p:cNvPr id="10" name="Title 1">
            <a:extLst>
              <a:ext uri="{FF2B5EF4-FFF2-40B4-BE49-F238E27FC236}">
                <a16:creationId xmlns:a16="http://schemas.microsoft.com/office/drawing/2014/main" id="{92DB9D0E-CD71-73DB-5131-848B220B7DD6}"/>
              </a:ext>
            </a:extLst>
          </p:cNvPr>
          <p:cNvSpPr>
            <a:spLocks noGrp="1"/>
          </p:cNvSpPr>
          <p:nvPr>
            <p:ph type="ctrTitle" hasCustomPrompt="1"/>
          </p:nvPr>
        </p:nvSpPr>
        <p:spPr>
          <a:xfrm>
            <a:off x="2395348" y="2361866"/>
            <a:ext cx="9504708" cy="1617467"/>
          </a:xfrm>
          <a:prstGeom prst="rect">
            <a:avLst/>
          </a:prstGeom>
        </p:spPr>
        <p:txBody>
          <a:bodyPr anchor="t" anchorCtr="0">
            <a:normAutofit/>
          </a:bodyPr>
          <a:lstStyle>
            <a:lvl1pPr algn="l">
              <a:defRPr sz="5400">
                <a:solidFill>
                  <a:srgbClr val="F86901"/>
                </a:solidFill>
              </a:defRPr>
            </a:lvl1pPr>
          </a:lstStyle>
          <a:p>
            <a:r>
              <a:rPr lang="en-US" dirty="0"/>
              <a:t>Quote here quote here quote here.</a:t>
            </a:r>
          </a:p>
        </p:txBody>
      </p:sp>
    </p:spTree>
    <p:extLst>
      <p:ext uri="{BB962C8B-B14F-4D97-AF65-F5344CB8AC3E}">
        <p14:creationId xmlns:p14="http://schemas.microsoft.com/office/powerpoint/2010/main" val="20740874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Quote 3 Referenc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844B706-4B06-2672-98E2-E409C008F559}"/>
              </a:ext>
            </a:extLst>
          </p:cNvPr>
          <p:cNvSpPr/>
          <p:nvPr userDrawn="1"/>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22">
            <a:extLst>
              <a:ext uri="{FF2B5EF4-FFF2-40B4-BE49-F238E27FC236}">
                <a16:creationId xmlns:a16="http://schemas.microsoft.com/office/drawing/2014/main" id="{81C6681B-4884-A41D-EDB2-B85D4D6406B1}"/>
              </a:ext>
            </a:extLst>
          </p:cNvPr>
          <p:cNvSpPr/>
          <p:nvPr userDrawn="1"/>
        </p:nvSpPr>
        <p:spPr>
          <a:xfrm>
            <a:off x="-10678053" y="1598264"/>
            <a:ext cx="15402453" cy="18003624"/>
          </a:xfrm>
          <a:custGeom>
            <a:avLst/>
            <a:gdLst>
              <a:gd name="connsiteX0" fmla="*/ 1701641 w 2043969"/>
              <a:gd name="connsiteY0" fmla="*/ 0 h 2389155"/>
              <a:gd name="connsiteX1" fmla="*/ 0 w 2043969"/>
              <a:gd name="connsiteY1" fmla="*/ 1702213 h 2389155"/>
              <a:gd name="connsiteX2" fmla="*/ 0 w 2043969"/>
              <a:gd name="connsiteY2" fmla="*/ 2389156 h 2389155"/>
              <a:gd name="connsiteX3" fmla="*/ 2043970 w 2043969"/>
              <a:gd name="connsiteY3" fmla="*/ 340805 h 2389155"/>
              <a:gd name="connsiteX4" fmla="*/ 1701641 w 2043969"/>
              <a:gd name="connsiteY4" fmla="*/ 340805 h 23891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43969" h="2389155">
                <a:moveTo>
                  <a:pt x="1701641" y="0"/>
                </a:moveTo>
                <a:lnTo>
                  <a:pt x="0" y="1702213"/>
                </a:lnTo>
                <a:lnTo>
                  <a:pt x="0" y="2389156"/>
                </a:lnTo>
                <a:lnTo>
                  <a:pt x="2043970" y="340805"/>
                </a:lnTo>
                <a:lnTo>
                  <a:pt x="1701641" y="340805"/>
                </a:lnTo>
                <a:close/>
              </a:path>
            </a:pathLst>
          </a:custGeom>
          <a:solidFill>
            <a:srgbClr val="F86901"/>
          </a:solidFill>
          <a:ln w="9525" cap="flat">
            <a:noFill/>
            <a:prstDash val="solid"/>
            <a:miter/>
          </a:ln>
        </p:spPr>
        <p:txBody>
          <a:bodyPr rtlCol="0" anchor="ctr"/>
          <a:lstStyle/>
          <a:p>
            <a:endParaRPr lang="en-US"/>
          </a:p>
        </p:txBody>
      </p:sp>
      <p:sp>
        <p:nvSpPr>
          <p:cNvPr id="4" name="Rectangle 3">
            <a:extLst>
              <a:ext uri="{FF2B5EF4-FFF2-40B4-BE49-F238E27FC236}">
                <a16:creationId xmlns:a16="http://schemas.microsoft.com/office/drawing/2014/main" id="{E6AC9F4C-74D1-8FE2-0BDD-955696DBF623}"/>
              </a:ext>
            </a:extLst>
          </p:cNvPr>
          <p:cNvSpPr/>
          <p:nvPr userDrawn="1"/>
        </p:nvSpPr>
        <p:spPr>
          <a:xfrm>
            <a:off x="-84438" y="6218253"/>
            <a:ext cx="12276438" cy="639747"/>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BDBA1C8-0597-F7A6-7489-F9DA7B6F0CA7}"/>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6" name="Graphic 5">
            <a:extLst>
              <a:ext uri="{FF2B5EF4-FFF2-40B4-BE49-F238E27FC236}">
                <a16:creationId xmlns:a16="http://schemas.microsoft.com/office/drawing/2014/main" id="{C56D46BE-4588-D33D-7421-BE211E9D3E9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69726" y="6459249"/>
            <a:ext cx="2700733" cy="240066"/>
          </a:xfrm>
          <a:prstGeom prst="rect">
            <a:avLst/>
          </a:prstGeom>
        </p:spPr>
      </p:pic>
      <p:grpSp>
        <p:nvGrpSpPr>
          <p:cNvPr id="7" name="Graphic 22">
            <a:extLst>
              <a:ext uri="{FF2B5EF4-FFF2-40B4-BE49-F238E27FC236}">
                <a16:creationId xmlns:a16="http://schemas.microsoft.com/office/drawing/2014/main" id="{61D844CD-0153-7F9A-EDCC-1F257E6725BD}"/>
              </a:ext>
            </a:extLst>
          </p:cNvPr>
          <p:cNvGrpSpPr/>
          <p:nvPr userDrawn="1"/>
        </p:nvGrpSpPr>
        <p:grpSpPr>
          <a:xfrm>
            <a:off x="202133" y="6414020"/>
            <a:ext cx="798764" cy="301829"/>
            <a:chOff x="2728880" y="3418045"/>
            <a:chExt cx="3190208" cy="1205483"/>
          </a:xfrm>
          <a:solidFill>
            <a:schemeClr val="bg1"/>
          </a:solidFill>
        </p:grpSpPr>
        <p:sp>
          <p:nvSpPr>
            <p:cNvPr id="8" name="Freeform 7">
              <a:extLst>
                <a:ext uri="{FF2B5EF4-FFF2-40B4-BE49-F238E27FC236}">
                  <a16:creationId xmlns:a16="http://schemas.microsoft.com/office/drawing/2014/main" id="{25A55C3D-48A0-DDE8-D493-3124DA83AC0B}"/>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17" name="Freeform 16">
              <a:extLst>
                <a:ext uri="{FF2B5EF4-FFF2-40B4-BE49-F238E27FC236}">
                  <a16:creationId xmlns:a16="http://schemas.microsoft.com/office/drawing/2014/main" id="{81ACCBD5-79DE-B657-F388-0041D6579D15}"/>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C43D0D57-126D-983B-95AB-CC58F5A16B21}"/>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sp>
        <p:nvSpPr>
          <p:cNvPr id="24" name="Title 1">
            <a:extLst>
              <a:ext uri="{FF2B5EF4-FFF2-40B4-BE49-F238E27FC236}">
                <a16:creationId xmlns:a16="http://schemas.microsoft.com/office/drawing/2014/main" id="{2B5567F6-1FB0-125F-46FC-BA2F2B3CEBE2}"/>
              </a:ext>
            </a:extLst>
          </p:cNvPr>
          <p:cNvSpPr>
            <a:spLocks noGrp="1"/>
          </p:cNvSpPr>
          <p:nvPr>
            <p:ph type="ctrTitle" hasCustomPrompt="1"/>
          </p:nvPr>
        </p:nvSpPr>
        <p:spPr>
          <a:xfrm>
            <a:off x="2395348" y="2361866"/>
            <a:ext cx="9504708" cy="1617467"/>
          </a:xfrm>
          <a:prstGeom prst="rect">
            <a:avLst/>
          </a:prstGeom>
        </p:spPr>
        <p:txBody>
          <a:bodyPr anchor="t" anchorCtr="0">
            <a:normAutofit/>
          </a:bodyPr>
          <a:lstStyle>
            <a:lvl1pPr algn="l">
              <a:defRPr sz="5400">
                <a:solidFill>
                  <a:srgbClr val="F86901"/>
                </a:solidFill>
              </a:defRPr>
            </a:lvl1pPr>
          </a:lstStyle>
          <a:p>
            <a:r>
              <a:rPr lang="en-US" dirty="0"/>
              <a:t>Quote here quote here quote here.</a:t>
            </a:r>
          </a:p>
        </p:txBody>
      </p:sp>
      <p:sp>
        <p:nvSpPr>
          <p:cNvPr id="25" name="Freeform 24">
            <a:extLst>
              <a:ext uri="{FF2B5EF4-FFF2-40B4-BE49-F238E27FC236}">
                <a16:creationId xmlns:a16="http://schemas.microsoft.com/office/drawing/2014/main" id="{9D528F69-F93D-B815-1614-E258B5EA6086}"/>
              </a:ext>
            </a:extLst>
          </p:cNvPr>
          <p:cNvSpPr/>
          <p:nvPr userDrawn="1"/>
        </p:nvSpPr>
        <p:spPr>
          <a:xfrm>
            <a:off x="2395348" y="1598264"/>
            <a:ext cx="637155" cy="572539"/>
          </a:xfrm>
          <a:custGeom>
            <a:avLst/>
            <a:gdLst>
              <a:gd name="connsiteX0" fmla="*/ 0 w 424529"/>
              <a:gd name="connsiteY0" fmla="*/ 381476 h 381476"/>
              <a:gd name="connsiteX1" fmla="*/ 186404 w 424529"/>
              <a:gd name="connsiteY1" fmla="*/ 381476 h 381476"/>
              <a:gd name="connsiteX2" fmla="*/ 186404 w 424529"/>
              <a:gd name="connsiteY2" fmla="*/ 196406 h 381476"/>
              <a:gd name="connsiteX3" fmla="*/ 95250 w 424529"/>
              <a:gd name="connsiteY3" fmla="*/ 196406 h 381476"/>
              <a:gd name="connsiteX4" fmla="*/ 189166 w 424529"/>
              <a:gd name="connsiteY4" fmla="*/ 66866 h 381476"/>
              <a:gd name="connsiteX5" fmla="*/ 189166 w 424529"/>
              <a:gd name="connsiteY5" fmla="*/ 0 h 381476"/>
              <a:gd name="connsiteX6" fmla="*/ 0 w 424529"/>
              <a:gd name="connsiteY6" fmla="*/ 213551 h 381476"/>
              <a:gd name="connsiteX7" fmla="*/ 0 w 424529"/>
              <a:gd name="connsiteY7" fmla="*/ 381476 h 381476"/>
              <a:gd name="connsiteX8" fmla="*/ 235363 w 424529"/>
              <a:gd name="connsiteY8" fmla="*/ 381476 h 381476"/>
              <a:gd name="connsiteX9" fmla="*/ 421767 w 424529"/>
              <a:gd name="connsiteY9" fmla="*/ 381476 h 381476"/>
              <a:gd name="connsiteX10" fmla="*/ 421767 w 424529"/>
              <a:gd name="connsiteY10" fmla="*/ 196406 h 381476"/>
              <a:gd name="connsiteX11" fmla="*/ 330613 w 424529"/>
              <a:gd name="connsiteY11" fmla="*/ 196406 h 381476"/>
              <a:gd name="connsiteX12" fmla="*/ 424529 w 424529"/>
              <a:gd name="connsiteY12" fmla="*/ 66866 h 381476"/>
              <a:gd name="connsiteX13" fmla="*/ 424529 w 424529"/>
              <a:gd name="connsiteY13" fmla="*/ 0 h 381476"/>
              <a:gd name="connsiteX14" fmla="*/ 235363 w 424529"/>
              <a:gd name="connsiteY14" fmla="*/ 213551 h 381476"/>
              <a:gd name="connsiteX15" fmla="*/ 235363 w 424529"/>
              <a:gd name="connsiteY15" fmla="*/ 381476 h 3814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4529" h="381476">
                <a:moveTo>
                  <a:pt x="0" y="381476"/>
                </a:moveTo>
                <a:lnTo>
                  <a:pt x="186404" y="381476"/>
                </a:lnTo>
                <a:lnTo>
                  <a:pt x="186404" y="196406"/>
                </a:lnTo>
                <a:lnTo>
                  <a:pt x="95250" y="196406"/>
                </a:lnTo>
                <a:cubicBezTo>
                  <a:pt x="95250" y="126683"/>
                  <a:pt x="146304" y="81153"/>
                  <a:pt x="189166" y="66866"/>
                </a:cubicBezTo>
                <a:lnTo>
                  <a:pt x="189166" y="0"/>
                </a:lnTo>
                <a:cubicBezTo>
                  <a:pt x="96679" y="15621"/>
                  <a:pt x="0" y="84011"/>
                  <a:pt x="0" y="213551"/>
                </a:cubicBezTo>
                <a:lnTo>
                  <a:pt x="0" y="381476"/>
                </a:lnTo>
                <a:close/>
                <a:moveTo>
                  <a:pt x="235363" y="381476"/>
                </a:moveTo>
                <a:lnTo>
                  <a:pt x="421767" y="381476"/>
                </a:lnTo>
                <a:lnTo>
                  <a:pt x="421767" y="196406"/>
                </a:lnTo>
                <a:lnTo>
                  <a:pt x="330613" y="196406"/>
                </a:lnTo>
                <a:cubicBezTo>
                  <a:pt x="330613" y="126683"/>
                  <a:pt x="381667" y="81153"/>
                  <a:pt x="424529" y="66866"/>
                </a:cubicBezTo>
                <a:lnTo>
                  <a:pt x="424529" y="0"/>
                </a:lnTo>
                <a:cubicBezTo>
                  <a:pt x="332041" y="15621"/>
                  <a:pt x="235363" y="84011"/>
                  <a:pt x="235363" y="213551"/>
                </a:cubicBezTo>
                <a:lnTo>
                  <a:pt x="235363" y="381476"/>
                </a:lnTo>
                <a:close/>
              </a:path>
            </a:pathLst>
          </a:custGeom>
          <a:solidFill>
            <a:srgbClr val="F86901"/>
          </a:solidFill>
          <a:ln w="15875" cap="flat">
            <a:noFill/>
            <a:prstDash val="solid"/>
            <a:miter/>
          </a:ln>
        </p:spPr>
        <p:txBody>
          <a:bodyPr rtlCol="0" anchor="ctr"/>
          <a:lstStyle/>
          <a:p>
            <a:endParaRPr lang="en-US"/>
          </a:p>
        </p:txBody>
      </p:sp>
      <p:sp>
        <p:nvSpPr>
          <p:cNvPr id="27" name="Freeform 26">
            <a:extLst>
              <a:ext uri="{FF2B5EF4-FFF2-40B4-BE49-F238E27FC236}">
                <a16:creationId xmlns:a16="http://schemas.microsoft.com/office/drawing/2014/main" id="{D2321EBB-2807-ABBC-B6FB-A8C392F73041}"/>
              </a:ext>
            </a:extLst>
          </p:cNvPr>
          <p:cNvSpPr/>
          <p:nvPr userDrawn="1"/>
        </p:nvSpPr>
        <p:spPr>
          <a:xfrm rot="10800000">
            <a:off x="11262901" y="3134812"/>
            <a:ext cx="637155" cy="572539"/>
          </a:xfrm>
          <a:custGeom>
            <a:avLst/>
            <a:gdLst>
              <a:gd name="connsiteX0" fmla="*/ 0 w 424529"/>
              <a:gd name="connsiteY0" fmla="*/ 381476 h 381476"/>
              <a:gd name="connsiteX1" fmla="*/ 186404 w 424529"/>
              <a:gd name="connsiteY1" fmla="*/ 381476 h 381476"/>
              <a:gd name="connsiteX2" fmla="*/ 186404 w 424529"/>
              <a:gd name="connsiteY2" fmla="*/ 196406 h 381476"/>
              <a:gd name="connsiteX3" fmla="*/ 95250 w 424529"/>
              <a:gd name="connsiteY3" fmla="*/ 196406 h 381476"/>
              <a:gd name="connsiteX4" fmla="*/ 189166 w 424529"/>
              <a:gd name="connsiteY4" fmla="*/ 66866 h 381476"/>
              <a:gd name="connsiteX5" fmla="*/ 189166 w 424529"/>
              <a:gd name="connsiteY5" fmla="*/ 0 h 381476"/>
              <a:gd name="connsiteX6" fmla="*/ 0 w 424529"/>
              <a:gd name="connsiteY6" fmla="*/ 213551 h 381476"/>
              <a:gd name="connsiteX7" fmla="*/ 0 w 424529"/>
              <a:gd name="connsiteY7" fmla="*/ 381476 h 381476"/>
              <a:gd name="connsiteX8" fmla="*/ 235363 w 424529"/>
              <a:gd name="connsiteY8" fmla="*/ 381476 h 381476"/>
              <a:gd name="connsiteX9" fmla="*/ 421767 w 424529"/>
              <a:gd name="connsiteY9" fmla="*/ 381476 h 381476"/>
              <a:gd name="connsiteX10" fmla="*/ 421767 w 424529"/>
              <a:gd name="connsiteY10" fmla="*/ 196406 h 381476"/>
              <a:gd name="connsiteX11" fmla="*/ 330613 w 424529"/>
              <a:gd name="connsiteY11" fmla="*/ 196406 h 381476"/>
              <a:gd name="connsiteX12" fmla="*/ 424529 w 424529"/>
              <a:gd name="connsiteY12" fmla="*/ 66866 h 381476"/>
              <a:gd name="connsiteX13" fmla="*/ 424529 w 424529"/>
              <a:gd name="connsiteY13" fmla="*/ 0 h 381476"/>
              <a:gd name="connsiteX14" fmla="*/ 235363 w 424529"/>
              <a:gd name="connsiteY14" fmla="*/ 213551 h 381476"/>
              <a:gd name="connsiteX15" fmla="*/ 235363 w 424529"/>
              <a:gd name="connsiteY15" fmla="*/ 381476 h 3814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4529" h="381476">
                <a:moveTo>
                  <a:pt x="0" y="381476"/>
                </a:moveTo>
                <a:lnTo>
                  <a:pt x="186404" y="381476"/>
                </a:lnTo>
                <a:lnTo>
                  <a:pt x="186404" y="196406"/>
                </a:lnTo>
                <a:lnTo>
                  <a:pt x="95250" y="196406"/>
                </a:lnTo>
                <a:cubicBezTo>
                  <a:pt x="95250" y="126683"/>
                  <a:pt x="146304" y="81153"/>
                  <a:pt x="189166" y="66866"/>
                </a:cubicBezTo>
                <a:lnTo>
                  <a:pt x="189166" y="0"/>
                </a:lnTo>
                <a:cubicBezTo>
                  <a:pt x="96679" y="15621"/>
                  <a:pt x="0" y="84011"/>
                  <a:pt x="0" y="213551"/>
                </a:cubicBezTo>
                <a:lnTo>
                  <a:pt x="0" y="381476"/>
                </a:lnTo>
                <a:close/>
                <a:moveTo>
                  <a:pt x="235363" y="381476"/>
                </a:moveTo>
                <a:lnTo>
                  <a:pt x="421767" y="381476"/>
                </a:lnTo>
                <a:lnTo>
                  <a:pt x="421767" y="196406"/>
                </a:lnTo>
                <a:lnTo>
                  <a:pt x="330613" y="196406"/>
                </a:lnTo>
                <a:cubicBezTo>
                  <a:pt x="330613" y="126683"/>
                  <a:pt x="381667" y="81153"/>
                  <a:pt x="424529" y="66866"/>
                </a:cubicBezTo>
                <a:lnTo>
                  <a:pt x="424529" y="0"/>
                </a:lnTo>
                <a:cubicBezTo>
                  <a:pt x="332041" y="15621"/>
                  <a:pt x="235363" y="84011"/>
                  <a:pt x="235363" y="213551"/>
                </a:cubicBezTo>
                <a:lnTo>
                  <a:pt x="235363" y="381476"/>
                </a:lnTo>
                <a:close/>
              </a:path>
            </a:pathLst>
          </a:custGeom>
          <a:solidFill>
            <a:srgbClr val="F86901"/>
          </a:solidFill>
          <a:ln w="15875" cap="flat">
            <a:noFill/>
            <a:prstDash val="solid"/>
            <a:miter/>
          </a:ln>
        </p:spPr>
        <p:txBody>
          <a:bodyPr rtlCol="0" anchor="ctr"/>
          <a:lstStyle/>
          <a:p>
            <a:endParaRPr lang="en-US"/>
          </a:p>
        </p:txBody>
      </p:sp>
      <p:sp>
        <p:nvSpPr>
          <p:cNvPr id="10" name="Text Placeholder 9">
            <a:extLst>
              <a:ext uri="{FF2B5EF4-FFF2-40B4-BE49-F238E27FC236}">
                <a16:creationId xmlns:a16="http://schemas.microsoft.com/office/drawing/2014/main" id="{3A7240D7-6C7A-F304-9613-8EBC03CFD24B}"/>
              </a:ext>
            </a:extLst>
          </p:cNvPr>
          <p:cNvSpPr>
            <a:spLocks noGrp="1"/>
          </p:cNvSpPr>
          <p:nvPr>
            <p:ph type="body" sz="quarter" idx="10" hasCustomPrompt="1"/>
          </p:nvPr>
        </p:nvSpPr>
        <p:spPr>
          <a:xfrm>
            <a:off x="4787706" y="4081985"/>
            <a:ext cx="7112350" cy="730819"/>
          </a:xfrm>
          <a:prstGeom prst="rect">
            <a:avLst/>
          </a:prstGeom>
        </p:spPr>
        <p:txBody>
          <a:bodyPr/>
          <a:lstStyle>
            <a:lvl1pPr marL="0" indent="0">
              <a:lnSpc>
                <a:spcPct val="100000"/>
              </a:lnSpc>
              <a:spcBef>
                <a:spcPts val="0"/>
              </a:spcBef>
              <a:buClr>
                <a:srgbClr val="F86901"/>
              </a:buClr>
              <a:buFont typeface="System Font Regular"/>
              <a:buNone/>
              <a:defRPr sz="2000">
                <a:solidFill>
                  <a:srgbClr val="F86901"/>
                </a:solidFill>
              </a:defRPr>
            </a:lvl1pPr>
            <a:lvl2pPr marL="457200" indent="0">
              <a:buNone/>
              <a:defRPr/>
            </a:lvl2pPr>
          </a:lstStyle>
          <a:p>
            <a:pPr lvl="0"/>
            <a:r>
              <a:rPr lang="en-US" dirty="0"/>
              <a:t>- Attribution</a:t>
            </a:r>
          </a:p>
          <a:p>
            <a:pPr lvl="0"/>
            <a:r>
              <a:rPr lang="en-US" dirty="0"/>
              <a:t>  Second line here</a:t>
            </a:r>
          </a:p>
        </p:txBody>
      </p:sp>
    </p:spTree>
    <p:extLst>
      <p:ext uri="{BB962C8B-B14F-4D97-AF65-F5344CB8AC3E}">
        <p14:creationId xmlns:p14="http://schemas.microsoft.com/office/powerpoint/2010/main" val="38932924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Quote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844B706-4B06-2672-98E2-E409C008F559}"/>
              </a:ext>
            </a:extLst>
          </p:cNvPr>
          <p:cNvSpPr/>
          <p:nvPr userDrawn="1"/>
        </p:nvSpPr>
        <p:spPr>
          <a:xfrm>
            <a:off x="0" y="0"/>
            <a:ext cx="12192000" cy="685800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2">
            <a:extLst>
              <a:ext uri="{FF2B5EF4-FFF2-40B4-BE49-F238E27FC236}">
                <a16:creationId xmlns:a16="http://schemas.microsoft.com/office/drawing/2014/main" id="{33AA3728-0966-803A-47B8-D5ECA96074A1}"/>
              </a:ext>
            </a:extLst>
          </p:cNvPr>
          <p:cNvSpPr/>
          <p:nvPr userDrawn="1"/>
        </p:nvSpPr>
        <p:spPr>
          <a:xfrm>
            <a:off x="-10678053" y="1598264"/>
            <a:ext cx="15402453" cy="18003624"/>
          </a:xfrm>
          <a:custGeom>
            <a:avLst/>
            <a:gdLst>
              <a:gd name="connsiteX0" fmla="*/ 1701641 w 2043969"/>
              <a:gd name="connsiteY0" fmla="*/ 0 h 2389155"/>
              <a:gd name="connsiteX1" fmla="*/ 0 w 2043969"/>
              <a:gd name="connsiteY1" fmla="*/ 1702213 h 2389155"/>
              <a:gd name="connsiteX2" fmla="*/ 0 w 2043969"/>
              <a:gd name="connsiteY2" fmla="*/ 2389156 h 2389155"/>
              <a:gd name="connsiteX3" fmla="*/ 2043970 w 2043969"/>
              <a:gd name="connsiteY3" fmla="*/ 340805 h 2389155"/>
              <a:gd name="connsiteX4" fmla="*/ 1701641 w 2043969"/>
              <a:gd name="connsiteY4" fmla="*/ 340805 h 23891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43969" h="2389155">
                <a:moveTo>
                  <a:pt x="1701641" y="0"/>
                </a:moveTo>
                <a:lnTo>
                  <a:pt x="0" y="1702213"/>
                </a:lnTo>
                <a:lnTo>
                  <a:pt x="0" y="2389156"/>
                </a:lnTo>
                <a:lnTo>
                  <a:pt x="2043970" y="340805"/>
                </a:lnTo>
                <a:lnTo>
                  <a:pt x="1701641" y="340805"/>
                </a:lnTo>
                <a:close/>
              </a:path>
            </a:pathLst>
          </a:custGeom>
          <a:solidFill>
            <a:schemeClr val="bg1"/>
          </a:solidFill>
          <a:ln w="9525" cap="flat">
            <a:noFill/>
            <a:prstDash val="solid"/>
            <a:miter/>
          </a:ln>
        </p:spPr>
        <p:txBody>
          <a:bodyPr rtlCol="0" anchor="ctr"/>
          <a:lstStyle/>
          <a:p>
            <a:endParaRPr lang="en-US"/>
          </a:p>
        </p:txBody>
      </p:sp>
      <p:sp>
        <p:nvSpPr>
          <p:cNvPr id="4" name="Rectangle 3">
            <a:extLst>
              <a:ext uri="{FF2B5EF4-FFF2-40B4-BE49-F238E27FC236}">
                <a16:creationId xmlns:a16="http://schemas.microsoft.com/office/drawing/2014/main" id="{E6AC9F4C-74D1-8FE2-0BDD-955696DBF623}"/>
              </a:ext>
            </a:extLst>
          </p:cNvPr>
          <p:cNvSpPr/>
          <p:nvPr userDrawn="1"/>
        </p:nvSpPr>
        <p:spPr>
          <a:xfrm>
            <a:off x="-2" y="6218253"/>
            <a:ext cx="12192001" cy="639748"/>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BDBA1C8-0597-F7A6-7489-F9DA7B6F0CA7}"/>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6" name="Graphic 5">
            <a:extLst>
              <a:ext uri="{FF2B5EF4-FFF2-40B4-BE49-F238E27FC236}">
                <a16:creationId xmlns:a16="http://schemas.microsoft.com/office/drawing/2014/main" id="{C56D46BE-4588-D33D-7421-BE211E9D3E9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69726" y="6459249"/>
            <a:ext cx="2700733" cy="240066"/>
          </a:xfrm>
          <a:prstGeom prst="rect">
            <a:avLst/>
          </a:prstGeom>
        </p:spPr>
      </p:pic>
      <p:grpSp>
        <p:nvGrpSpPr>
          <p:cNvPr id="7" name="Graphic 22">
            <a:extLst>
              <a:ext uri="{FF2B5EF4-FFF2-40B4-BE49-F238E27FC236}">
                <a16:creationId xmlns:a16="http://schemas.microsoft.com/office/drawing/2014/main" id="{61D844CD-0153-7F9A-EDCC-1F257E6725BD}"/>
              </a:ext>
            </a:extLst>
          </p:cNvPr>
          <p:cNvGrpSpPr/>
          <p:nvPr userDrawn="1"/>
        </p:nvGrpSpPr>
        <p:grpSpPr>
          <a:xfrm>
            <a:off x="202133" y="6414020"/>
            <a:ext cx="798764" cy="301829"/>
            <a:chOff x="2728880" y="3418045"/>
            <a:chExt cx="3190208" cy="1205483"/>
          </a:xfrm>
          <a:solidFill>
            <a:schemeClr val="bg1"/>
          </a:solidFill>
        </p:grpSpPr>
        <p:sp>
          <p:nvSpPr>
            <p:cNvPr id="8" name="Freeform 7">
              <a:extLst>
                <a:ext uri="{FF2B5EF4-FFF2-40B4-BE49-F238E27FC236}">
                  <a16:creationId xmlns:a16="http://schemas.microsoft.com/office/drawing/2014/main" id="{25A55C3D-48A0-DDE8-D493-3124DA83AC0B}"/>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17" name="Freeform 16">
              <a:extLst>
                <a:ext uri="{FF2B5EF4-FFF2-40B4-BE49-F238E27FC236}">
                  <a16:creationId xmlns:a16="http://schemas.microsoft.com/office/drawing/2014/main" id="{81ACCBD5-79DE-B657-F388-0041D6579D15}"/>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C43D0D57-126D-983B-95AB-CC58F5A16B21}"/>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sp>
        <p:nvSpPr>
          <p:cNvPr id="10" name="Title 1">
            <a:extLst>
              <a:ext uri="{FF2B5EF4-FFF2-40B4-BE49-F238E27FC236}">
                <a16:creationId xmlns:a16="http://schemas.microsoft.com/office/drawing/2014/main" id="{92DB9D0E-CD71-73DB-5131-848B220B7DD6}"/>
              </a:ext>
            </a:extLst>
          </p:cNvPr>
          <p:cNvSpPr>
            <a:spLocks noGrp="1"/>
          </p:cNvSpPr>
          <p:nvPr>
            <p:ph type="ctrTitle" hasCustomPrompt="1"/>
          </p:nvPr>
        </p:nvSpPr>
        <p:spPr>
          <a:xfrm>
            <a:off x="2395348" y="2361866"/>
            <a:ext cx="9504708" cy="1617467"/>
          </a:xfrm>
          <a:prstGeom prst="rect">
            <a:avLst/>
          </a:prstGeom>
        </p:spPr>
        <p:txBody>
          <a:bodyPr anchor="t" anchorCtr="0">
            <a:normAutofit/>
          </a:bodyPr>
          <a:lstStyle>
            <a:lvl1pPr algn="l">
              <a:defRPr sz="5400">
                <a:solidFill>
                  <a:schemeClr val="bg1"/>
                </a:solidFill>
              </a:defRPr>
            </a:lvl1pPr>
          </a:lstStyle>
          <a:p>
            <a:r>
              <a:rPr lang="en-US" dirty="0"/>
              <a:t>Quote here quote here quote here.</a:t>
            </a:r>
          </a:p>
        </p:txBody>
      </p:sp>
    </p:spTree>
    <p:extLst>
      <p:ext uri="{BB962C8B-B14F-4D97-AF65-F5344CB8AC3E}">
        <p14:creationId xmlns:p14="http://schemas.microsoft.com/office/powerpoint/2010/main" val="41877640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Quote 3 Referenc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844B706-4B06-2672-98E2-E409C008F559}"/>
              </a:ext>
            </a:extLst>
          </p:cNvPr>
          <p:cNvSpPr/>
          <p:nvPr userDrawn="1"/>
        </p:nvSpPr>
        <p:spPr>
          <a:xfrm>
            <a:off x="0" y="0"/>
            <a:ext cx="12192000" cy="685800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22">
            <a:extLst>
              <a:ext uri="{FF2B5EF4-FFF2-40B4-BE49-F238E27FC236}">
                <a16:creationId xmlns:a16="http://schemas.microsoft.com/office/drawing/2014/main" id="{81C6681B-4884-A41D-EDB2-B85D4D6406B1}"/>
              </a:ext>
            </a:extLst>
          </p:cNvPr>
          <p:cNvSpPr/>
          <p:nvPr userDrawn="1"/>
        </p:nvSpPr>
        <p:spPr>
          <a:xfrm>
            <a:off x="-10678053" y="1598264"/>
            <a:ext cx="15402453" cy="18003624"/>
          </a:xfrm>
          <a:custGeom>
            <a:avLst/>
            <a:gdLst>
              <a:gd name="connsiteX0" fmla="*/ 1701641 w 2043969"/>
              <a:gd name="connsiteY0" fmla="*/ 0 h 2389155"/>
              <a:gd name="connsiteX1" fmla="*/ 0 w 2043969"/>
              <a:gd name="connsiteY1" fmla="*/ 1702213 h 2389155"/>
              <a:gd name="connsiteX2" fmla="*/ 0 w 2043969"/>
              <a:gd name="connsiteY2" fmla="*/ 2389156 h 2389155"/>
              <a:gd name="connsiteX3" fmla="*/ 2043970 w 2043969"/>
              <a:gd name="connsiteY3" fmla="*/ 340805 h 2389155"/>
              <a:gd name="connsiteX4" fmla="*/ 1701641 w 2043969"/>
              <a:gd name="connsiteY4" fmla="*/ 340805 h 23891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43969" h="2389155">
                <a:moveTo>
                  <a:pt x="1701641" y="0"/>
                </a:moveTo>
                <a:lnTo>
                  <a:pt x="0" y="1702213"/>
                </a:lnTo>
                <a:lnTo>
                  <a:pt x="0" y="2389156"/>
                </a:lnTo>
                <a:lnTo>
                  <a:pt x="2043970" y="340805"/>
                </a:lnTo>
                <a:lnTo>
                  <a:pt x="1701641" y="340805"/>
                </a:lnTo>
                <a:close/>
              </a:path>
            </a:pathLst>
          </a:custGeom>
          <a:solidFill>
            <a:schemeClr val="bg1"/>
          </a:solidFill>
          <a:ln w="9525" cap="flat">
            <a:noFill/>
            <a:prstDash val="solid"/>
            <a:miter/>
          </a:ln>
        </p:spPr>
        <p:txBody>
          <a:bodyPr rtlCol="0" anchor="ctr"/>
          <a:lstStyle/>
          <a:p>
            <a:endParaRPr lang="en-US"/>
          </a:p>
        </p:txBody>
      </p:sp>
      <p:sp>
        <p:nvSpPr>
          <p:cNvPr id="4" name="Rectangle 3">
            <a:extLst>
              <a:ext uri="{FF2B5EF4-FFF2-40B4-BE49-F238E27FC236}">
                <a16:creationId xmlns:a16="http://schemas.microsoft.com/office/drawing/2014/main" id="{E6AC9F4C-74D1-8FE2-0BDD-955696DBF623}"/>
              </a:ext>
            </a:extLst>
          </p:cNvPr>
          <p:cNvSpPr/>
          <p:nvPr userDrawn="1"/>
        </p:nvSpPr>
        <p:spPr>
          <a:xfrm>
            <a:off x="-2" y="6218253"/>
            <a:ext cx="12192001" cy="639748"/>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BDBA1C8-0597-F7A6-7489-F9DA7B6F0CA7}"/>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6" name="Graphic 5">
            <a:extLst>
              <a:ext uri="{FF2B5EF4-FFF2-40B4-BE49-F238E27FC236}">
                <a16:creationId xmlns:a16="http://schemas.microsoft.com/office/drawing/2014/main" id="{C56D46BE-4588-D33D-7421-BE211E9D3E9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69726" y="6459249"/>
            <a:ext cx="2700733" cy="240066"/>
          </a:xfrm>
          <a:prstGeom prst="rect">
            <a:avLst/>
          </a:prstGeom>
        </p:spPr>
      </p:pic>
      <p:grpSp>
        <p:nvGrpSpPr>
          <p:cNvPr id="7" name="Graphic 22">
            <a:extLst>
              <a:ext uri="{FF2B5EF4-FFF2-40B4-BE49-F238E27FC236}">
                <a16:creationId xmlns:a16="http://schemas.microsoft.com/office/drawing/2014/main" id="{61D844CD-0153-7F9A-EDCC-1F257E6725BD}"/>
              </a:ext>
            </a:extLst>
          </p:cNvPr>
          <p:cNvGrpSpPr/>
          <p:nvPr userDrawn="1"/>
        </p:nvGrpSpPr>
        <p:grpSpPr>
          <a:xfrm>
            <a:off x="202133" y="6414020"/>
            <a:ext cx="798764" cy="301829"/>
            <a:chOff x="2728880" y="3418045"/>
            <a:chExt cx="3190208" cy="1205483"/>
          </a:xfrm>
          <a:solidFill>
            <a:schemeClr val="bg1"/>
          </a:solidFill>
        </p:grpSpPr>
        <p:sp>
          <p:nvSpPr>
            <p:cNvPr id="8" name="Freeform 7">
              <a:extLst>
                <a:ext uri="{FF2B5EF4-FFF2-40B4-BE49-F238E27FC236}">
                  <a16:creationId xmlns:a16="http://schemas.microsoft.com/office/drawing/2014/main" id="{25A55C3D-48A0-DDE8-D493-3124DA83AC0B}"/>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17" name="Freeform 16">
              <a:extLst>
                <a:ext uri="{FF2B5EF4-FFF2-40B4-BE49-F238E27FC236}">
                  <a16:creationId xmlns:a16="http://schemas.microsoft.com/office/drawing/2014/main" id="{81ACCBD5-79DE-B657-F388-0041D6579D15}"/>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C43D0D57-126D-983B-95AB-CC58F5A16B21}"/>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sp>
        <p:nvSpPr>
          <p:cNvPr id="24" name="Title 1">
            <a:extLst>
              <a:ext uri="{FF2B5EF4-FFF2-40B4-BE49-F238E27FC236}">
                <a16:creationId xmlns:a16="http://schemas.microsoft.com/office/drawing/2014/main" id="{2B5567F6-1FB0-125F-46FC-BA2F2B3CEBE2}"/>
              </a:ext>
            </a:extLst>
          </p:cNvPr>
          <p:cNvSpPr>
            <a:spLocks noGrp="1"/>
          </p:cNvSpPr>
          <p:nvPr>
            <p:ph type="ctrTitle" hasCustomPrompt="1"/>
          </p:nvPr>
        </p:nvSpPr>
        <p:spPr>
          <a:xfrm>
            <a:off x="2395348" y="2361866"/>
            <a:ext cx="9504708" cy="1617467"/>
          </a:xfrm>
          <a:prstGeom prst="rect">
            <a:avLst/>
          </a:prstGeom>
        </p:spPr>
        <p:txBody>
          <a:bodyPr anchor="t" anchorCtr="0">
            <a:normAutofit/>
          </a:bodyPr>
          <a:lstStyle>
            <a:lvl1pPr algn="l">
              <a:defRPr sz="5400">
                <a:solidFill>
                  <a:schemeClr val="bg1"/>
                </a:solidFill>
              </a:defRPr>
            </a:lvl1pPr>
          </a:lstStyle>
          <a:p>
            <a:r>
              <a:rPr lang="en-US" dirty="0"/>
              <a:t>Quote here quote here quote here.</a:t>
            </a:r>
          </a:p>
        </p:txBody>
      </p:sp>
      <p:sp>
        <p:nvSpPr>
          <p:cNvPr id="25" name="Freeform 24">
            <a:extLst>
              <a:ext uri="{FF2B5EF4-FFF2-40B4-BE49-F238E27FC236}">
                <a16:creationId xmlns:a16="http://schemas.microsoft.com/office/drawing/2014/main" id="{9D528F69-F93D-B815-1614-E258B5EA6086}"/>
              </a:ext>
            </a:extLst>
          </p:cNvPr>
          <p:cNvSpPr/>
          <p:nvPr userDrawn="1"/>
        </p:nvSpPr>
        <p:spPr>
          <a:xfrm>
            <a:off x="2395348" y="1598264"/>
            <a:ext cx="637155" cy="572539"/>
          </a:xfrm>
          <a:custGeom>
            <a:avLst/>
            <a:gdLst>
              <a:gd name="connsiteX0" fmla="*/ 0 w 424529"/>
              <a:gd name="connsiteY0" fmla="*/ 381476 h 381476"/>
              <a:gd name="connsiteX1" fmla="*/ 186404 w 424529"/>
              <a:gd name="connsiteY1" fmla="*/ 381476 h 381476"/>
              <a:gd name="connsiteX2" fmla="*/ 186404 w 424529"/>
              <a:gd name="connsiteY2" fmla="*/ 196406 h 381476"/>
              <a:gd name="connsiteX3" fmla="*/ 95250 w 424529"/>
              <a:gd name="connsiteY3" fmla="*/ 196406 h 381476"/>
              <a:gd name="connsiteX4" fmla="*/ 189166 w 424529"/>
              <a:gd name="connsiteY4" fmla="*/ 66866 h 381476"/>
              <a:gd name="connsiteX5" fmla="*/ 189166 w 424529"/>
              <a:gd name="connsiteY5" fmla="*/ 0 h 381476"/>
              <a:gd name="connsiteX6" fmla="*/ 0 w 424529"/>
              <a:gd name="connsiteY6" fmla="*/ 213551 h 381476"/>
              <a:gd name="connsiteX7" fmla="*/ 0 w 424529"/>
              <a:gd name="connsiteY7" fmla="*/ 381476 h 381476"/>
              <a:gd name="connsiteX8" fmla="*/ 235363 w 424529"/>
              <a:gd name="connsiteY8" fmla="*/ 381476 h 381476"/>
              <a:gd name="connsiteX9" fmla="*/ 421767 w 424529"/>
              <a:gd name="connsiteY9" fmla="*/ 381476 h 381476"/>
              <a:gd name="connsiteX10" fmla="*/ 421767 w 424529"/>
              <a:gd name="connsiteY10" fmla="*/ 196406 h 381476"/>
              <a:gd name="connsiteX11" fmla="*/ 330613 w 424529"/>
              <a:gd name="connsiteY11" fmla="*/ 196406 h 381476"/>
              <a:gd name="connsiteX12" fmla="*/ 424529 w 424529"/>
              <a:gd name="connsiteY12" fmla="*/ 66866 h 381476"/>
              <a:gd name="connsiteX13" fmla="*/ 424529 w 424529"/>
              <a:gd name="connsiteY13" fmla="*/ 0 h 381476"/>
              <a:gd name="connsiteX14" fmla="*/ 235363 w 424529"/>
              <a:gd name="connsiteY14" fmla="*/ 213551 h 381476"/>
              <a:gd name="connsiteX15" fmla="*/ 235363 w 424529"/>
              <a:gd name="connsiteY15" fmla="*/ 381476 h 3814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4529" h="381476">
                <a:moveTo>
                  <a:pt x="0" y="381476"/>
                </a:moveTo>
                <a:lnTo>
                  <a:pt x="186404" y="381476"/>
                </a:lnTo>
                <a:lnTo>
                  <a:pt x="186404" y="196406"/>
                </a:lnTo>
                <a:lnTo>
                  <a:pt x="95250" y="196406"/>
                </a:lnTo>
                <a:cubicBezTo>
                  <a:pt x="95250" y="126683"/>
                  <a:pt x="146304" y="81153"/>
                  <a:pt x="189166" y="66866"/>
                </a:cubicBezTo>
                <a:lnTo>
                  <a:pt x="189166" y="0"/>
                </a:lnTo>
                <a:cubicBezTo>
                  <a:pt x="96679" y="15621"/>
                  <a:pt x="0" y="84011"/>
                  <a:pt x="0" y="213551"/>
                </a:cubicBezTo>
                <a:lnTo>
                  <a:pt x="0" y="381476"/>
                </a:lnTo>
                <a:close/>
                <a:moveTo>
                  <a:pt x="235363" y="381476"/>
                </a:moveTo>
                <a:lnTo>
                  <a:pt x="421767" y="381476"/>
                </a:lnTo>
                <a:lnTo>
                  <a:pt x="421767" y="196406"/>
                </a:lnTo>
                <a:lnTo>
                  <a:pt x="330613" y="196406"/>
                </a:lnTo>
                <a:cubicBezTo>
                  <a:pt x="330613" y="126683"/>
                  <a:pt x="381667" y="81153"/>
                  <a:pt x="424529" y="66866"/>
                </a:cubicBezTo>
                <a:lnTo>
                  <a:pt x="424529" y="0"/>
                </a:lnTo>
                <a:cubicBezTo>
                  <a:pt x="332041" y="15621"/>
                  <a:pt x="235363" y="84011"/>
                  <a:pt x="235363" y="213551"/>
                </a:cubicBezTo>
                <a:lnTo>
                  <a:pt x="235363" y="381476"/>
                </a:lnTo>
                <a:close/>
              </a:path>
            </a:pathLst>
          </a:custGeom>
          <a:solidFill>
            <a:schemeClr val="bg1"/>
          </a:solidFill>
          <a:ln w="15875" cap="flat">
            <a:noFill/>
            <a:prstDash val="solid"/>
            <a:miter/>
          </a:ln>
        </p:spPr>
        <p:txBody>
          <a:bodyPr rtlCol="0" anchor="ctr"/>
          <a:lstStyle/>
          <a:p>
            <a:endParaRPr lang="en-US"/>
          </a:p>
        </p:txBody>
      </p:sp>
      <p:sp>
        <p:nvSpPr>
          <p:cNvPr id="27" name="Freeform 26">
            <a:extLst>
              <a:ext uri="{FF2B5EF4-FFF2-40B4-BE49-F238E27FC236}">
                <a16:creationId xmlns:a16="http://schemas.microsoft.com/office/drawing/2014/main" id="{D2321EBB-2807-ABBC-B6FB-A8C392F73041}"/>
              </a:ext>
            </a:extLst>
          </p:cNvPr>
          <p:cNvSpPr/>
          <p:nvPr userDrawn="1"/>
        </p:nvSpPr>
        <p:spPr>
          <a:xfrm rot="10800000">
            <a:off x="11262901" y="3134812"/>
            <a:ext cx="637155" cy="572539"/>
          </a:xfrm>
          <a:custGeom>
            <a:avLst/>
            <a:gdLst>
              <a:gd name="connsiteX0" fmla="*/ 0 w 424529"/>
              <a:gd name="connsiteY0" fmla="*/ 381476 h 381476"/>
              <a:gd name="connsiteX1" fmla="*/ 186404 w 424529"/>
              <a:gd name="connsiteY1" fmla="*/ 381476 h 381476"/>
              <a:gd name="connsiteX2" fmla="*/ 186404 w 424529"/>
              <a:gd name="connsiteY2" fmla="*/ 196406 h 381476"/>
              <a:gd name="connsiteX3" fmla="*/ 95250 w 424529"/>
              <a:gd name="connsiteY3" fmla="*/ 196406 h 381476"/>
              <a:gd name="connsiteX4" fmla="*/ 189166 w 424529"/>
              <a:gd name="connsiteY4" fmla="*/ 66866 h 381476"/>
              <a:gd name="connsiteX5" fmla="*/ 189166 w 424529"/>
              <a:gd name="connsiteY5" fmla="*/ 0 h 381476"/>
              <a:gd name="connsiteX6" fmla="*/ 0 w 424529"/>
              <a:gd name="connsiteY6" fmla="*/ 213551 h 381476"/>
              <a:gd name="connsiteX7" fmla="*/ 0 w 424529"/>
              <a:gd name="connsiteY7" fmla="*/ 381476 h 381476"/>
              <a:gd name="connsiteX8" fmla="*/ 235363 w 424529"/>
              <a:gd name="connsiteY8" fmla="*/ 381476 h 381476"/>
              <a:gd name="connsiteX9" fmla="*/ 421767 w 424529"/>
              <a:gd name="connsiteY9" fmla="*/ 381476 h 381476"/>
              <a:gd name="connsiteX10" fmla="*/ 421767 w 424529"/>
              <a:gd name="connsiteY10" fmla="*/ 196406 h 381476"/>
              <a:gd name="connsiteX11" fmla="*/ 330613 w 424529"/>
              <a:gd name="connsiteY11" fmla="*/ 196406 h 381476"/>
              <a:gd name="connsiteX12" fmla="*/ 424529 w 424529"/>
              <a:gd name="connsiteY12" fmla="*/ 66866 h 381476"/>
              <a:gd name="connsiteX13" fmla="*/ 424529 w 424529"/>
              <a:gd name="connsiteY13" fmla="*/ 0 h 381476"/>
              <a:gd name="connsiteX14" fmla="*/ 235363 w 424529"/>
              <a:gd name="connsiteY14" fmla="*/ 213551 h 381476"/>
              <a:gd name="connsiteX15" fmla="*/ 235363 w 424529"/>
              <a:gd name="connsiteY15" fmla="*/ 381476 h 3814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4529" h="381476">
                <a:moveTo>
                  <a:pt x="0" y="381476"/>
                </a:moveTo>
                <a:lnTo>
                  <a:pt x="186404" y="381476"/>
                </a:lnTo>
                <a:lnTo>
                  <a:pt x="186404" y="196406"/>
                </a:lnTo>
                <a:lnTo>
                  <a:pt x="95250" y="196406"/>
                </a:lnTo>
                <a:cubicBezTo>
                  <a:pt x="95250" y="126683"/>
                  <a:pt x="146304" y="81153"/>
                  <a:pt x="189166" y="66866"/>
                </a:cubicBezTo>
                <a:lnTo>
                  <a:pt x="189166" y="0"/>
                </a:lnTo>
                <a:cubicBezTo>
                  <a:pt x="96679" y="15621"/>
                  <a:pt x="0" y="84011"/>
                  <a:pt x="0" y="213551"/>
                </a:cubicBezTo>
                <a:lnTo>
                  <a:pt x="0" y="381476"/>
                </a:lnTo>
                <a:close/>
                <a:moveTo>
                  <a:pt x="235363" y="381476"/>
                </a:moveTo>
                <a:lnTo>
                  <a:pt x="421767" y="381476"/>
                </a:lnTo>
                <a:lnTo>
                  <a:pt x="421767" y="196406"/>
                </a:lnTo>
                <a:lnTo>
                  <a:pt x="330613" y="196406"/>
                </a:lnTo>
                <a:cubicBezTo>
                  <a:pt x="330613" y="126683"/>
                  <a:pt x="381667" y="81153"/>
                  <a:pt x="424529" y="66866"/>
                </a:cubicBezTo>
                <a:lnTo>
                  <a:pt x="424529" y="0"/>
                </a:lnTo>
                <a:cubicBezTo>
                  <a:pt x="332041" y="15621"/>
                  <a:pt x="235363" y="84011"/>
                  <a:pt x="235363" y="213551"/>
                </a:cubicBezTo>
                <a:lnTo>
                  <a:pt x="235363" y="381476"/>
                </a:lnTo>
                <a:close/>
              </a:path>
            </a:pathLst>
          </a:custGeom>
          <a:solidFill>
            <a:schemeClr val="bg1"/>
          </a:solidFill>
          <a:ln w="15875" cap="flat">
            <a:noFill/>
            <a:prstDash val="solid"/>
            <a:miter/>
          </a:ln>
        </p:spPr>
        <p:txBody>
          <a:bodyPr rtlCol="0" anchor="ctr"/>
          <a:lstStyle/>
          <a:p>
            <a:endParaRPr lang="en-US"/>
          </a:p>
        </p:txBody>
      </p:sp>
      <p:sp>
        <p:nvSpPr>
          <p:cNvPr id="9" name="Text Placeholder 9">
            <a:extLst>
              <a:ext uri="{FF2B5EF4-FFF2-40B4-BE49-F238E27FC236}">
                <a16:creationId xmlns:a16="http://schemas.microsoft.com/office/drawing/2014/main" id="{5FAC6E3F-1E7F-BA3D-8683-ABD97C32F547}"/>
              </a:ext>
            </a:extLst>
          </p:cNvPr>
          <p:cNvSpPr>
            <a:spLocks noGrp="1"/>
          </p:cNvSpPr>
          <p:nvPr>
            <p:ph type="body" sz="quarter" idx="10" hasCustomPrompt="1"/>
          </p:nvPr>
        </p:nvSpPr>
        <p:spPr>
          <a:xfrm>
            <a:off x="4787706" y="4081985"/>
            <a:ext cx="7112350" cy="730819"/>
          </a:xfrm>
          <a:prstGeom prst="rect">
            <a:avLst/>
          </a:prstGeom>
        </p:spPr>
        <p:txBody>
          <a:bodyPr/>
          <a:lstStyle>
            <a:lvl1pPr marL="0" indent="0">
              <a:lnSpc>
                <a:spcPct val="100000"/>
              </a:lnSpc>
              <a:spcBef>
                <a:spcPts val="0"/>
              </a:spcBef>
              <a:buClr>
                <a:srgbClr val="F86901"/>
              </a:buClr>
              <a:buFont typeface="System Font Regular"/>
              <a:buNone/>
              <a:defRPr sz="2000">
                <a:solidFill>
                  <a:schemeClr val="bg1"/>
                </a:solidFill>
              </a:defRPr>
            </a:lvl1pPr>
            <a:lvl2pPr marL="457200" indent="0">
              <a:buNone/>
              <a:defRPr/>
            </a:lvl2pPr>
          </a:lstStyle>
          <a:p>
            <a:pPr lvl="0"/>
            <a:r>
              <a:rPr lang="en-US" dirty="0"/>
              <a:t>- Attribution</a:t>
            </a:r>
          </a:p>
          <a:p>
            <a:pPr lvl="0"/>
            <a:r>
              <a:rPr lang="en-US" dirty="0"/>
              <a:t>  Second line here</a:t>
            </a:r>
          </a:p>
        </p:txBody>
      </p:sp>
    </p:spTree>
    <p:extLst>
      <p:ext uri="{BB962C8B-B14F-4D97-AF65-F5344CB8AC3E}">
        <p14:creationId xmlns:p14="http://schemas.microsoft.com/office/powerpoint/2010/main" val="195504588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Quote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844B706-4B06-2672-98E2-E409C008F559}"/>
              </a:ext>
            </a:extLst>
          </p:cNvPr>
          <p:cNvSpPr/>
          <p:nvPr userDrawn="1"/>
        </p:nvSpPr>
        <p:spPr>
          <a:xfrm>
            <a:off x="0" y="0"/>
            <a:ext cx="12192000" cy="685800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Freeform 2">
            <a:extLst>
              <a:ext uri="{FF2B5EF4-FFF2-40B4-BE49-F238E27FC236}">
                <a16:creationId xmlns:a16="http://schemas.microsoft.com/office/drawing/2014/main" id="{33AA3728-0966-803A-47B8-D5ECA96074A1}"/>
              </a:ext>
            </a:extLst>
          </p:cNvPr>
          <p:cNvSpPr/>
          <p:nvPr userDrawn="1"/>
        </p:nvSpPr>
        <p:spPr>
          <a:xfrm>
            <a:off x="-10678053" y="1598264"/>
            <a:ext cx="15402453" cy="18003624"/>
          </a:xfrm>
          <a:custGeom>
            <a:avLst/>
            <a:gdLst>
              <a:gd name="connsiteX0" fmla="*/ 1701641 w 2043969"/>
              <a:gd name="connsiteY0" fmla="*/ 0 h 2389155"/>
              <a:gd name="connsiteX1" fmla="*/ 0 w 2043969"/>
              <a:gd name="connsiteY1" fmla="*/ 1702213 h 2389155"/>
              <a:gd name="connsiteX2" fmla="*/ 0 w 2043969"/>
              <a:gd name="connsiteY2" fmla="*/ 2389156 h 2389155"/>
              <a:gd name="connsiteX3" fmla="*/ 2043970 w 2043969"/>
              <a:gd name="connsiteY3" fmla="*/ 340805 h 2389155"/>
              <a:gd name="connsiteX4" fmla="*/ 1701641 w 2043969"/>
              <a:gd name="connsiteY4" fmla="*/ 340805 h 23891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43969" h="2389155">
                <a:moveTo>
                  <a:pt x="1701641" y="0"/>
                </a:moveTo>
                <a:lnTo>
                  <a:pt x="0" y="1702213"/>
                </a:lnTo>
                <a:lnTo>
                  <a:pt x="0" y="2389156"/>
                </a:lnTo>
                <a:lnTo>
                  <a:pt x="2043970" y="340805"/>
                </a:lnTo>
                <a:lnTo>
                  <a:pt x="1701641" y="340805"/>
                </a:lnTo>
                <a:close/>
              </a:path>
            </a:pathLst>
          </a:custGeom>
          <a:solidFill>
            <a:schemeClr val="bg1"/>
          </a:solidFill>
          <a:ln w="9525" cap="flat">
            <a:noFill/>
            <a:prstDash val="solid"/>
            <a:miter/>
          </a:ln>
        </p:spPr>
        <p:txBody>
          <a:bodyPr rtlCol="0" anchor="ctr"/>
          <a:lstStyle/>
          <a:p>
            <a:endParaRPr lang="en-US"/>
          </a:p>
        </p:txBody>
      </p:sp>
      <p:sp>
        <p:nvSpPr>
          <p:cNvPr id="4" name="Rectangle 3">
            <a:extLst>
              <a:ext uri="{FF2B5EF4-FFF2-40B4-BE49-F238E27FC236}">
                <a16:creationId xmlns:a16="http://schemas.microsoft.com/office/drawing/2014/main" id="{E6AC9F4C-74D1-8FE2-0BDD-955696DBF623}"/>
              </a:ext>
            </a:extLst>
          </p:cNvPr>
          <p:cNvSpPr/>
          <p:nvPr userDrawn="1"/>
        </p:nvSpPr>
        <p:spPr>
          <a:xfrm>
            <a:off x="-2" y="6218253"/>
            <a:ext cx="12192001" cy="639748"/>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BDBA1C8-0597-F7A6-7489-F9DA7B6F0CA7}"/>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6" name="Graphic 5">
            <a:extLst>
              <a:ext uri="{FF2B5EF4-FFF2-40B4-BE49-F238E27FC236}">
                <a16:creationId xmlns:a16="http://schemas.microsoft.com/office/drawing/2014/main" id="{C56D46BE-4588-D33D-7421-BE211E9D3E9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69726" y="6459249"/>
            <a:ext cx="2700733" cy="240066"/>
          </a:xfrm>
          <a:prstGeom prst="rect">
            <a:avLst/>
          </a:prstGeom>
        </p:spPr>
      </p:pic>
      <p:grpSp>
        <p:nvGrpSpPr>
          <p:cNvPr id="7" name="Graphic 22">
            <a:extLst>
              <a:ext uri="{FF2B5EF4-FFF2-40B4-BE49-F238E27FC236}">
                <a16:creationId xmlns:a16="http://schemas.microsoft.com/office/drawing/2014/main" id="{61D844CD-0153-7F9A-EDCC-1F257E6725BD}"/>
              </a:ext>
            </a:extLst>
          </p:cNvPr>
          <p:cNvGrpSpPr/>
          <p:nvPr userDrawn="1"/>
        </p:nvGrpSpPr>
        <p:grpSpPr>
          <a:xfrm>
            <a:off x="202133" y="6414020"/>
            <a:ext cx="798764" cy="301829"/>
            <a:chOff x="2728880" y="3418045"/>
            <a:chExt cx="3190208" cy="1205483"/>
          </a:xfrm>
          <a:solidFill>
            <a:schemeClr val="bg1"/>
          </a:solidFill>
        </p:grpSpPr>
        <p:sp>
          <p:nvSpPr>
            <p:cNvPr id="8" name="Freeform 7">
              <a:extLst>
                <a:ext uri="{FF2B5EF4-FFF2-40B4-BE49-F238E27FC236}">
                  <a16:creationId xmlns:a16="http://schemas.microsoft.com/office/drawing/2014/main" id="{25A55C3D-48A0-DDE8-D493-3124DA83AC0B}"/>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17" name="Freeform 16">
              <a:extLst>
                <a:ext uri="{FF2B5EF4-FFF2-40B4-BE49-F238E27FC236}">
                  <a16:creationId xmlns:a16="http://schemas.microsoft.com/office/drawing/2014/main" id="{81ACCBD5-79DE-B657-F388-0041D6579D15}"/>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C43D0D57-126D-983B-95AB-CC58F5A16B21}"/>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sp>
        <p:nvSpPr>
          <p:cNvPr id="10" name="Title 1">
            <a:extLst>
              <a:ext uri="{FF2B5EF4-FFF2-40B4-BE49-F238E27FC236}">
                <a16:creationId xmlns:a16="http://schemas.microsoft.com/office/drawing/2014/main" id="{92DB9D0E-CD71-73DB-5131-848B220B7DD6}"/>
              </a:ext>
            </a:extLst>
          </p:cNvPr>
          <p:cNvSpPr>
            <a:spLocks noGrp="1"/>
          </p:cNvSpPr>
          <p:nvPr>
            <p:ph type="ctrTitle" hasCustomPrompt="1"/>
          </p:nvPr>
        </p:nvSpPr>
        <p:spPr>
          <a:xfrm>
            <a:off x="2395348" y="2361866"/>
            <a:ext cx="9504708" cy="1617467"/>
          </a:xfrm>
          <a:prstGeom prst="rect">
            <a:avLst/>
          </a:prstGeom>
        </p:spPr>
        <p:txBody>
          <a:bodyPr anchor="t" anchorCtr="0">
            <a:normAutofit/>
          </a:bodyPr>
          <a:lstStyle>
            <a:lvl1pPr algn="l">
              <a:defRPr sz="5400">
                <a:solidFill>
                  <a:schemeClr val="bg1"/>
                </a:solidFill>
              </a:defRPr>
            </a:lvl1pPr>
          </a:lstStyle>
          <a:p>
            <a:r>
              <a:rPr lang="en-US" dirty="0"/>
              <a:t>Quote here quote here quote here.</a:t>
            </a:r>
          </a:p>
        </p:txBody>
      </p:sp>
    </p:spTree>
    <p:extLst>
      <p:ext uri="{BB962C8B-B14F-4D97-AF65-F5344CB8AC3E}">
        <p14:creationId xmlns:p14="http://schemas.microsoft.com/office/powerpoint/2010/main" val="11144971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Quote 3 Referenc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844B706-4B06-2672-98E2-E409C008F559}"/>
              </a:ext>
            </a:extLst>
          </p:cNvPr>
          <p:cNvSpPr/>
          <p:nvPr userDrawn="1"/>
        </p:nvSpPr>
        <p:spPr>
          <a:xfrm>
            <a:off x="0" y="0"/>
            <a:ext cx="12192000" cy="685800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22">
            <a:extLst>
              <a:ext uri="{FF2B5EF4-FFF2-40B4-BE49-F238E27FC236}">
                <a16:creationId xmlns:a16="http://schemas.microsoft.com/office/drawing/2014/main" id="{81C6681B-4884-A41D-EDB2-B85D4D6406B1}"/>
              </a:ext>
            </a:extLst>
          </p:cNvPr>
          <p:cNvSpPr/>
          <p:nvPr userDrawn="1"/>
        </p:nvSpPr>
        <p:spPr>
          <a:xfrm>
            <a:off x="-10678053" y="1598264"/>
            <a:ext cx="15402453" cy="18003624"/>
          </a:xfrm>
          <a:custGeom>
            <a:avLst/>
            <a:gdLst>
              <a:gd name="connsiteX0" fmla="*/ 1701641 w 2043969"/>
              <a:gd name="connsiteY0" fmla="*/ 0 h 2389155"/>
              <a:gd name="connsiteX1" fmla="*/ 0 w 2043969"/>
              <a:gd name="connsiteY1" fmla="*/ 1702213 h 2389155"/>
              <a:gd name="connsiteX2" fmla="*/ 0 w 2043969"/>
              <a:gd name="connsiteY2" fmla="*/ 2389156 h 2389155"/>
              <a:gd name="connsiteX3" fmla="*/ 2043970 w 2043969"/>
              <a:gd name="connsiteY3" fmla="*/ 340805 h 2389155"/>
              <a:gd name="connsiteX4" fmla="*/ 1701641 w 2043969"/>
              <a:gd name="connsiteY4" fmla="*/ 340805 h 23891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43969" h="2389155">
                <a:moveTo>
                  <a:pt x="1701641" y="0"/>
                </a:moveTo>
                <a:lnTo>
                  <a:pt x="0" y="1702213"/>
                </a:lnTo>
                <a:lnTo>
                  <a:pt x="0" y="2389156"/>
                </a:lnTo>
                <a:lnTo>
                  <a:pt x="2043970" y="340805"/>
                </a:lnTo>
                <a:lnTo>
                  <a:pt x="1701641" y="340805"/>
                </a:lnTo>
                <a:close/>
              </a:path>
            </a:pathLst>
          </a:custGeom>
          <a:solidFill>
            <a:schemeClr val="bg1"/>
          </a:solidFill>
          <a:ln w="9525" cap="flat">
            <a:noFill/>
            <a:prstDash val="solid"/>
            <a:miter/>
          </a:ln>
        </p:spPr>
        <p:txBody>
          <a:bodyPr rtlCol="0" anchor="ctr"/>
          <a:lstStyle/>
          <a:p>
            <a:endParaRPr lang="en-US"/>
          </a:p>
        </p:txBody>
      </p:sp>
      <p:sp>
        <p:nvSpPr>
          <p:cNvPr id="4" name="Rectangle 3">
            <a:extLst>
              <a:ext uri="{FF2B5EF4-FFF2-40B4-BE49-F238E27FC236}">
                <a16:creationId xmlns:a16="http://schemas.microsoft.com/office/drawing/2014/main" id="{E6AC9F4C-74D1-8FE2-0BDD-955696DBF623}"/>
              </a:ext>
            </a:extLst>
          </p:cNvPr>
          <p:cNvSpPr/>
          <p:nvPr userDrawn="1"/>
        </p:nvSpPr>
        <p:spPr>
          <a:xfrm>
            <a:off x="-2" y="6212391"/>
            <a:ext cx="12192001" cy="64561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BDBA1C8-0597-F7A6-7489-F9DA7B6F0CA7}"/>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6" name="Graphic 5">
            <a:extLst>
              <a:ext uri="{FF2B5EF4-FFF2-40B4-BE49-F238E27FC236}">
                <a16:creationId xmlns:a16="http://schemas.microsoft.com/office/drawing/2014/main" id="{C56D46BE-4588-D33D-7421-BE211E9D3E9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69726" y="6459249"/>
            <a:ext cx="2700733" cy="240066"/>
          </a:xfrm>
          <a:prstGeom prst="rect">
            <a:avLst/>
          </a:prstGeom>
        </p:spPr>
      </p:pic>
      <p:grpSp>
        <p:nvGrpSpPr>
          <p:cNvPr id="7" name="Graphic 22">
            <a:extLst>
              <a:ext uri="{FF2B5EF4-FFF2-40B4-BE49-F238E27FC236}">
                <a16:creationId xmlns:a16="http://schemas.microsoft.com/office/drawing/2014/main" id="{61D844CD-0153-7F9A-EDCC-1F257E6725BD}"/>
              </a:ext>
            </a:extLst>
          </p:cNvPr>
          <p:cNvGrpSpPr/>
          <p:nvPr userDrawn="1"/>
        </p:nvGrpSpPr>
        <p:grpSpPr>
          <a:xfrm>
            <a:off x="202133" y="6414020"/>
            <a:ext cx="798764" cy="301829"/>
            <a:chOff x="2728880" y="3418045"/>
            <a:chExt cx="3190208" cy="1205483"/>
          </a:xfrm>
          <a:solidFill>
            <a:schemeClr val="bg1"/>
          </a:solidFill>
        </p:grpSpPr>
        <p:sp>
          <p:nvSpPr>
            <p:cNvPr id="8" name="Freeform 7">
              <a:extLst>
                <a:ext uri="{FF2B5EF4-FFF2-40B4-BE49-F238E27FC236}">
                  <a16:creationId xmlns:a16="http://schemas.microsoft.com/office/drawing/2014/main" id="{25A55C3D-48A0-DDE8-D493-3124DA83AC0B}"/>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17" name="Freeform 16">
              <a:extLst>
                <a:ext uri="{FF2B5EF4-FFF2-40B4-BE49-F238E27FC236}">
                  <a16:creationId xmlns:a16="http://schemas.microsoft.com/office/drawing/2014/main" id="{81ACCBD5-79DE-B657-F388-0041D6579D15}"/>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C43D0D57-126D-983B-95AB-CC58F5A16B21}"/>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sp>
        <p:nvSpPr>
          <p:cNvPr id="24" name="Title 1">
            <a:extLst>
              <a:ext uri="{FF2B5EF4-FFF2-40B4-BE49-F238E27FC236}">
                <a16:creationId xmlns:a16="http://schemas.microsoft.com/office/drawing/2014/main" id="{2B5567F6-1FB0-125F-46FC-BA2F2B3CEBE2}"/>
              </a:ext>
            </a:extLst>
          </p:cNvPr>
          <p:cNvSpPr>
            <a:spLocks noGrp="1"/>
          </p:cNvSpPr>
          <p:nvPr>
            <p:ph type="ctrTitle" hasCustomPrompt="1"/>
          </p:nvPr>
        </p:nvSpPr>
        <p:spPr>
          <a:xfrm>
            <a:off x="2395348" y="2361866"/>
            <a:ext cx="9504708" cy="1617467"/>
          </a:xfrm>
          <a:prstGeom prst="rect">
            <a:avLst/>
          </a:prstGeom>
        </p:spPr>
        <p:txBody>
          <a:bodyPr anchor="t" anchorCtr="0">
            <a:normAutofit/>
          </a:bodyPr>
          <a:lstStyle>
            <a:lvl1pPr algn="l">
              <a:defRPr sz="5400">
                <a:solidFill>
                  <a:schemeClr val="bg1"/>
                </a:solidFill>
              </a:defRPr>
            </a:lvl1pPr>
          </a:lstStyle>
          <a:p>
            <a:r>
              <a:rPr lang="en-US" dirty="0"/>
              <a:t>Quote here quote here quote here.</a:t>
            </a:r>
          </a:p>
        </p:txBody>
      </p:sp>
      <p:sp>
        <p:nvSpPr>
          <p:cNvPr id="25" name="Freeform 24">
            <a:extLst>
              <a:ext uri="{FF2B5EF4-FFF2-40B4-BE49-F238E27FC236}">
                <a16:creationId xmlns:a16="http://schemas.microsoft.com/office/drawing/2014/main" id="{9D528F69-F93D-B815-1614-E258B5EA6086}"/>
              </a:ext>
            </a:extLst>
          </p:cNvPr>
          <p:cNvSpPr/>
          <p:nvPr userDrawn="1"/>
        </p:nvSpPr>
        <p:spPr>
          <a:xfrm>
            <a:off x="2395348" y="1598264"/>
            <a:ext cx="637155" cy="572539"/>
          </a:xfrm>
          <a:custGeom>
            <a:avLst/>
            <a:gdLst>
              <a:gd name="connsiteX0" fmla="*/ 0 w 424529"/>
              <a:gd name="connsiteY0" fmla="*/ 381476 h 381476"/>
              <a:gd name="connsiteX1" fmla="*/ 186404 w 424529"/>
              <a:gd name="connsiteY1" fmla="*/ 381476 h 381476"/>
              <a:gd name="connsiteX2" fmla="*/ 186404 w 424529"/>
              <a:gd name="connsiteY2" fmla="*/ 196406 h 381476"/>
              <a:gd name="connsiteX3" fmla="*/ 95250 w 424529"/>
              <a:gd name="connsiteY3" fmla="*/ 196406 h 381476"/>
              <a:gd name="connsiteX4" fmla="*/ 189166 w 424529"/>
              <a:gd name="connsiteY4" fmla="*/ 66866 h 381476"/>
              <a:gd name="connsiteX5" fmla="*/ 189166 w 424529"/>
              <a:gd name="connsiteY5" fmla="*/ 0 h 381476"/>
              <a:gd name="connsiteX6" fmla="*/ 0 w 424529"/>
              <a:gd name="connsiteY6" fmla="*/ 213551 h 381476"/>
              <a:gd name="connsiteX7" fmla="*/ 0 w 424529"/>
              <a:gd name="connsiteY7" fmla="*/ 381476 h 381476"/>
              <a:gd name="connsiteX8" fmla="*/ 235363 w 424529"/>
              <a:gd name="connsiteY8" fmla="*/ 381476 h 381476"/>
              <a:gd name="connsiteX9" fmla="*/ 421767 w 424529"/>
              <a:gd name="connsiteY9" fmla="*/ 381476 h 381476"/>
              <a:gd name="connsiteX10" fmla="*/ 421767 w 424529"/>
              <a:gd name="connsiteY10" fmla="*/ 196406 h 381476"/>
              <a:gd name="connsiteX11" fmla="*/ 330613 w 424529"/>
              <a:gd name="connsiteY11" fmla="*/ 196406 h 381476"/>
              <a:gd name="connsiteX12" fmla="*/ 424529 w 424529"/>
              <a:gd name="connsiteY12" fmla="*/ 66866 h 381476"/>
              <a:gd name="connsiteX13" fmla="*/ 424529 w 424529"/>
              <a:gd name="connsiteY13" fmla="*/ 0 h 381476"/>
              <a:gd name="connsiteX14" fmla="*/ 235363 w 424529"/>
              <a:gd name="connsiteY14" fmla="*/ 213551 h 381476"/>
              <a:gd name="connsiteX15" fmla="*/ 235363 w 424529"/>
              <a:gd name="connsiteY15" fmla="*/ 381476 h 3814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4529" h="381476">
                <a:moveTo>
                  <a:pt x="0" y="381476"/>
                </a:moveTo>
                <a:lnTo>
                  <a:pt x="186404" y="381476"/>
                </a:lnTo>
                <a:lnTo>
                  <a:pt x="186404" y="196406"/>
                </a:lnTo>
                <a:lnTo>
                  <a:pt x="95250" y="196406"/>
                </a:lnTo>
                <a:cubicBezTo>
                  <a:pt x="95250" y="126683"/>
                  <a:pt x="146304" y="81153"/>
                  <a:pt x="189166" y="66866"/>
                </a:cubicBezTo>
                <a:lnTo>
                  <a:pt x="189166" y="0"/>
                </a:lnTo>
                <a:cubicBezTo>
                  <a:pt x="96679" y="15621"/>
                  <a:pt x="0" y="84011"/>
                  <a:pt x="0" y="213551"/>
                </a:cubicBezTo>
                <a:lnTo>
                  <a:pt x="0" y="381476"/>
                </a:lnTo>
                <a:close/>
                <a:moveTo>
                  <a:pt x="235363" y="381476"/>
                </a:moveTo>
                <a:lnTo>
                  <a:pt x="421767" y="381476"/>
                </a:lnTo>
                <a:lnTo>
                  <a:pt x="421767" y="196406"/>
                </a:lnTo>
                <a:lnTo>
                  <a:pt x="330613" y="196406"/>
                </a:lnTo>
                <a:cubicBezTo>
                  <a:pt x="330613" y="126683"/>
                  <a:pt x="381667" y="81153"/>
                  <a:pt x="424529" y="66866"/>
                </a:cubicBezTo>
                <a:lnTo>
                  <a:pt x="424529" y="0"/>
                </a:lnTo>
                <a:cubicBezTo>
                  <a:pt x="332041" y="15621"/>
                  <a:pt x="235363" y="84011"/>
                  <a:pt x="235363" y="213551"/>
                </a:cubicBezTo>
                <a:lnTo>
                  <a:pt x="235363" y="381476"/>
                </a:lnTo>
                <a:close/>
              </a:path>
            </a:pathLst>
          </a:custGeom>
          <a:noFill/>
          <a:ln w="15875" cap="flat">
            <a:solidFill>
              <a:schemeClr val="bg1"/>
            </a:solidFill>
            <a:prstDash val="solid"/>
            <a:miter/>
          </a:ln>
        </p:spPr>
        <p:txBody>
          <a:bodyPr rtlCol="0" anchor="ctr"/>
          <a:lstStyle/>
          <a:p>
            <a:endParaRPr lang="en-US"/>
          </a:p>
        </p:txBody>
      </p:sp>
      <p:sp>
        <p:nvSpPr>
          <p:cNvPr id="27" name="Freeform 26">
            <a:extLst>
              <a:ext uri="{FF2B5EF4-FFF2-40B4-BE49-F238E27FC236}">
                <a16:creationId xmlns:a16="http://schemas.microsoft.com/office/drawing/2014/main" id="{D2321EBB-2807-ABBC-B6FB-A8C392F73041}"/>
              </a:ext>
            </a:extLst>
          </p:cNvPr>
          <p:cNvSpPr/>
          <p:nvPr userDrawn="1"/>
        </p:nvSpPr>
        <p:spPr>
          <a:xfrm rot="10800000">
            <a:off x="11262901" y="3134812"/>
            <a:ext cx="637155" cy="572539"/>
          </a:xfrm>
          <a:custGeom>
            <a:avLst/>
            <a:gdLst>
              <a:gd name="connsiteX0" fmla="*/ 0 w 424529"/>
              <a:gd name="connsiteY0" fmla="*/ 381476 h 381476"/>
              <a:gd name="connsiteX1" fmla="*/ 186404 w 424529"/>
              <a:gd name="connsiteY1" fmla="*/ 381476 h 381476"/>
              <a:gd name="connsiteX2" fmla="*/ 186404 w 424529"/>
              <a:gd name="connsiteY2" fmla="*/ 196406 h 381476"/>
              <a:gd name="connsiteX3" fmla="*/ 95250 w 424529"/>
              <a:gd name="connsiteY3" fmla="*/ 196406 h 381476"/>
              <a:gd name="connsiteX4" fmla="*/ 189166 w 424529"/>
              <a:gd name="connsiteY4" fmla="*/ 66866 h 381476"/>
              <a:gd name="connsiteX5" fmla="*/ 189166 w 424529"/>
              <a:gd name="connsiteY5" fmla="*/ 0 h 381476"/>
              <a:gd name="connsiteX6" fmla="*/ 0 w 424529"/>
              <a:gd name="connsiteY6" fmla="*/ 213551 h 381476"/>
              <a:gd name="connsiteX7" fmla="*/ 0 w 424529"/>
              <a:gd name="connsiteY7" fmla="*/ 381476 h 381476"/>
              <a:gd name="connsiteX8" fmla="*/ 235363 w 424529"/>
              <a:gd name="connsiteY8" fmla="*/ 381476 h 381476"/>
              <a:gd name="connsiteX9" fmla="*/ 421767 w 424529"/>
              <a:gd name="connsiteY9" fmla="*/ 381476 h 381476"/>
              <a:gd name="connsiteX10" fmla="*/ 421767 w 424529"/>
              <a:gd name="connsiteY10" fmla="*/ 196406 h 381476"/>
              <a:gd name="connsiteX11" fmla="*/ 330613 w 424529"/>
              <a:gd name="connsiteY11" fmla="*/ 196406 h 381476"/>
              <a:gd name="connsiteX12" fmla="*/ 424529 w 424529"/>
              <a:gd name="connsiteY12" fmla="*/ 66866 h 381476"/>
              <a:gd name="connsiteX13" fmla="*/ 424529 w 424529"/>
              <a:gd name="connsiteY13" fmla="*/ 0 h 381476"/>
              <a:gd name="connsiteX14" fmla="*/ 235363 w 424529"/>
              <a:gd name="connsiteY14" fmla="*/ 213551 h 381476"/>
              <a:gd name="connsiteX15" fmla="*/ 235363 w 424529"/>
              <a:gd name="connsiteY15" fmla="*/ 381476 h 3814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4529" h="381476">
                <a:moveTo>
                  <a:pt x="0" y="381476"/>
                </a:moveTo>
                <a:lnTo>
                  <a:pt x="186404" y="381476"/>
                </a:lnTo>
                <a:lnTo>
                  <a:pt x="186404" y="196406"/>
                </a:lnTo>
                <a:lnTo>
                  <a:pt x="95250" y="196406"/>
                </a:lnTo>
                <a:cubicBezTo>
                  <a:pt x="95250" y="126683"/>
                  <a:pt x="146304" y="81153"/>
                  <a:pt x="189166" y="66866"/>
                </a:cubicBezTo>
                <a:lnTo>
                  <a:pt x="189166" y="0"/>
                </a:lnTo>
                <a:cubicBezTo>
                  <a:pt x="96679" y="15621"/>
                  <a:pt x="0" y="84011"/>
                  <a:pt x="0" y="213551"/>
                </a:cubicBezTo>
                <a:lnTo>
                  <a:pt x="0" y="381476"/>
                </a:lnTo>
                <a:close/>
                <a:moveTo>
                  <a:pt x="235363" y="381476"/>
                </a:moveTo>
                <a:lnTo>
                  <a:pt x="421767" y="381476"/>
                </a:lnTo>
                <a:lnTo>
                  <a:pt x="421767" y="196406"/>
                </a:lnTo>
                <a:lnTo>
                  <a:pt x="330613" y="196406"/>
                </a:lnTo>
                <a:cubicBezTo>
                  <a:pt x="330613" y="126683"/>
                  <a:pt x="381667" y="81153"/>
                  <a:pt x="424529" y="66866"/>
                </a:cubicBezTo>
                <a:lnTo>
                  <a:pt x="424529" y="0"/>
                </a:lnTo>
                <a:cubicBezTo>
                  <a:pt x="332041" y="15621"/>
                  <a:pt x="235363" y="84011"/>
                  <a:pt x="235363" y="213551"/>
                </a:cubicBezTo>
                <a:lnTo>
                  <a:pt x="235363" y="381476"/>
                </a:lnTo>
                <a:close/>
              </a:path>
            </a:pathLst>
          </a:custGeom>
          <a:noFill/>
          <a:ln w="15875" cap="flat">
            <a:solidFill>
              <a:schemeClr val="bg1"/>
            </a:solidFill>
            <a:prstDash val="solid"/>
            <a:miter/>
          </a:ln>
        </p:spPr>
        <p:txBody>
          <a:bodyPr rtlCol="0" anchor="ctr"/>
          <a:lstStyle/>
          <a:p>
            <a:endParaRPr lang="en-US"/>
          </a:p>
        </p:txBody>
      </p:sp>
      <p:sp>
        <p:nvSpPr>
          <p:cNvPr id="9" name="Text Placeholder 9">
            <a:extLst>
              <a:ext uri="{FF2B5EF4-FFF2-40B4-BE49-F238E27FC236}">
                <a16:creationId xmlns:a16="http://schemas.microsoft.com/office/drawing/2014/main" id="{7C12E987-4255-261E-4857-D0998121FDBB}"/>
              </a:ext>
            </a:extLst>
          </p:cNvPr>
          <p:cNvSpPr>
            <a:spLocks noGrp="1"/>
          </p:cNvSpPr>
          <p:nvPr>
            <p:ph type="body" sz="quarter" idx="10" hasCustomPrompt="1"/>
          </p:nvPr>
        </p:nvSpPr>
        <p:spPr>
          <a:xfrm>
            <a:off x="4787706" y="4081985"/>
            <a:ext cx="7112350" cy="730819"/>
          </a:xfrm>
          <a:prstGeom prst="rect">
            <a:avLst/>
          </a:prstGeom>
        </p:spPr>
        <p:txBody>
          <a:bodyPr/>
          <a:lstStyle>
            <a:lvl1pPr marL="0" indent="0">
              <a:lnSpc>
                <a:spcPct val="100000"/>
              </a:lnSpc>
              <a:spcBef>
                <a:spcPts val="0"/>
              </a:spcBef>
              <a:buClr>
                <a:srgbClr val="F86901"/>
              </a:buClr>
              <a:buFont typeface="System Font Regular"/>
              <a:buNone/>
              <a:defRPr sz="2000">
                <a:solidFill>
                  <a:schemeClr val="bg1"/>
                </a:solidFill>
              </a:defRPr>
            </a:lvl1pPr>
            <a:lvl2pPr marL="457200" indent="0">
              <a:buNone/>
              <a:defRPr/>
            </a:lvl2pPr>
          </a:lstStyle>
          <a:p>
            <a:pPr lvl="0"/>
            <a:r>
              <a:rPr lang="en-US" dirty="0"/>
              <a:t>- Attribution</a:t>
            </a:r>
          </a:p>
          <a:p>
            <a:pPr lvl="0"/>
            <a:r>
              <a:rPr lang="en-US" dirty="0"/>
              <a:t>  Second line here</a:t>
            </a:r>
          </a:p>
        </p:txBody>
      </p:sp>
    </p:spTree>
    <p:extLst>
      <p:ext uri="{BB962C8B-B14F-4D97-AF65-F5344CB8AC3E}">
        <p14:creationId xmlns:p14="http://schemas.microsoft.com/office/powerpoint/2010/main" val="18644973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Layout 2 Header Bottom">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17C7046-D6C2-84E5-B88A-48BDAE2847C9}"/>
              </a:ext>
            </a:extLst>
          </p:cNvPr>
          <p:cNvSpPr/>
          <p:nvPr userDrawn="1"/>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72CD2D5-3A43-CCD9-A029-F531D3238696}"/>
              </a:ext>
            </a:extLst>
          </p:cNvPr>
          <p:cNvSpPr/>
          <p:nvPr userDrawn="1"/>
        </p:nvSpPr>
        <p:spPr>
          <a:xfrm>
            <a:off x="0" y="6218253"/>
            <a:ext cx="12192000" cy="639748"/>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061D563-744A-AC08-6229-2BCE678FF6AF}"/>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13" name="Graphic 12">
            <a:extLst>
              <a:ext uri="{FF2B5EF4-FFF2-40B4-BE49-F238E27FC236}">
                <a16:creationId xmlns:a16="http://schemas.microsoft.com/office/drawing/2014/main" id="{49FEBC5E-F2C0-2515-DA7E-599A9CBF161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69726" y="6459249"/>
            <a:ext cx="2700733" cy="240066"/>
          </a:xfrm>
          <a:prstGeom prst="rect">
            <a:avLst/>
          </a:prstGeom>
        </p:spPr>
      </p:pic>
      <p:grpSp>
        <p:nvGrpSpPr>
          <p:cNvPr id="14" name="Graphic 22">
            <a:extLst>
              <a:ext uri="{FF2B5EF4-FFF2-40B4-BE49-F238E27FC236}">
                <a16:creationId xmlns:a16="http://schemas.microsoft.com/office/drawing/2014/main" id="{82D9E654-7F20-A1F9-005D-CF23B880B1F6}"/>
              </a:ext>
            </a:extLst>
          </p:cNvPr>
          <p:cNvGrpSpPr/>
          <p:nvPr userDrawn="1"/>
        </p:nvGrpSpPr>
        <p:grpSpPr>
          <a:xfrm>
            <a:off x="202133" y="6414020"/>
            <a:ext cx="798764" cy="301829"/>
            <a:chOff x="2728880" y="3418045"/>
            <a:chExt cx="3190208" cy="1205483"/>
          </a:xfrm>
          <a:solidFill>
            <a:schemeClr val="bg1"/>
          </a:solidFill>
        </p:grpSpPr>
        <p:sp>
          <p:nvSpPr>
            <p:cNvPr id="15" name="Freeform 14">
              <a:extLst>
                <a:ext uri="{FF2B5EF4-FFF2-40B4-BE49-F238E27FC236}">
                  <a16:creationId xmlns:a16="http://schemas.microsoft.com/office/drawing/2014/main" id="{AE74CFF7-3A06-6BF7-EAA8-6A1A28A2ADB5}"/>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16" name="Freeform 15">
              <a:extLst>
                <a:ext uri="{FF2B5EF4-FFF2-40B4-BE49-F238E27FC236}">
                  <a16:creationId xmlns:a16="http://schemas.microsoft.com/office/drawing/2014/main" id="{FA32339A-C4C6-61D7-FA6F-0BD3E87064D4}"/>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18" name="Freeform 17">
              <a:extLst>
                <a:ext uri="{FF2B5EF4-FFF2-40B4-BE49-F238E27FC236}">
                  <a16:creationId xmlns:a16="http://schemas.microsoft.com/office/drawing/2014/main" id="{9E767C66-0B73-5220-D503-FE895FB3A262}"/>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sp>
        <p:nvSpPr>
          <p:cNvPr id="5" name="Title 1">
            <a:extLst>
              <a:ext uri="{FF2B5EF4-FFF2-40B4-BE49-F238E27FC236}">
                <a16:creationId xmlns:a16="http://schemas.microsoft.com/office/drawing/2014/main" id="{3C1A0075-3CF1-E01C-31E0-1FBE0172512C}"/>
              </a:ext>
            </a:extLst>
          </p:cNvPr>
          <p:cNvSpPr>
            <a:spLocks noGrp="1"/>
          </p:cNvSpPr>
          <p:nvPr>
            <p:ph type="ctrTitle" hasCustomPrompt="1"/>
          </p:nvPr>
        </p:nvSpPr>
        <p:spPr>
          <a:xfrm>
            <a:off x="351747" y="411666"/>
            <a:ext cx="11753456" cy="693616"/>
          </a:xfrm>
          <a:prstGeom prst="rect">
            <a:avLst/>
          </a:prstGeom>
        </p:spPr>
        <p:txBody>
          <a:bodyPr lIns="0" anchor="t" anchorCtr="0">
            <a:normAutofit/>
          </a:bodyPr>
          <a:lstStyle>
            <a:lvl1pPr algn="l">
              <a:defRPr sz="4400">
                <a:solidFill>
                  <a:schemeClr val="tx1"/>
                </a:solidFill>
              </a:defRPr>
            </a:lvl1pPr>
          </a:lstStyle>
          <a:p>
            <a:r>
              <a:rPr lang="en-US" dirty="0"/>
              <a:t>Click to add Main Header</a:t>
            </a:r>
          </a:p>
        </p:txBody>
      </p:sp>
    </p:spTree>
    <p:extLst>
      <p:ext uri="{BB962C8B-B14F-4D97-AF65-F5344CB8AC3E}">
        <p14:creationId xmlns:p14="http://schemas.microsoft.com/office/powerpoint/2010/main" val="285427917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Layout 2 Header Bottom Referenc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17C7046-D6C2-84E5-B88A-48BDAE2847C9}"/>
              </a:ext>
            </a:extLst>
          </p:cNvPr>
          <p:cNvSpPr/>
          <p:nvPr userDrawn="1"/>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72CD2D5-3A43-CCD9-A029-F531D3238696}"/>
              </a:ext>
            </a:extLst>
          </p:cNvPr>
          <p:cNvSpPr/>
          <p:nvPr userDrawn="1"/>
        </p:nvSpPr>
        <p:spPr>
          <a:xfrm>
            <a:off x="0" y="6218253"/>
            <a:ext cx="12192000" cy="639748"/>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061D563-744A-AC08-6229-2BCE678FF6AF}"/>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13" name="Graphic 12">
            <a:extLst>
              <a:ext uri="{FF2B5EF4-FFF2-40B4-BE49-F238E27FC236}">
                <a16:creationId xmlns:a16="http://schemas.microsoft.com/office/drawing/2014/main" id="{49FEBC5E-F2C0-2515-DA7E-599A9CBF161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69726" y="6459249"/>
            <a:ext cx="2700733" cy="240066"/>
          </a:xfrm>
          <a:prstGeom prst="rect">
            <a:avLst/>
          </a:prstGeom>
        </p:spPr>
      </p:pic>
      <p:grpSp>
        <p:nvGrpSpPr>
          <p:cNvPr id="14" name="Graphic 22">
            <a:extLst>
              <a:ext uri="{FF2B5EF4-FFF2-40B4-BE49-F238E27FC236}">
                <a16:creationId xmlns:a16="http://schemas.microsoft.com/office/drawing/2014/main" id="{82D9E654-7F20-A1F9-005D-CF23B880B1F6}"/>
              </a:ext>
            </a:extLst>
          </p:cNvPr>
          <p:cNvGrpSpPr/>
          <p:nvPr userDrawn="1"/>
        </p:nvGrpSpPr>
        <p:grpSpPr>
          <a:xfrm>
            <a:off x="202133" y="6414020"/>
            <a:ext cx="798764" cy="301829"/>
            <a:chOff x="2728880" y="3418045"/>
            <a:chExt cx="3190208" cy="1205483"/>
          </a:xfrm>
          <a:solidFill>
            <a:schemeClr val="bg1"/>
          </a:solidFill>
        </p:grpSpPr>
        <p:sp>
          <p:nvSpPr>
            <p:cNvPr id="15" name="Freeform 14">
              <a:extLst>
                <a:ext uri="{FF2B5EF4-FFF2-40B4-BE49-F238E27FC236}">
                  <a16:creationId xmlns:a16="http://schemas.microsoft.com/office/drawing/2014/main" id="{AE74CFF7-3A06-6BF7-EAA8-6A1A28A2ADB5}"/>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16" name="Freeform 15">
              <a:extLst>
                <a:ext uri="{FF2B5EF4-FFF2-40B4-BE49-F238E27FC236}">
                  <a16:creationId xmlns:a16="http://schemas.microsoft.com/office/drawing/2014/main" id="{FA32339A-C4C6-61D7-FA6F-0BD3E87064D4}"/>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18" name="Freeform 17">
              <a:extLst>
                <a:ext uri="{FF2B5EF4-FFF2-40B4-BE49-F238E27FC236}">
                  <a16:creationId xmlns:a16="http://schemas.microsoft.com/office/drawing/2014/main" id="{9E767C66-0B73-5220-D503-FE895FB3A262}"/>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sp>
        <p:nvSpPr>
          <p:cNvPr id="5" name="Title 1">
            <a:extLst>
              <a:ext uri="{FF2B5EF4-FFF2-40B4-BE49-F238E27FC236}">
                <a16:creationId xmlns:a16="http://schemas.microsoft.com/office/drawing/2014/main" id="{8B6D1423-D49E-163F-B784-15DF100B84A4}"/>
              </a:ext>
            </a:extLst>
          </p:cNvPr>
          <p:cNvSpPr>
            <a:spLocks noGrp="1"/>
          </p:cNvSpPr>
          <p:nvPr>
            <p:ph type="ctrTitle" hasCustomPrompt="1"/>
          </p:nvPr>
        </p:nvSpPr>
        <p:spPr>
          <a:xfrm>
            <a:off x="351746" y="405610"/>
            <a:ext cx="11765567" cy="693616"/>
          </a:xfrm>
          <a:prstGeom prst="rect">
            <a:avLst/>
          </a:prstGeom>
        </p:spPr>
        <p:txBody>
          <a:bodyPr lIns="0" anchor="t" anchorCtr="0">
            <a:normAutofit/>
          </a:bodyPr>
          <a:lstStyle>
            <a:lvl1pPr algn="l">
              <a:defRPr sz="4400">
                <a:solidFill>
                  <a:schemeClr val="tx1"/>
                </a:solidFill>
              </a:defRPr>
            </a:lvl1pPr>
          </a:lstStyle>
          <a:p>
            <a:r>
              <a:rPr lang="en-US" dirty="0"/>
              <a:t>Click to add Main Header</a:t>
            </a:r>
          </a:p>
        </p:txBody>
      </p:sp>
      <p:sp>
        <p:nvSpPr>
          <p:cNvPr id="7" name="Text Placeholder 25">
            <a:extLst>
              <a:ext uri="{FF2B5EF4-FFF2-40B4-BE49-F238E27FC236}">
                <a16:creationId xmlns:a16="http://schemas.microsoft.com/office/drawing/2014/main" id="{A18C6F47-9CC3-FFB8-F03F-D5E9459999B4}"/>
              </a:ext>
            </a:extLst>
          </p:cNvPr>
          <p:cNvSpPr>
            <a:spLocks noGrp="1"/>
          </p:cNvSpPr>
          <p:nvPr>
            <p:ph type="body" sz="quarter" idx="17"/>
          </p:nvPr>
        </p:nvSpPr>
        <p:spPr>
          <a:xfrm>
            <a:off x="351746" y="1805677"/>
            <a:ext cx="11765567" cy="2042482"/>
          </a:xfrm>
          <a:prstGeom prst="rect">
            <a:avLst/>
          </a:prstGeom>
        </p:spPr>
        <p:txBody>
          <a:bodyPr/>
          <a:lstStyle>
            <a:lvl1pPr marL="228600" indent="-228600">
              <a:buClr>
                <a:srgbClr val="F86901"/>
              </a:buClr>
              <a:buSzPct val="100000"/>
              <a:buFont typeface="Wingdings" pitchFamily="2" charset="2"/>
              <a:buChar char="§"/>
              <a:defRPr sz="2200"/>
            </a:lvl1pPr>
            <a:lvl2pPr marL="685800" indent="-228600">
              <a:buClr>
                <a:srgbClr val="F86901"/>
              </a:buClr>
              <a:buSzPct val="100000"/>
              <a:buFont typeface="Wingdings" pitchFamily="2" charset="2"/>
              <a:buChar char="§"/>
              <a:defRPr sz="2000"/>
            </a:lvl2pPr>
            <a:lvl3pPr marL="1143000" indent="-228600">
              <a:buClr>
                <a:srgbClr val="F86901"/>
              </a:buClr>
              <a:buSzPct val="100000"/>
              <a:buFont typeface="Wingdings" pitchFamily="2" charset="2"/>
              <a:buChar char="§"/>
              <a:defRPr sz="1800"/>
            </a:lvl3pPr>
            <a:lvl4pPr marL="1600200" indent="-228600">
              <a:buClr>
                <a:srgbClr val="F86901"/>
              </a:buClr>
              <a:buSzPct val="100000"/>
              <a:buFont typeface="Wingdings" pitchFamily="2" charset="2"/>
              <a:buChar char="§"/>
              <a:defRPr sz="1600"/>
            </a:lvl4pPr>
            <a:lvl5pPr marL="2057400" indent="-228600">
              <a:buClr>
                <a:srgbClr val="F86901"/>
              </a:buClr>
              <a:buSzPct val="100000"/>
              <a:buFont typeface="Wingdings" pitchFamily="2" charset="2"/>
              <a:buChar cha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4">
            <a:extLst>
              <a:ext uri="{FF2B5EF4-FFF2-40B4-BE49-F238E27FC236}">
                <a16:creationId xmlns:a16="http://schemas.microsoft.com/office/drawing/2014/main" id="{BD1F3AE5-6D8B-7B31-A65A-7D99928E81B1}"/>
              </a:ext>
            </a:extLst>
          </p:cNvPr>
          <p:cNvSpPr>
            <a:spLocks noGrp="1"/>
          </p:cNvSpPr>
          <p:nvPr>
            <p:ph type="body" sz="quarter" idx="18" hasCustomPrompt="1"/>
          </p:nvPr>
        </p:nvSpPr>
        <p:spPr>
          <a:xfrm>
            <a:off x="351746" y="1232188"/>
            <a:ext cx="11765567" cy="500062"/>
          </a:xfrm>
          <a:prstGeom prst="rect">
            <a:avLst/>
          </a:prstGeom>
        </p:spPr>
        <p:txBody>
          <a:bodyPr/>
          <a:lstStyle>
            <a:lvl1pPr marL="0" indent="0">
              <a:buNone/>
              <a:defRPr sz="3200" b="1">
                <a:solidFill>
                  <a:srgbClr val="F86901"/>
                </a:solidFill>
              </a:defRPr>
            </a:lvl1pPr>
          </a:lstStyle>
          <a:p>
            <a:pPr lvl="0"/>
            <a:r>
              <a:rPr lang="en-US" dirty="0"/>
              <a:t>Click to add subhead</a:t>
            </a:r>
          </a:p>
        </p:txBody>
      </p:sp>
    </p:spTree>
    <p:extLst>
      <p:ext uri="{BB962C8B-B14F-4D97-AF65-F5344CB8AC3E}">
        <p14:creationId xmlns:p14="http://schemas.microsoft.com/office/powerpoint/2010/main" val="368238813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Layout 3 Header Bottom">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2447534-27D1-B998-079A-F359D5B5DB05}"/>
              </a:ext>
            </a:extLst>
          </p:cNvPr>
          <p:cNvSpPr/>
          <p:nvPr userDrawn="1"/>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200CD2B0-4FF8-3AD7-CD8A-7482533AA32F}"/>
              </a:ext>
            </a:extLst>
          </p:cNvPr>
          <p:cNvSpPr/>
          <p:nvPr userDrawn="1"/>
        </p:nvSpPr>
        <p:spPr>
          <a:xfrm>
            <a:off x="0" y="6218253"/>
            <a:ext cx="12192000" cy="639748"/>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780461B-B60F-3E9C-CFCA-5AF00AC9D705}"/>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6" name="Graphic 5">
            <a:extLst>
              <a:ext uri="{FF2B5EF4-FFF2-40B4-BE49-F238E27FC236}">
                <a16:creationId xmlns:a16="http://schemas.microsoft.com/office/drawing/2014/main" id="{48BE72D9-0147-88DD-353B-CB1DE910E5F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69726" y="6459249"/>
            <a:ext cx="2700733" cy="240066"/>
          </a:xfrm>
          <a:prstGeom prst="rect">
            <a:avLst/>
          </a:prstGeom>
        </p:spPr>
      </p:pic>
      <p:grpSp>
        <p:nvGrpSpPr>
          <p:cNvPr id="7" name="Graphic 22">
            <a:extLst>
              <a:ext uri="{FF2B5EF4-FFF2-40B4-BE49-F238E27FC236}">
                <a16:creationId xmlns:a16="http://schemas.microsoft.com/office/drawing/2014/main" id="{C1706417-3CF2-6F6A-882A-B882E4D5E06B}"/>
              </a:ext>
            </a:extLst>
          </p:cNvPr>
          <p:cNvGrpSpPr/>
          <p:nvPr userDrawn="1"/>
        </p:nvGrpSpPr>
        <p:grpSpPr>
          <a:xfrm>
            <a:off x="202133" y="6414020"/>
            <a:ext cx="798764" cy="301829"/>
            <a:chOff x="2728880" y="3418045"/>
            <a:chExt cx="3190208" cy="1205483"/>
          </a:xfrm>
          <a:solidFill>
            <a:schemeClr val="bg1"/>
          </a:solidFill>
        </p:grpSpPr>
        <p:sp>
          <p:nvSpPr>
            <p:cNvPr id="8" name="Freeform 7">
              <a:extLst>
                <a:ext uri="{FF2B5EF4-FFF2-40B4-BE49-F238E27FC236}">
                  <a16:creationId xmlns:a16="http://schemas.microsoft.com/office/drawing/2014/main" id="{8EDCC258-2F50-8221-B564-A920269021E0}"/>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9" name="Freeform 8">
              <a:extLst>
                <a:ext uri="{FF2B5EF4-FFF2-40B4-BE49-F238E27FC236}">
                  <a16:creationId xmlns:a16="http://schemas.microsoft.com/office/drawing/2014/main" id="{67DBB068-6337-7408-1316-1EEDE64CA86E}"/>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262070A5-7678-FD76-E3B1-6D5581ADE3A6}"/>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sp>
        <p:nvSpPr>
          <p:cNvPr id="15" name="Title 1">
            <a:extLst>
              <a:ext uri="{FF2B5EF4-FFF2-40B4-BE49-F238E27FC236}">
                <a16:creationId xmlns:a16="http://schemas.microsoft.com/office/drawing/2014/main" id="{BD91EBA2-93E9-8E33-BE83-4A89A0AF9DB0}"/>
              </a:ext>
            </a:extLst>
          </p:cNvPr>
          <p:cNvSpPr>
            <a:spLocks noGrp="1"/>
          </p:cNvSpPr>
          <p:nvPr userDrawn="1">
            <p:ph type="ctrTitle" hasCustomPrompt="1"/>
          </p:nvPr>
        </p:nvSpPr>
        <p:spPr>
          <a:xfrm>
            <a:off x="386786" y="445665"/>
            <a:ext cx="4715301" cy="1273343"/>
          </a:xfrm>
          <a:prstGeom prst="rect">
            <a:avLst/>
          </a:prstGeom>
        </p:spPr>
        <p:txBody>
          <a:bodyPr lIns="0" tIns="0" rIns="0" bIns="0" anchor="t" anchorCtr="0">
            <a:normAutofit/>
          </a:bodyPr>
          <a:lstStyle>
            <a:lvl1pPr algn="l">
              <a:defRPr sz="4400">
                <a:solidFill>
                  <a:schemeClr val="tx1"/>
                </a:solidFill>
              </a:defRPr>
            </a:lvl1pPr>
          </a:lstStyle>
          <a:p>
            <a:r>
              <a:rPr lang="en-US" dirty="0"/>
              <a:t>Click to add Main Header</a:t>
            </a:r>
          </a:p>
        </p:txBody>
      </p:sp>
      <p:sp>
        <p:nvSpPr>
          <p:cNvPr id="3" name="Content Placeholder 8">
            <a:extLst>
              <a:ext uri="{FF2B5EF4-FFF2-40B4-BE49-F238E27FC236}">
                <a16:creationId xmlns:a16="http://schemas.microsoft.com/office/drawing/2014/main" id="{3F51D67B-FA25-5E55-6C4D-158DE9717AC5}"/>
              </a:ext>
            </a:extLst>
          </p:cNvPr>
          <p:cNvSpPr>
            <a:spLocks noGrp="1"/>
          </p:cNvSpPr>
          <p:nvPr>
            <p:ph sz="quarter" idx="16" hasCustomPrompt="1"/>
          </p:nvPr>
        </p:nvSpPr>
        <p:spPr>
          <a:xfrm>
            <a:off x="5283199" y="445665"/>
            <a:ext cx="6578837" cy="4639906"/>
          </a:xfrm>
          <a:prstGeom prst="rect">
            <a:avLst/>
          </a:prstGeom>
          <a:solidFill>
            <a:schemeClr val="bg1">
              <a:lumMod val="95000"/>
            </a:schemeClr>
          </a:solidFill>
        </p:spPr>
        <p:txBody>
          <a:bodyPr anchor="ctr" anchorCtr="1"/>
          <a:lstStyle>
            <a:lvl1pPr marL="0" indent="0">
              <a:buFontTx/>
              <a:buNone/>
              <a:defRPr/>
            </a:lvl1pPr>
          </a:lstStyle>
          <a:p>
            <a:r>
              <a:rPr lang="en-US" dirty="0"/>
              <a:t>Place image/chart here</a:t>
            </a:r>
          </a:p>
        </p:txBody>
      </p:sp>
    </p:spTree>
    <p:extLst>
      <p:ext uri="{BB962C8B-B14F-4D97-AF65-F5344CB8AC3E}">
        <p14:creationId xmlns:p14="http://schemas.microsoft.com/office/powerpoint/2010/main" val="413315818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Layout 3 Header Bottom Referenc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2447534-27D1-B998-079A-F359D5B5DB05}"/>
              </a:ext>
            </a:extLst>
          </p:cNvPr>
          <p:cNvSpPr/>
          <p:nvPr userDrawn="1"/>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200CD2B0-4FF8-3AD7-CD8A-7482533AA32F}"/>
              </a:ext>
            </a:extLst>
          </p:cNvPr>
          <p:cNvSpPr/>
          <p:nvPr userDrawn="1"/>
        </p:nvSpPr>
        <p:spPr>
          <a:xfrm>
            <a:off x="0" y="6218253"/>
            <a:ext cx="12192000" cy="639748"/>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780461B-B60F-3E9C-CFCA-5AF00AC9D705}"/>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6" name="Graphic 5">
            <a:extLst>
              <a:ext uri="{FF2B5EF4-FFF2-40B4-BE49-F238E27FC236}">
                <a16:creationId xmlns:a16="http://schemas.microsoft.com/office/drawing/2014/main" id="{48BE72D9-0147-88DD-353B-CB1DE910E5F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69726" y="6459249"/>
            <a:ext cx="2700733" cy="240066"/>
          </a:xfrm>
          <a:prstGeom prst="rect">
            <a:avLst/>
          </a:prstGeom>
        </p:spPr>
      </p:pic>
      <p:grpSp>
        <p:nvGrpSpPr>
          <p:cNvPr id="7" name="Graphic 22">
            <a:extLst>
              <a:ext uri="{FF2B5EF4-FFF2-40B4-BE49-F238E27FC236}">
                <a16:creationId xmlns:a16="http://schemas.microsoft.com/office/drawing/2014/main" id="{C1706417-3CF2-6F6A-882A-B882E4D5E06B}"/>
              </a:ext>
            </a:extLst>
          </p:cNvPr>
          <p:cNvGrpSpPr/>
          <p:nvPr userDrawn="1"/>
        </p:nvGrpSpPr>
        <p:grpSpPr>
          <a:xfrm>
            <a:off x="202133" y="6414020"/>
            <a:ext cx="798764" cy="301829"/>
            <a:chOff x="2728880" y="3418045"/>
            <a:chExt cx="3190208" cy="1205483"/>
          </a:xfrm>
          <a:solidFill>
            <a:schemeClr val="bg1"/>
          </a:solidFill>
        </p:grpSpPr>
        <p:sp>
          <p:nvSpPr>
            <p:cNvPr id="8" name="Freeform 7">
              <a:extLst>
                <a:ext uri="{FF2B5EF4-FFF2-40B4-BE49-F238E27FC236}">
                  <a16:creationId xmlns:a16="http://schemas.microsoft.com/office/drawing/2014/main" id="{8EDCC258-2F50-8221-B564-A920269021E0}"/>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9" name="Freeform 8">
              <a:extLst>
                <a:ext uri="{FF2B5EF4-FFF2-40B4-BE49-F238E27FC236}">
                  <a16:creationId xmlns:a16="http://schemas.microsoft.com/office/drawing/2014/main" id="{67DBB068-6337-7408-1316-1EEDE64CA86E}"/>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262070A5-7678-FD76-E3B1-6D5581ADE3A6}"/>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sp>
        <p:nvSpPr>
          <p:cNvPr id="15" name="Title 1">
            <a:extLst>
              <a:ext uri="{FF2B5EF4-FFF2-40B4-BE49-F238E27FC236}">
                <a16:creationId xmlns:a16="http://schemas.microsoft.com/office/drawing/2014/main" id="{BD91EBA2-93E9-8E33-BE83-4A89A0AF9DB0}"/>
              </a:ext>
            </a:extLst>
          </p:cNvPr>
          <p:cNvSpPr>
            <a:spLocks noGrp="1"/>
          </p:cNvSpPr>
          <p:nvPr userDrawn="1">
            <p:ph type="ctrTitle" hasCustomPrompt="1"/>
          </p:nvPr>
        </p:nvSpPr>
        <p:spPr>
          <a:xfrm>
            <a:off x="386786" y="449440"/>
            <a:ext cx="4675544" cy="1192111"/>
          </a:xfrm>
          <a:prstGeom prst="rect">
            <a:avLst/>
          </a:prstGeom>
        </p:spPr>
        <p:txBody>
          <a:bodyPr lIns="0" tIns="0" rIns="0" bIns="0" anchor="t" anchorCtr="0">
            <a:normAutofit/>
          </a:bodyPr>
          <a:lstStyle>
            <a:lvl1pPr algn="l">
              <a:defRPr sz="4400">
                <a:solidFill>
                  <a:schemeClr val="tx1"/>
                </a:solidFill>
              </a:defRPr>
            </a:lvl1pPr>
          </a:lstStyle>
          <a:p>
            <a:r>
              <a:rPr lang="en-US" dirty="0"/>
              <a:t>Click to add Main Header</a:t>
            </a:r>
          </a:p>
        </p:txBody>
      </p:sp>
      <p:sp>
        <p:nvSpPr>
          <p:cNvPr id="14" name="Content Placeholder 8">
            <a:extLst>
              <a:ext uri="{FF2B5EF4-FFF2-40B4-BE49-F238E27FC236}">
                <a16:creationId xmlns:a16="http://schemas.microsoft.com/office/drawing/2014/main" id="{8CC72C10-EE02-8D75-B19D-C878C9EA7B99}"/>
              </a:ext>
            </a:extLst>
          </p:cNvPr>
          <p:cNvSpPr>
            <a:spLocks noGrp="1"/>
          </p:cNvSpPr>
          <p:nvPr>
            <p:ph sz="quarter" idx="16" hasCustomPrompt="1"/>
          </p:nvPr>
        </p:nvSpPr>
        <p:spPr>
          <a:xfrm>
            <a:off x="5283199" y="445665"/>
            <a:ext cx="6578837" cy="4639906"/>
          </a:xfrm>
          <a:prstGeom prst="rect">
            <a:avLst/>
          </a:prstGeom>
          <a:solidFill>
            <a:schemeClr val="bg1">
              <a:lumMod val="95000"/>
            </a:schemeClr>
          </a:solidFill>
        </p:spPr>
        <p:txBody>
          <a:bodyPr anchor="ctr" anchorCtr="1"/>
          <a:lstStyle>
            <a:lvl1pPr marL="0" indent="0">
              <a:buFontTx/>
              <a:buNone/>
              <a:defRPr/>
            </a:lvl1pPr>
          </a:lstStyle>
          <a:p>
            <a:r>
              <a:rPr lang="en-US" dirty="0"/>
              <a:t>Place image/chart here</a:t>
            </a:r>
          </a:p>
        </p:txBody>
      </p:sp>
      <p:sp>
        <p:nvSpPr>
          <p:cNvPr id="12" name="Text Placeholder 25">
            <a:extLst>
              <a:ext uri="{FF2B5EF4-FFF2-40B4-BE49-F238E27FC236}">
                <a16:creationId xmlns:a16="http://schemas.microsoft.com/office/drawing/2014/main" id="{C13E1011-B3E5-D620-DFC2-873E13C1BCA6}"/>
              </a:ext>
            </a:extLst>
          </p:cNvPr>
          <p:cNvSpPr>
            <a:spLocks noGrp="1"/>
          </p:cNvSpPr>
          <p:nvPr>
            <p:ph type="body" sz="quarter" idx="17"/>
          </p:nvPr>
        </p:nvSpPr>
        <p:spPr>
          <a:xfrm>
            <a:off x="329965" y="2299452"/>
            <a:ext cx="4732366" cy="2042482"/>
          </a:xfrm>
          <a:prstGeom prst="rect">
            <a:avLst/>
          </a:prstGeom>
        </p:spPr>
        <p:txBody>
          <a:bodyPr/>
          <a:lstStyle>
            <a:lvl1pPr marL="228600" indent="-228600">
              <a:buClr>
                <a:srgbClr val="F86901"/>
              </a:buClr>
              <a:buSzPct val="100000"/>
              <a:buFont typeface="Wingdings" pitchFamily="2" charset="2"/>
              <a:buChar char="§"/>
              <a:defRPr sz="2200"/>
            </a:lvl1pPr>
            <a:lvl2pPr marL="685800" indent="-228600">
              <a:buClr>
                <a:srgbClr val="F86901"/>
              </a:buClr>
              <a:buSzPct val="100000"/>
              <a:buFont typeface="Wingdings" pitchFamily="2" charset="2"/>
              <a:buChar char="§"/>
              <a:defRPr sz="2000"/>
            </a:lvl2pPr>
            <a:lvl3pPr marL="1143000" indent="-228600">
              <a:buClr>
                <a:srgbClr val="F86901"/>
              </a:buClr>
              <a:buSzPct val="100000"/>
              <a:buFont typeface="Wingdings" pitchFamily="2" charset="2"/>
              <a:buChar char="§"/>
              <a:defRPr sz="1800"/>
            </a:lvl3pPr>
            <a:lvl4pPr marL="1600200" indent="-228600">
              <a:buClr>
                <a:srgbClr val="F86901"/>
              </a:buClr>
              <a:buSzPct val="100000"/>
              <a:buFont typeface="Wingdings" pitchFamily="2" charset="2"/>
              <a:buChar char="§"/>
              <a:defRPr sz="1600"/>
            </a:lvl4pPr>
            <a:lvl5pPr marL="2057400" indent="-228600">
              <a:buClr>
                <a:srgbClr val="F86901"/>
              </a:buClr>
              <a:buSzPct val="100000"/>
              <a:buFont typeface="Wingdings" pitchFamily="2" charset="2"/>
              <a:buChar cha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14">
            <a:extLst>
              <a:ext uri="{FF2B5EF4-FFF2-40B4-BE49-F238E27FC236}">
                <a16:creationId xmlns:a16="http://schemas.microsoft.com/office/drawing/2014/main" id="{40F506E1-6D06-7562-EBD4-C9F0E7F52439}"/>
              </a:ext>
            </a:extLst>
          </p:cNvPr>
          <p:cNvSpPr>
            <a:spLocks noGrp="1"/>
          </p:cNvSpPr>
          <p:nvPr>
            <p:ph type="body" sz="quarter" idx="18" hasCustomPrompt="1"/>
          </p:nvPr>
        </p:nvSpPr>
        <p:spPr>
          <a:xfrm>
            <a:off x="329966" y="1780460"/>
            <a:ext cx="4732364" cy="500062"/>
          </a:xfrm>
          <a:prstGeom prst="rect">
            <a:avLst/>
          </a:prstGeom>
        </p:spPr>
        <p:txBody>
          <a:bodyPr/>
          <a:lstStyle>
            <a:lvl1pPr marL="0" indent="0">
              <a:buNone/>
              <a:defRPr sz="2400" b="1">
                <a:solidFill>
                  <a:srgbClr val="F86901"/>
                </a:solidFill>
              </a:defRPr>
            </a:lvl1pPr>
          </a:lstStyle>
          <a:p>
            <a:pPr lvl="0"/>
            <a:r>
              <a:rPr lang="en-US" dirty="0"/>
              <a:t>Click to add subhead</a:t>
            </a:r>
          </a:p>
        </p:txBody>
      </p:sp>
    </p:spTree>
    <p:extLst>
      <p:ext uri="{BB962C8B-B14F-4D97-AF65-F5344CB8AC3E}">
        <p14:creationId xmlns:p14="http://schemas.microsoft.com/office/powerpoint/2010/main" val="204559747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ayout 4 Header Bottom">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18BE79CD-5AB9-5C8B-F9CD-FF1963C33672}"/>
              </a:ext>
            </a:extLst>
          </p:cNvPr>
          <p:cNvSpPr/>
          <p:nvPr userDrawn="1"/>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Content Placeholder 8">
            <a:extLst>
              <a:ext uri="{FF2B5EF4-FFF2-40B4-BE49-F238E27FC236}">
                <a16:creationId xmlns:a16="http://schemas.microsoft.com/office/drawing/2014/main" id="{4CE58D56-A7C3-C816-9788-5167B3ABBF67}"/>
              </a:ext>
            </a:extLst>
          </p:cNvPr>
          <p:cNvSpPr>
            <a:spLocks noGrp="1"/>
          </p:cNvSpPr>
          <p:nvPr>
            <p:ph sz="quarter" idx="15" hasCustomPrompt="1"/>
          </p:nvPr>
        </p:nvSpPr>
        <p:spPr>
          <a:xfrm>
            <a:off x="4000501" y="434090"/>
            <a:ext cx="7861300" cy="5350072"/>
          </a:xfrm>
          <a:prstGeom prst="rect">
            <a:avLst/>
          </a:prstGeom>
          <a:solidFill>
            <a:schemeClr val="bg1">
              <a:lumMod val="95000"/>
            </a:schemeClr>
          </a:solidFill>
        </p:spPr>
        <p:txBody>
          <a:bodyPr/>
          <a:lstStyle>
            <a:lvl1pPr marL="0" indent="0">
              <a:buFontTx/>
              <a:buNone/>
              <a:defRPr/>
            </a:lvl1pPr>
          </a:lstStyle>
          <a:p>
            <a:r>
              <a:rPr lang="en-US" dirty="0"/>
              <a:t>Place image/chart Here</a:t>
            </a:r>
          </a:p>
        </p:txBody>
      </p:sp>
      <p:sp>
        <p:nvSpPr>
          <p:cNvPr id="9" name="Title 1">
            <a:extLst>
              <a:ext uri="{FF2B5EF4-FFF2-40B4-BE49-F238E27FC236}">
                <a16:creationId xmlns:a16="http://schemas.microsoft.com/office/drawing/2014/main" id="{5E0ABF5C-1E2B-17DA-426D-605D20EDBF02}"/>
              </a:ext>
            </a:extLst>
          </p:cNvPr>
          <p:cNvSpPr>
            <a:spLocks noGrp="1"/>
          </p:cNvSpPr>
          <p:nvPr>
            <p:ph type="ctrTitle" hasCustomPrompt="1"/>
          </p:nvPr>
        </p:nvSpPr>
        <p:spPr>
          <a:xfrm>
            <a:off x="386787" y="434090"/>
            <a:ext cx="3328870" cy="1210575"/>
          </a:xfrm>
          <a:prstGeom prst="rect">
            <a:avLst/>
          </a:prstGeom>
        </p:spPr>
        <p:txBody>
          <a:bodyPr lIns="0" tIns="0" rIns="0" bIns="0" anchor="t" anchorCtr="0">
            <a:normAutofit/>
          </a:bodyPr>
          <a:lstStyle>
            <a:lvl1pPr algn="l">
              <a:defRPr sz="4400">
                <a:solidFill>
                  <a:schemeClr val="tx1"/>
                </a:solidFill>
              </a:defRPr>
            </a:lvl1pPr>
          </a:lstStyle>
          <a:p>
            <a:r>
              <a:rPr lang="en-US" dirty="0"/>
              <a:t>Click to add Main Header</a:t>
            </a:r>
          </a:p>
        </p:txBody>
      </p:sp>
      <p:sp>
        <p:nvSpPr>
          <p:cNvPr id="15" name="Rectangle 14">
            <a:extLst>
              <a:ext uri="{FF2B5EF4-FFF2-40B4-BE49-F238E27FC236}">
                <a16:creationId xmlns:a16="http://schemas.microsoft.com/office/drawing/2014/main" id="{7241B081-6C5B-AC85-FF4D-7965B393E40E}"/>
              </a:ext>
            </a:extLst>
          </p:cNvPr>
          <p:cNvSpPr/>
          <p:nvPr userDrawn="1"/>
        </p:nvSpPr>
        <p:spPr>
          <a:xfrm>
            <a:off x="0" y="6218253"/>
            <a:ext cx="12192000" cy="639747"/>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A4EF3C39-C88D-518E-7EB5-33C98AF059A6}"/>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17" name="Graphic 16">
            <a:extLst>
              <a:ext uri="{FF2B5EF4-FFF2-40B4-BE49-F238E27FC236}">
                <a16:creationId xmlns:a16="http://schemas.microsoft.com/office/drawing/2014/main" id="{B8EA8DD0-6023-D273-83B6-F1D68C1A15F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69726" y="6459249"/>
            <a:ext cx="2700733" cy="240066"/>
          </a:xfrm>
          <a:prstGeom prst="rect">
            <a:avLst/>
          </a:prstGeom>
        </p:spPr>
      </p:pic>
      <p:grpSp>
        <p:nvGrpSpPr>
          <p:cNvPr id="18" name="Graphic 22">
            <a:extLst>
              <a:ext uri="{FF2B5EF4-FFF2-40B4-BE49-F238E27FC236}">
                <a16:creationId xmlns:a16="http://schemas.microsoft.com/office/drawing/2014/main" id="{22CDA4E5-84D1-AD6A-4D80-A9CC5BD1D047}"/>
              </a:ext>
            </a:extLst>
          </p:cNvPr>
          <p:cNvGrpSpPr/>
          <p:nvPr userDrawn="1"/>
        </p:nvGrpSpPr>
        <p:grpSpPr>
          <a:xfrm>
            <a:off x="202133" y="6414020"/>
            <a:ext cx="798764" cy="301829"/>
            <a:chOff x="2728880" y="3418045"/>
            <a:chExt cx="3190208" cy="1205483"/>
          </a:xfrm>
          <a:solidFill>
            <a:schemeClr val="bg1"/>
          </a:solidFill>
        </p:grpSpPr>
        <p:sp>
          <p:nvSpPr>
            <p:cNvPr id="19" name="Freeform 18">
              <a:extLst>
                <a:ext uri="{FF2B5EF4-FFF2-40B4-BE49-F238E27FC236}">
                  <a16:creationId xmlns:a16="http://schemas.microsoft.com/office/drawing/2014/main" id="{74F7A12B-87FD-25D9-9DD8-52A8C28AB338}"/>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2CF9BF7B-A4C7-5445-2941-ADCAC17E1AD2}"/>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21" name="Freeform 20">
              <a:extLst>
                <a:ext uri="{FF2B5EF4-FFF2-40B4-BE49-F238E27FC236}">
                  <a16:creationId xmlns:a16="http://schemas.microsoft.com/office/drawing/2014/main" id="{2BEE7AA4-356E-8A73-28E6-5275ECFF5984}"/>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253521931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Layout 4 Header Bottom Referenc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1F0CD774-24E5-6A46-EBB1-0013EC52DCB7}"/>
              </a:ext>
            </a:extLst>
          </p:cNvPr>
          <p:cNvSpPr/>
          <p:nvPr userDrawn="1"/>
        </p:nvSpPr>
        <p:spPr>
          <a:xfrm>
            <a:off x="-7822" y="0"/>
            <a:ext cx="12199822"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Content Placeholder 8">
            <a:extLst>
              <a:ext uri="{FF2B5EF4-FFF2-40B4-BE49-F238E27FC236}">
                <a16:creationId xmlns:a16="http://schemas.microsoft.com/office/drawing/2014/main" id="{4CE58D56-A7C3-C816-9788-5167B3ABBF67}"/>
              </a:ext>
            </a:extLst>
          </p:cNvPr>
          <p:cNvSpPr>
            <a:spLocks noGrp="1"/>
          </p:cNvSpPr>
          <p:nvPr>
            <p:ph sz="quarter" idx="15" hasCustomPrompt="1"/>
          </p:nvPr>
        </p:nvSpPr>
        <p:spPr>
          <a:xfrm>
            <a:off x="4000501" y="434090"/>
            <a:ext cx="7861300" cy="5350072"/>
          </a:xfrm>
          <a:prstGeom prst="rect">
            <a:avLst/>
          </a:prstGeom>
          <a:solidFill>
            <a:schemeClr val="bg1">
              <a:lumMod val="95000"/>
            </a:schemeClr>
          </a:solidFill>
        </p:spPr>
        <p:txBody>
          <a:bodyPr/>
          <a:lstStyle>
            <a:lvl1pPr marL="0" indent="0">
              <a:buFontTx/>
              <a:buNone/>
              <a:defRPr/>
            </a:lvl1pPr>
          </a:lstStyle>
          <a:p>
            <a:r>
              <a:rPr lang="en-US" dirty="0"/>
              <a:t>Place image/chart Here</a:t>
            </a:r>
          </a:p>
        </p:txBody>
      </p:sp>
      <p:sp>
        <p:nvSpPr>
          <p:cNvPr id="9" name="Title 1">
            <a:extLst>
              <a:ext uri="{FF2B5EF4-FFF2-40B4-BE49-F238E27FC236}">
                <a16:creationId xmlns:a16="http://schemas.microsoft.com/office/drawing/2014/main" id="{5E0ABF5C-1E2B-17DA-426D-605D20EDBF02}"/>
              </a:ext>
            </a:extLst>
          </p:cNvPr>
          <p:cNvSpPr>
            <a:spLocks noGrp="1"/>
          </p:cNvSpPr>
          <p:nvPr>
            <p:ph type="ctrTitle" hasCustomPrompt="1"/>
          </p:nvPr>
        </p:nvSpPr>
        <p:spPr>
          <a:xfrm>
            <a:off x="386787" y="434090"/>
            <a:ext cx="3458538" cy="1139981"/>
          </a:xfrm>
          <a:prstGeom prst="rect">
            <a:avLst/>
          </a:prstGeom>
        </p:spPr>
        <p:txBody>
          <a:bodyPr lIns="0" tIns="0" rIns="0" bIns="0" anchor="t" anchorCtr="0">
            <a:normAutofit/>
          </a:bodyPr>
          <a:lstStyle>
            <a:lvl1pPr algn="l">
              <a:defRPr sz="4400">
                <a:solidFill>
                  <a:schemeClr val="tx1"/>
                </a:solidFill>
              </a:defRPr>
            </a:lvl1pPr>
          </a:lstStyle>
          <a:p>
            <a:r>
              <a:rPr lang="en-US" dirty="0"/>
              <a:t>Click to add Main Header</a:t>
            </a:r>
          </a:p>
        </p:txBody>
      </p:sp>
      <p:sp>
        <p:nvSpPr>
          <p:cNvPr id="15" name="Rectangle 14">
            <a:extLst>
              <a:ext uri="{FF2B5EF4-FFF2-40B4-BE49-F238E27FC236}">
                <a16:creationId xmlns:a16="http://schemas.microsoft.com/office/drawing/2014/main" id="{7241B081-6C5B-AC85-FF4D-7965B393E40E}"/>
              </a:ext>
            </a:extLst>
          </p:cNvPr>
          <p:cNvSpPr/>
          <p:nvPr userDrawn="1"/>
        </p:nvSpPr>
        <p:spPr>
          <a:xfrm>
            <a:off x="-7822" y="6218253"/>
            <a:ext cx="12199822" cy="639748"/>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A4EF3C39-C88D-518E-7EB5-33C98AF059A6}"/>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17" name="Graphic 16">
            <a:extLst>
              <a:ext uri="{FF2B5EF4-FFF2-40B4-BE49-F238E27FC236}">
                <a16:creationId xmlns:a16="http://schemas.microsoft.com/office/drawing/2014/main" id="{B8EA8DD0-6023-D273-83B6-F1D68C1A15F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69726" y="6459249"/>
            <a:ext cx="2700733" cy="240066"/>
          </a:xfrm>
          <a:prstGeom prst="rect">
            <a:avLst/>
          </a:prstGeom>
        </p:spPr>
      </p:pic>
      <p:grpSp>
        <p:nvGrpSpPr>
          <p:cNvPr id="18" name="Graphic 22">
            <a:extLst>
              <a:ext uri="{FF2B5EF4-FFF2-40B4-BE49-F238E27FC236}">
                <a16:creationId xmlns:a16="http://schemas.microsoft.com/office/drawing/2014/main" id="{22CDA4E5-84D1-AD6A-4D80-A9CC5BD1D047}"/>
              </a:ext>
            </a:extLst>
          </p:cNvPr>
          <p:cNvGrpSpPr/>
          <p:nvPr userDrawn="1"/>
        </p:nvGrpSpPr>
        <p:grpSpPr>
          <a:xfrm>
            <a:off x="202133" y="6414020"/>
            <a:ext cx="798764" cy="301829"/>
            <a:chOff x="2728880" y="3418045"/>
            <a:chExt cx="3190208" cy="1205483"/>
          </a:xfrm>
          <a:solidFill>
            <a:schemeClr val="bg1"/>
          </a:solidFill>
        </p:grpSpPr>
        <p:sp>
          <p:nvSpPr>
            <p:cNvPr id="19" name="Freeform 18">
              <a:extLst>
                <a:ext uri="{FF2B5EF4-FFF2-40B4-BE49-F238E27FC236}">
                  <a16:creationId xmlns:a16="http://schemas.microsoft.com/office/drawing/2014/main" id="{74F7A12B-87FD-25D9-9DD8-52A8C28AB338}"/>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2CF9BF7B-A4C7-5445-2941-ADCAC17E1AD2}"/>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21" name="Freeform 20">
              <a:extLst>
                <a:ext uri="{FF2B5EF4-FFF2-40B4-BE49-F238E27FC236}">
                  <a16:creationId xmlns:a16="http://schemas.microsoft.com/office/drawing/2014/main" id="{2BEE7AA4-356E-8A73-28E6-5275ECFF5984}"/>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sp>
        <p:nvSpPr>
          <p:cNvPr id="3" name="Text Placeholder 25">
            <a:extLst>
              <a:ext uri="{FF2B5EF4-FFF2-40B4-BE49-F238E27FC236}">
                <a16:creationId xmlns:a16="http://schemas.microsoft.com/office/drawing/2014/main" id="{22B0AB12-F54D-CE03-7DB6-FABCC33EF583}"/>
              </a:ext>
            </a:extLst>
          </p:cNvPr>
          <p:cNvSpPr>
            <a:spLocks noGrp="1"/>
          </p:cNvSpPr>
          <p:nvPr>
            <p:ph type="body" sz="quarter" idx="17"/>
          </p:nvPr>
        </p:nvSpPr>
        <p:spPr>
          <a:xfrm>
            <a:off x="329965" y="2299452"/>
            <a:ext cx="3458537" cy="2042482"/>
          </a:xfrm>
          <a:prstGeom prst="rect">
            <a:avLst/>
          </a:prstGeom>
        </p:spPr>
        <p:txBody>
          <a:bodyPr/>
          <a:lstStyle>
            <a:lvl1pPr marL="228600" indent="-228600">
              <a:buClr>
                <a:srgbClr val="F86901"/>
              </a:buClr>
              <a:buSzPct val="100000"/>
              <a:buFont typeface="Wingdings" pitchFamily="2" charset="2"/>
              <a:buChar char="§"/>
              <a:defRPr sz="2200"/>
            </a:lvl1pPr>
            <a:lvl2pPr marL="685800" indent="-228600">
              <a:buClr>
                <a:srgbClr val="F86901"/>
              </a:buClr>
              <a:buSzPct val="100000"/>
              <a:buFont typeface="Wingdings" pitchFamily="2" charset="2"/>
              <a:buChar char="§"/>
              <a:defRPr sz="2000"/>
            </a:lvl2pPr>
            <a:lvl3pPr marL="1143000" indent="-228600">
              <a:buClr>
                <a:srgbClr val="F86901"/>
              </a:buClr>
              <a:buSzPct val="100000"/>
              <a:buFont typeface="Wingdings" pitchFamily="2" charset="2"/>
              <a:buChar char="§"/>
              <a:defRPr sz="1800"/>
            </a:lvl3pPr>
            <a:lvl4pPr marL="1600200" indent="-228600">
              <a:buClr>
                <a:srgbClr val="F86901"/>
              </a:buClr>
              <a:buSzPct val="100000"/>
              <a:buFont typeface="Wingdings" pitchFamily="2" charset="2"/>
              <a:buChar char="§"/>
              <a:defRPr sz="1600"/>
            </a:lvl4pPr>
            <a:lvl5pPr marL="2057400" indent="-228600">
              <a:buClr>
                <a:srgbClr val="F86901"/>
              </a:buClr>
              <a:buSzPct val="100000"/>
              <a:buFont typeface="Wingdings" pitchFamily="2" charset="2"/>
              <a:buChar cha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ext Placeholder 14">
            <a:extLst>
              <a:ext uri="{FF2B5EF4-FFF2-40B4-BE49-F238E27FC236}">
                <a16:creationId xmlns:a16="http://schemas.microsoft.com/office/drawing/2014/main" id="{F9D0BDF3-F9E4-DC22-1118-38258EC566DF}"/>
              </a:ext>
            </a:extLst>
          </p:cNvPr>
          <p:cNvSpPr>
            <a:spLocks noGrp="1"/>
          </p:cNvSpPr>
          <p:nvPr>
            <p:ph type="body" sz="quarter" idx="18" hasCustomPrompt="1"/>
          </p:nvPr>
        </p:nvSpPr>
        <p:spPr>
          <a:xfrm>
            <a:off x="329966" y="1780460"/>
            <a:ext cx="3515360" cy="500062"/>
          </a:xfrm>
          <a:prstGeom prst="rect">
            <a:avLst/>
          </a:prstGeom>
        </p:spPr>
        <p:txBody>
          <a:bodyPr/>
          <a:lstStyle>
            <a:lvl1pPr marL="0" indent="0">
              <a:buNone/>
              <a:defRPr sz="2400" b="1">
                <a:solidFill>
                  <a:srgbClr val="F86901"/>
                </a:solidFill>
              </a:defRPr>
            </a:lvl1pPr>
          </a:lstStyle>
          <a:p>
            <a:pPr lvl="0"/>
            <a:r>
              <a:rPr lang="en-US" dirty="0"/>
              <a:t>Click to add subhead</a:t>
            </a:r>
          </a:p>
        </p:txBody>
      </p:sp>
    </p:spTree>
    <p:extLst>
      <p:ext uri="{BB962C8B-B14F-4D97-AF65-F5344CB8AC3E}">
        <p14:creationId xmlns:p14="http://schemas.microsoft.com/office/powerpoint/2010/main" val="405168503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Full Photo with White Border Header Bottom">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17C7046-D6C2-84E5-B88A-48BDAE2847C9}"/>
              </a:ext>
            </a:extLst>
          </p:cNvPr>
          <p:cNvSpPr/>
          <p:nvPr userDrawn="1"/>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72CD2D5-3A43-CCD9-A029-F531D3238696}"/>
              </a:ext>
            </a:extLst>
          </p:cNvPr>
          <p:cNvSpPr/>
          <p:nvPr userDrawn="1"/>
        </p:nvSpPr>
        <p:spPr>
          <a:xfrm>
            <a:off x="0" y="6218253"/>
            <a:ext cx="12192000" cy="639748"/>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061D563-744A-AC08-6229-2BCE678FF6AF}"/>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13" name="Graphic 12">
            <a:extLst>
              <a:ext uri="{FF2B5EF4-FFF2-40B4-BE49-F238E27FC236}">
                <a16:creationId xmlns:a16="http://schemas.microsoft.com/office/drawing/2014/main" id="{49FEBC5E-F2C0-2515-DA7E-599A9CBF161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69726" y="6459249"/>
            <a:ext cx="2700733" cy="240066"/>
          </a:xfrm>
          <a:prstGeom prst="rect">
            <a:avLst/>
          </a:prstGeom>
        </p:spPr>
      </p:pic>
      <p:grpSp>
        <p:nvGrpSpPr>
          <p:cNvPr id="14" name="Graphic 22">
            <a:extLst>
              <a:ext uri="{FF2B5EF4-FFF2-40B4-BE49-F238E27FC236}">
                <a16:creationId xmlns:a16="http://schemas.microsoft.com/office/drawing/2014/main" id="{82D9E654-7F20-A1F9-005D-CF23B880B1F6}"/>
              </a:ext>
            </a:extLst>
          </p:cNvPr>
          <p:cNvGrpSpPr/>
          <p:nvPr userDrawn="1"/>
        </p:nvGrpSpPr>
        <p:grpSpPr>
          <a:xfrm>
            <a:off x="202133" y="6414020"/>
            <a:ext cx="798764" cy="301829"/>
            <a:chOff x="2728880" y="3418045"/>
            <a:chExt cx="3190208" cy="1205483"/>
          </a:xfrm>
          <a:solidFill>
            <a:schemeClr val="bg1"/>
          </a:solidFill>
        </p:grpSpPr>
        <p:sp>
          <p:nvSpPr>
            <p:cNvPr id="15" name="Freeform 14">
              <a:extLst>
                <a:ext uri="{FF2B5EF4-FFF2-40B4-BE49-F238E27FC236}">
                  <a16:creationId xmlns:a16="http://schemas.microsoft.com/office/drawing/2014/main" id="{AE74CFF7-3A06-6BF7-EAA8-6A1A28A2ADB5}"/>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16" name="Freeform 15">
              <a:extLst>
                <a:ext uri="{FF2B5EF4-FFF2-40B4-BE49-F238E27FC236}">
                  <a16:creationId xmlns:a16="http://schemas.microsoft.com/office/drawing/2014/main" id="{FA32339A-C4C6-61D7-FA6F-0BD3E87064D4}"/>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18" name="Freeform 17">
              <a:extLst>
                <a:ext uri="{FF2B5EF4-FFF2-40B4-BE49-F238E27FC236}">
                  <a16:creationId xmlns:a16="http://schemas.microsoft.com/office/drawing/2014/main" id="{9E767C66-0B73-5220-D503-FE895FB3A262}"/>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sp>
        <p:nvSpPr>
          <p:cNvPr id="2" name="Content Placeholder 8">
            <a:extLst>
              <a:ext uri="{FF2B5EF4-FFF2-40B4-BE49-F238E27FC236}">
                <a16:creationId xmlns:a16="http://schemas.microsoft.com/office/drawing/2014/main" id="{B2638857-694C-2D18-5249-D368F1E1B8C3}"/>
              </a:ext>
            </a:extLst>
          </p:cNvPr>
          <p:cNvSpPr>
            <a:spLocks noGrp="1"/>
          </p:cNvSpPr>
          <p:nvPr>
            <p:ph sz="quarter" idx="16" hasCustomPrompt="1"/>
          </p:nvPr>
        </p:nvSpPr>
        <p:spPr>
          <a:xfrm>
            <a:off x="272085" y="279828"/>
            <a:ext cx="11742706" cy="5041389"/>
          </a:xfrm>
          <a:prstGeom prst="rect">
            <a:avLst/>
          </a:prstGeom>
          <a:solidFill>
            <a:schemeClr val="bg1">
              <a:lumMod val="95000"/>
            </a:schemeClr>
          </a:solidFill>
        </p:spPr>
        <p:txBody>
          <a:bodyPr anchor="ctr" anchorCtr="1"/>
          <a:lstStyle>
            <a:lvl1pPr marL="0" indent="0">
              <a:buFontTx/>
              <a:buNone/>
              <a:defRPr/>
            </a:lvl1pPr>
          </a:lstStyle>
          <a:p>
            <a:r>
              <a:rPr lang="en-US" dirty="0"/>
              <a:t>Place image/chart here</a:t>
            </a:r>
          </a:p>
        </p:txBody>
      </p:sp>
    </p:spTree>
    <p:extLst>
      <p:ext uri="{BB962C8B-B14F-4D97-AF65-F5344CB8AC3E}">
        <p14:creationId xmlns:p14="http://schemas.microsoft.com/office/powerpoint/2010/main" val="196110699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Full Photo with White Border Header Bottom">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17C7046-D6C2-84E5-B88A-48BDAE2847C9}"/>
              </a:ext>
            </a:extLst>
          </p:cNvPr>
          <p:cNvSpPr/>
          <p:nvPr userDrawn="1"/>
        </p:nvSpPr>
        <p:spPr>
          <a:xfrm>
            <a:off x="-4877" y="0"/>
            <a:ext cx="12192001"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72CD2D5-3A43-CCD9-A029-F531D3238696}"/>
              </a:ext>
            </a:extLst>
          </p:cNvPr>
          <p:cNvSpPr/>
          <p:nvPr userDrawn="1"/>
        </p:nvSpPr>
        <p:spPr>
          <a:xfrm>
            <a:off x="-4878" y="6218253"/>
            <a:ext cx="12196877" cy="639748"/>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061D563-744A-AC08-6229-2BCE678FF6AF}"/>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13" name="Graphic 12">
            <a:extLst>
              <a:ext uri="{FF2B5EF4-FFF2-40B4-BE49-F238E27FC236}">
                <a16:creationId xmlns:a16="http://schemas.microsoft.com/office/drawing/2014/main" id="{49FEBC5E-F2C0-2515-DA7E-599A9CBF161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69726" y="6459249"/>
            <a:ext cx="2700733" cy="240066"/>
          </a:xfrm>
          <a:prstGeom prst="rect">
            <a:avLst/>
          </a:prstGeom>
        </p:spPr>
      </p:pic>
      <p:grpSp>
        <p:nvGrpSpPr>
          <p:cNvPr id="14" name="Graphic 22">
            <a:extLst>
              <a:ext uri="{FF2B5EF4-FFF2-40B4-BE49-F238E27FC236}">
                <a16:creationId xmlns:a16="http://schemas.microsoft.com/office/drawing/2014/main" id="{82D9E654-7F20-A1F9-005D-CF23B880B1F6}"/>
              </a:ext>
            </a:extLst>
          </p:cNvPr>
          <p:cNvGrpSpPr/>
          <p:nvPr userDrawn="1"/>
        </p:nvGrpSpPr>
        <p:grpSpPr>
          <a:xfrm>
            <a:off x="202133" y="6414020"/>
            <a:ext cx="798764" cy="301829"/>
            <a:chOff x="2728880" y="3418045"/>
            <a:chExt cx="3190208" cy="1205483"/>
          </a:xfrm>
          <a:solidFill>
            <a:schemeClr val="bg1"/>
          </a:solidFill>
        </p:grpSpPr>
        <p:sp>
          <p:nvSpPr>
            <p:cNvPr id="15" name="Freeform 14">
              <a:extLst>
                <a:ext uri="{FF2B5EF4-FFF2-40B4-BE49-F238E27FC236}">
                  <a16:creationId xmlns:a16="http://schemas.microsoft.com/office/drawing/2014/main" id="{AE74CFF7-3A06-6BF7-EAA8-6A1A28A2ADB5}"/>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16" name="Freeform 15">
              <a:extLst>
                <a:ext uri="{FF2B5EF4-FFF2-40B4-BE49-F238E27FC236}">
                  <a16:creationId xmlns:a16="http://schemas.microsoft.com/office/drawing/2014/main" id="{FA32339A-C4C6-61D7-FA6F-0BD3E87064D4}"/>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18" name="Freeform 17">
              <a:extLst>
                <a:ext uri="{FF2B5EF4-FFF2-40B4-BE49-F238E27FC236}">
                  <a16:creationId xmlns:a16="http://schemas.microsoft.com/office/drawing/2014/main" id="{9E767C66-0B73-5220-D503-FE895FB3A262}"/>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sp>
        <p:nvSpPr>
          <p:cNvPr id="2" name="Content Placeholder 8">
            <a:extLst>
              <a:ext uri="{FF2B5EF4-FFF2-40B4-BE49-F238E27FC236}">
                <a16:creationId xmlns:a16="http://schemas.microsoft.com/office/drawing/2014/main" id="{B2638857-694C-2D18-5249-D368F1E1B8C3}"/>
              </a:ext>
            </a:extLst>
          </p:cNvPr>
          <p:cNvSpPr>
            <a:spLocks noGrp="1"/>
          </p:cNvSpPr>
          <p:nvPr>
            <p:ph sz="quarter" idx="16" hasCustomPrompt="1"/>
          </p:nvPr>
        </p:nvSpPr>
        <p:spPr>
          <a:xfrm>
            <a:off x="272085" y="941657"/>
            <a:ext cx="11742706" cy="5041389"/>
          </a:xfrm>
          <a:prstGeom prst="rect">
            <a:avLst/>
          </a:prstGeom>
          <a:solidFill>
            <a:schemeClr val="bg1">
              <a:lumMod val="95000"/>
            </a:schemeClr>
          </a:solidFill>
        </p:spPr>
        <p:txBody>
          <a:bodyPr anchor="ctr" anchorCtr="1"/>
          <a:lstStyle>
            <a:lvl1pPr marL="0" indent="0">
              <a:buFontTx/>
              <a:buNone/>
              <a:defRPr/>
            </a:lvl1pPr>
          </a:lstStyle>
          <a:p>
            <a:r>
              <a:rPr lang="en-US" dirty="0"/>
              <a:t>Place image/chart here</a:t>
            </a:r>
          </a:p>
        </p:txBody>
      </p:sp>
      <p:sp>
        <p:nvSpPr>
          <p:cNvPr id="3" name="Title 1">
            <a:extLst>
              <a:ext uri="{FF2B5EF4-FFF2-40B4-BE49-F238E27FC236}">
                <a16:creationId xmlns:a16="http://schemas.microsoft.com/office/drawing/2014/main" id="{DF11BCD7-F1EC-1D32-5F19-490D362D881F}"/>
              </a:ext>
            </a:extLst>
          </p:cNvPr>
          <p:cNvSpPr>
            <a:spLocks noGrp="1"/>
          </p:cNvSpPr>
          <p:nvPr>
            <p:ph type="ctrTitle" hasCustomPrompt="1"/>
          </p:nvPr>
        </p:nvSpPr>
        <p:spPr>
          <a:xfrm>
            <a:off x="272085" y="169908"/>
            <a:ext cx="11742706" cy="693616"/>
          </a:xfrm>
          <a:prstGeom prst="rect">
            <a:avLst/>
          </a:prstGeom>
        </p:spPr>
        <p:txBody>
          <a:bodyPr lIns="0" anchor="t" anchorCtr="0">
            <a:normAutofit/>
          </a:bodyPr>
          <a:lstStyle>
            <a:lvl1pPr algn="l">
              <a:defRPr sz="4400">
                <a:solidFill>
                  <a:schemeClr val="tx1"/>
                </a:solidFill>
              </a:defRPr>
            </a:lvl1pPr>
          </a:lstStyle>
          <a:p>
            <a:r>
              <a:rPr lang="en-US" dirty="0"/>
              <a:t>Click to add Main Header</a:t>
            </a:r>
          </a:p>
        </p:txBody>
      </p:sp>
    </p:spTree>
    <p:extLst>
      <p:ext uri="{BB962C8B-B14F-4D97-AF65-F5344CB8AC3E}">
        <p14:creationId xmlns:p14="http://schemas.microsoft.com/office/powerpoint/2010/main" val="303718039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Full Photo With Bar On Bottom">
    <p:spTree>
      <p:nvGrpSpPr>
        <p:cNvPr id="1" name=""/>
        <p:cNvGrpSpPr/>
        <p:nvPr/>
      </p:nvGrpSpPr>
      <p:grpSpPr>
        <a:xfrm>
          <a:off x="0" y="0"/>
          <a:ext cx="0" cy="0"/>
          <a:chOff x="0" y="0"/>
          <a:chExt cx="0" cy="0"/>
        </a:xfrm>
      </p:grpSpPr>
      <p:sp>
        <p:nvSpPr>
          <p:cNvPr id="3" name="Text Placeholder 18">
            <a:extLst>
              <a:ext uri="{FF2B5EF4-FFF2-40B4-BE49-F238E27FC236}">
                <a16:creationId xmlns:a16="http://schemas.microsoft.com/office/drawing/2014/main" id="{72557CE5-AD54-544C-F599-2BFDB03B2BBC}"/>
              </a:ext>
            </a:extLst>
          </p:cNvPr>
          <p:cNvSpPr txBox="1">
            <a:spLocks/>
          </p:cNvSpPr>
          <p:nvPr userDrawn="1"/>
        </p:nvSpPr>
        <p:spPr>
          <a:xfrm>
            <a:off x="0" y="5511801"/>
            <a:ext cx="12192000" cy="1401233"/>
          </a:xfrm>
          <a:prstGeom prst="rect">
            <a:avLst/>
          </a:prstGeom>
          <a:noFill/>
        </p:spPr>
        <p:txBody>
          <a:bodyPr>
            <a:normAutofit/>
          </a:bodyPr>
          <a:lstStyle>
            <a:lvl1pPr marL="0" indent="0" algn="ctr" defTabSz="914400" rtl="0" eaLnBrk="1" latinLnBrk="0" hangingPunct="1">
              <a:lnSpc>
                <a:spcPct val="90000"/>
              </a:lnSpc>
              <a:spcBef>
                <a:spcPts val="1000"/>
              </a:spcBef>
              <a:buFont typeface="Arial" panose="020B0604020202020204" pitchFamily="34" charset="0"/>
              <a:buNone/>
              <a:defRPr sz="3600" b="0" i="1" kern="1200">
                <a:solidFill>
                  <a:srgbClr val="FF0000"/>
                </a:solidFill>
                <a:latin typeface="MS Gothic" panose="020B0609070205080204" pitchFamily="49" charset="-128"/>
                <a:ea typeface="MS Gothic" panose="020B0609070205080204" pitchFamily="49"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Please do not put content in this space.   </a:t>
            </a:r>
          </a:p>
          <a:p>
            <a:r>
              <a:rPr lang="en-US" dirty="0"/>
              <a:t>It is reserved for live captioning.</a:t>
            </a:r>
          </a:p>
        </p:txBody>
      </p:sp>
      <p:sp>
        <p:nvSpPr>
          <p:cNvPr id="2" name="Content Placeholder 8">
            <a:extLst>
              <a:ext uri="{FF2B5EF4-FFF2-40B4-BE49-F238E27FC236}">
                <a16:creationId xmlns:a16="http://schemas.microsoft.com/office/drawing/2014/main" id="{B2638857-694C-2D18-5249-D368F1E1B8C3}"/>
              </a:ext>
            </a:extLst>
          </p:cNvPr>
          <p:cNvSpPr>
            <a:spLocks noGrp="1"/>
          </p:cNvSpPr>
          <p:nvPr>
            <p:ph sz="quarter" idx="16" hasCustomPrompt="1"/>
          </p:nvPr>
        </p:nvSpPr>
        <p:spPr>
          <a:xfrm>
            <a:off x="0" y="-1"/>
            <a:ext cx="12192000" cy="6218253"/>
          </a:xfrm>
          <a:prstGeom prst="rect">
            <a:avLst/>
          </a:prstGeom>
          <a:solidFill>
            <a:schemeClr val="bg1">
              <a:lumMod val="95000"/>
            </a:schemeClr>
          </a:solidFill>
        </p:spPr>
        <p:txBody>
          <a:bodyPr anchor="ctr" anchorCtr="1"/>
          <a:lstStyle>
            <a:lvl1pPr marL="0" indent="0">
              <a:buFontTx/>
              <a:buNone/>
              <a:defRPr/>
            </a:lvl1pPr>
          </a:lstStyle>
          <a:p>
            <a:r>
              <a:rPr lang="en-US" dirty="0"/>
              <a:t>Place image/chart here</a:t>
            </a:r>
          </a:p>
        </p:txBody>
      </p:sp>
      <p:sp>
        <p:nvSpPr>
          <p:cNvPr id="11" name="Rectangle 10">
            <a:extLst>
              <a:ext uri="{FF2B5EF4-FFF2-40B4-BE49-F238E27FC236}">
                <a16:creationId xmlns:a16="http://schemas.microsoft.com/office/drawing/2014/main" id="{172CD2D5-3A43-CCD9-A029-F531D3238696}"/>
              </a:ext>
            </a:extLst>
          </p:cNvPr>
          <p:cNvSpPr/>
          <p:nvPr userDrawn="1"/>
        </p:nvSpPr>
        <p:spPr>
          <a:xfrm>
            <a:off x="0" y="6218253"/>
            <a:ext cx="12192000" cy="639748"/>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061D563-744A-AC08-6229-2BCE678FF6AF}"/>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13" name="Graphic 12">
            <a:extLst>
              <a:ext uri="{FF2B5EF4-FFF2-40B4-BE49-F238E27FC236}">
                <a16:creationId xmlns:a16="http://schemas.microsoft.com/office/drawing/2014/main" id="{49FEBC5E-F2C0-2515-DA7E-599A9CBF161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69726" y="6459249"/>
            <a:ext cx="2700733" cy="240066"/>
          </a:xfrm>
          <a:prstGeom prst="rect">
            <a:avLst/>
          </a:prstGeom>
        </p:spPr>
      </p:pic>
      <p:grpSp>
        <p:nvGrpSpPr>
          <p:cNvPr id="14" name="Graphic 22">
            <a:extLst>
              <a:ext uri="{FF2B5EF4-FFF2-40B4-BE49-F238E27FC236}">
                <a16:creationId xmlns:a16="http://schemas.microsoft.com/office/drawing/2014/main" id="{82D9E654-7F20-A1F9-005D-CF23B880B1F6}"/>
              </a:ext>
            </a:extLst>
          </p:cNvPr>
          <p:cNvGrpSpPr/>
          <p:nvPr userDrawn="1"/>
        </p:nvGrpSpPr>
        <p:grpSpPr>
          <a:xfrm>
            <a:off x="202133" y="6414020"/>
            <a:ext cx="798764" cy="301829"/>
            <a:chOff x="2728880" y="3418045"/>
            <a:chExt cx="3190208" cy="1205483"/>
          </a:xfrm>
          <a:solidFill>
            <a:schemeClr val="bg1"/>
          </a:solidFill>
        </p:grpSpPr>
        <p:sp>
          <p:nvSpPr>
            <p:cNvPr id="15" name="Freeform 14">
              <a:extLst>
                <a:ext uri="{FF2B5EF4-FFF2-40B4-BE49-F238E27FC236}">
                  <a16:creationId xmlns:a16="http://schemas.microsoft.com/office/drawing/2014/main" id="{AE74CFF7-3A06-6BF7-EAA8-6A1A28A2ADB5}"/>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16" name="Freeform 15">
              <a:extLst>
                <a:ext uri="{FF2B5EF4-FFF2-40B4-BE49-F238E27FC236}">
                  <a16:creationId xmlns:a16="http://schemas.microsoft.com/office/drawing/2014/main" id="{FA32339A-C4C6-61D7-FA6F-0BD3E87064D4}"/>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18" name="Freeform 17">
              <a:extLst>
                <a:ext uri="{FF2B5EF4-FFF2-40B4-BE49-F238E27FC236}">
                  <a16:creationId xmlns:a16="http://schemas.microsoft.com/office/drawing/2014/main" id="{9E767C66-0B73-5220-D503-FE895FB3A262}"/>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27986433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Full Photo">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17C7046-D6C2-84E5-B88A-48BDAE2847C9}"/>
              </a:ext>
            </a:extLst>
          </p:cNvPr>
          <p:cNvSpPr/>
          <p:nvPr userDrawn="1"/>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72CD2D5-3A43-CCD9-A029-F531D3238696}"/>
              </a:ext>
            </a:extLst>
          </p:cNvPr>
          <p:cNvSpPr/>
          <p:nvPr userDrawn="1"/>
        </p:nvSpPr>
        <p:spPr>
          <a:xfrm>
            <a:off x="0" y="6218252"/>
            <a:ext cx="12192000" cy="667265"/>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061D563-744A-AC08-6229-2BCE678FF6AF}"/>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13" name="Graphic 12">
            <a:extLst>
              <a:ext uri="{FF2B5EF4-FFF2-40B4-BE49-F238E27FC236}">
                <a16:creationId xmlns:a16="http://schemas.microsoft.com/office/drawing/2014/main" id="{49FEBC5E-F2C0-2515-DA7E-599A9CBF161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69726" y="6459249"/>
            <a:ext cx="2700733" cy="240066"/>
          </a:xfrm>
          <a:prstGeom prst="rect">
            <a:avLst/>
          </a:prstGeom>
        </p:spPr>
      </p:pic>
      <p:grpSp>
        <p:nvGrpSpPr>
          <p:cNvPr id="14" name="Graphic 22">
            <a:extLst>
              <a:ext uri="{FF2B5EF4-FFF2-40B4-BE49-F238E27FC236}">
                <a16:creationId xmlns:a16="http://schemas.microsoft.com/office/drawing/2014/main" id="{82D9E654-7F20-A1F9-005D-CF23B880B1F6}"/>
              </a:ext>
            </a:extLst>
          </p:cNvPr>
          <p:cNvGrpSpPr/>
          <p:nvPr userDrawn="1"/>
        </p:nvGrpSpPr>
        <p:grpSpPr>
          <a:xfrm>
            <a:off x="202133" y="6414020"/>
            <a:ext cx="798764" cy="301829"/>
            <a:chOff x="2728880" y="3418045"/>
            <a:chExt cx="3190208" cy="1205483"/>
          </a:xfrm>
          <a:solidFill>
            <a:schemeClr val="bg1"/>
          </a:solidFill>
        </p:grpSpPr>
        <p:sp>
          <p:nvSpPr>
            <p:cNvPr id="15" name="Freeform 14">
              <a:extLst>
                <a:ext uri="{FF2B5EF4-FFF2-40B4-BE49-F238E27FC236}">
                  <a16:creationId xmlns:a16="http://schemas.microsoft.com/office/drawing/2014/main" id="{AE74CFF7-3A06-6BF7-EAA8-6A1A28A2ADB5}"/>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16" name="Freeform 15">
              <a:extLst>
                <a:ext uri="{FF2B5EF4-FFF2-40B4-BE49-F238E27FC236}">
                  <a16:creationId xmlns:a16="http://schemas.microsoft.com/office/drawing/2014/main" id="{FA32339A-C4C6-61D7-FA6F-0BD3E87064D4}"/>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18" name="Freeform 17">
              <a:extLst>
                <a:ext uri="{FF2B5EF4-FFF2-40B4-BE49-F238E27FC236}">
                  <a16:creationId xmlns:a16="http://schemas.microsoft.com/office/drawing/2014/main" id="{9E767C66-0B73-5220-D503-FE895FB3A262}"/>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sp>
        <p:nvSpPr>
          <p:cNvPr id="2" name="Content Placeholder 8">
            <a:extLst>
              <a:ext uri="{FF2B5EF4-FFF2-40B4-BE49-F238E27FC236}">
                <a16:creationId xmlns:a16="http://schemas.microsoft.com/office/drawing/2014/main" id="{B2638857-694C-2D18-5249-D368F1E1B8C3}"/>
              </a:ext>
            </a:extLst>
          </p:cNvPr>
          <p:cNvSpPr>
            <a:spLocks noGrp="1"/>
          </p:cNvSpPr>
          <p:nvPr>
            <p:ph sz="quarter" idx="16" hasCustomPrompt="1"/>
          </p:nvPr>
        </p:nvSpPr>
        <p:spPr>
          <a:xfrm>
            <a:off x="-25060" y="0"/>
            <a:ext cx="12217060" cy="6885517"/>
          </a:xfrm>
          <a:prstGeom prst="rect">
            <a:avLst/>
          </a:prstGeom>
          <a:solidFill>
            <a:schemeClr val="bg1">
              <a:lumMod val="95000"/>
            </a:schemeClr>
          </a:solidFill>
        </p:spPr>
        <p:txBody>
          <a:bodyPr anchor="ctr" anchorCtr="1"/>
          <a:lstStyle>
            <a:lvl1pPr marL="0" indent="0">
              <a:buFontTx/>
              <a:buNone/>
              <a:defRPr/>
            </a:lvl1pPr>
          </a:lstStyle>
          <a:p>
            <a:r>
              <a:rPr lang="en-US" dirty="0"/>
              <a:t>Place image/chart here</a:t>
            </a:r>
          </a:p>
        </p:txBody>
      </p:sp>
    </p:spTree>
    <p:extLst>
      <p:ext uri="{BB962C8B-B14F-4D97-AF65-F5344CB8AC3E}">
        <p14:creationId xmlns:p14="http://schemas.microsoft.com/office/powerpoint/2010/main" val="180947874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wo Photos Header Bottom">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C7E8304-128C-09EE-5528-B63BF8F0C889}"/>
              </a:ext>
            </a:extLst>
          </p:cNvPr>
          <p:cNvSpPr/>
          <p:nvPr userDrawn="1"/>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6DA38999-7B71-0CD7-F253-DB996AA3C70D}"/>
              </a:ext>
            </a:extLst>
          </p:cNvPr>
          <p:cNvSpPr/>
          <p:nvPr userDrawn="1"/>
        </p:nvSpPr>
        <p:spPr>
          <a:xfrm>
            <a:off x="0" y="6218253"/>
            <a:ext cx="12192000" cy="639748"/>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EA8BFD1-E6FF-47D7-72FA-BB1A3B932BE9}"/>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6" name="Graphic 5">
            <a:extLst>
              <a:ext uri="{FF2B5EF4-FFF2-40B4-BE49-F238E27FC236}">
                <a16:creationId xmlns:a16="http://schemas.microsoft.com/office/drawing/2014/main" id="{68E75A2D-5332-A0F9-45F2-1140CF6570C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69726" y="6459249"/>
            <a:ext cx="2700733" cy="240066"/>
          </a:xfrm>
          <a:prstGeom prst="rect">
            <a:avLst/>
          </a:prstGeom>
        </p:spPr>
      </p:pic>
      <p:grpSp>
        <p:nvGrpSpPr>
          <p:cNvPr id="7" name="Graphic 22">
            <a:extLst>
              <a:ext uri="{FF2B5EF4-FFF2-40B4-BE49-F238E27FC236}">
                <a16:creationId xmlns:a16="http://schemas.microsoft.com/office/drawing/2014/main" id="{255A1C73-DD36-4DA3-4295-5A12DF67E567}"/>
              </a:ext>
            </a:extLst>
          </p:cNvPr>
          <p:cNvGrpSpPr/>
          <p:nvPr userDrawn="1"/>
        </p:nvGrpSpPr>
        <p:grpSpPr>
          <a:xfrm>
            <a:off x="202133" y="6414020"/>
            <a:ext cx="798764" cy="301829"/>
            <a:chOff x="2728880" y="3418045"/>
            <a:chExt cx="3190208" cy="1205483"/>
          </a:xfrm>
          <a:solidFill>
            <a:schemeClr val="bg1"/>
          </a:solidFill>
        </p:grpSpPr>
        <p:sp>
          <p:nvSpPr>
            <p:cNvPr id="8" name="Freeform 7">
              <a:extLst>
                <a:ext uri="{FF2B5EF4-FFF2-40B4-BE49-F238E27FC236}">
                  <a16:creationId xmlns:a16="http://schemas.microsoft.com/office/drawing/2014/main" id="{59B668ED-E9F8-931F-D372-0B41A91BEDA8}"/>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9" name="Freeform 8">
              <a:extLst>
                <a:ext uri="{FF2B5EF4-FFF2-40B4-BE49-F238E27FC236}">
                  <a16:creationId xmlns:a16="http://schemas.microsoft.com/office/drawing/2014/main" id="{8E5EBCCB-7A9F-121B-F000-4562529E2B53}"/>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12" name="Freeform 11">
              <a:extLst>
                <a:ext uri="{FF2B5EF4-FFF2-40B4-BE49-F238E27FC236}">
                  <a16:creationId xmlns:a16="http://schemas.microsoft.com/office/drawing/2014/main" id="{4874D97A-5BD4-3F84-63BA-FBA60EBDDD62}"/>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sp>
        <p:nvSpPr>
          <p:cNvPr id="10" name="Content Placeholder 6">
            <a:extLst>
              <a:ext uri="{FF2B5EF4-FFF2-40B4-BE49-F238E27FC236}">
                <a16:creationId xmlns:a16="http://schemas.microsoft.com/office/drawing/2014/main" id="{B03AC660-24DF-FD68-3B1E-272178BF49AE}"/>
              </a:ext>
            </a:extLst>
          </p:cNvPr>
          <p:cNvSpPr>
            <a:spLocks noGrp="1"/>
          </p:cNvSpPr>
          <p:nvPr userDrawn="1">
            <p:ph sz="quarter" idx="15" hasCustomPrompt="1"/>
          </p:nvPr>
        </p:nvSpPr>
        <p:spPr>
          <a:xfrm>
            <a:off x="6256867" y="270163"/>
            <a:ext cx="5734242" cy="5652629"/>
          </a:xfrm>
          <a:prstGeom prst="rect">
            <a:avLst/>
          </a:prstGeom>
          <a:solidFill>
            <a:schemeClr val="bg1">
              <a:lumMod val="95000"/>
            </a:schemeClr>
          </a:solidFill>
        </p:spPr>
        <p:txBody>
          <a:bodyPr anchor="ctr" anchorCtr="1"/>
          <a:lstStyle>
            <a:lvl1pPr marL="0" indent="0">
              <a:buFontTx/>
              <a:buNone/>
              <a:defRPr/>
            </a:lvl1pPr>
          </a:lstStyle>
          <a:p>
            <a:r>
              <a:rPr lang="en-US" dirty="0"/>
              <a:t>Place image/chart here</a:t>
            </a:r>
          </a:p>
        </p:txBody>
      </p:sp>
      <p:sp>
        <p:nvSpPr>
          <p:cNvPr id="11" name="Content Placeholder 7">
            <a:extLst>
              <a:ext uri="{FF2B5EF4-FFF2-40B4-BE49-F238E27FC236}">
                <a16:creationId xmlns:a16="http://schemas.microsoft.com/office/drawing/2014/main" id="{88DFB79F-5F0C-4A8E-7949-7A3D3813DBEB}"/>
              </a:ext>
            </a:extLst>
          </p:cNvPr>
          <p:cNvSpPr>
            <a:spLocks noGrp="1"/>
          </p:cNvSpPr>
          <p:nvPr userDrawn="1">
            <p:ph sz="quarter" idx="16" hasCustomPrompt="1"/>
          </p:nvPr>
        </p:nvSpPr>
        <p:spPr>
          <a:xfrm>
            <a:off x="272085" y="269868"/>
            <a:ext cx="5741726" cy="5652950"/>
          </a:xfrm>
          <a:prstGeom prst="rect">
            <a:avLst/>
          </a:prstGeom>
          <a:solidFill>
            <a:schemeClr val="bg1">
              <a:lumMod val="95000"/>
            </a:schemeClr>
          </a:solidFill>
        </p:spPr>
        <p:txBody>
          <a:bodyPr anchor="ctr" anchorCtr="1"/>
          <a:lstStyle>
            <a:lvl1pPr marL="0" indent="0">
              <a:buFontTx/>
              <a:buNone/>
              <a:defRPr/>
            </a:lvl1pPr>
          </a:lstStyle>
          <a:p>
            <a:r>
              <a:rPr lang="en-US" dirty="0"/>
              <a:t>Place image/chart here</a:t>
            </a:r>
          </a:p>
        </p:txBody>
      </p:sp>
    </p:spTree>
    <p:extLst>
      <p:ext uri="{BB962C8B-B14F-4D97-AF65-F5344CB8AC3E}">
        <p14:creationId xmlns:p14="http://schemas.microsoft.com/office/powerpoint/2010/main" val="377306337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Double Text Boxes Header Bottom Referenc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C7E8304-128C-09EE-5528-B63BF8F0C889}"/>
              </a:ext>
            </a:extLst>
          </p:cNvPr>
          <p:cNvSpPr/>
          <p:nvPr userDrawn="1"/>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6DA38999-7B71-0CD7-F253-DB996AA3C70D}"/>
              </a:ext>
            </a:extLst>
          </p:cNvPr>
          <p:cNvSpPr/>
          <p:nvPr userDrawn="1"/>
        </p:nvSpPr>
        <p:spPr>
          <a:xfrm>
            <a:off x="0" y="6218253"/>
            <a:ext cx="12192000" cy="639748"/>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EA8BFD1-E6FF-47D7-72FA-BB1A3B932BE9}"/>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6" name="Graphic 5">
            <a:extLst>
              <a:ext uri="{FF2B5EF4-FFF2-40B4-BE49-F238E27FC236}">
                <a16:creationId xmlns:a16="http://schemas.microsoft.com/office/drawing/2014/main" id="{68E75A2D-5332-A0F9-45F2-1140CF6570C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69726" y="6459249"/>
            <a:ext cx="2700733" cy="240066"/>
          </a:xfrm>
          <a:prstGeom prst="rect">
            <a:avLst/>
          </a:prstGeom>
        </p:spPr>
      </p:pic>
      <p:grpSp>
        <p:nvGrpSpPr>
          <p:cNvPr id="7" name="Graphic 22">
            <a:extLst>
              <a:ext uri="{FF2B5EF4-FFF2-40B4-BE49-F238E27FC236}">
                <a16:creationId xmlns:a16="http://schemas.microsoft.com/office/drawing/2014/main" id="{255A1C73-DD36-4DA3-4295-5A12DF67E567}"/>
              </a:ext>
            </a:extLst>
          </p:cNvPr>
          <p:cNvGrpSpPr/>
          <p:nvPr userDrawn="1"/>
        </p:nvGrpSpPr>
        <p:grpSpPr>
          <a:xfrm>
            <a:off x="202133" y="6414020"/>
            <a:ext cx="798764" cy="301829"/>
            <a:chOff x="2728880" y="3418045"/>
            <a:chExt cx="3190208" cy="1205483"/>
          </a:xfrm>
          <a:solidFill>
            <a:schemeClr val="bg1"/>
          </a:solidFill>
        </p:grpSpPr>
        <p:sp>
          <p:nvSpPr>
            <p:cNvPr id="8" name="Freeform 7">
              <a:extLst>
                <a:ext uri="{FF2B5EF4-FFF2-40B4-BE49-F238E27FC236}">
                  <a16:creationId xmlns:a16="http://schemas.microsoft.com/office/drawing/2014/main" id="{59B668ED-E9F8-931F-D372-0B41A91BEDA8}"/>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9" name="Freeform 8">
              <a:extLst>
                <a:ext uri="{FF2B5EF4-FFF2-40B4-BE49-F238E27FC236}">
                  <a16:creationId xmlns:a16="http://schemas.microsoft.com/office/drawing/2014/main" id="{8E5EBCCB-7A9F-121B-F000-4562529E2B53}"/>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12" name="Freeform 11">
              <a:extLst>
                <a:ext uri="{FF2B5EF4-FFF2-40B4-BE49-F238E27FC236}">
                  <a16:creationId xmlns:a16="http://schemas.microsoft.com/office/drawing/2014/main" id="{4874D97A-5BD4-3F84-63BA-FBA60EBDDD62}"/>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7642283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Double Text Boxes Bottom Referenc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C7E8304-128C-09EE-5528-B63BF8F0C889}"/>
              </a:ext>
            </a:extLst>
          </p:cNvPr>
          <p:cNvSpPr/>
          <p:nvPr userDrawn="1"/>
        </p:nvSpPr>
        <p:spPr>
          <a:xfrm>
            <a:off x="-1" y="0"/>
            <a:ext cx="12192001"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6DA38999-7B71-0CD7-F253-DB996AA3C70D}"/>
              </a:ext>
            </a:extLst>
          </p:cNvPr>
          <p:cNvSpPr/>
          <p:nvPr userDrawn="1"/>
        </p:nvSpPr>
        <p:spPr>
          <a:xfrm>
            <a:off x="-13028" y="6218253"/>
            <a:ext cx="12205028" cy="639747"/>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EA8BFD1-E6FF-47D7-72FA-BB1A3B932BE9}"/>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6" name="Graphic 5">
            <a:extLst>
              <a:ext uri="{FF2B5EF4-FFF2-40B4-BE49-F238E27FC236}">
                <a16:creationId xmlns:a16="http://schemas.microsoft.com/office/drawing/2014/main" id="{68E75A2D-5332-A0F9-45F2-1140CF6570C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69726" y="6459249"/>
            <a:ext cx="2700733" cy="240066"/>
          </a:xfrm>
          <a:prstGeom prst="rect">
            <a:avLst/>
          </a:prstGeom>
        </p:spPr>
      </p:pic>
      <p:grpSp>
        <p:nvGrpSpPr>
          <p:cNvPr id="7" name="Graphic 22">
            <a:extLst>
              <a:ext uri="{FF2B5EF4-FFF2-40B4-BE49-F238E27FC236}">
                <a16:creationId xmlns:a16="http://schemas.microsoft.com/office/drawing/2014/main" id="{255A1C73-DD36-4DA3-4295-5A12DF67E567}"/>
              </a:ext>
            </a:extLst>
          </p:cNvPr>
          <p:cNvGrpSpPr/>
          <p:nvPr userDrawn="1"/>
        </p:nvGrpSpPr>
        <p:grpSpPr>
          <a:xfrm>
            <a:off x="202133" y="6414020"/>
            <a:ext cx="798764" cy="301829"/>
            <a:chOff x="2728880" y="3418045"/>
            <a:chExt cx="3190208" cy="1205483"/>
          </a:xfrm>
          <a:solidFill>
            <a:schemeClr val="bg1"/>
          </a:solidFill>
        </p:grpSpPr>
        <p:sp>
          <p:nvSpPr>
            <p:cNvPr id="8" name="Freeform 7">
              <a:extLst>
                <a:ext uri="{FF2B5EF4-FFF2-40B4-BE49-F238E27FC236}">
                  <a16:creationId xmlns:a16="http://schemas.microsoft.com/office/drawing/2014/main" id="{59B668ED-E9F8-931F-D372-0B41A91BEDA8}"/>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9" name="Freeform 8">
              <a:extLst>
                <a:ext uri="{FF2B5EF4-FFF2-40B4-BE49-F238E27FC236}">
                  <a16:creationId xmlns:a16="http://schemas.microsoft.com/office/drawing/2014/main" id="{8E5EBCCB-7A9F-121B-F000-4562529E2B53}"/>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12" name="Freeform 11">
              <a:extLst>
                <a:ext uri="{FF2B5EF4-FFF2-40B4-BE49-F238E27FC236}">
                  <a16:creationId xmlns:a16="http://schemas.microsoft.com/office/drawing/2014/main" id="{4874D97A-5BD4-3F84-63BA-FBA60EBDDD62}"/>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sp>
        <p:nvSpPr>
          <p:cNvPr id="11" name="Title 1">
            <a:extLst>
              <a:ext uri="{FF2B5EF4-FFF2-40B4-BE49-F238E27FC236}">
                <a16:creationId xmlns:a16="http://schemas.microsoft.com/office/drawing/2014/main" id="{7FA48B57-F016-1F1E-9A63-97C979903F95}"/>
              </a:ext>
            </a:extLst>
          </p:cNvPr>
          <p:cNvSpPr>
            <a:spLocks noGrp="1"/>
          </p:cNvSpPr>
          <p:nvPr>
            <p:ph type="ctrTitle" hasCustomPrompt="1"/>
          </p:nvPr>
        </p:nvSpPr>
        <p:spPr>
          <a:xfrm>
            <a:off x="155799" y="509986"/>
            <a:ext cx="5808185" cy="1218833"/>
          </a:xfrm>
          <a:prstGeom prst="rect">
            <a:avLst/>
          </a:prstGeom>
        </p:spPr>
        <p:txBody>
          <a:bodyPr lIns="0" tIns="0" rIns="0" bIns="0" anchor="t" anchorCtr="0">
            <a:normAutofit/>
          </a:bodyPr>
          <a:lstStyle>
            <a:lvl1pPr algn="l">
              <a:defRPr sz="4400">
                <a:solidFill>
                  <a:schemeClr val="tx1"/>
                </a:solidFill>
              </a:defRPr>
            </a:lvl1pPr>
          </a:lstStyle>
          <a:p>
            <a:r>
              <a:rPr lang="en-US" dirty="0"/>
              <a:t>Click to </a:t>
            </a:r>
            <a:br>
              <a:rPr lang="en-US" dirty="0"/>
            </a:br>
            <a:r>
              <a:rPr lang="en-US" dirty="0"/>
              <a:t>add header</a:t>
            </a:r>
          </a:p>
        </p:txBody>
      </p:sp>
      <p:sp>
        <p:nvSpPr>
          <p:cNvPr id="13" name="Text Placeholder 25">
            <a:extLst>
              <a:ext uri="{FF2B5EF4-FFF2-40B4-BE49-F238E27FC236}">
                <a16:creationId xmlns:a16="http://schemas.microsoft.com/office/drawing/2014/main" id="{16FC63C8-CB91-69AD-5062-CF643AD345B8}"/>
              </a:ext>
            </a:extLst>
          </p:cNvPr>
          <p:cNvSpPr>
            <a:spLocks noGrp="1"/>
          </p:cNvSpPr>
          <p:nvPr>
            <p:ph type="body" sz="quarter" idx="17"/>
          </p:nvPr>
        </p:nvSpPr>
        <p:spPr>
          <a:xfrm>
            <a:off x="68424" y="2299452"/>
            <a:ext cx="5895560" cy="2042482"/>
          </a:xfrm>
          <a:prstGeom prst="rect">
            <a:avLst/>
          </a:prstGeom>
        </p:spPr>
        <p:txBody>
          <a:bodyPr/>
          <a:lstStyle>
            <a:lvl1pPr marL="228600" indent="-228600">
              <a:buClr>
                <a:srgbClr val="F86901"/>
              </a:buClr>
              <a:buSzPct val="100000"/>
              <a:buFont typeface="Wingdings" pitchFamily="2" charset="2"/>
              <a:buChar char="§"/>
              <a:defRPr sz="2200"/>
            </a:lvl1pPr>
            <a:lvl2pPr marL="685800" indent="-228600">
              <a:buClr>
                <a:srgbClr val="F86901"/>
              </a:buClr>
              <a:buSzPct val="100000"/>
              <a:buFont typeface="Wingdings" pitchFamily="2" charset="2"/>
              <a:buChar char="§"/>
              <a:defRPr sz="2000"/>
            </a:lvl2pPr>
            <a:lvl3pPr marL="1143000" indent="-228600">
              <a:buClr>
                <a:srgbClr val="F86901"/>
              </a:buClr>
              <a:buSzPct val="100000"/>
              <a:buFont typeface="Wingdings" pitchFamily="2" charset="2"/>
              <a:buChar char="§"/>
              <a:defRPr sz="1800"/>
            </a:lvl3pPr>
            <a:lvl4pPr marL="1600200" indent="-228600">
              <a:buClr>
                <a:srgbClr val="F86901"/>
              </a:buClr>
              <a:buSzPct val="100000"/>
              <a:buFont typeface="Wingdings" pitchFamily="2" charset="2"/>
              <a:buChar char="§"/>
              <a:defRPr sz="1600"/>
            </a:lvl4pPr>
            <a:lvl5pPr marL="2057400" indent="-228600">
              <a:buClr>
                <a:srgbClr val="F86901"/>
              </a:buClr>
              <a:buSzPct val="100000"/>
              <a:buFont typeface="Wingdings" pitchFamily="2" charset="2"/>
              <a:buChar cha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5">
            <a:extLst>
              <a:ext uri="{FF2B5EF4-FFF2-40B4-BE49-F238E27FC236}">
                <a16:creationId xmlns:a16="http://schemas.microsoft.com/office/drawing/2014/main" id="{4F8B572D-F023-75E0-1A46-C8F04E7A0BF4}"/>
              </a:ext>
            </a:extLst>
          </p:cNvPr>
          <p:cNvSpPr>
            <a:spLocks noGrp="1"/>
          </p:cNvSpPr>
          <p:nvPr>
            <p:ph type="body" sz="quarter" idx="18"/>
          </p:nvPr>
        </p:nvSpPr>
        <p:spPr>
          <a:xfrm>
            <a:off x="6260043" y="2299452"/>
            <a:ext cx="5772931" cy="2042482"/>
          </a:xfrm>
          <a:prstGeom prst="rect">
            <a:avLst/>
          </a:prstGeom>
        </p:spPr>
        <p:txBody>
          <a:bodyPr/>
          <a:lstStyle>
            <a:lvl1pPr marL="228600" indent="-228600">
              <a:buClr>
                <a:srgbClr val="F86901"/>
              </a:buClr>
              <a:buSzPct val="100000"/>
              <a:buFont typeface="Wingdings" pitchFamily="2" charset="2"/>
              <a:buChar char="§"/>
              <a:defRPr sz="2200"/>
            </a:lvl1pPr>
            <a:lvl2pPr marL="685800" indent="-228600">
              <a:buClr>
                <a:srgbClr val="F86901"/>
              </a:buClr>
              <a:buSzPct val="100000"/>
              <a:buFont typeface="Wingdings" pitchFamily="2" charset="2"/>
              <a:buChar char="§"/>
              <a:defRPr sz="2000"/>
            </a:lvl2pPr>
            <a:lvl3pPr marL="1143000" indent="-228600">
              <a:buClr>
                <a:srgbClr val="F86901"/>
              </a:buClr>
              <a:buSzPct val="100000"/>
              <a:buFont typeface="Wingdings" pitchFamily="2" charset="2"/>
              <a:buChar char="§"/>
              <a:defRPr sz="1800"/>
            </a:lvl3pPr>
            <a:lvl4pPr marL="1600200" indent="-228600">
              <a:buClr>
                <a:srgbClr val="F86901"/>
              </a:buClr>
              <a:buSzPct val="100000"/>
              <a:buFont typeface="Wingdings" pitchFamily="2" charset="2"/>
              <a:buChar char="§"/>
              <a:defRPr sz="1600"/>
            </a:lvl4pPr>
            <a:lvl5pPr marL="2057400" indent="-228600">
              <a:buClr>
                <a:srgbClr val="F86901"/>
              </a:buClr>
              <a:buSzPct val="100000"/>
              <a:buFont typeface="Wingdings" pitchFamily="2" charset="2"/>
              <a:buChar cha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4">
            <a:extLst>
              <a:ext uri="{FF2B5EF4-FFF2-40B4-BE49-F238E27FC236}">
                <a16:creationId xmlns:a16="http://schemas.microsoft.com/office/drawing/2014/main" id="{3EAD2713-C7B6-D702-8C1D-D15224E12F8A}"/>
              </a:ext>
            </a:extLst>
          </p:cNvPr>
          <p:cNvSpPr>
            <a:spLocks noGrp="1"/>
          </p:cNvSpPr>
          <p:nvPr>
            <p:ph type="body" sz="quarter" idx="19" hasCustomPrompt="1"/>
          </p:nvPr>
        </p:nvSpPr>
        <p:spPr>
          <a:xfrm>
            <a:off x="68424" y="1786284"/>
            <a:ext cx="5895560" cy="500062"/>
          </a:xfrm>
          <a:prstGeom prst="rect">
            <a:avLst/>
          </a:prstGeom>
        </p:spPr>
        <p:txBody>
          <a:bodyPr/>
          <a:lstStyle>
            <a:lvl1pPr marL="0" indent="0">
              <a:buNone/>
              <a:defRPr sz="2400" b="1">
                <a:solidFill>
                  <a:srgbClr val="F86901"/>
                </a:solidFill>
              </a:defRPr>
            </a:lvl1pPr>
          </a:lstStyle>
          <a:p>
            <a:pPr lvl="0"/>
            <a:r>
              <a:rPr lang="en-US" dirty="0"/>
              <a:t>Click to add subhead</a:t>
            </a:r>
          </a:p>
        </p:txBody>
      </p:sp>
      <p:sp>
        <p:nvSpPr>
          <p:cNvPr id="15" name="Text Placeholder 14">
            <a:extLst>
              <a:ext uri="{FF2B5EF4-FFF2-40B4-BE49-F238E27FC236}">
                <a16:creationId xmlns:a16="http://schemas.microsoft.com/office/drawing/2014/main" id="{33982B8D-E19B-A0F4-3510-ED4EDED8DE5B}"/>
              </a:ext>
            </a:extLst>
          </p:cNvPr>
          <p:cNvSpPr>
            <a:spLocks noGrp="1"/>
          </p:cNvSpPr>
          <p:nvPr>
            <p:ph type="body" sz="quarter" idx="20" hasCustomPrompt="1"/>
          </p:nvPr>
        </p:nvSpPr>
        <p:spPr>
          <a:xfrm>
            <a:off x="6260043" y="1778179"/>
            <a:ext cx="5772931" cy="500062"/>
          </a:xfrm>
          <a:prstGeom prst="rect">
            <a:avLst/>
          </a:prstGeom>
        </p:spPr>
        <p:txBody>
          <a:bodyPr/>
          <a:lstStyle>
            <a:lvl1pPr marL="0" indent="0">
              <a:buNone/>
              <a:defRPr sz="2400" b="1">
                <a:solidFill>
                  <a:srgbClr val="F86901"/>
                </a:solidFill>
              </a:defRPr>
            </a:lvl1pPr>
          </a:lstStyle>
          <a:p>
            <a:pPr lvl="0"/>
            <a:r>
              <a:rPr lang="en-US" dirty="0"/>
              <a:t>Click to add subhead</a:t>
            </a:r>
          </a:p>
        </p:txBody>
      </p:sp>
      <p:sp>
        <p:nvSpPr>
          <p:cNvPr id="21" name="Text Placeholder 20">
            <a:extLst>
              <a:ext uri="{FF2B5EF4-FFF2-40B4-BE49-F238E27FC236}">
                <a16:creationId xmlns:a16="http://schemas.microsoft.com/office/drawing/2014/main" id="{BD05146D-9782-1A5D-6A43-FB771882B2F7}"/>
              </a:ext>
            </a:extLst>
          </p:cNvPr>
          <p:cNvSpPr>
            <a:spLocks noGrp="1"/>
          </p:cNvSpPr>
          <p:nvPr>
            <p:ph type="body" sz="quarter" idx="21" hasCustomPrompt="1"/>
          </p:nvPr>
        </p:nvSpPr>
        <p:spPr>
          <a:xfrm>
            <a:off x="6228018" y="446697"/>
            <a:ext cx="5804956" cy="1218170"/>
          </a:xfrm>
          <a:prstGeom prst="rect">
            <a:avLst/>
          </a:prstGeom>
        </p:spPr>
        <p:txBody>
          <a:bodyPr/>
          <a:lstStyle>
            <a:lvl1pPr marL="0" indent="0">
              <a:spcBef>
                <a:spcPts val="0"/>
              </a:spcBef>
              <a:buNone/>
              <a:defRPr sz="4400" b="1">
                <a:latin typeface="+mj-lt"/>
              </a:defRPr>
            </a:lvl1pPr>
            <a:lvl2pPr marL="457200" indent="0">
              <a:buNone/>
              <a:defRPr sz="4400"/>
            </a:lvl2pPr>
            <a:lvl3pPr marL="914400" indent="0">
              <a:buNone/>
              <a:defRPr sz="4400"/>
            </a:lvl3pPr>
            <a:lvl4pPr marL="1371600" indent="0">
              <a:buNone/>
              <a:defRPr sz="4400"/>
            </a:lvl4pPr>
            <a:lvl5pPr marL="1828800" indent="0">
              <a:buNone/>
              <a:defRPr sz="4400"/>
            </a:lvl5pPr>
          </a:lstStyle>
          <a:p>
            <a:pPr lvl="0"/>
            <a:r>
              <a:rPr lang="en-US" dirty="0"/>
              <a:t>Click to </a:t>
            </a:r>
            <a:br>
              <a:rPr lang="en-US" dirty="0"/>
            </a:br>
            <a:r>
              <a:rPr lang="en-US" dirty="0"/>
              <a:t>add header</a:t>
            </a:r>
          </a:p>
        </p:txBody>
      </p:sp>
    </p:spTree>
    <p:extLst>
      <p:ext uri="{BB962C8B-B14F-4D97-AF65-F5344CB8AC3E}">
        <p14:creationId xmlns:p14="http://schemas.microsoft.com/office/powerpoint/2010/main" val="378696735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ransition Slide Orange Bkgnd Header Bottom">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F79353F-BC9E-028C-A61D-55BF3B77B4D6}"/>
              </a:ext>
            </a:extLst>
          </p:cNvPr>
          <p:cNvSpPr/>
          <p:nvPr userDrawn="1"/>
        </p:nvSpPr>
        <p:spPr>
          <a:xfrm>
            <a:off x="0" y="0"/>
            <a:ext cx="12192000" cy="6858000"/>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2">
            <a:extLst>
              <a:ext uri="{FF2B5EF4-FFF2-40B4-BE49-F238E27FC236}">
                <a16:creationId xmlns:a16="http://schemas.microsoft.com/office/drawing/2014/main" id="{41F52801-7DDF-A699-1765-7D687C8168BE}"/>
              </a:ext>
            </a:extLst>
          </p:cNvPr>
          <p:cNvGrpSpPr/>
          <p:nvPr userDrawn="1"/>
        </p:nvGrpSpPr>
        <p:grpSpPr>
          <a:xfrm>
            <a:off x="0" y="6188139"/>
            <a:ext cx="12192000" cy="667265"/>
            <a:chOff x="0" y="0"/>
            <a:chExt cx="12192000" cy="667265"/>
          </a:xfrm>
        </p:grpSpPr>
        <p:sp>
          <p:nvSpPr>
            <p:cNvPr id="6" name="Rectangle 5">
              <a:extLst>
                <a:ext uri="{FF2B5EF4-FFF2-40B4-BE49-F238E27FC236}">
                  <a16:creationId xmlns:a16="http://schemas.microsoft.com/office/drawing/2014/main" id="{C60306F1-17E6-11F6-09E9-AE6F0CCD0623}"/>
                </a:ext>
              </a:extLst>
            </p:cNvPr>
            <p:cNvSpPr/>
            <p:nvPr userDrawn="1"/>
          </p:nvSpPr>
          <p:spPr>
            <a:xfrm>
              <a:off x="0" y="0"/>
              <a:ext cx="12192000" cy="667265"/>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 name="Graphic 22">
              <a:extLst>
                <a:ext uri="{FF2B5EF4-FFF2-40B4-BE49-F238E27FC236}">
                  <a16:creationId xmlns:a16="http://schemas.microsoft.com/office/drawing/2014/main" id="{0195E7C5-6721-9CED-9A20-C38D91440975}"/>
                </a:ext>
              </a:extLst>
            </p:cNvPr>
            <p:cNvGrpSpPr/>
            <p:nvPr userDrawn="1"/>
          </p:nvGrpSpPr>
          <p:grpSpPr>
            <a:xfrm>
              <a:off x="202133" y="195768"/>
              <a:ext cx="798764" cy="301829"/>
              <a:chOff x="2728880" y="3418045"/>
              <a:chExt cx="3190208" cy="1205483"/>
            </a:xfrm>
            <a:solidFill>
              <a:schemeClr val="bg1"/>
            </a:solidFill>
          </p:grpSpPr>
          <p:sp>
            <p:nvSpPr>
              <p:cNvPr id="10" name="Freeform 9">
                <a:extLst>
                  <a:ext uri="{FF2B5EF4-FFF2-40B4-BE49-F238E27FC236}">
                    <a16:creationId xmlns:a16="http://schemas.microsoft.com/office/drawing/2014/main" id="{A0F13A3E-11DA-D4B7-EEEF-9CCBD6ADBFFE}"/>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A5B529D1-FD92-71BA-9A5F-14F166B9AD56}"/>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35BC66CF-CB16-0E41-A84F-EFC6E27A7E9C}"/>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grpSp>
      <p:sp>
        <p:nvSpPr>
          <p:cNvPr id="23" name="Title 1">
            <a:extLst>
              <a:ext uri="{FF2B5EF4-FFF2-40B4-BE49-F238E27FC236}">
                <a16:creationId xmlns:a16="http://schemas.microsoft.com/office/drawing/2014/main" id="{33A7D6C6-F021-6935-B706-29FA3A4ECA68}"/>
              </a:ext>
            </a:extLst>
          </p:cNvPr>
          <p:cNvSpPr>
            <a:spLocks noGrp="1"/>
          </p:cNvSpPr>
          <p:nvPr>
            <p:ph type="ctrTitle" hasCustomPrompt="1"/>
          </p:nvPr>
        </p:nvSpPr>
        <p:spPr>
          <a:xfrm>
            <a:off x="387560" y="2361489"/>
            <a:ext cx="11584419" cy="817809"/>
          </a:xfrm>
          <a:prstGeom prst="rect">
            <a:avLst/>
          </a:prstGeom>
        </p:spPr>
        <p:txBody>
          <a:bodyPr anchor="t" anchorCtr="0">
            <a:normAutofit/>
          </a:bodyPr>
          <a:lstStyle>
            <a:lvl1pPr algn="ctr">
              <a:defRPr sz="4800">
                <a:solidFill>
                  <a:schemeClr val="bg1"/>
                </a:solidFill>
              </a:defRPr>
            </a:lvl1pPr>
          </a:lstStyle>
          <a:p>
            <a:r>
              <a:rPr lang="en-US" dirty="0"/>
              <a:t>Click to add Transition Header</a:t>
            </a:r>
          </a:p>
        </p:txBody>
      </p:sp>
      <p:sp>
        <p:nvSpPr>
          <p:cNvPr id="2" name="TextBox 1">
            <a:extLst>
              <a:ext uri="{FF2B5EF4-FFF2-40B4-BE49-F238E27FC236}">
                <a16:creationId xmlns:a16="http://schemas.microsoft.com/office/drawing/2014/main" id="{2FEAA0D5-B1B0-5544-E9B7-0458C4D172D9}"/>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11" name="Graphic 10">
            <a:extLst>
              <a:ext uri="{FF2B5EF4-FFF2-40B4-BE49-F238E27FC236}">
                <a16:creationId xmlns:a16="http://schemas.microsoft.com/office/drawing/2014/main" id="{01B907B1-253A-8378-8291-7783E5C0FEB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69726" y="6459249"/>
            <a:ext cx="2700733" cy="240066"/>
          </a:xfrm>
          <a:prstGeom prst="rect">
            <a:avLst/>
          </a:prstGeom>
        </p:spPr>
      </p:pic>
    </p:spTree>
    <p:extLst>
      <p:ext uri="{BB962C8B-B14F-4D97-AF65-F5344CB8AC3E}">
        <p14:creationId xmlns:p14="http://schemas.microsoft.com/office/powerpoint/2010/main" val="169480093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ransition Slide Grey Bkgnd Header Bottom">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F79353F-BC9E-028C-A61D-55BF3B77B4D6}"/>
              </a:ext>
            </a:extLst>
          </p:cNvPr>
          <p:cNvSpPr/>
          <p:nvPr userDrawn="1"/>
        </p:nvSpPr>
        <p:spPr>
          <a:xfrm>
            <a:off x="0" y="0"/>
            <a:ext cx="12192000" cy="6858000"/>
          </a:xfrm>
          <a:prstGeom prst="rect">
            <a:avLst/>
          </a:prstGeom>
          <a:solidFill>
            <a:srgbClr val="E6E7E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2">
            <a:extLst>
              <a:ext uri="{FF2B5EF4-FFF2-40B4-BE49-F238E27FC236}">
                <a16:creationId xmlns:a16="http://schemas.microsoft.com/office/drawing/2014/main" id="{41F52801-7DDF-A699-1765-7D687C8168BE}"/>
              </a:ext>
            </a:extLst>
          </p:cNvPr>
          <p:cNvGrpSpPr/>
          <p:nvPr userDrawn="1"/>
        </p:nvGrpSpPr>
        <p:grpSpPr>
          <a:xfrm>
            <a:off x="0" y="6190735"/>
            <a:ext cx="12192000" cy="667265"/>
            <a:chOff x="0" y="0"/>
            <a:chExt cx="12192000" cy="667265"/>
          </a:xfrm>
        </p:grpSpPr>
        <p:sp>
          <p:nvSpPr>
            <p:cNvPr id="6" name="Rectangle 5">
              <a:extLst>
                <a:ext uri="{FF2B5EF4-FFF2-40B4-BE49-F238E27FC236}">
                  <a16:creationId xmlns:a16="http://schemas.microsoft.com/office/drawing/2014/main" id="{C60306F1-17E6-11F6-09E9-AE6F0CCD0623}"/>
                </a:ext>
              </a:extLst>
            </p:cNvPr>
            <p:cNvSpPr/>
            <p:nvPr userDrawn="1"/>
          </p:nvSpPr>
          <p:spPr>
            <a:xfrm>
              <a:off x="0" y="0"/>
              <a:ext cx="12192000" cy="667265"/>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 name="Graphic 22">
              <a:extLst>
                <a:ext uri="{FF2B5EF4-FFF2-40B4-BE49-F238E27FC236}">
                  <a16:creationId xmlns:a16="http://schemas.microsoft.com/office/drawing/2014/main" id="{0195E7C5-6721-9CED-9A20-C38D91440975}"/>
                </a:ext>
              </a:extLst>
            </p:cNvPr>
            <p:cNvGrpSpPr/>
            <p:nvPr userDrawn="1"/>
          </p:nvGrpSpPr>
          <p:grpSpPr>
            <a:xfrm>
              <a:off x="202133" y="195768"/>
              <a:ext cx="798764" cy="301829"/>
              <a:chOff x="2728880" y="3418045"/>
              <a:chExt cx="3190208" cy="1205483"/>
            </a:xfrm>
            <a:solidFill>
              <a:schemeClr val="bg1"/>
            </a:solidFill>
          </p:grpSpPr>
          <p:sp>
            <p:nvSpPr>
              <p:cNvPr id="10" name="Freeform 9">
                <a:extLst>
                  <a:ext uri="{FF2B5EF4-FFF2-40B4-BE49-F238E27FC236}">
                    <a16:creationId xmlns:a16="http://schemas.microsoft.com/office/drawing/2014/main" id="{A0F13A3E-11DA-D4B7-EEEF-9CCBD6ADBFFE}"/>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A5B529D1-FD92-71BA-9A5F-14F166B9AD56}"/>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35BC66CF-CB16-0E41-A84F-EFC6E27A7E9C}"/>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grpSp>
      <p:sp>
        <p:nvSpPr>
          <p:cNvPr id="23" name="Title 1">
            <a:extLst>
              <a:ext uri="{FF2B5EF4-FFF2-40B4-BE49-F238E27FC236}">
                <a16:creationId xmlns:a16="http://schemas.microsoft.com/office/drawing/2014/main" id="{33A7D6C6-F021-6935-B706-29FA3A4ECA68}"/>
              </a:ext>
            </a:extLst>
          </p:cNvPr>
          <p:cNvSpPr>
            <a:spLocks noGrp="1"/>
          </p:cNvSpPr>
          <p:nvPr>
            <p:ph type="ctrTitle" hasCustomPrompt="1"/>
          </p:nvPr>
        </p:nvSpPr>
        <p:spPr>
          <a:xfrm>
            <a:off x="296727" y="2361489"/>
            <a:ext cx="11632862" cy="817809"/>
          </a:xfrm>
          <a:prstGeom prst="rect">
            <a:avLst/>
          </a:prstGeom>
        </p:spPr>
        <p:txBody>
          <a:bodyPr anchor="t" anchorCtr="0">
            <a:normAutofit/>
          </a:bodyPr>
          <a:lstStyle>
            <a:lvl1pPr algn="ctr">
              <a:defRPr sz="4800">
                <a:solidFill>
                  <a:schemeClr val="tx1"/>
                </a:solidFill>
              </a:defRPr>
            </a:lvl1pPr>
          </a:lstStyle>
          <a:p>
            <a:r>
              <a:rPr lang="en-US" dirty="0"/>
              <a:t>Click to add Transition Header</a:t>
            </a:r>
          </a:p>
        </p:txBody>
      </p:sp>
      <p:sp>
        <p:nvSpPr>
          <p:cNvPr id="2" name="TextBox 1">
            <a:extLst>
              <a:ext uri="{FF2B5EF4-FFF2-40B4-BE49-F238E27FC236}">
                <a16:creationId xmlns:a16="http://schemas.microsoft.com/office/drawing/2014/main" id="{485EDF6C-F381-89A5-3FAD-83730832BDF0}"/>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11" name="Graphic 10">
            <a:extLst>
              <a:ext uri="{FF2B5EF4-FFF2-40B4-BE49-F238E27FC236}">
                <a16:creationId xmlns:a16="http://schemas.microsoft.com/office/drawing/2014/main" id="{F3094F3B-FE97-12E2-F425-F6A2766E1C5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69726" y="6459249"/>
            <a:ext cx="2700733" cy="240066"/>
          </a:xfrm>
          <a:prstGeom prst="rect">
            <a:avLst/>
          </a:prstGeom>
        </p:spPr>
      </p:pic>
    </p:spTree>
    <p:extLst>
      <p:ext uri="{BB962C8B-B14F-4D97-AF65-F5344CB8AC3E}">
        <p14:creationId xmlns:p14="http://schemas.microsoft.com/office/powerpoint/2010/main" val="105623270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Section Header or End Slide Option 1">
    <p:spTree>
      <p:nvGrpSpPr>
        <p:cNvPr id="1" name=""/>
        <p:cNvGrpSpPr/>
        <p:nvPr/>
      </p:nvGrpSpPr>
      <p:grpSpPr>
        <a:xfrm>
          <a:off x="0" y="0"/>
          <a:ext cx="0" cy="0"/>
          <a:chOff x="0" y="0"/>
          <a:chExt cx="0" cy="0"/>
        </a:xfrm>
      </p:grpSpPr>
      <p:pic>
        <p:nvPicPr>
          <p:cNvPr id="4" name="Picture 3" descr="A group of people walking by a sunflower&#10;&#10;Description automatically generated">
            <a:extLst>
              <a:ext uri="{FF2B5EF4-FFF2-40B4-BE49-F238E27FC236}">
                <a16:creationId xmlns:a16="http://schemas.microsoft.com/office/drawing/2014/main" id="{6D70BDC4-1CD9-98CD-A62F-491E2E8934A4}"/>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12188952" cy="6858000"/>
          </a:xfrm>
          <a:prstGeom prst="rect">
            <a:avLst/>
          </a:prstGeom>
        </p:spPr>
      </p:pic>
      <p:grpSp>
        <p:nvGrpSpPr>
          <p:cNvPr id="2" name="Group 1">
            <a:extLst>
              <a:ext uri="{FF2B5EF4-FFF2-40B4-BE49-F238E27FC236}">
                <a16:creationId xmlns:a16="http://schemas.microsoft.com/office/drawing/2014/main" id="{BEAD7458-06FD-E4FD-1528-A0F3B2BDC206}"/>
              </a:ext>
            </a:extLst>
          </p:cNvPr>
          <p:cNvGrpSpPr/>
          <p:nvPr userDrawn="1"/>
        </p:nvGrpSpPr>
        <p:grpSpPr>
          <a:xfrm>
            <a:off x="0" y="6196105"/>
            <a:ext cx="12192000" cy="667265"/>
            <a:chOff x="0" y="0"/>
            <a:chExt cx="12192000" cy="667265"/>
          </a:xfrm>
        </p:grpSpPr>
        <p:sp>
          <p:nvSpPr>
            <p:cNvPr id="7" name="Rectangle 6">
              <a:extLst>
                <a:ext uri="{FF2B5EF4-FFF2-40B4-BE49-F238E27FC236}">
                  <a16:creationId xmlns:a16="http://schemas.microsoft.com/office/drawing/2014/main" id="{B3BF635F-BE34-1D38-C7B4-CB61DF8387BF}"/>
                </a:ext>
              </a:extLst>
            </p:cNvPr>
            <p:cNvSpPr/>
            <p:nvPr userDrawn="1"/>
          </p:nvSpPr>
          <p:spPr>
            <a:xfrm>
              <a:off x="0" y="0"/>
              <a:ext cx="12192000" cy="667265"/>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4" name="Graphic 22">
              <a:extLst>
                <a:ext uri="{FF2B5EF4-FFF2-40B4-BE49-F238E27FC236}">
                  <a16:creationId xmlns:a16="http://schemas.microsoft.com/office/drawing/2014/main" id="{4B23057B-07E5-7C35-ACDE-AAC0614A84A6}"/>
                </a:ext>
              </a:extLst>
            </p:cNvPr>
            <p:cNvGrpSpPr/>
            <p:nvPr userDrawn="1"/>
          </p:nvGrpSpPr>
          <p:grpSpPr>
            <a:xfrm>
              <a:off x="202133" y="195768"/>
              <a:ext cx="798764" cy="301829"/>
              <a:chOff x="2728880" y="3418045"/>
              <a:chExt cx="3190208" cy="1205483"/>
            </a:xfrm>
            <a:solidFill>
              <a:schemeClr val="bg1"/>
            </a:solidFill>
          </p:grpSpPr>
          <p:sp>
            <p:nvSpPr>
              <p:cNvPr id="16" name="Freeform 15">
                <a:extLst>
                  <a:ext uri="{FF2B5EF4-FFF2-40B4-BE49-F238E27FC236}">
                    <a16:creationId xmlns:a16="http://schemas.microsoft.com/office/drawing/2014/main" id="{F49ED387-2E0A-56D2-0382-CB0B8E4F1A22}"/>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17" name="Freeform 16">
                <a:extLst>
                  <a:ext uri="{FF2B5EF4-FFF2-40B4-BE49-F238E27FC236}">
                    <a16:creationId xmlns:a16="http://schemas.microsoft.com/office/drawing/2014/main" id="{CD03771A-1598-7A66-68A2-FB36151F1889}"/>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18" name="Freeform 17">
                <a:extLst>
                  <a:ext uri="{FF2B5EF4-FFF2-40B4-BE49-F238E27FC236}">
                    <a16:creationId xmlns:a16="http://schemas.microsoft.com/office/drawing/2014/main" id="{5F76C4E6-A84A-59B0-84CB-14E93DB3D470}"/>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grpSp>
      <p:sp>
        <p:nvSpPr>
          <p:cNvPr id="3" name="Rectangle 2">
            <a:extLst>
              <a:ext uri="{FF2B5EF4-FFF2-40B4-BE49-F238E27FC236}">
                <a16:creationId xmlns:a16="http://schemas.microsoft.com/office/drawing/2014/main" id="{97273912-7F86-0444-298A-53C38B880233}"/>
              </a:ext>
            </a:extLst>
          </p:cNvPr>
          <p:cNvSpPr/>
          <p:nvPr userDrawn="1"/>
        </p:nvSpPr>
        <p:spPr>
          <a:xfrm>
            <a:off x="0" y="0"/>
            <a:ext cx="12192000" cy="10627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21">
            <a:extLst>
              <a:ext uri="{FF2B5EF4-FFF2-40B4-BE49-F238E27FC236}">
                <a16:creationId xmlns:a16="http://schemas.microsoft.com/office/drawing/2014/main" id="{7C13832E-83DE-345D-A665-BC5F7DF50FB9}"/>
              </a:ext>
            </a:extLst>
          </p:cNvPr>
          <p:cNvSpPr>
            <a:spLocks noGrp="1"/>
          </p:cNvSpPr>
          <p:nvPr>
            <p:ph type="title" hasCustomPrompt="1"/>
          </p:nvPr>
        </p:nvSpPr>
        <p:spPr>
          <a:xfrm>
            <a:off x="-6851" y="130487"/>
            <a:ext cx="12202654" cy="932221"/>
          </a:xfrm>
          <a:prstGeom prst="rect">
            <a:avLst/>
          </a:prstGeom>
        </p:spPr>
        <p:txBody>
          <a:bodyPr>
            <a:normAutofit/>
          </a:bodyPr>
          <a:lstStyle>
            <a:lvl1pPr algn="ctr">
              <a:defRPr sz="5400">
                <a:solidFill>
                  <a:srgbClr val="F86901"/>
                </a:solidFill>
              </a:defRPr>
            </a:lvl1pPr>
          </a:lstStyle>
          <a:p>
            <a:r>
              <a:rPr lang="en-US" dirty="0"/>
              <a:t>Click to add Section Title</a:t>
            </a:r>
          </a:p>
        </p:txBody>
      </p:sp>
      <p:sp>
        <p:nvSpPr>
          <p:cNvPr id="6" name="TextBox 5">
            <a:extLst>
              <a:ext uri="{FF2B5EF4-FFF2-40B4-BE49-F238E27FC236}">
                <a16:creationId xmlns:a16="http://schemas.microsoft.com/office/drawing/2014/main" id="{240543E8-C8B3-4138-6D1A-12477D680E80}"/>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9" name="Graphic 8">
            <a:extLst>
              <a:ext uri="{FF2B5EF4-FFF2-40B4-BE49-F238E27FC236}">
                <a16:creationId xmlns:a16="http://schemas.microsoft.com/office/drawing/2014/main" id="{53836923-D56F-852D-C2D0-92262F984A6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9726" y="6459249"/>
            <a:ext cx="2700733" cy="240066"/>
          </a:xfrm>
          <a:prstGeom prst="rect">
            <a:avLst/>
          </a:prstGeom>
        </p:spPr>
      </p:pic>
    </p:spTree>
    <p:extLst>
      <p:ext uri="{BB962C8B-B14F-4D97-AF65-F5344CB8AC3E}">
        <p14:creationId xmlns:p14="http://schemas.microsoft.com/office/powerpoint/2010/main" val="408526375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_Section Header or End Slide Option 2">
    <p:spTree>
      <p:nvGrpSpPr>
        <p:cNvPr id="1" name=""/>
        <p:cNvGrpSpPr/>
        <p:nvPr/>
      </p:nvGrpSpPr>
      <p:grpSpPr>
        <a:xfrm>
          <a:off x="0" y="0"/>
          <a:ext cx="0" cy="0"/>
          <a:chOff x="0" y="0"/>
          <a:chExt cx="0" cy="0"/>
        </a:xfrm>
      </p:grpSpPr>
      <p:pic>
        <p:nvPicPr>
          <p:cNvPr id="4" name="Picture 3" descr="A football field in a city&#10;&#10;Description automatically generated">
            <a:extLst>
              <a:ext uri="{FF2B5EF4-FFF2-40B4-BE49-F238E27FC236}">
                <a16:creationId xmlns:a16="http://schemas.microsoft.com/office/drawing/2014/main" id="{68239E3F-1062-90CD-5359-73B50BD6B814}"/>
              </a:ext>
            </a:extLst>
          </p:cNvPr>
          <p:cNvPicPr>
            <a:picLocks noChangeAspect="1"/>
          </p:cNvPicPr>
          <p:nvPr userDrawn="1"/>
        </p:nvPicPr>
        <p:blipFill>
          <a:blip r:embed="rId2" cstate="screen">
            <a:extLst>
              <a:ext uri="{28A0092B-C50C-407E-A947-70E740481C1C}">
                <a14:useLocalDpi xmlns:a14="http://schemas.microsoft.com/office/drawing/2010/main"/>
              </a:ext>
            </a:extLst>
          </a:blip>
          <a:srcRect b="-2842"/>
          <a:stretch/>
        </p:blipFill>
        <p:spPr>
          <a:xfrm>
            <a:off x="0" y="0"/>
            <a:ext cx="12192000" cy="6913034"/>
          </a:xfrm>
          <a:prstGeom prst="rect">
            <a:avLst/>
          </a:prstGeom>
        </p:spPr>
      </p:pic>
      <p:sp>
        <p:nvSpPr>
          <p:cNvPr id="6" name="Rectangle 5">
            <a:extLst>
              <a:ext uri="{FF2B5EF4-FFF2-40B4-BE49-F238E27FC236}">
                <a16:creationId xmlns:a16="http://schemas.microsoft.com/office/drawing/2014/main" id="{223B444B-A448-2DCC-D7AA-5291F562CA3A}"/>
              </a:ext>
            </a:extLst>
          </p:cNvPr>
          <p:cNvSpPr/>
          <p:nvPr userDrawn="1"/>
        </p:nvSpPr>
        <p:spPr>
          <a:xfrm>
            <a:off x="0" y="0"/>
            <a:ext cx="12192000" cy="10627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F49DC08-176E-6D85-5320-81FA1E77A511}"/>
              </a:ext>
            </a:extLst>
          </p:cNvPr>
          <p:cNvSpPr>
            <a:spLocks noGrp="1"/>
          </p:cNvSpPr>
          <p:nvPr>
            <p:ph type="ctrTitle" hasCustomPrompt="1"/>
          </p:nvPr>
        </p:nvSpPr>
        <p:spPr>
          <a:xfrm>
            <a:off x="-3802" y="194028"/>
            <a:ext cx="12199605" cy="711228"/>
          </a:xfrm>
          <a:prstGeom prst="rect">
            <a:avLst/>
          </a:prstGeom>
        </p:spPr>
        <p:txBody>
          <a:bodyPr anchor="t" anchorCtr="0">
            <a:normAutofit/>
          </a:bodyPr>
          <a:lstStyle>
            <a:lvl1pPr algn="ctr">
              <a:defRPr sz="5400">
                <a:solidFill>
                  <a:srgbClr val="F86901"/>
                </a:solidFill>
              </a:defRPr>
            </a:lvl1pPr>
          </a:lstStyle>
          <a:p>
            <a:r>
              <a:rPr lang="en-US" dirty="0"/>
              <a:t>Click to add Section Title</a:t>
            </a:r>
          </a:p>
        </p:txBody>
      </p:sp>
      <p:grpSp>
        <p:nvGrpSpPr>
          <p:cNvPr id="8" name="Group 7">
            <a:extLst>
              <a:ext uri="{FF2B5EF4-FFF2-40B4-BE49-F238E27FC236}">
                <a16:creationId xmlns:a16="http://schemas.microsoft.com/office/drawing/2014/main" id="{CAF0325E-5F40-7777-E204-9E4BA1A4B6DA}"/>
              </a:ext>
            </a:extLst>
          </p:cNvPr>
          <p:cNvGrpSpPr/>
          <p:nvPr userDrawn="1"/>
        </p:nvGrpSpPr>
        <p:grpSpPr>
          <a:xfrm>
            <a:off x="0" y="6196105"/>
            <a:ext cx="12192000" cy="667265"/>
            <a:chOff x="0" y="0"/>
            <a:chExt cx="12192000" cy="667265"/>
          </a:xfrm>
        </p:grpSpPr>
        <p:sp>
          <p:nvSpPr>
            <p:cNvPr id="9" name="Rectangle 8">
              <a:extLst>
                <a:ext uri="{FF2B5EF4-FFF2-40B4-BE49-F238E27FC236}">
                  <a16:creationId xmlns:a16="http://schemas.microsoft.com/office/drawing/2014/main" id="{7BE1EBD5-276A-2178-3C82-7DC11C3B06D1}"/>
                </a:ext>
              </a:extLst>
            </p:cNvPr>
            <p:cNvSpPr/>
            <p:nvPr userDrawn="1"/>
          </p:nvSpPr>
          <p:spPr>
            <a:xfrm>
              <a:off x="0" y="0"/>
              <a:ext cx="12192000" cy="667265"/>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1" name="Graphic 22">
              <a:extLst>
                <a:ext uri="{FF2B5EF4-FFF2-40B4-BE49-F238E27FC236}">
                  <a16:creationId xmlns:a16="http://schemas.microsoft.com/office/drawing/2014/main" id="{685F1836-B6AC-ED8C-59E8-3885CE9DECFF}"/>
                </a:ext>
              </a:extLst>
            </p:cNvPr>
            <p:cNvGrpSpPr/>
            <p:nvPr userDrawn="1"/>
          </p:nvGrpSpPr>
          <p:grpSpPr>
            <a:xfrm>
              <a:off x="202133" y="195768"/>
              <a:ext cx="798764" cy="301829"/>
              <a:chOff x="2728880" y="3418045"/>
              <a:chExt cx="3190208" cy="1205483"/>
            </a:xfrm>
            <a:solidFill>
              <a:schemeClr val="bg1"/>
            </a:solidFill>
          </p:grpSpPr>
          <p:sp>
            <p:nvSpPr>
              <p:cNvPr id="12" name="Freeform 11">
                <a:extLst>
                  <a:ext uri="{FF2B5EF4-FFF2-40B4-BE49-F238E27FC236}">
                    <a16:creationId xmlns:a16="http://schemas.microsoft.com/office/drawing/2014/main" id="{5EEF1636-F745-1F7F-8E3E-B775A5EB670F}"/>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13" name="Freeform 12">
                <a:extLst>
                  <a:ext uri="{FF2B5EF4-FFF2-40B4-BE49-F238E27FC236}">
                    <a16:creationId xmlns:a16="http://schemas.microsoft.com/office/drawing/2014/main" id="{C8122115-1D31-D1B6-35C8-F67AF17113BA}"/>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14" name="Freeform 13">
                <a:extLst>
                  <a:ext uri="{FF2B5EF4-FFF2-40B4-BE49-F238E27FC236}">
                    <a16:creationId xmlns:a16="http://schemas.microsoft.com/office/drawing/2014/main" id="{DEEBF1B9-1A0C-A375-DD3F-D5FD1554A310}"/>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grpSp>
      <p:sp>
        <p:nvSpPr>
          <p:cNvPr id="15" name="TextBox 14">
            <a:extLst>
              <a:ext uri="{FF2B5EF4-FFF2-40B4-BE49-F238E27FC236}">
                <a16:creationId xmlns:a16="http://schemas.microsoft.com/office/drawing/2014/main" id="{D0A2D9EA-5E5D-A2CA-BDBD-4F53A57D351F}"/>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16" name="Graphic 15">
            <a:extLst>
              <a:ext uri="{FF2B5EF4-FFF2-40B4-BE49-F238E27FC236}">
                <a16:creationId xmlns:a16="http://schemas.microsoft.com/office/drawing/2014/main" id="{48B95CC8-E34F-5596-6B1E-95339C7D57C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9726" y="6459249"/>
            <a:ext cx="2700733" cy="240066"/>
          </a:xfrm>
          <a:prstGeom prst="rect">
            <a:avLst/>
          </a:prstGeom>
        </p:spPr>
      </p:pic>
    </p:spTree>
    <p:extLst>
      <p:ext uri="{BB962C8B-B14F-4D97-AF65-F5344CB8AC3E}">
        <p14:creationId xmlns:p14="http://schemas.microsoft.com/office/powerpoint/2010/main" val="291164379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2_Section Header or End Slide Option 2">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BD12F59-B40F-5522-8A7F-4A8EAC724640}"/>
              </a:ext>
            </a:extLst>
          </p:cNvPr>
          <p:cNvPicPr>
            <a:picLocks noChangeAspect="1"/>
          </p:cNvPicPr>
          <p:nvPr userDrawn="1"/>
        </p:nvPicPr>
        <p:blipFill>
          <a:blip r:embed="rId2">
            <a:extLst>
              <a:ext uri="{28A0092B-C50C-407E-A947-70E740481C1C}">
                <a14:useLocalDpi xmlns:a14="http://schemas.microsoft.com/office/drawing/2010/main"/>
              </a:ext>
            </a:extLst>
          </a:blip>
          <a:srcRect/>
          <a:stretch>
            <a:fillRect/>
          </a:stretch>
        </p:blipFill>
        <p:spPr>
          <a:xfrm>
            <a:off x="-7605" y="-1"/>
            <a:ext cx="12203408" cy="6858001"/>
          </a:xfrm>
          <a:prstGeom prst="rect">
            <a:avLst/>
          </a:prstGeom>
        </p:spPr>
      </p:pic>
      <p:sp>
        <p:nvSpPr>
          <p:cNvPr id="6" name="Rectangle 5">
            <a:extLst>
              <a:ext uri="{FF2B5EF4-FFF2-40B4-BE49-F238E27FC236}">
                <a16:creationId xmlns:a16="http://schemas.microsoft.com/office/drawing/2014/main" id="{223B444B-A448-2DCC-D7AA-5291F562CA3A}"/>
              </a:ext>
            </a:extLst>
          </p:cNvPr>
          <p:cNvSpPr/>
          <p:nvPr userDrawn="1"/>
        </p:nvSpPr>
        <p:spPr>
          <a:xfrm>
            <a:off x="0" y="0"/>
            <a:ext cx="12192000" cy="106270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F49DC08-176E-6D85-5320-81FA1E77A511}"/>
              </a:ext>
            </a:extLst>
          </p:cNvPr>
          <p:cNvSpPr>
            <a:spLocks noGrp="1"/>
          </p:cNvSpPr>
          <p:nvPr>
            <p:ph type="ctrTitle" hasCustomPrompt="1"/>
          </p:nvPr>
        </p:nvSpPr>
        <p:spPr>
          <a:xfrm>
            <a:off x="-3802" y="194028"/>
            <a:ext cx="12199605" cy="711228"/>
          </a:xfrm>
          <a:prstGeom prst="rect">
            <a:avLst/>
          </a:prstGeom>
        </p:spPr>
        <p:txBody>
          <a:bodyPr anchor="t" anchorCtr="0">
            <a:normAutofit/>
          </a:bodyPr>
          <a:lstStyle>
            <a:lvl1pPr algn="ctr">
              <a:defRPr sz="5400">
                <a:solidFill>
                  <a:srgbClr val="F86901"/>
                </a:solidFill>
              </a:defRPr>
            </a:lvl1pPr>
          </a:lstStyle>
          <a:p>
            <a:r>
              <a:rPr lang="en-US" dirty="0"/>
              <a:t>Click to add Section Title</a:t>
            </a:r>
          </a:p>
        </p:txBody>
      </p:sp>
      <p:grpSp>
        <p:nvGrpSpPr>
          <p:cNvPr id="8" name="Group 7">
            <a:extLst>
              <a:ext uri="{FF2B5EF4-FFF2-40B4-BE49-F238E27FC236}">
                <a16:creationId xmlns:a16="http://schemas.microsoft.com/office/drawing/2014/main" id="{46E3BB9A-3F96-6783-131D-A26CAED4AD69}"/>
              </a:ext>
            </a:extLst>
          </p:cNvPr>
          <p:cNvGrpSpPr/>
          <p:nvPr userDrawn="1"/>
        </p:nvGrpSpPr>
        <p:grpSpPr>
          <a:xfrm>
            <a:off x="0" y="6196105"/>
            <a:ext cx="12192000" cy="667265"/>
            <a:chOff x="0" y="0"/>
            <a:chExt cx="12192000" cy="667265"/>
          </a:xfrm>
        </p:grpSpPr>
        <p:sp>
          <p:nvSpPr>
            <p:cNvPr id="9" name="Rectangle 8">
              <a:extLst>
                <a:ext uri="{FF2B5EF4-FFF2-40B4-BE49-F238E27FC236}">
                  <a16:creationId xmlns:a16="http://schemas.microsoft.com/office/drawing/2014/main" id="{D0BEF0DA-BB7C-4D5C-D410-74CB82ED3097}"/>
                </a:ext>
              </a:extLst>
            </p:cNvPr>
            <p:cNvSpPr/>
            <p:nvPr userDrawn="1"/>
          </p:nvSpPr>
          <p:spPr>
            <a:xfrm>
              <a:off x="0" y="0"/>
              <a:ext cx="12192000" cy="667265"/>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1" name="Graphic 22">
              <a:extLst>
                <a:ext uri="{FF2B5EF4-FFF2-40B4-BE49-F238E27FC236}">
                  <a16:creationId xmlns:a16="http://schemas.microsoft.com/office/drawing/2014/main" id="{DBCACA20-497D-E26B-CB3D-47A5E2B71347}"/>
                </a:ext>
              </a:extLst>
            </p:cNvPr>
            <p:cNvGrpSpPr/>
            <p:nvPr userDrawn="1"/>
          </p:nvGrpSpPr>
          <p:grpSpPr>
            <a:xfrm>
              <a:off x="202133" y="195768"/>
              <a:ext cx="798764" cy="301829"/>
              <a:chOff x="2728880" y="3418045"/>
              <a:chExt cx="3190208" cy="1205483"/>
            </a:xfrm>
            <a:solidFill>
              <a:schemeClr val="bg1"/>
            </a:solidFill>
          </p:grpSpPr>
          <p:sp>
            <p:nvSpPr>
              <p:cNvPr id="12" name="Freeform 11">
                <a:extLst>
                  <a:ext uri="{FF2B5EF4-FFF2-40B4-BE49-F238E27FC236}">
                    <a16:creationId xmlns:a16="http://schemas.microsoft.com/office/drawing/2014/main" id="{FCB48AD3-60DC-5EDF-8BFF-4CBC0BA1C6A3}"/>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13" name="Freeform 12">
                <a:extLst>
                  <a:ext uri="{FF2B5EF4-FFF2-40B4-BE49-F238E27FC236}">
                    <a16:creationId xmlns:a16="http://schemas.microsoft.com/office/drawing/2014/main" id="{065B7B69-0575-2CC7-B3C5-17FDDA875C2B}"/>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14" name="Freeform 13">
                <a:extLst>
                  <a:ext uri="{FF2B5EF4-FFF2-40B4-BE49-F238E27FC236}">
                    <a16:creationId xmlns:a16="http://schemas.microsoft.com/office/drawing/2014/main" id="{C5AD18A1-24CD-FC06-307A-13C0CBDEDF0A}"/>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grpSp>
      <p:sp>
        <p:nvSpPr>
          <p:cNvPr id="15" name="TextBox 14">
            <a:extLst>
              <a:ext uri="{FF2B5EF4-FFF2-40B4-BE49-F238E27FC236}">
                <a16:creationId xmlns:a16="http://schemas.microsoft.com/office/drawing/2014/main" id="{74A5688D-A18F-17E7-367C-A3B86CF24FB8}"/>
              </a:ext>
            </a:extLst>
          </p:cNvPr>
          <p:cNvSpPr txBox="1"/>
          <p:nvPr userDrawn="1"/>
        </p:nvSpPr>
        <p:spPr>
          <a:xfrm>
            <a:off x="11689126" y="6487825"/>
            <a:ext cx="477814" cy="240066"/>
          </a:xfrm>
          <a:prstGeom prst="rect">
            <a:avLst/>
          </a:prstGeom>
          <a:noFill/>
        </p:spPr>
        <p:txBody>
          <a:bodyPr vert="horz" wrap="square" rtlCol="0">
            <a:spAutoFit/>
          </a:bodyPr>
          <a:lstStyle/>
          <a:p>
            <a:pPr algn="l">
              <a:lnSpc>
                <a:spcPct val="80000"/>
              </a:lnSpc>
            </a:pPr>
            <a:r>
              <a:rPr lang="en-US" sz="1200" dirty="0">
                <a:solidFill>
                  <a:schemeClr val="bg1"/>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16" name="Graphic 15">
            <a:extLst>
              <a:ext uri="{FF2B5EF4-FFF2-40B4-BE49-F238E27FC236}">
                <a16:creationId xmlns:a16="http://schemas.microsoft.com/office/drawing/2014/main" id="{B86AE396-9BC0-5D55-B968-B75E298112B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9726" y="6459249"/>
            <a:ext cx="2700733" cy="240066"/>
          </a:xfrm>
          <a:prstGeom prst="rect">
            <a:avLst/>
          </a:prstGeom>
        </p:spPr>
      </p:pic>
    </p:spTree>
    <p:extLst>
      <p:ext uri="{BB962C8B-B14F-4D97-AF65-F5344CB8AC3E}">
        <p14:creationId xmlns:p14="http://schemas.microsoft.com/office/powerpoint/2010/main" val="410720855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png"/><Relationship Id="rId34"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E1241FE-5455-A291-4299-4D8ACC82A358}"/>
              </a:ext>
            </a:extLst>
          </p:cNvPr>
          <p:cNvSpPr/>
          <p:nvPr userDrawn="1"/>
        </p:nvSpPr>
        <p:spPr>
          <a:xfrm>
            <a:off x="0" y="0"/>
            <a:ext cx="12192000" cy="667265"/>
          </a:xfrm>
          <a:prstGeom prst="rect">
            <a:avLst/>
          </a:prstGeom>
          <a:solidFill>
            <a:srgbClr val="F869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extBox 10">
            <a:extLst>
              <a:ext uri="{FF2B5EF4-FFF2-40B4-BE49-F238E27FC236}">
                <a16:creationId xmlns:a16="http://schemas.microsoft.com/office/drawing/2014/main" id="{76C1D4DF-4382-661D-5047-A5BB2C46391E}"/>
              </a:ext>
            </a:extLst>
          </p:cNvPr>
          <p:cNvSpPr txBox="1"/>
          <p:nvPr userDrawn="1"/>
        </p:nvSpPr>
        <p:spPr>
          <a:xfrm>
            <a:off x="11689126" y="269573"/>
            <a:ext cx="477814" cy="240066"/>
          </a:xfrm>
          <a:prstGeom prst="rect">
            <a:avLst/>
          </a:prstGeom>
          <a:noFill/>
        </p:spPr>
        <p:txBody>
          <a:bodyPr vert="horz" wrap="square" rtlCol="0">
            <a:spAutoFit/>
          </a:bodyPr>
          <a:lstStyle/>
          <a:p>
            <a:pPr algn="l">
              <a:lnSpc>
                <a:spcPct val="80000"/>
              </a:lnSpc>
            </a:pPr>
            <a:r>
              <a:rPr lang="en-US" sz="1200" dirty="0">
                <a:solidFill>
                  <a:srgbClr val="E56B2A"/>
                </a:solidFill>
                <a:latin typeface="Georgia"/>
                <a:cs typeface="Georgia"/>
              </a:rPr>
              <a:t> </a:t>
            </a:r>
            <a:fld id="{606D2650-017B-BC48-A893-0334FE68CCF7}" type="slidenum">
              <a:rPr lang="en-US" sz="1133" smtClean="0">
                <a:solidFill>
                  <a:schemeClr val="bg1"/>
                </a:solidFill>
                <a:latin typeface="Arial" panose="020B0604020202020204" pitchFamily="34" charset="0"/>
                <a:cs typeface="Arial" panose="020B0604020202020204" pitchFamily="34" charset="0"/>
              </a:rPr>
              <a:pPr algn="l">
                <a:lnSpc>
                  <a:spcPct val="80000"/>
                </a:lnSpc>
              </a:pPr>
              <a:t>‹#›</a:t>
            </a:fld>
            <a:endParaRPr lang="en-US" sz="1133" dirty="0">
              <a:solidFill>
                <a:schemeClr val="bg1"/>
              </a:solidFill>
              <a:latin typeface="Arial" panose="020B0604020202020204" pitchFamily="34" charset="0"/>
              <a:cs typeface="Arial" panose="020B0604020202020204" pitchFamily="34" charset="0"/>
            </a:endParaRPr>
          </a:p>
        </p:txBody>
      </p:sp>
      <p:pic>
        <p:nvPicPr>
          <p:cNvPr id="12" name="Graphic 11">
            <a:extLst>
              <a:ext uri="{FF2B5EF4-FFF2-40B4-BE49-F238E27FC236}">
                <a16:creationId xmlns:a16="http://schemas.microsoft.com/office/drawing/2014/main" id="{C8B58135-9834-F62E-D6A8-1E65F4F8D7CD}"/>
              </a:ext>
            </a:extLst>
          </p:cNvPr>
          <p:cNvPicPr>
            <a:picLocks noChangeAspect="1"/>
          </p:cNvPicPr>
          <p:nvPr userDrawn="1"/>
        </p:nvPicPr>
        <p:blipFill>
          <a:blip r:embed="rId33">
            <a:extLst>
              <a:ext uri="{96DAC541-7B7A-43D3-8B79-37D633B846F1}">
                <asvg:svgBlip xmlns:asvg="http://schemas.microsoft.com/office/drawing/2016/SVG/main" r:embed="rId34"/>
              </a:ext>
            </a:extLst>
          </a:blip>
          <a:stretch>
            <a:fillRect/>
          </a:stretch>
        </p:blipFill>
        <p:spPr>
          <a:xfrm>
            <a:off x="9069726" y="240997"/>
            <a:ext cx="2700733" cy="240066"/>
          </a:xfrm>
          <a:prstGeom prst="rect">
            <a:avLst/>
          </a:prstGeom>
        </p:spPr>
      </p:pic>
      <p:grpSp>
        <p:nvGrpSpPr>
          <p:cNvPr id="2" name="Graphic 22">
            <a:extLst>
              <a:ext uri="{FF2B5EF4-FFF2-40B4-BE49-F238E27FC236}">
                <a16:creationId xmlns:a16="http://schemas.microsoft.com/office/drawing/2014/main" id="{B57F46E8-AA6C-8E16-EABB-D88B66D14F45}"/>
              </a:ext>
            </a:extLst>
          </p:cNvPr>
          <p:cNvGrpSpPr/>
          <p:nvPr userDrawn="1"/>
        </p:nvGrpSpPr>
        <p:grpSpPr>
          <a:xfrm>
            <a:off x="202133" y="195768"/>
            <a:ext cx="798764" cy="301829"/>
            <a:chOff x="2728880" y="3418045"/>
            <a:chExt cx="3190208" cy="1205483"/>
          </a:xfrm>
          <a:solidFill>
            <a:schemeClr val="bg1"/>
          </a:solidFill>
        </p:grpSpPr>
        <p:sp>
          <p:nvSpPr>
            <p:cNvPr id="3" name="Freeform 2">
              <a:extLst>
                <a:ext uri="{FF2B5EF4-FFF2-40B4-BE49-F238E27FC236}">
                  <a16:creationId xmlns:a16="http://schemas.microsoft.com/office/drawing/2014/main" id="{9071FB11-3FF3-4E00-AE91-7D19E88A56D8}"/>
                </a:ext>
              </a:extLst>
            </p:cNvPr>
            <p:cNvSpPr/>
            <p:nvPr/>
          </p:nvSpPr>
          <p:spPr>
            <a:xfrm>
              <a:off x="4081525" y="3418140"/>
              <a:ext cx="547877" cy="1204531"/>
            </a:xfrm>
            <a:custGeom>
              <a:avLst/>
              <a:gdLst>
                <a:gd name="connsiteX0" fmla="*/ 393478 w 547877"/>
                <a:gd name="connsiteY0" fmla="*/ 129064 h 1204531"/>
                <a:gd name="connsiteX1" fmla="*/ 537686 w 547877"/>
                <a:gd name="connsiteY1" fmla="*/ 74771 h 1204531"/>
                <a:gd name="connsiteX2" fmla="*/ 547878 w 547877"/>
                <a:gd name="connsiteY2" fmla="*/ 74771 h 1204531"/>
                <a:gd name="connsiteX3" fmla="*/ 547878 w 547877"/>
                <a:gd name="connsiteY3" fmla="*/ 0 h 1204531"/>
                <a:gd name="connsiteX4" fmla="*/ 267938 w 547877"/>
                <a:gd name="connsiteY4" fmla="*/ 4667 h 1204531"/>
                <a:gd name="connsiteX5" fmla="*/ 0 w 547877"/>
                <a:gd name="connsiteY5" fmla="*/ 0 h 1204531"/>
                <a:gd name="connsiteX6" fmla="*/ 0 w 547877"/>
                <a:gd name="connsiteY6" fmla="*/ 74771 h 1204531"/>
                <a:gd name="connsiteX7" fmla="*/ 10192 w 547877"/>
                <a:gd name="connsiteY7" fmla="*/ 74771 h 1204531"/>
                <a:gd name="connsiteX8" fmla="*/ 154400 w 547877"/>
                <a:gd name="connsiteY8" fmla="*/ 128968 h 1204531"/>
                <a:gd name="connsiteX9" fmla="*/ 171640 w 547877"/>
                <a:gd name="connsiteY9" fmla="*/ 363188 h 1204531"/>
                <a:gd name="connsiteX10" fmla="*/ 171640 w 547877"/>
                <a:gd name="connsiteY10" fmla="*/ 841153 h 1204531"/>
                <a:gd name="connsiteX11" fmla="*/ 154496 w 547877"/>
                <a:gd name="connsiteY11" fmla="*/ 1075373 h 1204531"/>
                <a:gd name="connsiteX12" fmla="*/ 10192 w 547877"/>
                <a:gd name="connsiteY12" fmla="*/ 1129569 h 1204531"/>
                <a:gd name="connsiteX13" fmla="*/ 0 w 547877"/>
                <a:gd name="connsiteY13" fmla="*/ 1129569 h 1204531"/>
                <a:gd name="connsiteX14" fmla="*/ 0 w 547877"/>
                <a:gd name="connsiteY14" fmla="*/ 1204531 h 1204531"/>
                <a:gd name="connsiteX15" fmla="*/ 268224 w 547877"/>
                <a:gd name="connsiteY15" fmla="*/ 1197102 h 1204531"/>
                <a:gd name="connsiteX16" fmla="*/ 547878 w 547877"/>
                <a:gd name="connsiteY16" fmla="*/ 1204531 h 1204531"/>
                <a:gd name="connsiteX17" fmla="*/ 547878 w 547877"/>
                <a:gd name="connsiteY17" fmla="*/ 1129569 h 1204531"/>
                <a:gd name="connsiteX18" fmla="*/ 537686 w 547877"/>
                <a:gd name="connsiteY18" fmla="*/ 1129569 h 1204531"/>
                <a:gd name="connsiteX19" fmla="*/ 393478 w 547877"/>
                <a:gd name="connsiteY19" fmla="*/ 1075468 h 1204531"/>
                <a:gd name="connsiteX20" fmla="*/ 376333 w 547877"/>
                <a:gd name="connsiteY20" fmla="*/ 841153 h 1204531"/>
                <a:gd name="connsiteX21" fmla="*/ 376333 w 547877"/>
                <a:gd name="connsiteY21" fmla="*/ 363188 h 1204531"/>
                <a:gd name="connsiteX22" fmla="*/ 393478 w 547877"/>
                <a:gd name="connsiteY22" fmla="*/ 129064 h 120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47877" h="1204531">
                  <a:moveTo>
                    <a:pt x="393478" y="129064"/>
                  </a:moveTo>
                  <a:cubicBezTo>
                    <a:pt x="414242" y="74771"/>
                    <a:pt x="482727" y="74771"/>
                    <a:pt x="537686" y="74771"/>
                  </a:cubicBezTo>
                  <a:lnTo>
                    <a:pt x="547878" y="74771"/>
                  </a:lnTo>
                  <a:lnTo>
                    <a:pt x="547878" y="0"/>
                  </a:lnTo>
                  <a:cubicBezTo>
                    <a:pt x="547878" y="0"/>
                    <a:pt x="333565" y="4667"/>
                    <a:pt x="267938" y="4667"/>
                  </a:cubicBezTo>
                  <a:cubicBezTo>
                    <a:pt x="200406" y="4667"/>
                    <a:pt x="0" y="0"/>
                    <a:pt x="0" y="0"/>
                  </a:cubicBezTo>
                  <a:lnTo>
                    <a:pt x="0" y="74771"/>
                  </a:lnTo>
                  <a:lnTo>
                    <a:pt x="10192" y="74771"/>
                  </a:lnTo>
                  <a:cubicBezTo>
                    <a:pt x="65246" y="74771"/>
                    <a:pt x="133731" y="74771"/>
                    <a:pt x="154400" y="128968"/>
                  </a:cubicBezTo>
                  <a:cubicBezTo>
                    <a:pt x="171640" y="175450"/>
                    <a:pt x="171640" y="307086"/>
                    <a:pt x="171640" y="363188"/>
                  </a:cubicBezTo>
                  <a:lnTo>
                    <a:pt x="171640" y="841153"/>
                  </a:lnTo>
                  <a:cubicBezTo>
                    <a:pt x="171640" y="897350"/>
                    <a:pt x="171640" y="1028890"/>
                    <a:pt x="154496" y="1075373"/>
                  </a:cubicBezTo>
                  <a:cubicBezTo>
                    <a:pt x="133731" y="1129569"/>
                    <a:pt x="65246" y="1129569"/>
                    <a:pt x="10192" y="1129569"/>
                  </a:cubicBezTo>
                  <a:lnTo>
                    <a:pt x="0" y="1129569"/>
                  </a:lnTo>
                  <a:lnTo>
                    <a:pt x="0" y="1204531"/>
                  </a:lnTo>
                  <a:cubicBezTo>
                    <a:pt x="0" y="1204341"/>
                    <a:pt x="173260" y="1197102"/>
                    <a:pt x="268224" y="1197102"/>
                  </a:cubicBezTo>
                  <a:cubicBezTo>
                    <a:pt x="377476" y="1197102"/>
                    <a:pt x="547878" y="1204531"/>
                    <a:pt x="547878" y="1204531"/>
                  </a:cubicBezTo>
                  <a:lnTo>
                    <a:pt x="547878" y="1129569"/>
                  </a:lnTo>
                  <a:lnTo>
                    <a:pt x="537686" y="1129569"/>
                  </a:lnTo>
                  <a:cubicBezTo>
                    <a:pt x="482727" y="1129569"/>
                    <a:pt x="414242" y="1129569"/>
                    <a:pt x="393478" y="1075468"/>
                  </a:cubicBezTo>
                  <a:cubicBezTo>
                    <a:pt x="376333" y="1028890"/>
                    <a:pt x="376333" y="897350"/>
                    <a:pt x="376333" y="841153"/>
                  </a:cubicBezTo>
                  <a:lnTo>
                    <a:pt x="376333" y="363188"/>
                  </a:lnTo>
                  <a:cubicBezTo>
                    <a:pt x="376333" y="307086"/>
                    <a:pt x="376333" y="175450"/>
                    <a:pt x="393478" y="129064"/>
                  </a:cubicBezTo>
                </a:path>
              </a:pathLst>
            </a:custGeom>
            <a:grpFill/>
            <a:ln w="9525" cap="flat">
              <a:noFill/>
              <a:prstDash val="solid"/>
              <a:miter/>
            </a:ln>
          </p:spPr>
          <p:txBody>
            <a:bodyPr rtlCol="0" anchor="ctr"/>
            <a:lstStyle/>
            <a:p>
              <a:endParaRPr lang="en-US"/>
            </a:p>
          </p:txBody>
        </p:sp>
        <p:sp>
          <p:nvSpPr>
            <p:cNvPr id="4" name="Freeform 3">
              <a:extLst>
                <a:ext uri="{FF2B5EF4-FFF2-40B4-BE49-F238E27FC236}">
                  <a16:creationId xmlns:a16="http://schemas.microsoft.com/office/drawing/2014/main" id="{A9CDF796-80E7-89FE-ECFA-376EE09D87EF}"/>
                </a:ext>
              </a:extLst>
            </p:cNvPr>
            <p:cNvSpPr/>
            <p:nvPr/>
          </p:nvSpPr>
          <p:spPr>
            <a:xfrm>
              <a:off x="4792185" y="3419283"/>
              <a:ext cx="1126902" cy="1204245"/>
            </a:xfrm>
            <a:custGeom>
              <a:avLst/>
              <a:gdLst>
                <a:gd name="connsiteX0" fmla="*/ 0 w 1126902"/>
                <a:gd name="connsiteY0" fmla="*/ 0 h 1204245"/>
                <a:gd name="connsiteX1" fmla="*/ 0 w 1126902"/>
                <a:gd name="connsiteY1" fmla="*/ 312420 h 1204245"/>
                <a:gd name="connsiteX2" fmla="*/ 74295 w 1126902"/>
                <a:gd name="connsiteY2" fmla="*/ 312420 h 1204245"/>
                <a:gd name="connsiteX3" fmla="*/ 74581 w 1126902"/>
                <a:gd name="connsiteY3" fmla="*/ 302609 h 1204245"/>
                <a:gd name="connsiteX4" fmla="*/ 334328 w 1126902"/>
                <a:gd name="connsiteY4" fmla="*/ 90773 h 1204245"/>
                <a:gd name="connsiteX5" fmla="*/ 352330 w 1126902"/>
                <a:gd name="connsiteY5" fmla="*/ 90678 h 1204245"/>
                <a:gd name="connsiteX6" fmla="*/ 453200 w 1126902"/>
                <a:gd name="connsiteY6" fmla="*/ 106204 h 1204245"/>
                <a:gd name="connsiteX7" fmla="*/ 461201 w 1126902"/>
                <a:gd name="connsiteY7" fmla="*/ 128873 h 1204245"/>
                <a:gd name="connsiteX8" fmla="*/ 461201 w 1126902"/>
                <a:gd name="connsiteY8" fmla="*/ 950119 h 1204245"/>
                <a:gd name="connsiteX9" fmla="*/ 272510 w 1126902"/>
                <a:gd name="connsiteY9" fmla="*/ 1129475 h 1204245"/>
                <a:gd name="connsiteX10" fmla="*/ 262700 w 1126902"/>
                <a:gd name="connsiteY10" fmla="*/ 1129856 h 1204245"/>
                <a:gd name="connsiteX11" fmla="*/ 262700 w 1126902"/>
                <a:gd name="connsiteY11" fmla="*/ 1204246 h 1204245"/>
                <a:gd name="connsiteX12" fmla="*/ 578548 w 1126902"/>
                <a:gd name="connsiteY12" fmla="*/ 1196911 h 1204245"/>
                <a:gd name="connsiteX13" fmla="*/ 864203 w 1126902"/>
                <a:gd name="connsiteY13" fmla="*/ 1204246 h 1204245"/>
                <a:gd name="connsiteX14" fmla="*/ 864203 w 1126902"/>
                <a:gd name="connsiteY14" fmla="*/ 1129856 h 1204245"/>
                <a:gd name="connsiteX15" fmla="*/ 854393 w 1126902"/>
                <a:gd name="connsiteY15" fmla="*/ 1129475 h 1204245"/>
                <a:gd name="connsiteX16" fmla="*/ 665702 w 1126902"/>
                <a:gd name="connsiteY16" fmla="*/ 950119 h 1204245"/>
                <a:gd name="connsiteX17" fmla="*/ 665702 w 1126902"/>
                <a:gd name="connsiteY17" fmla="*/ 128873 h 1204245"/>
                <a:gd name="connsiteX18" fmla="*/ 673608 w 1126902"/>
                <a:gd name="connsiteY18" fmla="*/ 108490 h 1204245"/>
                <a:gd name="connsiteX19" fmla="*/ 791718 w 1126902"/>
                <a:gd name="connsiteY19" fmla="*/ 90488 h 1204245"/>
                <a:gd name="connsiteX20" fmla="*/ 815912 w 1126902"/>
                <a:gd name="connsiteY20" fmla="*/ 90773 h 1204245"/>
                <a:gd name="connsiteX21" fmla="*/ 1052513 w 1126902"/>
                <a:gd name="connsiteY21" fmla="*/ 302895 h 1204245"/>
                <a:gd name="connsiteX22" fmla="*/ 1053084 w 1126902"/>
                <a:gd name="connsiteY22" fmla="*/ 312420 h 1204245"/>
                <a:gd name="connsiteX23" fmla="*/ 1126903 w 1126902"/>
                <a:gd name="connsiteY23" fmla="*/ 312420 h 1204245"/>
                <a:gd name="connsiteX24" fmla="*/ 1126903 w 1126902"/>
                <a:gd name="connsiteY24" fmla="*/ 0 h 1204245"/>
                <a:gd name="connsiteX25" fmla="*/ 563404 w 1126902"/>
                <a:gd name="connsiteY25" fmla="*/ 2857 h 1204245"/>
                <a:gd name="connsiteX26" fmla="*/ 0 w 1126902"/>
                <a:gd name="connsiteY26" fmla="*/ 0 h 120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126902" h="1204245">
                  <a:moveTo>
                    <a:pt x="0" y="0"/>
                  </a:moveTo>
                  <a:lnTo>
                    <a:pt x="0" y="312420"/>
                  </a:lnTo>
                  <a:lnTo>
                    <a:pt x="74295" y="312420"/>
                  </a:lnTo>
                  <a:lnTo>
                    <a:pt x="74581" y="302609"/>
                  </a:lnTo>
                  <a:cubicBezTo>
                    <a:pt x="81344" y="99346"/>
                    <a:pt x="159163" y="90773"/>
                    <a:pt x="334328" y="90773"/>
                  </a:cubicBezTo>
                  <a:cubicBezTo>
                    <a:pt x="340328" y="90773"/>
                    <a:pt x="346424" y="90773"/>
                    <a:pt x="352330" y="90678"/>
                  </a:cubicBezTo>
                  <a:cubicBezTo>
                    <a:pt x="395859" y="90392"/>
                    <a:pt x="437007" y="90106"/>
                    <a:pt x="453200" y="106204"/>
                  </a:cubicBezTo>
                  <a:cubicBezTo>
                    <a:pt x="458629" y="111538"/>
                    <a:pt x="461201" y="118967"/>
                    <a:pt x="461201" y="128873"/>
                  </a:cubicBezTo>
                  <a:lnTo>
                    <a:pt x="461201" y="950119"/>
                  </a:lnTo>
                  <a:cubicBezTo>
                    <a:pt x="461201" y="1072039"/>
                    <a:pt x="444151" y="1122426"/>
                    <a:pt x="272510" y="1129475"/>
                  </a:cubicBezTo>
                  <a:lnTo>
                    <a:pt x="262700" y="1129856"/>
                  </a:lnTo>
                  <a:lnTo>
                    <a:pt x="262700" y="1204246"/>
                  </a:lnTo>
                  <a:cubicBezTo>
                    <a:pt x="262700" y="1204246"/>
                    <a:pt x="462725" y="1196911"/>
                    <a:pt x="578548" y="1196911"/>
                  </a:cubicBezTo>
                  <a:cubicBezTo>
                    <a:pt x="666941" y="1196911"/>
                    <a:pt x="864203" y="1204246"/>
                    <a:pt x="864203" y="1204246"/>
                  </a:cubicBezTo>
                  <a:lnTo>
                    <a:pt x="864203" y="1129856"/>
                  </a:lnTo>
                  <a:lnTo>
                    <a:pt x="854393" y="1129475"/>
                  </a:lnTo>
                  <a:cubicBezTo>
                    <a:pt x="682752" y="1122426"/>
                    <a:pt x="665702" y="1072039"/>
                    <a:pt x="665702" y="950119"/>
                  </a:cubicBezTo>
                  <a:lnTo>
                    <a:pt x="665702" y="128873"/>
                  </a:lnTo>
                  <a:cubicBezTo>
                    <a:pt x="665702" y="120396"/>
                    <a:pt x="668369" y="113729"/>
                    <a:pt x="673608" y="108490"/>
                  </a:cubicBezTo>
                  <a:cubicBezTo>
                    <a:pt x="693420" y="89059"/>
                    <a:pt x="747903" y="89821"/>
                    <a:pt x="791718" y="90488"/>
                  </a:cubicBezTo>
                  <a:cubicBezTo>
                    <a:pt x="800005" y="90583"/>
                    <a:pt x="808196" y="90773"/>
                    <a:pt x="815912" y="90773"/>
                  </a:cubicBezTo>
                  <a:cubicBezTo>
                    <a:pt x="987267" y="90773"/>
                    <a:pt x="1042511" y="140303"/>
                    <a:pt x="1052513" y="302895"/>
                  </a:cubicBezTo>
                  <a:lnTo>
                    <a:pt x="1053084" y="312420"/>
                  </a:lnTo>
                  <a:lnTo>
                    <a:pt x="1126903" y="312420"/>
                  </a:lnTo>
                  <a:lnTo>
                    <a:pt x="1126903" y="0"/>
                  </a:lnTo>
                  <a:cubicBezTo>
                    <a:pt x="1126903" y="0"/>
                    <a:pt x="694468" y="2857"/>
                    <a:pt x="563404" y="2857"/>
                  </a:cubicBezTo>
                  <a:cubicBezTo>
                    <a:pt x="432340" y="2857"/>
                    <a:pt x="0" y="0"/>
                    <a:pt x="0" y="0"/>
                  </a:cubicBezTo>
                </a:path>
              </a:pathLst>
            </a:custGeom>
            <a:grpFill/>
            <a:ln w="9525" cap="flat">
              <a:noFill/>
              <a:prstDash val="solid"/>
              <a:miter/>
            </a:ln>
          </p:spPr>
          <p:txBody>
            <a:bodyPr rtlCol="0" anchor="ctr"/>
            <a:lstStyle/>
            <a:p>
              <a:endParaRPr lang="en-US"/>
            </a:p>
          </p:txBody>
        </p:sp>
        <p:sp>
          <p:nvSpPr>
            <p:cNvPr id="5" name="Freeform 4">
              <a:extLst>
                <a:ext uri="{FF2B5EF4-FFF2-40B4-BE49-F238E27FC236}">
                  <a16:creationId xmlns:a16="http://schemas.microsoft.com/office/drawing/2014/main" id="{396685BB-D245-F24C-E67E-92273E3E8E4B}"/>
                </a:ext>
              </a:extLst>
            </p:cNvPr>
            <p:cNvSpPr/>
            <p:nvPr/>
          </p:nvSpPr>
          <p:spPr>
            <a:xfrm>
              <a:off x="2728880" y="3418045"/>
              <a:ext cx="1195101" cy="1204626"/>
            </a:xfrm>
            <a:custGeom>
              <a:avLst/>
              <a:gdLst>
                <a:gd name="connsiteX0" fmla="*/ 372618 w 1195101"/>
                <a:gd name="connsiteY0" fmla="*/ 571786 h 1204626"/>
                <a:gd name="connsiteX1" fmla="*/ 372523 w 1195101"/>
                <a:gd name="connsiteY1" fmla="*/ 134303 h 1204626"/>
                <a:gd name="connsiteX2" fmla="*/ 386239 w 1195101"/>
                <a:gd name="connsiteY2" fmla="*/ 86487 h 1204626"/>
                <a:gd name="connsiteX3" fmla="*/ 498348 w 1195101"/>
                <a:gd name="connsiteY3" fmla="*/ 85630 h 1204626"/>
                <a:gd name="connsiteX4" fmla="*/ 738473 w 1195101"/>
                <a:gd name="connsiteY4" fmla="*/ 330518 h 1204626"/>
                <a:gd name="connsiteX5" fmla="*/ 640747 w 1195101"/>
                <a:gd name="connsiteY5" fmla="*/ 541687 h 1204626"/>
                <a:gd name="connsiteX6" fmla="*/ 372618 w 1195101"/>
                <a:gd name="connsiteY6" fmla="*/ 571786 h 1204626"/>
                <a:gd name="connsiteX7" fmla="*/ 1186529 w 1195101"/>
                <a:gd name="connsiteY7" fmla="*/ 1129760 h 1204626"/>
                <a:gd name="connsiteX8" fmla="*/ 1017461 w 1195101"/>
                <a:gd name="connsiteY8" fmla="*/ 1040702 h 1204626"/>
                <a:gd name="connsiteX9" fmla="*/ 661797 w 1195101"/>
                <a:gd name="connsiteY9" fmla="*/ 632460 h 1204626"/>
                <a:gd name="connsiteX10" fmla="*/ 964597 w 1195101"/>
                <a:gd name="connsiteY10" fmla="*/ 305371 h 1204626"/>
                <a:gd name="connsiteX11" fmla="*/ 831056 w 1195101"/>
                <a:gd name="connsiteY11" fmla="*/ 55816 h 1204626"/>
                <a:gd name="connsiteX12" fmla="*/ 544639 w 1195101"/>
                <a:gd name="connsiteY12" fmla="*/ 190 h 1204626"/>
                <a:gd name="connsiteX13" fmla="*/ 317468 w 1195101"/>
                <a:gd name="connsiteY13" fmla="*/ 4191 h 1204626"/>
                <a:gd name="connsiteX14" fmla="*/ 191 w 1195101"/>
                <a:gd name="connsiteY14" fmla="*/ 0 h 1204626"/>
                <a:gd name="connsiteX15" fmla="*/ 191 w 1195101"/>
                <a:gd name="connsiteY15" fmla="*/ 74866 h 1204626"/>
                <a:gd name="connsiteX16" fmla="*/ 15050 w 1195101"/>
                <a:gd name="connsiteY16" fmla="*/ 74866 h 1204626"/>
                <a:gd name="connsiteX17" fmla="*/ 152781 w 1195101"/>
                <a:gd name="connsiteY17" fmla="*/ 128683 h 1204626"/>
                <a:gd name="connsiteX18" fmla="*/ 168307 w 1195101"/>
                <a:gd name="connsiteY18" fmla="*/ 350139 h 1204626"/>
                <a:gd name="connsiteX19" fmla="*/ 168307 w 1195101"/>
                <a:gd name="connsiteY19" fmla="*/ 841248 h 1204626"/>
                <a:gd name="connsiteX20" fmla="*/ 161068 w 1195101"/>
                <a:gd name="connsiteY20" fmla="*/ 1034129 h 1204626"/>
                <a:gd name="connsiteX21" fmla="*/ 152686 w 1195101"/>
                <a:gd name="connsiteY21" fmla="*/ 1075944 h 1204626"/>
                <a:gd name="connsiteX22" fmla="*/ 10382 w 1195101"/>
                <a:gd name="connsiteY22" fmla="*/ 1129665 h 1204626"/>
                <a:gd name="connsiteX23" fmla="*/ 0 w 1195101"/>
                <a:gd name="connsiteY23" fmla="*/ 1129665 h 1204626"/>
                <a:gd name="connsiteX24" fmla="*/ 0 w 1195101"/>
                <a:gd name="connsiteY24" fmla="*/ 1204532 h 1204626"/>
                <a:gd name="connsiteX25" fmla="*/ 278225 w 1195101"/>
                <a:gd name="connsiteY25" fmla="*/ 1197102 h 1204626"/>
                <a:gd name="connsiteX26" fmla="*/ 540734 w 1195101"/>
                <a:gd name="connsiteY26" fmla="*/ 1204532 h 1204626"/>
                <a:gd name="connsiteX27" fmla="*/ 540734 w 1195101"/>
                <a:gd name="connsiteY27" fmla="*/ 1129665 h 1204626"/>
                <a:gd name="connsiteX28" fmla="*/ 525971 w 1195101"/>
                <a:gd name="connsiteY28" fmla="*/ 1129665 h 1204626"/>
                <a:gd name="connsiteX29" fmla="*/ 388239 w 1195101"/>
                <a:gd name="connsiteY29" fmla="*/ 1075754 h 1204626"/>
                <a:gd name="connsiteX30" fmla="*/ 379857 w 1195101"/>
                <a:gd name="connsiteY30" fmla="*/ 1034034 h 1204626"/>
                <a:gd name="connsiteX31" fmla="*/ 372618 w 1195101"/>
                <a:gd name="connsiteY31" fmla="*/ 854297 h 1204626"/>
                <a:gd name="connsiteX32" fmla="*/ 372618 w 1195101"/>
                <a:gd name="connsiteY32" fmla="*/ 653510 h 1204626"/>
                <a:gd name="connsiteX33" fmla="*/ 479107 w 1195101"/>
                <a:gd name="connsiteY33" fmla="*/ 702469 h 1204626"/>
                <a:gd name="connsiteX34" fmla="*/ 501110 w 1195101"/>
                <a:gd name="connsiteY34" fmla="*/ 728472 h 1204626"/>
                <a:gd name="connsiteX35" fmla="*/ 797909 w 1195101"/>
                <a:gd name="connsiteY35" fmla="*/ 1096804 h 1204626"/>
                <a:gd name="connsiteX36" fmla="*/ 885158 w 1195101"/>
                <a:gd name="connsiteY36" fmla="*/ 1204532 h 1204626"/>
                <a:gd name="connsiteX37" fmla="*/ 1027366 w 1195101"/>
                <a:gd name="connsiteY37" fmla="*/ 1200436 h 1204626"/>
                <a:gd name="connsiteX38" fmla="*/ 1195102 w 1195101"/>
                <a:gd name="connsiteY38" fmla="*/ 1204627 h 1204626"/>
                <a:gd name="connsiteX39" fmla="*/ 1195102 w 1195101"/>
                <a:gd name="connsiteY39" fmla="*/ 1131094 h 1204626"/>
                <a:gd name="connsiteX40" fmla="*/ 1186529 w 1195101"/>
                <a:gd name="connsiteY40" fmla="*/ 1129760 h 1204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195101" h="1204626">
                  <a:moveTo>
                    <a:pt x="372618" y="571786"/>
                  </a:moveTo>
                  <a:cubicBezTo>
                    <a:pt x="372618" y="571786"/>
                    <a:pt x="372618" y="136874"/>
                    <a:pt x="372523" y="134303"/>
                  </a:cubicBezTo>
                  <a:cubicBezTo>
                    <a:pt x="372237" y="116967"/>
                    <a:pt x="371761" y="93250"/>
                    <a:pt x="386239" y="86487"/>
                  </a:cubicBezTo>
                  <a:cubicBezTo>
                    <a:pt x="396240" y="82105"/>
                    <a:pt x="493014" y="85630"/>
                    <a:pt x="498348" y="85630"/>
                  </a:cubicBezTo>
                  <a:cubicBezTo>
                    <a:pt x="650938" y="85630"/>
                    <a:pt x="738473" y="174974"/>
                    <a:pt x="738473" y="330518"/>
                  </a:cubicBezTo>
                  <a:cubicBezTo>
                    <a:pt x="738473" y="443960"/>
                    <a:pt x="708374" y="509016"/>
                    <a:pt x="640747" y="541687"/>
                  </a:cubicBezTo>
                  <a:cubicBezTo>
                    <a:pt x="577691" y="571976"/>
                    <a:pt x="372618" y="571786"/>
                    <a:pt x="372618" y="571786"/>
                  </a:cubicBezTo>
                  <a:moveTo>
                    <a:pt x="1186529" y="1129760"/>
                  </a:moveTo>
                  <a:cubicBezTo>
                    <a:pt x="1100138" y="1116235"/>
                    <a:pt x="1074134" y="1106424"/>
                    <a:pt x="1017461" y="1040702"/>
                  </a:cubicBezTo>
                  <a:lnTo>
                    <a:pt x="661797" y="632460"/>
                  </a:lnTo>
                  <a:cubicBezTo>
                    <a:pt x="849059" y="608076"/>
                    <a:pt x="964597" y="484251"/>
                    <a:pt x="964597" y="305371"/>
                  </a:cubicBezTo>
                  <a:cubicBezTo>
                    <a:pt x="964597" y="188976"/>
                    <a:pt x="919544" y="105061"/>
                    <a:pt x="831056" y="55816"/>
                  </a:cubicBezTo>
                  <a:cubicBezTo>
                    <a:pt x="763619" y="18383"/>
                    <a:pt x="670084" y="190"/>
                    <a:pt x="544639" y="190"/>
                  </a:cubicBezTo>
                  <a:cubicBezTo>
                    <a:pt x="507206" y="1143"/>
                    <a:pt x="416909" y="4191"/>
                    <a:pt x="317468" y="4191"/>
                  </a:cubicBezTo>
                  <a:cubicBezTo>
                    <a:pt x="214313" y="4191"/>
                    <a:pt x="191" y="0"/>
                    <a:pt x="191" y="0"/>
                  </a:cubicBezTo>
                  <a:lnTo>
                    <a:pt x="191" y="74866"/>
                  </a:lnTo>
                  <a:lnTo>
                    <a:pt x="15050" y="74866"/>
                  </a:lnTo>
                  <a:cubicBezTo>
                    <a:pt x="71818" y="74486"/>
                    <a:pt x="135731" y="74771"/>
                    <a:pt x="152781" y="128683"/>
                  </a:cubicBezTo>
                  <a:cubicBezTo>
                    <a:pt x="168307" y="175355"/>
                    <a:pt x="168307" y="306896"/>
                    <a:pt x="168307" y="350139"/>
                  </a:cubicBezTo>
                  <a:lnTo>
                    <a:pt x="168307" y="841248"/>
                  </a:lnTo>
                  <a:cubicBezTo>
                    <a:pt x="168307" y="895445"/>
                    <a:pt x="168307" y="977837"/>
                    <a:pt x="161068" y="1034129"/>
                  </a:cubicBezTo>
                  <a:cubicBezTo>
                    <a:pt x="158972" y="1050798"/>
                    <a:pt x="156210" y="1065276"/>
                    <a:pt x="152686" y="1075944"/>
                  </a:cubicBezTo>
                  <a:cubicBezTo>
                    <a:pt x="135350" y="1129665"/>
                    <a:pt x="66104" y="1129665"/>
                    <a:pt x="10382" y="1129665"/>
                  </a:cubicBezTo>
                  <a:lnTo>
                    <a:pt x="0" y="1129665"/>
                  </a:lnTo>
                  <a:lnTo>
                    <a:pt x="0" y="1204532"/>
                  </a:lnTo>
                  <a:cubicBezTo>
                    <a:pt x="0" y="1204532"/>
                    <a:pt x="166783" y="1197102"/>
                    <a:pt x="278225" y="1197102"/>
                  </a:cubicBezTo>
                  <a:cubicBezTo>
                    <a:pt x="374047" y="1197102"/>
                    <a:pt x="540734" y="1204246"/>
                    <a:pt x="540734" y="1204532"/>
                  </a:cubicBezTo>
                  <a:lnTo>
                    <a:pt x="540734" y="1129665"/>
                  </a:lnTo>
                  <a:lnTo>
                    <a:pt x="525971" y="1129665"/>
                  </a:lnTo>
                  <a:cubicBezTo>
                    <a:pt x="470059" y="1129951"/>
                    <a:pt x="406813" y="1129760"/>
                    <a:pt x="388239" y="1075754"/>
                  </a:cubicBezTo>
                  <a:cubicBezTo>
                    <a:pt x="384620" y="1065086"/>
                    <a:pt x="381953" y="1050607"/>
                    <a:pt x="379857" y="1034034"/>
                  </a:cubicBezTo>
                  <a:cubicBezTo>
                    <a:pt x="372618" y="978122"/>
                    <a:pt x="372618" y="898017"/>
                    <a:pt x="372618" y="854297"/>
                  </a:cubicBezTo>
                  <a:lnTo>
                    <a:pt x="372618" y="653510"/>
                  </a:lnTo>
                  <a:cubicBezTo>
                    <a:pt x="439198" y="654082"/>
                    <a:pt x="444913" y="661035"/>
                    <a:pt x="479107" y="702469"/>
                  </a:cubicBezTo>
                  <a:cubicBezTo>
                    <a:pt x="485489" y="710089"/>
                    <a:pt x="492728" y="718756"/>
                    <a:pt x="501110" y="728472"/>
                  </a:cubicBezTo>
                  <a:lnTo>
                    <a:pt x="797909" y="1096804"/>
                  </a:lnTo>
                  <a:lnTo>
                    <a:pt x="885158" y="1204532"/>
                  </a:lnTo>
                  <a:cubicBezTo>
                    <a:pt x="885158" y="1204532"/>
                    <a:pt x="980885" y="1200436"/>
                    <a:pt x="1027366" y="1200436"/>
                  </a:cubicBezTo>
                  <a:cubicBezTo>
                    <a:pt x="1094994" y="1200436"/>
                    <a:pt x="1195102" y="1204627"/>
                    <a:pt x="1195102" y="1204627"/>
                  </a:cubicBezTo>
                  <a:lnTo>
                    <a:pt x="1195102" y="1131094"/>
                  </a:lnTo>
                  <a:lnTo>
                    <a:pt x="1186529" y="1129760"/>
                  </a:lnTo>
                  <a:close/>
                </a:path>
              </a:pathLst>
            </a:custGeom>
            <a:grpFill/>
            <a:ln w="9525" cap="flat">
              <a:noFill/>
              <a:prstDash val="solid"/>
              <a:miter/>
            </a:ln>
          </p:spPr>
          <p:txBody>
            <a:bodyPr rtlCol="0" anchor="ctr"/>
            <a:lstStyle/>
            <a:p>
              <a:endParaRPr lang="en-US"/>
            </a:p>
          </p:txBody>
        </p:sp>
      </p:grpSp>
      <p:sp>
        <p:nvSpPr>
          <p:cNvPr id="7" name="Text Placeholder 14">
            <a:extLst>
              <a:ext uri="{FF2B5EF4-FFF2-40B4-BE49-F238E27FC236}">
                <a16:creationId xmlns:a16="http://schemas.microsoft.com/office/drawing/2014/main" id="{B2FA6A51-A5BE-ED85-970D-14A0D99441CA}"/>
              </a:ext>
            </a:extLst>
          </p:cNvPr>
          <p:cNvSpPr txBox="1">
            <a:spLocks/>
          </p:cNvSpPr>
          <p:nvPr userDrawn="1"/>
        </p:nvSpPr>
        <p:spPr>
          <a:xfrm>
            <a:off x="386787" y="3433939"/>
            <a:ext cx="2466141" cy="954856"/>
          </a:xfrm>
          <a:prstGeom prst="rect">
            <a:avLst/>
          </a:prstGeom>
        </p:spPr>
        <p:txBody>
          <a:bodyPr/>
          <a:lstStyle>
            <a:lvl1pPr marL="0" indent="0" algn="l" defTabSz="914400" rtl="0" eaLnBrk="1" latinLnBrk="0" hangingPunct="1">
              <a:lnSpc>
                <a:spcPct val="90000"/>
              </a:lnSpc>
              <a:spcBef>
                <a:spcPts val="1000"/>
              </a:spcBef>
              <a:buFont typeface="Arial" panose="020B0604020202020204" pitchFamily="34" charset="0"/>
              <a:buNone/>
              <a:defRPr sz="2000" b="1" kern="1200">
                <a:solidFill>
                  <a:srgbClr val="E56B2A"/>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p:txBody>
      </p:sp>
    </p:spTree>
    <p:extLst>
      <p:ext uri="{BB962C8B-B14F-4D97-AF65-F5344CB8AC3E}">
        <p14:creationId xmlns:p14="http://schemas.microsoft.com/office/powerpoint/2010/main" val="1028619633"/>
      </p:ext>
    </p:extLst>
  </p:cSld>
  <p:clrMap bg1="lt1" tx1="dk1" bg2="lt2" tx2="dk2" accent1="accent1" accent2="accent2" accent3="accent3" accent4="accent4" accent5="accent5" accent6="accent6" hlink="hlink" folHlink="folHlink"/>
  <p:sldLayoutIdLst>
    <p:sldLayoutId id="2147483649" r:id="rId1"/>
    <p:sldLayoutId id="2147483693" r:id="rId2"/>
    <p:sldLayoutId id="2147483694" r:id="rId3"/>
    <p:sldLayoutId id="2147483670" r:id="rId4"/>
    <p:sldLayoutId id="2147483696" r:id="rId5"/>
    <p:sldLayoutId id="2147483733" r:id="rId6"/>
    <p:sldLayoutId id="2147483734" r:id="rId7"/>
    <p:sldLayoutId id="2147483748" r:id="rId8"/>
    <p:sldLayoutId id="2147483749" r:id="rId9"/>
    <p:sldLayoutId id="2147483671" r:id="rId10"/>
    <p:sldLayoutId id="2147483719" r:id="rId11"/>
    <p:sldLayoutId id="2147483746" r:id="rId12"/>
    <p:sldLayoutId id="2147483747" r:id="rId13"/>
    <p:sldLayoutId id="2147483675" r:id="rId14"/>
    <p:sldLayoutId id="2147483701" r:id="rId15"/>
    <p:sldLayoutId id="2147483672" r:id="rId16"/>
    <p:sldLayoutId id="2147483703" r:id="rId17"/>
    <p:sldLayoutId id="2147483676" r:id="rId18"/>
    <p:sldLayoutId id="2147483705" r:id="rId19"/>
    <p:sldLayoutId id="2147483667" r:id="rId20"/>
    <p:sldLayoutId id="2147483745" r:id="rId21"/>
    <p:sldLayoutId id="2147483698" r:id="rId22"/>
    <p:sldLayoutId id="2147483697" r:id="rId23"/>
    <p:sldLayoutId id="2147483674" r:id="rId24"/>
    <p:sldLayoutId id="2147483741" r:id="rId25"/>
    <p:sldLayoutId id="2147483742" r:id="rId26"/>
    <p:sldLayoutId id="2147483739" r:id="rId27"/>
    <p:sldLayoutId id="2147483744" r:id="rId28"/>
    <p:sldLayoutId id="2147483725" r:id="rId29"/>
    <p:sldLayoutId id="2147483726" r:id="rId30"/>
    <p:sldLayoutId id="2147483750" r:id="rId31"/>
  </p:sldLayoutIdLst>
  <p:hf hdr="0" ftr="0"/>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236043" y="1200000"/>
            <a:ext cx="5700000" cy="2900000"/>
          </a:xfrm>
        </p:spPr>
        <p:txBody>
          <a:bodyPr wrap="square" anchor="b">
            <a:noAutofit/>
          </a:bodyPr>
          <a:lstStyle/>
          <a:p>
            <a:pPr algn="r"/>
            <a:r>
              <a:rPr lang="en-US" sz="2800" b="1" dirty="0"/>
              <a:t>Dynamic Flexible Job Shop Scheduling via Deep Reinforcement Learning</a:t>
            </a:r>
          </a:p>
        </p:txBody>
      </p:sp>
      <p:sp>
        <p:nvSpPr>
          <p:cNvPr id="3" name="Subtitle 2"/>
          <p:cNvSpPr>
            <a:spLocks noGrp="1"/>
          </p:cNvSpPr>
          <p:nvPr>
            <p:ph type="subTitle" idx="1"/>
          </p:nvPr>
        </p:nvSpPr>
        <p:spPr>
          <a:xfrm>
            <a:off x="6236043" y="4200000"/>
            <a:ext cx="5700000" cy="1450000"/>
          </a:xfrm>
        </p:spPr>
        <p:txBody>
          <a:bodyPr>
            <a:noAutofit/>
          </a:bodyPr>
          <a:lstStyle/>
          <a:p>
            <a:pPr algn="r"/>
            <a:r>
              <a:rPr lang="en-US" sz="1800" b="1" dirty="0"/>
              <a:t>Unity/AGV Simulation — Capstone Planning Presentation</a:t>
            </a:r>
          </a:p>
          <a:p>
            <a:pPr algn="r"/>
            <a:r>
              <a:rPr lang="en-US" sz="1400" b="0" dirty="0"/>
              <a:t>Mike Eaton  ·  Advisor: Dr. Michael Kuhl  ·  Solo Capstone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91672" cy="713232"/>
          </a:xfrm>
          <a:prstGeom prst="rect">
            <a:avLst/>
          </a:prstGeom>
          <a:noFill/>
        </p:spPr>
        <p:txBody>
          <a:bodyPr wrap="square" lIns="0" rIns="0" tIns="0" bIns="0" anchor="b">
            <a:spAutoFit/>
          </a:bodyPr>
          <a:lstStyle/>
          <a:p>
            <a:pPr algn="l"/>
            <a:r>
              <a:rPr sz="3200" b="1" i="0">
                <a:solidFill>
                  <a:srgbClr val="0E2841"/>
                </a:solidFill>
                <a:latin typeface="Arial"/>
              </a:rPr>
              <a:t>Project Overview</a:t>
            </a:r>
          </a:p>
        </p:txBody>
      </p:sp>
      <p:sp>
        <p:nvSpPr>
          <p:cNvPr id="3" name="Oval 2"/>
          <p:cNvSpPr/>
          <p:nvPr/>
        </p:nvSpPr>
        <p:spPr>
          <a:xfrm>
            <a:off x="548640" y="169164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1</a:t>
            </a:r>
          </a:p>
        </p:txBody>
      </p:sp>
      <p:sp>
        <p:nvSpPr>
          <p:cNvPr id="4" name="TextBox 3"/>
          <p:cNvSpPr txBox="1"/>
          <p:nvPr/>
        </p:nvSpPr>
        <p:spPr>
          <a:xfrm>
            <a:off x="1115568" y="1645920"/>
            <a:ext cx="9582912" cy="1005840"/>
          </a:xfrm>
          <a:prstGeom prst="rect">
            <a:avLst/>
          </a:prstGeom>
          <a:noFill/>
        </p:spPr>
        <p:txBody>
          <a:bodyPr wrap="square" lIns="0" rIns="0" tIns="0" bIns="0" anchor="t">
            <a:spAutoFit/>
          </a:bodyPr>
          <a:lstStyle/>
          <a:p>
            <a:r>
              <a:rPr sz="1700" b="1" i="0">
                <a:solidFill>
                  <a:srgbClr val="0E2841"/>
                </a:solidFill>
                <a:latin typeface="Arial"/>
              </a:rPr>
              <a:t>Real-time 3D simulation of the Flexible Job Shop Scheduling Problem (FJSP)</a:t>
            </a:r>
          </a:p>
        </p:txBody>
      </p:sp>
      <p:sp>
        <p:nvSpPr>
          <p:cNvPr id="5" name="Oval 4"/>
          <p:cNvSpPr/>
          <p:nvPr/>
        </p:nvSpPr>
        <p:spPr>
          <a:xfrm>
            <a:off x="548640" y="286512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2</a:t>
            </a:r>
          </a:p>
        </p:txBody>
      </p:sp>
      <p:sp>
        <p:nvSpPr>
          <p:cNvPr id="6" name="TextBox 5"/>
          <p:cNvSpPr txBox="1"/>
          <p:nvPr/>
        </p:nvSpPr>
        <p:spPr>
          <a:xfrm>
            <a:off x="1115568" y="2819400"/>
            <a:ext cx="9582912" cy="1005840"/>
          </a:xfrm>
          <a:prstGeom prst="rect">
            <a:avLst/>
          </a:prstGeom>
          <a:noFill/>
        </p:spPr>
        <p:txBody>
          <a:bodyPr wrap="square" lIns="0" rIns="0" tIns="0" bIns="0" anchor="t">
            <a:spAutoFit/>
          </a:bodyPr>
          <a:lstStyle/>
          <a:p>
            <a:r>
              <a:rPr sz="1700" b="1" i="0">
                <a:solidFill>
                  <a:srgbClr val="0E2841"/>
                </a:solidFill>
                <a:latin typeface="Arial"/>
              </a:rPr>
              <a:t>Jobs physically transported by a fleet of AGVs</a:t>
            </a:r>
          </a:p>
          <a:p>
            <a:pPr>
              <a:spcBef>
                <a:spcPts val="200"/>
              </a:spcBef>
            </a:pPr>
            <a:r>
              <a:rPr sz="1400" b="0" i="0">
                <a:solidFill>
                  <a:srgbClr val="333A40"/>
                </a:solidFill>
                <a:latin typeface="Arial"/>
              </a:rPr>
              <a:t>Not instantaneous, as in classic DES / scheduling literature</a:t>
            </a:r>
          </a:p>
        </p:txBody>
      </p:sp>
      <p:sp>
        <p:nvSpPr>
          <p:cNvPr id="7" name="Oval 6"/>
          <p:cNvSpPr/>
          <p:nvPr/>
        </p:nvSpPr>
        <p:spPr>
          <a:xfrm>
            <a:off x="548640" y="403860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3</a:t>
            </a:r>
          </a:p>
        </p:txBody>
      </p:sp>
      <p:sp>
        <p:nvSpPr>
          <p:cNvPr id="8" name="TextBox 7"/>
          <p:cNvSpPr txBox="1"/>
          <p:nvPr/>
        </p:nvSpPr>
        <p:spPr>
          <a:xfrm>
            <a:off x="1115568" y="3992880"/>
            <a:ext cx="9582912" cy="1005840"/>
          </a:xfrm>
          <a:prstGeom prst="rect">
            <a:avLst/>
          </a:prstGeom>
          <a:noFill/>
        </p:spPr>
        <p:txBody>
          <a:bodyPr wrap="square" lIns="0" rIns="0" tIns="0" bIns="0" anchor="t">
            <a:spAutoFit/>
          </a:bodyPr>
          <a:lstStyle/>
          <a:p>
            <a:r>
              <a:rPr sz="1700" b="1" i="0">
                <a:solidFill>
                  <a:srgbClr val="0E2841"/>
                </a:solidFill>
                <a:latin typeface="Arial"/>
              </a:rPr>
              <a:t>Built in Unity/C# with ML-Agents</a:t>
            </a:r>
          </a:p>
          <a:p>
            <a:pPr>
              <a:spcBef>
                <a:spcPts val="200"/>
              </a:spcBef>
            </a:pPr>
            <a:r>
              <a:rPr sz="1400" b="0" i="0">
                <a:solidFill>
                  <a:srgbClr val="333A40"/>
                </a:solidFill>
                <a:latin typeface="Arial"/>
              </a:rPr>
              <a:t>Trained via a Python-side PPO agent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91672" cy="713232"/>
          </a:xfrm>
          <a:prstGeom prst="rect">
            <a:avLst/>
          </a:prstGeom>
          <a:noFill/>
        </p:spPr>
        <p:txBody>
          <a:bodyPr wrap="square" lIns="0" rIns="0" tIns="0" bIns="0" anchor="b">
            <a:spAutoFit/>
          </a:bodyPr>
          <a:lstStyle/>
          <a:p>
            <a:pPr algn="l"/>
            <a:r>
              <a:rPr sz="3200" b="1" i="0">
                <a:solidFill>
                  <a:srgbClr val="0E2841"/>
                </a:solidFill>
                <a:latin typeface="Arial"/>
              </a:rPr>
              <a:t>Original Research Questions (from DSCI-601)</a:t>
            </a:r>
          </a:p>
        </p:txBody>
      </p:sp>
      <p:sp>
        <p:nvSpPr>
          <p:cNvPr id="3" name="Oval 2"/>
          <p:cNvSpPr/>
          <p:nvPr/>
        </p:nvSpPr>
        <p:spPr>
          <a:xfrm>
            <a:off x="548640" y="1691640"/>
            <a:ext cx="384048" cy="384048"/>
          </a:xfrm>
          <a:prstGeom prst="ellipse">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1</a:t>
            </a:r>
          </a:p>
        </p:txBody>
      </p:sp>
      <p:sp>
        <p:nvSpPr>
          <p:cNvPr id="4" name="TextBox 3"/>
          <p:cNvSpPr txBox="1"/>
          <p:nvPr/>
        </p:nvSpPr>
        <p:spPr>
          <a:xfrm>
            <a:off x="1115568" y="1645920"/>
            <a:ext cx="9582912" cy="1005840"/>
          </a:xfrm>
          <a:prstGeom prst="rect">
            <a:avLst/>
          </a:prstGeom>
          <a:noFill/>
        </p:spPr>
        <p:txBody>
          <a:bodyPr wrap="square" lIns="0" rIns="0" tIns="0" bIns="0" anchor="t">
            <a:spAutoFit/>
          </a:bodyPr>
          <a:lstStyle/>
          <a:p>
            <a:r>
              <a:rPr sz="1700" b="1" i="0">
                <a:solidFill>
                  <a:srgbClr val="0E2841"/>
                </a:solidFill>
                <a:latin typeface="Arial"/>
              </a:rPr>
              <a:t>RQ1</a:t>
            </a:r>
          </a:p>
          <a:p>
            <a:pPr>
              <a:spcBef>
                <a:spcPts val="200"/>
              </a:spcBef>
            </a:pPr>
            <a:r>
              <a:rPr sz="1400" b="0" i="0">
                <a:solidFill>
                  <a:srgbClr val="333A40"/>
                </a:solidFill>
                <a:latin typeface="Arial"/>
              </a:rPr>
              <a:t>Can PPO match standard heuristics under ideal, obstacle-free conditions?</a:t>
            </a:r>
          </a:p>
        </p:txBody>
      </p:sp>
      <p:sp>
        <p:nvSpPr>
          <p:cNvPr id="5" name="Oval 4"/>
          <p:cNvSpPr/>
          <p:nvPr/>
        </p:nvSpPr>
        <p:spPr>
          <a:xfrm>
            <a:off x="548640" y="2865120"/>
            <a:ext cx="384048" cy="384048"/>
          </a:xfrm>
          <a:prstGeom prst="ellipse">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2</a:t>
            </a:r>
          </a:p>
        </p:txBody>
      </p:sp>
      <p:sp>
        <p:nvSpPr>
          <p:cNvPr id="6" name="TextBox 5"/>
          <p:cNvSpPr txBox="1"/>
          <p:nvPr/>
        </p:nvSpPr>
        <p:spPr>
          <a:xfrm>
            <a:off x="1115568" y="2819400"/>
            <a:ext cx="9582912" cy="1005840"/>
          </a:xfrm>
          <a:prstGeom prst="rect">
            <a:avLst/>
          </a:prstGeom>
          <a:noFill/>
        </p:spPr>
        <p:txBody>
          <a:bodyPr wrap="square" lIns="0" rIns="0" tIns="0" bIns="0" anchor="t">
            <a:spAutoFit/>
          </a:bodyPr>
          <a:lstStyle/>
          <a:p>
            <a:r>
              <a:rPr sz="1700" b="1" i="0">
                <a:solidFill>
                  <a:srgbClr val="0E2841"/>
                </a:solidFill>
                <a:latin typeface="Arial"/>
              </a:rPr>
              <a:t>RQ2</a:t>
            </a:r>
          </a:p>
          <a:p>
            <a:pPr>
              <a:spcBef>
                <a:spcPts val="200"/>
              </a:spcBef>
            </a:pPr>
            <a:r>
              <a:rPr sz="1400" b="0" i="0">
                <a:solidFill>
                  <a:srgbClr val="333A40"/>
                </a:solidFill>
                <a:latin typeface="Arial"/>
              </a:rPr>
              <a:t>How does the heuristic/PPO gap evolve as spatial obstacles are introduced?</a:t>
            </a:r>
          </a:p>
        </p:txBody>
      </p:sp>
      <p:sp>
        <p:nvSpPr>
          <p:cNvPr id="7" name="Oval 6"/>
          <p:cNvSpPr/>
          <p:nvPr/>
        </p:nvSpPr>
        <p:spPr>
          <a:xfrm>
            <a:off x="548640" y="4038600"/>
            <a:ext cx="384048" cy="384048"/>
          </a:xfrm>
          <a:prstGeom prst="ellipse">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3</a:t>
            </a:r>
          </a:p>
        </p:txBody>
      </p:sp>
      <p:sp>
        <p:nvSpPr>
          <p:cNvPr id="8" name="TextBox 7"/>
          <p:cNvSpPr txBox="1"/>
          <p:nvPr/>
        </p:nvSpPr>
        <p:spPr>
          <a:xfrm>
            <a:off x="1115568" y="3992880"/>
            <a:ext cx="9582912" cy="1005840"/>
          </a:xfrm>
          <a:prstGeom prst="rect">
            <a:avLst/>
          </a:prstGeom>
          <a:noFill/>
        </p:spPr>
        <p:txBody>
          <a:bodyPr wrap="square" lIns="0" rIns="0" tIns="0" bIns="0" anchor="t">
            <a:spAutoFit/>
          </a:bodyPr>
          <a:lstStyle/>
          <a:p>
            <a:r>
              <a:rPr sz="1700" b="1" i="0">
                <a:solidFill>
                  <a:srgbClr val="0E2841"/>
                </a:solidFill>
                <a:latin typeface="Arial"/>
              </a:rPr>
              <a:t>RQ3</a:t>
            </a:r>
          </a:p>
          <a:p>
            <a:pPr>
              <a:spcBef>
                <a:spcPts val="200"/>
              </a:spcBef>
            </a:pPr>
            <a:r>
              <a:rPr sz="1400" b="0" i="0">
                <a:solidFill>
                  <a:srgbClr val="333A40"/>
                </a:solidFill>
                <a:latin typeface="Arial"/>
              </a:rPr>
              <a:t>Do spatial penalties trade machine utilization for better logistical flow?</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91672" cy="713232"/>
          </a:xfrm>
          <a:prstGeom prst="rect">
            <a:avLst/>
          </a:prstGeom>
          <a:noFill/>
        </p:spPr>
        <p:txBody>
          <a:bodyPr wrap="square" lIns="0" rIns="0" tIns="0" bIns="0" anchor="b">
            <a:spAutoFit/>
          </a:bodyPr>
          <a:lstStyle/>
          <a:p>
            <a:pPr algn="l"/>
            <a:r>
              <a:rPr sz="3200" b="1" i="0">
                <a:solidFill>
                  <a:srgbClr val="0E2841"/>
                </a:solidFill>
                <a:latin typeface="Arial"/>
              </a:rPr>
              <a:t>Progress — Realism &amp; Failure Modeling (May)</a:t>
            </a:r>
          </a:p>
        </p:txBody>
      </p:sp>
      <p:sp>
        <p:nvSpPr>
          <p:cNvPr id="3" name="Oval 2"/>
          <p:cNvSpPr/>
          <p:nvPr/>
        </p:nvSpPr>
        <p:spPr>
          <a:xfrm>
            <a:off x="548640" y="169164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1</a:t>
            </a:r>
          </a:p>
        </p:txBody>
      </p:sp>
      <p:sp>
        <p:nvSpPr>
          <p:cNvPr id="4" name="TextBox 3"/>
          <p:cNvSpPr txBox="1"/>
          <p:nvPr/>
        </p:nvSpPr>
        <p:spPr>
          <a:xfrm>
            <a:off x="1115568" y="1645920"/>
            <a:ext cx="9582912" cy="1005840"/>
          </a:xfrm>
          <a:prstGeom prst="rect">
            <a:avLst/>
          </a:prstGeom>
          <a:noFill/>
        </p:spPr>
        <p:txBody>
          <a:bodyPr wrap="square" lIns="0" rIns="0" tIns="0" bIns="0" anchor="t">
            <a:spAutoFit/>
          </a:bodyPr>
          <a:lstStyle/>
          <a:p>
            <a:r>
              <a:rPr sz="1700" b="1" i="0">
                <a:solidFill>
                  <a:srgbClr val="0E2841"/>
                </a:solidFill>
                <a:latin typeface="Arial"/>
              </a:rPr>
              <a:t>Machine failure → repair → fix cycle added</a:t>
            </a:r>
          </a:p>
        </p:txBody>
      </p:sp>
      <p:sp>
        <p:nvSpPr>
          <p:cNvPr id="5" name="Oval 4"/>
          <p:cNvSpPr/>
          <p:nvPr/>
        </p:nvSpPr>
        <p:spPr>
          <a:xfrm>
            <a:off x="548640" y="286512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2</a:t>
            </a:r>
          </a:p>
        </p:txBody>
      </p:sp>
      <p:sp>
        <p:nvSpPr>
          <p:cNvPr id="6" name="TextBox 5"/>
          <p:cNvSpPr txBox="1"/>
          <p:nvPr/>
        </p:nvSpPr>
        <p:spPr>
          <a:xfrm>
            <a:off x="1115568" y="2819400"/>
            <a:ext cx="9582912" cy="1005840"/>
          </a:xfrm>
          <a:prstGeom prst="rect">
            <a:avLst/>
          </a:prstGeom>
          <a:noFill/>
        </p:spPr>
        <p:txBody>
          <a:bodyPr wrap="square" lIns="0" rIns="0" tIns="0" bIns="0" anchor="t">
            <a:spAutoFit/>
          </a:bodyPr>
          <a:lstStyle/>
          <a:p>
            <a:r>
              <a:rPr sz="1700" b="1" i="0">
                <a:solidFill>
                  <a:srgbClr val="0E2841"/>
                </a:solidFill>
                <a:latin typeface="Arial"/>
              </a:rPr>
              <a:t>AGVs reroute live around failed machines</a:t>
            </a:r>
          </a:p>
        </p:txBody>
      </p:sp>
      <p:sp>
        <p:nvSpPr>
          <p:cNvPr id="7" name="Oval 6"/>
          <p:cNvSpPr/>
          <p:nvPr/>
        </p:nvSpPr>
        <p:spPr>
          <a:xfrm>
            <a:off x="548640" y="403860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3</a:t>
            </a:r>
          </a:p>
        </p:txBody>
      </p:sp>
      <p:sp>
        <p:nvSpPr>
          <p:cNvPr id="8" name="TextBox 7"/>
          <p:cNvSpPr txBox="1"/>
          <p:nvPr/>
        </p:nvSpPr>
        <p:spPr>
          <a:xfrm>
            <a:off x="1115568" y="3992880"/>
            <a:ext cx="9582912" cy="1005840"/>
          </a:xfrm>
          <a:prstGeom prst="rect">
            <a:avLst/>
          </a:prstGeom>
          <a:noFill/>
        </p:spPr>
        <p:txBody>
          <a:bodyPr wrap="square" lIns="0" rIns="0" tIns="0" bIns="0" anchor="t">
            <a:spAutoFit/>
          </a:bodyPr>
          <a:lstStyle/>
          <a:p>
            <a:r>
              <a:rPr sz="1700" b="1" i="0">
                <a:solidFill>
                  <a:srgbClr val="0E2841"/>
                </a:solidFill>
                <a:latin typeface="Arial"/>
              </a:rPr>
              <a:t>Logging expanded</a:t>
            </a:r>
          </a:p>
          <a:p>
            <a:pPr>
              <a:spcBef>
                <a:spcPts val="200"/>
              </a:spcBef>
            </a:pPr>
            <a:r>
              <a:rPr sz="1400" b="0" i="0">
                <a:solidFill>
                  <a:srgbClr val="333A40"/>
                </a:solidFill>
                <a:latin typeface="Arial"/>
              </a:rPr>
              <a:t>Per-machine utilization, per-instance IDs, deterministic vs. dynamic failure comparisons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91672" cy="713232"/>
          </a:xfrm>
          <a:prstGeom prst="rect">
            <a:avLst/>
          </a:prstGeom>
          <a:noFill/>
        </p:spPr>
        <p:txBody>
          <a:bodyPr wrap="square" lIns="0" rIns="0" tIns="0" bIns="0" anchor="b">
            <a:spAutoFit/>
          </a:bodyPr>
          <a:lstStyle/>
          <a:p>
            <a:pPr algn="l"/>
            <a:r>
              <a:rPr sz="3200" b="1" i="0">
                <a:solidFill>
                  <a:srgbClr val="0E2841"/>
                </a:solidFill>
                <a:latin typeface="Arial"/>
              </a:rPr>
              <a:t>Progress — Dynamic Arrivals &amp; AGV Logistics (Late May–June)</a:t>
            </a:r>
          </a:p>
        </p:txBody>
      </p:sp>
      <p:sp>
        <p:nvSpPr>
          <p:cNvPr id="3" name="Oval 2"/>
          <p:cNvSpPr/>
          <p:nvPr/>
        </p:nvSpPr>
        <p:spPr>
          <a:xfrm>
            <a:off x="548640" y="169164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1</a:t>
            </a:r>
          </a:p>
        </p:txBody>
      </p:sp>
      <p:sp>
        <p:nvSpPr>
          <p:cNvPr id="4" name="TextBox 3"/>
          <p:cNvSpPr txBox="1"/>
          <p:nvPr/>
        </p:nvSpPr>
        <p:spPr>
          <a:xfrm>
            <a:off x="1115568" y="1645920"/>
            <a:ext cx="9582912" cy="1005840"/>
          </a:xfrm>
          <a:prstGeom prst="rect">
            <a:avLst/>
          </a:prstGeom>
          <a:noFill/>
        </p:spPr>
        <p:txBody>
          <a:bodyPr wrap="square" lIns="0" rIns="0" tIns="0" bIns="0" anchor="t">
            <a:spAutoFit/>
          </a:bodyPr>
          <a:lstStyle/>
          <a:p>
            <a:r>
              <a:rPr sz="1700" b="1" i="0">
                <a:solidFill>
                  <a:srgbClr val="0E2841"/>
                </a:solidFill>
                <a:latin typeface="Arial"/>
              </a:rPr>
              <a:t>Switched from static Brandimarte benchmark instances</a:t>
            </a:r>
          </a:p>
          <a:p>
            <a:pPr>
              <a:spcBef>
                <a:spcPts val="200"/>
              </a:spcBef>
            </a:pPr>
            <a:r>
              <a:rPr sz="1400" b="0" i="0">
                <a:solidFill>
                  <a:srgbClr val="333A40"/>
                </a:solidFill>
                <a:latin typeface="Arial"/>
              </a:rPr>
              <a:t>To randomly generated, seeded job data</a:t>
            </a:r>
          </a:p>
        </p:txBody>
      </p:sp>
      <p:sp>
        <p:nvSpPr>
          <p:cNvPr id="5" name="Oval 4"/>
          <p:cNvSpPr/>
          <p:nvPr/>
        </p:nvSpPr>
        <p:spPr>
          <a:xfrm>
            <a:off x="548640" y="286512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2</a:t>
            </a:r>
          </a:p>
        </p:txBody>
      </p:sp>
      <p:sp>
        <p:nvSpPr>
          <p:cNvPr id="6" name="TextBox 5"/>
          <p:cNvSpPr txBox="1"/>
          <p:nvPr/>
        </p:nvSpPr>
        <p:spPr>
          <a:xfrm>
            <a:off x="1115568" y="2819400"/>
            <a:ext cx="9582912" cy="1005840"/>
          </a:xfrm>
          <a:prstGeom prst="rect">
            <a:avLst/>
          </a:prstGeom>
          <a:noFill/>
        </p:spPr>
        <p:txBody>
          <a:bodyPr wrap="square" lIns="0" rIns="0" tIns="0" bIns="0" anchor="t">
            <a:spAutoFit/>
          </a:bodyPr>
          <a:lstStyle/>
          <a:p>
            <a:r>
              <a:rPr sz="1700" b="1" i="0">
                <a:solidFill>
                  <a:srgbClr val="0E2841"/>
                </a:solidFill>
                <a:latin typeface="Arial"/>
              </a:rPr>
              <a:t>Added Poisson job arrivals</a:t>
            </a:r>
          </a:p>
          <a:p>
            <a:pPr>
              <a:spcBef>
                <a:spcPts val="200"/>
              </a:spcBef>
            </a:pPr>
            <a:r>
              <a:rPr sz="1400" b="0" i="0">
                <a:solidFill>
                  <a:srgbClr val="333A40"/>
                </a:solidFill>
                <a:latin typeface="Arial"/>
              </a:rPr>
              <a:t>The shop now stays continuously loaded</a:t>
            </a:r>
          </a:p>
        </p:txBody>
      </p:sp>
      <p:sp>
        <p:nvSpPr>
          <p:cNvPr id="7" name="Oval 6"/>
          <p:cNvSpPr/>
          <p:nvPr/>
        </p:nvSpPr>
        <p:spPr>
          <a:xfrm>
            <a:off x="548640" y="403860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3</a:t>
            </a:r>
          </a:p>
        </p:txBody>
      </p:sp>
      <p:sp>
        <p:nvSpPr>
          <p:cNvPr id="8" name="TextBox 7"/>
          <p:cNvSpPr txBox="1"/>
          <p:nvPr/>
        </p:nvSpPr>
        <p:spPr>
          <a:xfrm>
            <a:off x="1115568" y="3992880"/>
            <a:ext cx="9582912" cy="1005840"/>
          </a:xfrm>
          <a:prstGeom prst="rect">
            <a:avLst/>
          </a:prstGeom>
          <a:noFill/>
        </p:spPr>
        <p:txBody>
          <a:bodyPr wrap="square" lIns="0" rIns="0" tIns="0" bIns="0" anchor="t">
            <a:spAutoFit/>
          </a:bodyPr>
          <a:lstStyle/>
          <a:p>
            <a:r>
              <a:rPr sz="1700" b="1" i="0">
                <a:solidFill>
                  <a:srgbClr val="0E2841"/>
                </a:solidFill>
                <a:latin typeface="Arial"/>
              </a:rPr>
              <a:t>Reworked AGV parking</a:t>
            </a:r>
          </a:p>
          <a:p>
            <a:pPr>
              <a:spcBef>
                <a:spcPts val="200"/>
              </a:spcBef>
            </a:pPr>
            <a:r>
              <a:rPr sz="1400" b="0" i="0">
                <a:solidFill>
                  <a:srgbClr val="333A40"/>
                </a:solidFill>
                <a:latin typeface="Arial"/>
              </a:rPr>
              <a:t>Multiple parking zones, nearest-AGV dispatch, configurable pre-dispatching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74320"/>
            <a:ext cx="11091672" cy="566928"/>
          </a:xfrm>
          <a:prstGeom prst="rect">
            <a:avLst/>
          </a:prstGeom>
          <a:noFill/>
        </p:spPr>
        <p:txBody>
          <a:bodyPr wrap="square" lIns="0" rIns="0" tIns="0" bIns="0" anchor="b">
            <a:spAutoFit/>
          </a:bodyPr>
          <a:lstStyle/>
          <a:p>
            <a:pPr algn="l"/>
            <a:r>
              <a:rPr sz="3000" b="1" i="0">
                <a:solidFill>
                  <a:srgbClr val="0E2841"/>
                </a:solidFill>
                <a:latin typeface="Arial"/>
              </a:rPr>
              <a:t>Progress — Two Major Bugs Found &amp; Fixed</a:t>
            </a:r>
          </a:p>
        </p:txBody>
      </p:sp>
      <p:sp>
        <p:nvSpPr>
          <p:cNvPr id="3" name="TextBox 2"/>
          <p:cNvSpPr txBox="1"/>
          <p:nvPr/>
        </p:nvSpPr>
        <p:spPr>
          <a:xfrm>
            <a:off x="548640" y="914400"/>
            <a:ext cx="8229600" cy="274320"/>
          </a:xfrm>
          <a:prstGeom prst="rect">
            <a:avLst/>
          </a:prstGeom>
          <a:noFill/>
        </p:spPr>
        <p:txBody>
          <a:bodyPr wrap="square" lIns="0" rIns="0" tIns="0" bIns="0" anchor="t">
            <a:spAutoFit/>
          </a:bodyPr>
          <a:lstStyle/>
          <a:p>
            <a:pPr algn="l"/>
            <a:r>
              <a:rPr sz="1300" b="0" i="0">
                <a:solidFill>
                  <a:srgbClr val="717479"/>
                </a:solidFill>
                <a:latin typeface="Arial"/>
              </a:rPr>
              <a:t>diagnosed over summer, landed Aug 13</a:t>
            </a:r>
          </a:p>
        </p:txBody>
      </p:sp>
      <p:sp>
        <p:nvSpPr>
          <p:cNvPr id="4" name="Oval 3"/>
          <p:cNvSpPr/>
          <p:nvPr/>
        </p:nvSpPr>
        <p:spPr>
          <a:xfrm>
            <a:off x="548640" y="160020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1</a:t>
            </a:r>
          </a:p>
        </p:txBody>
      </p:sp>
      <p:sp>
        <p:nvSpPr>
          <p:cNvPr id="5" name="TextBox 4"/>
          <p:cNvSpPr txBox="1"/>
          <p:nvPr/>
        </p:nvSpPr>
        <p:spPr>
          <a:xfrm>
            <a:off x="1115568" y="1554480"/>
            <a:ext cx="9582912" cy="1005840"/>
          </a:xfrm>
          <a:prstGeom prst="rect">
            <a:avLst/>
          </a:prstGeom>
          <a:noFill/>
        </p:spPr>
        <p:txBody>
          <a:bodyPr wrap="square" lIns="0" rIns="0" tIns="0" bIns="0" anchor="t">
            <a:spAutoFit/>
          </a:bodyPr>
          <a:lstStyle/>
          <a:p>
            <a:r>
              <a:rPr sz="1500" b="1" i="0">
                <a:solidFill>
                  <a:srgbClr val="0E2841"/>
                </a:solidFill>
                <a:latin typeface="Arial"/>
              </a:rPr>
              <a:t>PDR convergence bug</a:t>
            </a:r>
          </a:p>
          <a:p>
            <a:pPr>
              <a:spcBef>
                <a:spcPts val="200"/>
              </a:spcBef>
            </a:pPr>
            <a:r>
              <a:rPr sz="1250" b="0" i="0">
                <a:solidFill>
                  <a:srgbClr val="333A40"/>
                </a:solidFill>
                <a:latin typeface="Arial"/>
              </a:rPr>
              <a:t>All 9 dispatching rules produced identical makespan</a:t>
            </a:r>
          </a:p>
        </p:txBody>
      </p:sp>
      <p:sp>
        <p:nvSpPr>
          <p:cNvPr id="6" name="Oval 5"/>
          <p:cNvSpPr/>
          <p:nvPr/>
        </p:nvSpPr>
        <p:spPr>
          <a:xfrm>
            <a:off x="548640" y="261747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2</a:t>
            </a:r>
          </a:p>
        </p:txBody>
      </p:sp>
      <p:sp>
        <p:nvSpPr>
          <p:cNvPr id="7" name="TextBox 6"/>
          <p:cNvSpPr txBox="1"/>
          <p:nvPr/>
        </p:nvSpPr>
        <p:spPr>
          <a:xfrm>
            <a:off x="1115568" y="2571750"/>
            <a:ext cx="9582912" cy="1005840"/>
          </a:xfrm>
          <a:prstGeom prst="rect">
            <a:avLst/>
          </a:prstGeom>
          <a:noFill/>
        </p:spPr>
        <p:txBody>
          <a:bodyPr wrap="square" lIns="0" rIns="0" tIns="0" bIns="0" anchor="t">
            <a:spAutoFit/>
          </a:bodyPr>
          <a:lstStyle/>
          <a:p>
            <a:r>
              <a:rPr sz="1500" b="1" i="0">
                <a:solidFill>
                  <a:srgbClr val="0E2841"/>
                </a:solidFill>
                <a:latin typeface="Arial"/>
              </a:rPr>
              <a:t>Root cause</a:t>
            </a:r>
          </a:p>
          <a:p>
            <a:pPr>
              <a:spcBef>
                <a:spcPts val="200"/>
              </a:spcBef>
            </a:pPr>
            <a:r>
              <a:rPr sz="1250" b="0" i="0">
                <a:solidFill>
                  <a:srgbClr val="333A40"/>
                </a:solidFill>
                <a:latin typeface="Arial"/>
              </a:rPr>
              <a:t>Shop running ~5× overloaded, so makespan was dominated by arrival volume, not rule choice</a:t>
            </a:r>
          </a:p>
        </p:txBody>
      </p:sp>
      <p:sp>
        <p:nvSpPr>
          <p:cNvPr id="8" name="Oval 7"/>
          <p:cNvSpPr/>
          <p:nvPr/>
        </p:nvSpPr>
        <p:spPr>
          <a:xfrm>
            <a:off x="548640" y="363474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3</a:t>
            </a:r>
          </a:p>
        </p:txBody>
      </p:sp>
      <p:sp>
        <p:nvSpPr>
          <p:cNvPr id="9" name="TextBox 8"/>
          <p:cNvSpPr txBox="1"/>
          <p:nvPr/>
        </p:nvSpPr>
        <p:spPr>
          <a:xfrm>
            <a:off x="1115568" y="3589020"/>
            <a:ext cx="9582912" cy="1005840"/>
          </a:xfrm>
          <a:prstGeom prst="rect">
            <a:avLst/>
          </a:prstGeom>
          <a:noFill/>
        </p:spPr>
        <p:txBody>
          <a:bodyPr wrap="square" lIns="0" rIns="0" tIns="0" bIns="0" anchor="t">
            <a:spAutoFit/>
          </a:bodyPr>
          <a:lstStyle/>
          <a:p>
            <a:r>
              <a:rPr sz="1500" b="1" i="0">
                <a:solidFill>
                  <a:srgbClr val="0E2841"/>
                </a:solidFill>
                <a:latin typeface="Arial"/>
              </a:rPr>
              <a:t>Decisions-per-frame bug</a:t>
            </a:r>
          </a:p>
          <a:p>
            <a:pPr>
              <a:spcBef>
                <a:spcPts val="200"/>
              </a:spcBef>
            </a:pPr>
            <a:r>
              <a:rPr sz="1250" b="0" i="0">
                <a:solidFill>
                  <a:srgbClr val="333A40"/>
                </a:solidFill>
                <a:latin typeface="Arial"/>
              </a:rPr>
              <a:t>Only one dispatching decision allowed per simulated frame, silently inflating makespan</a:t>
            </a:r>
          </a:p>
        </p:txBody>
      </p:sp>
      <p:sp>
        <p:nvSpPr>
          <p:cNvPr id="10" name="Oval 9"/>
          <p:cNvSpPr/>
          <p:nvPr/>
        </p:nvSpPr>
        <p:spPr>
          <a:xfrm>
            <a:off x="548640" y="465201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4</a:t>
            </a:r>
          </a:p>
        </p:txBody>
      </p:sp>
      <p:sp>
        <p:nvSpPr>
          <p:cNvPr id="11" name="TextBox 10"/>
          <p:cNvSpPr txBox="1"/>
          <p:nvPr/>
        </p:nvSpPr>
        <p:spPr>
          <a:xfrm>
            <a:off x="1115568" y="4606290"/>
            <a:ext cx="9582912" cy="1005840"/>
          </a:xfrm>
          <a:prstGeom prst="rect">
            <a:avLst/>
          </a:prstGeom>
          <a:noFill/>
        </p:spPr>
        <p:txBody>
          <a:bodyPr wrap="square" lIns="0" rIns="0" tIns="0" bIns="0" anchor="t">
            <a:spAutoFit/>
          </a:bodyPr>
          <a:lstStyle/>
          <a:p>
            <a:r>
              <a:rPr sz="1500" b="1" i="0">
                <a:solidFill>
                  <a:srgbClr val="0E2841"/>
                </a:solidFill>
                <a:latin typeface="Arial"/>
              </a:rPr>
              <a:t>Fix</a:t>
            </a:r>
          </a:p>
          <a:p>
            <a:pPr>
              <a:spcBef>
                <a:spcPts val="200"/>
              </a:spcBef>
            </a:pPr>
            <a:r>
              <a:rPr sz="1250" b="0" i="0">
                <a:solidFill>
                  <a:srgbClr val="333A40"/>
                </a:solidFill>
                <a:latin typeface="Arial"/>
              </a:rPr>
              <a:t>BaselineDrainMode — drain all ready decisions per frame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91672" cy="713232"/>
          </a:xfrm>
          <a:prstGeom prst="rect">
            <a:avLst/>
          </a:prstGeom>
          <a:noFill/>
        </p:spPr>
        <p:txBody>
          <a:bodyPr wrap="square" lIns="0" rIns="0" tIns="0" bIns="0" anchor="b">
            <a:spAutoFit/>
          </a:bodyPr>
          <a:lstStyle/>
          <a:p>
            <a:pPr algn="l"/>
            <a:r>
              <a:rPr sz="2800" b="1" i="0">
                <a:solidFill>
                  <a:srgbClr val="0E2841"/>
                </a:solidFill>
                <a:latin typeface="Arial"/>
              </a:rPr>
              <a:t>Progress — Closing the Flow-Time Measurement Gap (Aug 13)</a:t>
            </a:r>
          </a:p>
        </p:txBody>
      </p:sp>
      <p:sp>
        <p:nvSpPr>
          <p:cNvPr id="3" name="Oval 2"/>
          <p:cNvSpPr/>
          <p:nvPr/>
        </p:nvSpPr>
        <p:spPr>
          <a:xfrm>
            <a:off x="548640" y="178308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1</a:t>
            </a:r>
          </a:p>
        </p:txBody>
      </p:sp>
      <p:sp>
        <p:nvSpPr>
          <p:cNvPr id="4" name="TextBox 3"/>
          <p:cNvSpPr txBox="1"/>
          <p:nvPr/>
        </p:nvSpPr>
        <p:spPr>
          <a:xfrm>
            <a:off x="1115568" y="1737360"/>
            <a:ext cx="9582912" cy="1005840"/>
          </a:xfrm>
          <a:prstGeom prst="rect">
            <a:avLst/>
          </a:prstGeom>
          <a:noFill/>
        </p:spPr>
        <p:txBody>
          <a:bodyPr wrap="square" lIns="0" rIns="0" tIns="0" bIns="0" anchor="t">
            <a:spAutoFit/>
          </a:bodyPr>
          <a:lstStyle/>
          <a:p>
            <a:r>
              <a:rPr sz="1700" b="1" i="0">
                <a:solidFill>
                  <a:srgbClr val="0E2841"/>
                </a:solidFill>
                <a:latin typeface="Arial"/>
              </a:rPr>
              <a:t>Added per-job realized completion-time logging</a:t>
            </a:r>
          </a:p>
          <a:p>
            <a:pPr>
              <a:spcBef>
                <a:spcPts val="200"/>
              </a:spcBef>
            </a:pPr>
            <a:r>
              <a:rPr sz="1400" b="0" i="0">
                <a:solidFill>
                  <a:srgbClr val="333A40"/>
                </a:solidFill>
                <a:latin typeface="Arial"/>
              </a:rPr>
              <a:t>EpisodeTracker.cs</a:t>
            </a:r>
          </a:p>
        </p:txBody>
      </p:sp>
      <p:sp>
        <p:nvSpPr>
          <p:cNvPr id="5" name="Oval 4"/>
          <p:cNvSpPr/>
          <p:nvPr/>
        </p:nvSpPr>
        <p:spPr>
          <a:xfrm>
            <a:off x="548640" y="292608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2</a:t>
            </a:r>
          </a:p>
        </p:txBody>
      </p:sp>
      <p:sp>
        <p:nvSpPr>
          <p:cNvPr id="6" name="TextBox 5"/>
          <p:cNvSpPr txBox="1"/>
          <p:nvPr/>
        </p:nvSpPr>
        <p:spPr>
          <a:xfrm>
            <a:off x="1115568" y="2880360"/>
            <a:ext cx="9582912" cy="1005840"/>
          </a:xfrm>
          <a:prstGeom prst="rect">
            <a:avLst/>
          </a:prstGeom>
          <a:noFill/>
        </p:spPr>
        <p:txBody>
          <a:bodyPr wrap="square" lIns="0" rIns="0" tIns="0" bIns="0" anchor="t">
            <a:spAutoFit/>
          </a:bodyPr>
          <a:lstStyle/>
          <a:p>
            <a:r>
              <a:rPr sz="1700" b="1" i="0">
                <a:solidFill>
                  <a:srgbClr val="0E2841"/>
                </a:solidFill>
                <a:latin typeface="Arial"/>
              </a:rPr>
              <a:t>Extended JobData / Jobstore</a:t>
            </a:r>
          </a:p>
          <a:p>
            <a:pPr>
              <a:spcBef>
                <a:spcPts val="200"/>
              </a:spcBef>
            </a:pPr>
            <a:r>
              <a:rPr sz="1400" b="0" i="0">
                <a:solidFill>
                  <a:srgbClr val="333A40"/>
                </a:solidFill>
                <a:latin typeface="Arial"/>
              </a:rPr>
              <a:t>To carry it through the pipeline</a:t>
            </a:r>
          </a:p>
        </p:txBody>
      </p:sp>
      <p:sp>
        <p:nvSpPr>
          <p:cNvPr id="7" name="Oval 6"/>
          <p:cNvSpPr/>
          <p:nvPr/>
        </p:nvSpPr>
        <p:spPr>
          <a:xfrm>
            <a:off x="548640" y="406908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3</a:t>
            </a:r>
          </a:p>
        </p:txBody>
      </p:sp>
      <p:sp>
        <p:nvSpPr>
          <p:cNvPr id="8" name="TextBox 7"/>
          <p:cNvSpPr txBox="1"/>
          <p:nvPr/>
        </p:nvSpPr>
        <p:spPr>
          <a:xfrm>
            <a:off x="1115568" y="4023360"/>
            <a:ext cx="9582912" cy="1005840"/>
          </a:xfrm>
          <a:prstGeom prst="rect">
            <a:avLst/>
          </a:prstGeom>
          <a:noFill/>
        </p:spPr>
        <p:txBody>
          <a:bodyPr wrap="square" lIns="0" rIns="0" tIns="0" bIns="0" anchor="t">
            <a:spAutoFit/>
          </a:bodyPr>
          <a:lstStyle/>
          <a:p>
            <a:r>
              <a:rPr sz="1700" b="1" i="0">
                <a:solidFill>
                  <a:srgbClr val="0E2841"/>
                </a:solidFill>
                <a:latin typeface="Arial"/>
              </a:rPr>
              <a:t>New stats</a:t>
            </a:r>
          </a:p>
          <a:p>
            <a:pPr>
              <a:spcBef>
                <a:spcPts val="200"/>
              </a:spcBef>
            </a:pPr>
            <a:r>
              <a:rPr sz="1400" b="0" i="0">
                <a:solidFill>
                  <a:srgbClr val="333A40"/>
                </a:solidFill>
                <a:latin typeface="Arial"/>
              </a:rPr>
              <a:t>Mean / p95 / max flow time, mean transport wait, censored-job counts, dynamic-arrival stats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91672" cy="713232"/>
          </a:xfrm>
          <a:prstGeom prst="rect">
            <a:avLst/>
          </a:prstGeom>
          <a:noFill/>
        </p:spPr>
        <p:txBody>
          <a:bodyPr wrap="square" lIns="0" rIns="0" tIns="0" bIns="0" anchor="b">
            <a:spAutoFit/>
          </a:bodyPr>
          <a:lstStyle/>
          <a:p>
            <a:pPr algn="l"/>
            <a:r>
              <a:rPr sz="2800" b="1" i="0">
                <a:solidFill>
                  <a:srgbClr val="0E2841"/>
                </a:solidFill>
                <a:latin typeface="Arial"/>
              </a:rPr>
              <a:t>Progress — Corrected Results &amp; Figures (Aug 24)</a:t>
            </a:r>
          </a:p>
        </p:txBody>
      </p:sp>
      <p:sp>
        <p:nvSpPr>
          <p:cNvPr id="3" name="TextBox 2"/>
          <p:cNvSpPr txBox="1"/>
          <p:nvPr/>
        </p:nvSpPr>
        <p:spPr>
          <a:xfrm>
            <a:off x="548640" y="1051560"/>
            <a:ext cx="10881360" cy="685800"/>
          </a:xfrm>
          <a:prstGeom prst="rect">
            <a:avLst/>
          </a:prstGeom>
          <a:noFill/>
        </p:spPr>
        <p:txBody>
          <a:bodyPr wrap="square" lIns="0" rIns="0" tIns="0" bIns="0" anchor="t">
            <a:spAutoFit/>
          </a:bodyPr>
          <a:lstStyle/>
          <a:p>
            <a:pPr marL="228600" indent="-228600">
              <a:spcAft>
                <a:spcPts val="200"/>
              </a:spcAft>
              <a:buFont typeface="Arial"/>
              <a:buChar char="–"/>
            </a:pPr>
            <a:r>
              <a:rPr sz="1400" b="0" i="0">
                <a:solidFill>
                  <a:srgbClr val="0E2841"/>
                </a:solidFill>
                <a:latin typeface="Arial"/>
              </a:rPr>
              <a:t>Reran job-completion logging with the two bug fixes in place</a:t>
            </a:r>
          </a:p>
          <a:p>
            <a:pPr marL="228600" indent="-228600">
              <a:spcAft>
                <a:spcPts val="200"/>
              </a:spcAft>
              <a:buFont typeface="Arial"/>
              <a:buChar char="–"/>
            </a:pPr>
            <a:r>
              <a:rPr sz="1400" b="0" i="0">
                <a:solidFill>
                  <a:srgbClr val="0E2841"/>
                </a:solidFill>
                <a:latin typeface="Arial"/>
              </a:rPr>
              <a:t>First flow-time analysis figures: makespan/utilization vs. arrival rate, flow-time variability by rule</a:t>
            </a:r>
          </a:p>
        </p:txBody>
      </p:sp>
      <p:pic>
        <p:nvPicPr>
          <p:cNvPr id="4" name="Picture 3" descr="saturation_by_lambda.png"/>
          <p:cNvPicPr>
            <a:picLocks noChangeAspect="1"/>
          </p:cNvPicPr>
          <p:nvPr/>
        </p:nvPicPr>
        <p:blipFill>
          <a:blip r:embed="rId2"/>
          <a:stretch>
            <a:fillRect/>
          </a:stretch>
        </p:blipFill>
        <p:spPr>
          <a:xfrm>
            <a:off x="548640" y="1993957"/>
            <a:ext cx="5257800" cy="3190125"/>
          </a:xfrm>
          <a:prstGeom prst="rect">
            <a:avLst/>
          </a:prstGeom>
        </p:spPr>
      </p:pic>
      <p:pic>
        <p:nvPicPr>
          <p:cNvPr id="5" name="Picture 4" descr="time_in_system_cv_by_rule.png"/>
          <p:cNvPicPr>
            <a:picLocks noChangeAspect="1"/>
          </p:cNvPicPr>
          <p:nvPr/>
        </p:nvPicPr>
        <p:blipFill>
          <a:blip r:embed="rId3"/>
          <a:stretch>
            <a:fillRect/>
          </a:stretch>
        </p:blipFill>
        <p:spPr>
          <a:xfrm>
            <a:off x="6263640" y="2365222"/>
            <a:ext cx="5257800" cy="2447596"/>
          </a:xfrm>
          <a:prstGeom prst="rect">
            <a:avLst/>
          </a:prstGeom>
        </p:spPr>
      </p:pic>
      <p:sp>
        <p:nvSpPr>
          <p:cNvPr id="6" name="TextBox 5"/>
          <p:cNvSpPr txBox="1"/>
          <p:nvPr/>
        </p:nvSpPr>
        <p:spPr>
          <a:xfrm>
            <a:off x="548640" y="5285232"/>
            <a:ext cx="5257800" cy="274320"/>
          </a:xfrm>
          <a:prstGeom prst="rect">
            <a:avLst/>
          </a:prstGeom>
          <a:noFill/>
        </p:spPr>
        <p:txBody>
          <a:bodyPr wrap="square" lIns="0" rIns="0" tIns="0" bIns="0" anchor="t">
            <a:spAutoFit/>
          </a:bodyPr>
          <a:lstStyle/>
          <a:p>
            <a:pPr algn="ctr"/>
            <a:r>
              <a:rPr sz="1150" b="0" i="0">
                <a:solidFill>
                  <a:srgbClr val="333A40"/>
                </a:solidFill>
                <a:latin typeface="Arial"/>
              </a:rPr>
              <a:t>AGV busy / wait-for-route fractions climb faster than machine utilization as λ increases</a:t>
            </a:r>
          </a:p>
        </p:txBody>
      </p:sp>
      <p:sp>
        <p:nvSpPr>
          <p:cNvPr id="7" name="TextBox 6"/>
          <p:cNvSpPr txBox="1"/>
          <p:nvPr/>
        </p:nvSpPr>
        <p:spPr>
          <a:xfrm>
            <a:off x="6263640" y="5285232"/>
            <a:ext cx="5257800" cy="274320"/>
          </a:xfrm>
          <a:prstGeom prst="rect">
            <a:avLst/>
          </a:prstGeom>
          <a:noFill/>
        </p:spPr>
        <p:txBody>
          <a:bodyPr wrap="square" lIns="0" rIns="0" tIns="0" bIns="0" anchor="t">
            <a:spAutoFit/>
          </a:bodyPr>
          <a:lstStyle/>
          <a:p>
            <a:pPr algn="ctr"/>
            <a:r>
              <a:rPr sz="1150" b="0" i="0">
                <a:solidFill>
                  <a:srgbClr val="333A40"/>
                </a:solidFill>
                <a:latin typeface="Arial"/>
              </a:rPr>
              <a:t>7/9 rules converge near CV ≈ 0.19; the two MMUR rules diverge to ≈ 0.37</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91672" cy="713232"/>
          </a:xfrm>
          <a:prstGeom prst="rect">
            <a:avLst/>
          </a:prstGeom>
          <a:noFill/>
        </p:spPr>
        <p:txBody>
          <a:bodyPr wrap="square" lIns="0" rIns="0" tIns="0" bIns="0" anchor="b">
            <a:spAutoFit/>
          </a:bodyPr>
          <a:lstStyle/>
          <a:p>
            <a:pPr algn="l"/>
            <a:r>
              <a:rPr sz="3200" b="1" i="0">
                <a:solidFill>
                  <a:srgbClr val="0E2841"/>
                </a:solidFill>
                <a:latin typeface="Arial"/>
              </a:rPr>
              <a:t>AGV Congestion &amp; the Deadlock Cliff</a:t>
            </a:r>
          </a:p>
        </p:txBody>
      </p:sp>
      <p:sp>
        <p:nvSpPr>
          <p:cNvPr id="3" name="Oval 2"/>
          <p:cNvSpPr/>
          <p:nvPr/>
        </p:nvSpPr>
        <p:spPr>
          <a:xfrm>
            <a:off x="548640" y="150876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1</a:t>
            </a:r>
          </a:p>
        </p:txBody>
      </p:sp>
      <p:sp>
        <p:nvSpPr>
          <p:cNvPr id="4" name="TextBox 3"/>
          <p:cNvSpPr txBox="1"/>
          <p:nvPr/>
        </p:nvSpPr>
        <p:spPr>
          <a:xfrm>
            <a:off x="1115568" y="1463040"/>
            <a:ext cx="3547872" cy="1005840"/>
          </a:xfrm>
          <a:prstGeom prst="rect">
            <a:avLst/>
          </a:prstGeom>
          <a:noFill/>
        </p:spPr>
        <p:txBody>
          <a:bodyPr wrap="square" lIns="0" rIns="0" tIns="0" bIns="0" anchor="t">
            <a:spAutoFit/>
          </a:bodyPr>
          <a:lstStyle/>
          <a:p>
            <a:r>
              <a:rPr sz="1500" b="1" i="0">
                <a:solidFill>
                  <a:srgbClr val="0E2841"/>
                </a:solidFill>
                <a:latin typeface="Arial"/>
              </a:rPr>
              <a:t>Congestion sweep found a “deadlock cliff” in AGV fleet size</a:t>
            </a:r>
          </a:p>
        </p:txBody>
      </p:sp>
      <p:sp>
        <p:nvSpPr>
          <p:cNvPr id="5" name="Oval 4"/>
          <p:cNvSpPr/>
          <p:nvPr/>
        </p:nvSpPr>
        <p:spPr>
          <a:xfrm>
            <a:off x="548640" y="292608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2</a:t>
            </a:r>
          </a:p>
        </p:txBody>
      </p:sp>
      <p:sp>
        <p:nvSpPr>
          <p:cNvPr id="6" name="TextBox 5"/>
          <p:cNvSpPr txBox="1"/>
          <p:nvPr/>
        </p:nvSpPr>
        <p:spPr>
          <a:xfrm>
            <a:off x="1115568" y="2880360"/>
            <a:ext cx="3547872" cy="1005840"/>
          </a:xfrm>
          <a:prstGeom prst="rect">
            <a:avLst/>
          </a:prstGeom>
          <a:noFill/>
        </p:spPr>
        <p:txBody>
          <a:bodyPr wrap="square" lIns="0" rIns="0" tIns="0" bIns="0" anchor="t">
            <a:spAutoFit/>
          </a:bodyPr>
          <a:lstStyle/>
          <a:p>
            <a:r>
              <a:rPr sz="1500" b="1" i="0">
                <a:solidFill>
                  <a:srgbClr val="0E2841"/>
                </a:solidFill>
                <a:latin typeface="Arial"/>
              </a:rPr>
              <a:t>Too few AGVs starves the shop</a:t>
            </a:r>
          </a:p>
          <a:p>
            <a:pPr>
              <a:spcBef>
                <a:spcPts val="200"/>
              </a:spcBef>
            </a:pPr>
            <a:r>
              <a:rPr sz="1250" b="0" i="0">
                <a:solidFill>
                  <a:srgbClr val="333A40"/>
                </a:solidFill>
                <a:latin typeface="Arial"/>
              </a:rPr>
              <a:t>Too many increases route contention and gridlock risk</a:t>
            </a:r>
          </a:p>
        </p:txBody>
      </p:sp>
      <p:sp>
        <p:nvSpPr>
          <p:cNvPr id="7" name="Oval 6"/>
          <p:cNvSpPr/>
          <p:nvPr/>
        </p:nvSpPr>
        <p:spPr>
          <a:xfrm>
            <a:off x="548640" y="434340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3</a:t>
            </a:r>
          </a:p>
        </p:txBody>
      </p:sp>
      <p:sp>
        <p:nvSpPr>
          <p:cNvPr id="8" name="TextBox 7"/>
          <p:cNvSpPr txBox="1"/>
          <p:nvPr/>
        </p:nvSpPr>
        <p:spPr>
          <a:xfrm>
            <a:off x="1115568" y="4297680"/>
            <a:ext cx="3547872" cy="1005840"/>
          </a:xfrm>
          <a:prstGeom prst="rect">
            <a:avLst/>
          </a:prstGeom>
          <a:noFill/>
        </p:spPr>
        <p:txBody>
          <a:bodyPr wrap="square" lIns="0" rIns="0" tIns="0" bIns="0" anchor="t">
            <a:spAutoFit/>
          </a:bodyPr>
          <a:lstStyle/>
          <a:p>
            <a:r>
              <a:rPr sz="1500" b="1" i="0">
                <a:solidFill>
                  <a:srgbClr val="0E2841"/>
                </a:solidFill>
                <a:latin typeface="Arial"/>
              </a:rPr>
              <a:t>Decision</a:t>
            </a:r>
          </a:p>
          <a:p>
            <a:pPr>
              <a:spcBef>
                <a:spcPts val="200"/>
              </a:spcBef>
            </a:pPr>
            <a:r>
              <a:rPr sz="1250" b="0" i="0">
                <a:solidFill>
                  <a:srgbClr val="333A40"/>
                </a:solidFill>
                <a:latin typeface="Arial"/>
              </a:rPr>
              <a:t>Document as an operating constraint, not a bug to eliminate</a:t>
            </a:r>
          </a:p>
        </p:txBody>
      </p:sp>
      <p:pic>
        <p:nvPicPr>
          <p:cNvPr id="9" name="Picture 8" descr="10_summary_panel.png"/>
          <p:cNvPicPr>
            <a:picLocks noChangeAspect="1"/>
          </p:cNvPicPr>
          <p:nvPr/>
        </p:nvPicPr>
        <p:blipFill>
          <a:blip r:embed="rId2"/>
          <a:stretch>
            <a:fillRect/>
          </a:stretch>
        </p:blipFill>
        <p:spPr>
          <a:xfrm>
            <a:off x="5057155" y="1417320"/>
            <a:ext cx="6509482" cy="44348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91672" cy="713232"/>
          </a:xfrm>
          <a:prstGeom prst="rect">
            <a:avLst/>
          </a:prstGeom>
          <a:noFill/>
        </p:spPr>
        <p:txBody>
          <a:bodyPr wrap="square" lIns="0" rIns="0" tIns="0" bIns="0" anchor="b">
            <a:spAutoFit/>
          </a:bodyPr>
          <a:lstStyle/>
          <a:p>
            <a:pPr algn="l"/>
            <a:r>
              <a:rPr sz="3200" b="1" i="0">
                <a:solidFill>
                  <a:srgbClr val="0E2841"/>
                </a:solidFill>
                <a:latin typeface="Arial"/>
              </a:rPr>
              <a:t>Research Questions for This Semester</a:t>
            </a:r>
          </a:p>
        </p:txBody>
      </p:sp>
      <p:sp>
        <p:nvSpPr>
          <p:cNvPr id="3" name="Oval 2"/>
          <p:cNvSpPr/>
          <p:nvPr/>
        </p:nvSpPr>
        <p:spPr>
          <a:xfrm>
            <a:off x="548640" y="1691640"/>
            <a:ext cx="384048" cy="384048"/>
          </a:xfrm>
          <a:prstGeom prst="ellipse">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1</a:t>
            </a:r>
          </a:p>
        </p:txBody>
      </p:sp>
      <p:sp>
        <p:nvSpPr>
          <p:cNvPr id="4" name="TextBox 3"/>
          <p:cNvSpPr txBox="1"/>
          <p:nvPr/>
        </p:nvSpPr>
        <p:spPr>
          <a:xfrm>
            <a:off x="1115568" y="1645920"/>
            <a:ext cx="9582912" cy="1005840"/>
          </a:xfrm>
          <a:prstGeom prst="rect">
            <a:avLst/>
          </a:prstGeom>
          <a:noFill/>
        </p:spPr>
        <p:txBody>
          <a:bodyPr wrap="square" lIns="0" rIns="0" tIns="0" bIns="0" anchor="t">
            <a:spAutoFit/>
          </a:bodyPr>
          <a:lstStyle/>
          <a:p>
            <a:r>
              <a:rPr sz="1700" b="1" i="0">
                <a:solidFill>
                  <a:srgbClr val="0E2841"/>
                </a:solidFill>
                <a:latin typeface="Arial"/>
              </a:rPr>
              <a:t>RQ-A</a:t>
            </a:r>
          </a:p>
          <a:p>
            <a:pPr>
              <a:spcBef>
                <a:spcPts val="200"/>
              </a:spcBef>
            </a:pPr>
            <a:r>
              <a:rPr sz="1350" b="0" i="0">
                <a:solidFill>
                  <a:srgbClr val="333A40"/>
                </a:solidFill>
                <a:latin typeface="Arial"/>
              </a:rPr>
              <a:t>Under a documented, realistic AGV:machine ratio, can a transport/flow-time-aware reward beat static PDRs on flow time and transport-adjusted makespan?</a:t>
            </a:r>
          </a:p>
        </p:txBody>
      </p:sp>
      <p:sp>
        <p:nvSpPr>
          <p:cNvPr id="5" name="Oval 4"/>
          <p:cNvSpPr/>
          <p:nvPr/>
        </p:nvSpPr>
        <p:spPr>
          <a:xfrm>
            <a:off x="548640" y="2910840"/>
            <a:ext cx="384048" cy="384048"/>
          </a:xfrm>
          <a:prstGeom prst="ellipse">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2</a:t>
            </a:r>
          </a:p>
        </p:txBody>
      </p:sp>
      <p:sp>
        <p:nvSpPr>
          <p:cNvPr id="6" name="TextBox 5"/>
          <p:cNvSpPr txBox="1"/>
          <p:nvPr/>
        </p:nvSpPr>
        <p:spPr>
          <a:xfrm>
            <a:off x="1115568" y="2865120"/>
            <a:ext cx="9582912" cy="1005840"/>
          </a:xfrm>
          <a:prstGeom prst="rect">
            <a:avLst/>
          </a:prstGeom>
          <a:noFill/>
        </p:spPr>
        <p:txBody>
          <a:bodyPr wrap="square" lIns="0" rIns="0" tIns="0" bIns="0" anchor="t">
            <a:spAutoFit/>
          </a:bodyPr>
          <a:lstStyle/>
          <a:p>
            <a:r>
              <a:rPr sz="1700" b="1" i="0">
                <a:solidFill>
                  <a:srgbClr val="0E2841"/>
                </a:solidFill>
                <a:latin typeface="Arial"/>
              </a:rPr>
              <a:t>RQ-B</a:t>
            </a:r>
          </a:p>
          <a:p>
            <a:pPr>
              <a:spcBef>
                <a:spcPts val="200"/>
              </a:spcBef>
            </a:pPr>
            <a:r>
              <a:rPr sz="1350" b="0" i="0">
                <a:solidFill>
                  <a:srgbClr val="333A40"/>
                </a:solidFill>
                <a:latin typeface="Arial"/>
              </a:rPr>
              <a:t>How does adding AGV congestion/transport-wait signals to the reward change dispatching behavior, relative to the original spatial-penalty hypothesis?</a:t>
            </a:r>
          </a:p>
        </p:txBody>
      </p:sp>
      <p:sp>
        <p:nvSpPr>
          <p:cNvPr id="7" name="Oval 6"/>
          <p:cNvSpPr/>
          <p:nvPr/>
        </p:nvSpPr>
        <p:spPr>
          <a:xfrm>
            <a:off x="548640" y="4130040"/>
            <a:ext cx="384048" cy="384048"/>
          </a:xfrm>
          <a:prstGeom prst="ellipse">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3</a:t>
            </a:r>
          </a:p>
        </p:txBody>
      </p:sp>
      <p:sp>
        <p:nvSpPr>
          <p:cNvPr id="8" name="TextBox 7"/>
          <p:cNvSpPr txBox="1"/>
          <p:nvPr/>
        </p:nvSpPr>
        <p:spPr>
          <a:xfrm>
            <a:off x="1115568" y="4084320"/>
            <a:ext cx="9582912" cy="1005840"/>
          </a:xfrm>
          <a:prstGeom prst="rect">
            <a:avLst/>
          </a:prstGeom>
          <a:noFill/>
        </p:spPr>
        <p:txBody>
          <a:bodyPr wrap="square" lIns="0" rIns="0" tIns="0" bIns="0" anchor="t">
            <a:spAutoFit/>
          </a:bodyPr>
          <a:lstStyle/>
          <a:p>
            <a:r>
              <a:rPr sz="1700" b="1" i="0">
                <a:solidFill>
                  <a:srgbClr val="0E2841"/>
                </a:solidFill>
                <a:latin typeface="Arial"/>
              </a:rPr>
              <a:t>RQ-C</a:t>
            </a:r>
          </a:p>
          <a:p>
            <a:pPr>
              <a:spcBef>
                <a:spcPts val="200"/>
              </a:spcBef>
            </a:pPr>
            <a:r>
              <a:rPr sz="1350" b="0" i="0">
                <a:solidFill>
                  <a:srgbClr val="333A40"/>
                </a:solidFill>
                <a:latin typeface="Arial"/>
              </a:rPr>
              <a:t>What's the actual compute profile of training (CPU vs. GPU-bound, parallel local instances vs. sim throughput) — does it justify moving to university compute?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91672" cy="713232"/>
          </a:xfrm>
          <a:prstGeom prst="rect">
            <a:avLst/>
          </a:prstGeom>
          <a:noFill/>
        </p:spPr>
        <p:txBody>
          <a:bodyPr wrap="square" lIns="0" rIns="0" tIns="0" bIns="0" anchor="b">
            <a:spAutoFit/>
          </a:bodyPr>
          <a:lstStyle/>
          <a:p>
            <a:pPr algn="l"/>
            <a:r>
              <a:rPr sz="2400" b="1" i="0">
                <a:solidFill>
                  <a:srgbClr val="0E2841"/>
                </a:solidFill>
                <a:latin typeface="Arial"/>
              </a:rPr>
              <a:t>Deliverable 1 — Document the AGV:Machine Ratio as an Operating Constraint</a:t>
            </a:r>
          </a:p>
        </p:txBody>
      </p:sp>
      <p:sp>
        <p:nvSpPr>
          <p:cNvPr id="3" name="Oval 2"/>
          <p:cNvSpPr/>
          <p:nvPr/>
        </p:nvSpPr>
        <p:spPr>
          <a:xfrm>
            <a:off x="548640" y="160020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1</a:t>
            </a:r>
          </a:p>
        </p:txBody>
      </p:sp>
      <p:sp>
        <p:nvSpPr>
          <p:cNvPr id="4" name="TextBox 3"/>
          <p:cNvSpPr txBox="1"/>
          <p:nvPr/>
        </p:nvSpPr>
        <p:spPr>
          <a:xfrm>
            <a:off x="1115568" y="1554480"/>
            <a:ext cx="9582912" cy="1005840"/>
          </a:xfrm>
          <a:prstGeom prst="rect">
            <a:avLst/>
          </a:prstGeom>
          <a:noFill/>
        </p:spPr>
        <p:txBody>
          <a:bodyPr wrap="square" lIns="0" rIns="0" tIns="0" bIns="0" anchor="t">
            <a:spAutoFit/>
          </a:bodyPr>
          <a:lstStyle/>
          <a:p>
            <a:r>
              <a:rPr sz="1550" b="1" i="0">
                <a:solidFill>
                  <a:srgbClr val="0E2841"/>
                </a:solidFill>
                <a:latin typeface="Arial"/>
              </a:rPr>
              <a:t>Not a bug to fix</a:t>
            </a:r>
          </a:p>
          <a:p>
            <a:pPr>
              <a:spcBef>
                <a:spcPts val="200"/>
              </a:spcBef>
            </a:pPr>
            <a:r>
              <a:rPr sz="1300" b="0" i="0">
                <a:solidFill>
                  <a:srgbClr val="333A40"/>
                </a:solidFill>
                <a:latin typeface="Arial"/>
              </a:rPr>
              <a:t>A documented constraint, consistent with real-factory practice</a:t>
            </a:r>
          </a:p>
        </p:txBody>
      </p:sp>
      <p:sp>
        <p:nvSpPr>
          <p:cNvPr id="5" name="Oval 4"/>
          <p:cNvSpPr/>
          <p:nvPr/>
        </p:nvSpPr>
        <p:spPr>
          <a:xfrm>
            <a:off x="548640" y="275844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2</a:t>
            </a:r>
          </a:p>
        </p:txBody>
      </p:sp>
      <p:sp>
        <p:nvSpPr>
          <p:cNvPr id="6" name="TextBox 5"/>
          <p:cNvSpPr txBox="1"/>
          <p:nvPr/>
        </p:nvSpPr>
        <p:spPr>
          <a:xfrm>
            <a:off x="1115568" y="2712720"/>
            <a:ext cx="9582912" cy="1005840"/>
          </a:xfrm>
          <a:prstGeom prst="rect">
            <a:avLst/>
          </a:prstGeom>
          <a:noFill/>
        </p:spPr>
        <p:txBody>
          <a:bodyPr wrap="square" lIns="0" rIns="0" tIns="0" bIns="0" anchor="t">
            <a:spAutoFit/>
          </a:bodyPr>
          <a:lstStyle/>
          <a:p>
            <a:r>
              <a:rPr sz="1550" b="1" i="0">
                <a:solidFill>
                  <a:srgbClr val="0E2841"/>
                </a:solidFill>
                <a:latin typeface="Arial"/>
              </a:rPr>
              <a:t>Deadlock detector already implemented</a:t>
            </a:r>
          </a:p>
          <a:p>
            <a:pPr>
              <a:spcBef>
                <a:spcPts val="200"/>
              </a:spcBef>
            </a:pPr>
            <a:r>
              <a:rPr sz="1300" b="0" i="0">
                <a:solidFill>
                  <a:srgbClr val="333A40"/>
                </a:solidFill>
                <a:latin typeface="Arial"/>
              </a:rPr>
              <a:t>DeadlockDetected / DeadlockSimTime on EpisodeRecord</a:t>
            </a:r>
          </a:p>
        </p:txBody>
      </p:sp>
      <p:sp>
        <p:nvSpPr>
          <p:cNvPr id="7" name="Oval 6"/>
          <p:cNvSpPr/>
          <p:nvPr/>
        </p:nvSpPr>
        <p:spPr>
          <a:xfrm>
            <a:off x="548640" y="391668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3</a:t>
            </a:r>
          </a:p>
        </p:txBody>
      </p:sp>
      <p:sp>
        <p:nvSpPr>
          <p:cNvPr id="8" name="TextBox 7"/>
          <p:cNvSpPr txBox="1"/>
          <p:nvPr/>
        </p:nvSpPr>
        <p:spPr>
          <a:xfrm>
            <a:off x="1115568" y="3870960"/>
            <a:ext cx="9582912" cy="1005840"/>
          </a:xfrm>
          <a:prstGeom prst="rect">
            <a:avLst/>
          </a:prstGeom>
          <a:noFill/>
        </p:spPr>
        <p:txBody>
          <a:bodyPr wrap="square" lIns="0" rIns="0" tIns="0" bIns="0" anchor="t">
            <a:spAutoFit/>
          </a:bodyPr>
          <a:lstStyle/>
          <a:p>
            <a:r>
              <a:rPr sz="1550" b="1" i="0">
                <a:solidFill>
                  <a:srgbClr val="0E2841"/>
                </a:solidFill>
                <a:latin typeface="Arial"/>
              </a:rPr>
              <a:t>Sweeps show the cliff</a:t>
            </a:r>
          </a:p>
          <a:p>
            <a:pPr>
              <a:spcBef>
                <a:spcPts val="200"/>
              </a:spcBef>
            </a:pPr>
            <a:r>
              <a:rPr sz="1300" b="0" i="0">
                <a:solidFill>
                  <a:srgbClr val="333A40"/>
                </a:solidFill>
                <a:latin typeface="Arial"/>
              </a:rPr>
              <a:t>At 6–7 AGVs (non-MMUR) / 9–11 AGVs (MMUR)</a:t>
            </a:r>
          </a:p>
        </p:txBody>
      </p:sp>
      <p:sp>
        <p:nvSpPr>
          <p:cNvPr id="9" name="Rounded Rectangle 8"/>
          <p:cNvSpPr/>
          <p:nvPr/>
        </p:nvSpPr>
        <p:spPr>
          <a:xfrm>
            <a:off x="548640" y="5440680"/>
            <a:ext cx="1092707" cy="329184"/>
          </a:xfrm>
          <a:prstGeom prst="roundRect">
            <a:avLst>
              <a:gd name="adj" fmla="val 50000"/>
            </a:avLst>
          </a:prstGeom>
          <a:solidFill>
            <a:srgbClr val="F6BE00"/>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wrap="none"/>
          <a:lstStyle/>
          <a:p>
            <a:pPr algn="ctr"/>
            <a:r>
              <a:rPr sz="1100" b="1" i="0">
                <a:solidFill>
                  <a:srgbClr val="FFFFFF"/>
                </a:solidFill>
                <a:latin typeface="Arial"/>
              </a:rPr>
              <a:t>IN PROGRESS</a:t>
            </a:r>
          </a:p>
        </p:txBody>
      </p:sp>
      <p:sp>
        <p:nvSpPr>
          <p:cNvPr id="10" name="TextBox 9"/>
          <p:cNvSpPr txBox="1"/>
          <p:nvPr/>
        </p:nvSpPr>
        <p:spPr>
          <a:xfrm>
            <a:off x="1869947" y="5422392"/>
            <a:ext cx="8229600" cy="365760"/>
          </a:xfrm>
          <a:prstGeom prst="rect">
            <a:avLst/>
          </a:prstGeom>
          <a:noFill/>
        </p:spPr>
        <p:txBody>
          <a:bodyPr wrap="square" lIns="0" rIns="0" tIns="0" bIns="0" anchor="t">
            <a:spAutoFit/>
          </a:bodyPr>
          <a:lstStyle/>
          <a:p>
            <a:r>
              <a:rPr sz="1350" b="1" i="0">
                <a:solidFill>
                  <a:srgbClr val="0E2841"/>
                </a:solidFill>
                <a:latin typeface="Arial"/>
              </a:rPr>
              <a:t>Target: standup, 9/28/2026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91672" cy="713232"/>
          </a:xfrm>
          <a:prstGeom prst="rect">
            <a:avLst/>
          </a:prstGeom>
          <a:noFill/>
        </p:spPr>
        <p:txBody>
          <a:bodyPr wrap="square" lIns="0" rIns="0" tIns="0" bIns="0" anchor="b">
            <a:spAutoFit/>
          </a:bodyPr>
          <a:lstStyle/>
          <a:p>
            <a:pPr algn="l"/>
            <a:r>
              <a:rPr sz="2700" b="1" i="0">
                <a:solidFill>
                  <a:srgbClr val="0E2841"/>
                </a:solidFill>
                <a:latin typeface="Arial"/>
              </a:rPr>
              <a:t>Deliverable 2 — Rework the Reward Function</a:t>
            </a:r>
          </a:p>
        </p:txBody>
      </p:sp>
      <p:sp>
        <p:nvSpPr>
          <p:cNvPr id="3" name="Oval 2"/>
          <p:cNvSpPr/>
          <p:nvPr/>
        </p:nvSpPr>
        <p:spPr>
          <a:xfrm>
            <a:off x="548640" y="160020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1</a:t>
            </a:r>
          </a:p>
        </p:txBody>
      </p:sp>
      <p:sp>
        <p:nvSpPr>
          <p:cNvPr id="4" name="TextBox 3"/>
          <p:cNvSpPr txBox="1"/>
          <p:nvPr/>
        </p:nvSpPr>
        <p:spPr>
          <a:xfrm>
            <a:off x="1115568" y="1554480"/>
            <a:ext cx="9582912" cy="1005840"/>
          </a:xfrm>
          <a:prstGeom prst="rect">
            <a:avLst/>
          </a:prstGeom>
          <a:noFill/>
        </p:spPr>
        <p:txBody>
          <a:bodyPr wrap="square" lIns="0" rIns="0" tIns="0" bIns="0" anchor="t">
            <a:spAutoFit/>
          </a:bodyPr>
          <a:lstStyle/>
          <a:p>
            <a:r>
              <a:rPr sz="1550" b="1" i="0">
                <a:solidFill>
                  <a:srgbClr val="0E2841"/>
                </a:solidFill>
                <a:latin typeface="Arial"/>
              </a:rPr>
              <a:t>Reflect corrected metrics</a:t>
            </a:r>
          </a:p>
          <a:p>
            <a:pPr>
              <a:spcBef>
                <a:spcPts val="200"/>
              </a:spcBef>
            </a:pPr>
            <a:r>
              <a:rPr sz="1300" b="0" i="0">
                <a:solidFill>
                  <a:srgbClr val="333A40"/>
                </a:solidFill>
                <a:latin typeface="Arial"/>
              </a:rPr>
              <a:t>Flow time, transport wait, congestion — not overload-dominated makespan</a:t>
            </a:r>
          </a:p>
        </p:txBody>
      </p:sp>
      <p:sp>
        <p:nvSpPr>
          <p:cNvPr id="5" name="Oval 4"/>
          <p:cNvSpPr/>
          <p:nvPr/>
        </p:nvSpPr>
        <p:spPr>
          <a:xfrm>
            <a:off x="548640" y="292608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2</a:t>
            </a:r>
          </a:p>
        </p:txBody>
      </p:sp>
      <p:sp>
        <p:nvSpPr>
          <p:cNvPr id="6" name="TextBox 5"/>
          <p:cNvSpPr txBox="1"/>
          <p:nvPr/>
        </p:nvSpPr>
        <p:spPr>
          <a:xfrm>
            <a:off x="1115568" y="2880360"/>
            <a:ext cx="9582912" cy="1005840"/>
          </a:xfrm>
          <a:prstGeom prst="rect">
            <a:avLst/>
          </a:prstGeom>
          <a:noFill/>
        </p:spPr>
        <p:txBody>
          <a:bodyPr wrap="square" lIns="0" rIns="0" tIns="0" bIns="0" anchor="t">
            <a:spAutoFit/>
          </a:bodyPr>
          <a:lstStyle/>
          <a:p>
            <a:r>
              <a:rPr sz="1550" b="1" i="0">
                <a:solidFill>
                  <a:srgbClr val="0E2841"/>
                </a:solidFill>
                <a:latin typeface="Arial"/>
              </a:rPr>
              <a:t>Status</a:t>
            </a:r>
          </a:p>
          <a:p>
            <a:pPr>
              <a:spcBef>
                <a:spcPts val="200"/>
              </a:spcBef>
            </a:pPr>
            <a:r>
              <a:rPr sz="1300" b="0" i="0">
                <a:solidFill>
                  <a:srgbClr val="333A40"/>
                </a:solidFill>
                <a:latin typeface="Arial"/>
              </a:rPr>
              <a:t>Not started — top priority alongside Deliverable 3</a:t>
            </a:r>
          </a:p>
        </p:txBody>
      </p:sp>
      <p:sp>
        <p:nvSpPr>
          <p:cNvPr id="7" name="Rounded Rectangle 6"/>
          <p:cNvSpPr/>
          <p:nvPr/>
        </p:nvSpPr>
        <p:spPr>
          <a:xfrm>
            <a:off x="548640" y="5440680"/>
            <a:ext cx="1092707" cy="329184"/>
          </a:xfrm>
          <a:prstGeom prst="roundRect">
            <a:avLst>
              <a:gd name="adj" fmla="val 50000"/>
            </a:avLst>
          </a:prstGeom>
          <a:solidFill>
            <a:srgbClr val="71747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wrap="none"/>
          <a:lstStyle/>
          <a:p>
            <a:pPr algn="ctr"/>
            <a:r>
              <a:rPr sz="1100" b="1" i="0">
                <a:solidFill>
                  <a:srgbClr val="FFFFFF"/>
                </a:solidFill>
                <a:latin typeface="Arial"/>
              </a:rPr>
              <a:t>NOT STARTED</a:t>
            </a:r>
          </a:p>
        </p:txBody>
      </p:sp>
      <p:sp>
        <p:nvSpPr>
          <p:cNvPr id="8" name="TextBox 7"/>
          <p:cNvSpPr txBox="1"/>
          <p:nvPr/>
        </p:nvSpPr>
        <p:spPr>
          <a:xfrm>
            <a:off x="1869947" y="5422392"/>
            <a:ext cx="8229600" cy="365760"/>
          </a:xfrm>
          <a:prstGeom prst="rect">
            <a:avLst/>
          </a:prstGeom>
          <a:noFill/>
        </p:spPr>
        <p:txBody>
          <a:bodyPr wrap="square" lIns="0" rIns="0" tIns="0" bIns="0" anchor="t">
            <a:spAutoFit/>
          </a:bodyPr>
          <a:lstStyle/>
          <a:p>
            <a:r>
              <a:rPr sz="1350" b="1" i="0">
                <a:solidFill>
                  <a:srgbClr val="0E2841"/>
                </a:solidFill>
                <a:latin typeface="Arial"/>
              </a:rPr>
              <a:t>Target: milestone, 10/19/2026</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91672" cy="713232"/>
          </a:xfrm>
          <a:prstGeom prst="rect">
            <a:avLst/>
          </a:prstGeom>
          <a:noFill/>
        </p:spPr>
        <p:txBody>
          <a:bodyPr wrap="square" lIns="0" rIns="0" tIns="0" bIns="0" anchor="b">
            <a:spAutoFit/>
          </a:bodyPr>
          <a:lstStyle/>
          <a:p>
            <a:pPr algn="l"/>
            <a:r>
              <a:rPr sz="2700" b="1" i="0">
                <a:solidFill>
                  <a:srgbClr val="0E2841"/>
                </a:solidFill>
                <a:latin typeface="Arial"/>
              </a:rPr>
              <a:t>Deliverable 3 — Update the Python Network/Data Pipeline</a:t>
            </a:r>
          </a:p>
        </p:txBody>
      </p:sp>
      <p:sp>
        <p:nvSpPr>
          <p:cNvPr id="3" name="Oval 2"/>
          <p:cNvSpPr/>
          <p:nvPr/>
        </p:nvSpPr>
        <p:spPr>
          <a:xfrm>
            <a:off x="548640" y="160020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1</a:t>
            </a:r>
          </a:p>
        </p:txBody>
      </p:sp>
      <p:sp>
        <p:nvSpPr>
          <p:cNvPr id="4" name="TextBox 3"/>
          <p:cNvSpPr txBox="1"/>
          <p:nvPr/>
        </p:nvSpPr>
        <p:spPr>
          <a:xfrm>
            <a:off x="1115568" y="1554480"/>
            <a:ext cx="9582912" cy="1005840"/>
          </a:xfrm>
          <a:prstGeom prst="rect">
            <a:avLst/>
          </a:prstGeom>
          <a:noFill/>
        </p:spPr>
        <p:txBody>
          <a:bodyPr wrap="square" lIns="0" rIns="0" tIns="0" bIns="0" anchor="t">
            <a:spAutoFit/>
          </a:bodyPr>
          <a:lstStyle/>
          <a:p>
            <a:r>
              <a:rPr sz="1550" b="1" i="0">
                <a:solidFill>
                  <a:srgbClr val="0E2841"/>
                </a:solidFill>
                <a:latin typeface="Arial"/>
              </a:rPr>
              <a:t>Update env/models/</a:t>
            </a:r>
          </a:p>
          <a:p>
            <a:pPr>
              <a:spcBef>
                <a:spcPts val="200"/>
              </a:spcBef>
            </a:pPr>
            <a:r>
              <a:rPr sz="1300" b="0" i="0">
                <a:solidFill>
                  <a:srgbClr val="333A40"/>
                </a:solidFill>
                <a:latin typeface="Arial"/>
              </a:rPr>
              <a:t>Encoder, actor-critic, network — for the expanded observation/logging shape</a:t>
            </a:r>
          </a:p>
        </p:txBody>
      </p:sp>
      <p:sp>
        <p:nvSpPr>
          <p:cNvPr id="5" name="Oval 4"/>
          <p:cNvSpPr/>
          <p:nvPr/>
        </p:nvSpPr>
        <p:spPr>
          <a:xfrm>
            <a:off x="548640" y="275844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2</a:t>
            </a:r>
          </a:p>
        </p:txBody>
      </p:sp>
      <p:sp>
        <p:nvSpPr>
          <p:cNvPr id="6" name="TextBox 5"/>
          <p:cNvSpPr txBox="1"/>
          <p:nvPr/>
        </p:nvSpPr>
        <p:spPr>
          <a:xfrm>
            <a:off x="1115568" y="2712720"/>
            <a:ext cx="9582912" cy="1005840"/>
          </a:xfrm>
          <a:prstGeom prst="rect">
            <a:avLst/>
          </a:prstGeom>
          <a:noFill/>
        </p:spPr>
        <p:txBody>
          <a:bodyPr wrap="square" lIns="0" rIns="0" tIns="0" bIns="0" anchor="t">
            <a:spAutoFit/>
          </a:bodyPr>
          <a:lstStyle/>
          <a:p>
            <a:r>
              <a:rPr sz="1550" b="1" i="0">
                <a:solidFill>
                  <a:srgbClr val="0E2841"/>
                </a:solidFill>
                <a:latin typeface="Arial"/>
              </a:rPr>
              <a:t>Bring in line with</a:t>
            </a:r>
          </a:p>
          <a:p>
            <a:pPr>
              <a:spcBef>
                <a:spcPts val="200"/>
              </a:spcBef>
            </a:pPr>
            <a:r>
              <a:rPr sz="1300" b="0" i="0">
                <a:solidFill>
                  <a:srgbClr val="333A40"/>
                </a:solidFill>
                <a:latin typeface="Arial"/>
              </a:rPr>
              <a:t>Flow-time stats, deadlock flag, congestion signals from the Unity side</a:t>
            </a:r>
          </a:p>
        </p:txBody>
      </p:sp>
      <p:sp>
        <p:nvSpPr>
          <p:cNvPr id="7" name="Oval 6"/>
          <p:cNvSpPr/>
          <p:nvPr/>
        </p:nvSpPr>
        <p:spPr>
          <a:xfrm>
            <a:off x="548640" y="391668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3</a:t>
            </a:r>
          </a:p>
        </p:txBody>
      </p:sp>
      <p:sp>
        <p:nvSpPr>
          <p:cNvPr id="8" name="TextBox 7"/>
          <p:cNvSpPr txBox="1"/>
          <p:nvPr/>
        </p:nvSpPr>
        <p:spPr>
          <a:xfrm>
            <a:off x="1115568" y="3870960"/>
            <a:ext cx="9582912" cy="1005840"/>
          </a:xfrm>
          <a:prstGeom prst="rect">
            <a:avLst/>
          </a:prstGeom>
          <a:noFill/>
        </p:spPr>
        <p:txBody>
          <a:bodyPr wrap="square" lIns="0" rIns="0" tIns="0" bIns="0" anchor="t">
            <a:spAutoFit/>
          </a:bodyPr>
          <a:lstStyle/>
          <a:p>
            <a:r>
              <a:rPr sz="1550" b="1" i="0">
                <a:solidFill>
                  <a:srgbClr val="0E2841"/>
                </a:solidFill>
                <a:latin typeface="Arial"/>
              </a:rPr>
              <a:t>Status</a:t>
            </a:r>
          </a:p>
          <a:p>
            <a:pPr>
              <a:spcBef>
                <a:spcPts val="200"/>
              </a:spcBef>
            </a:pPr>
            <a:r>
              <a:rPr sz="1300" b="0" i="0">
                <a:solidFill>
                  <a:srgbClr val="333A40"/>
                </a:solidFill>
                <a:latin typeface="Arial"/>
              </a:rPr>
              <a:t>Not started — untouched since spring</a:t>
            </a:r>
          </a:p>
        </p:txBody>
      </p:sp>
      <p:sp>
        <p:nvSpPr>
          <p:cNvPr id="9" name="Rounded Rectangle 8"/>
          <p:cNvSpPr/>
          <p:nvPr/>
        </p:nvSpPr>
        <p:spPr>
          <a:xfrm>
            <a:off x="548640" y="5440680"/>
            <a:ext cx="1092707" cy="329184"/>
          </a:xfrm>
          <a:prstGeom prst="roundRect">
            <a:avLst>
              <a:gd name="adj" fmla="val 50000"/>
            </a:avLst>
          </a:prstGeom>
          <a:solidFill>
            <a:srgbClr val="71747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wrap="none"/>
          <a:lstStyle/>
          <a:p>
            <a:pPr algn="ctr"/>
            <a:r>
              <a:rPr sz="1100" b="1" i="0">
                <a:solidFill>
                  <a:srgbClr val="FFFFFF"/>
                </a:solidFill>
                <a:latin typeface="Arial"/>
              </a:rPr>
              <a:t>NOT STARTED</a:t>
            </a:r>
          </a:p>
        </p:txBody>
      </p:sp>
      <p:sp>
        <p:nvSpPr>
          <p:cNvPr id="10" name="TextBox 9"/>
          <p:cNvSpPr txBox="1"/>
          <p:nvPr/>
        </p:nvSpPr>
        <p:spPr>
          <a:xfrm>
            <a:off x="1869947" y="5422392"/>
            <a:ext cx="8229600" cy="365760"/>
          </a:xfrm>
          <a:prstGeom prst="rect">
            <a:avLst/>
          </a:prstGeom>
          <a:noFill/>
        </p:spPr>
        <p:txBody>
          <a:bodyPr wrap="square" lIns="0" rIns="0" tIns="0" bIns="0" anchor="t">
            <a:spAutoFit/>
          </a:bodyPr>
          <a:lstStyle/>
          <a:p>
            <a:r>
              <a:rPr sz="1350" b="1" i="0">
                <a:solidFill>
                  <a:srgbClr val="0E2841"/>
                </a:solidFill>
                <a:latin typeface="Arial"/>
              </a:rPr>
              <a:t>Target: milestone, 10/19/2026</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91672" cy="713232"/>
          </a:xfrm>
          <a:prstGeom prst="rect">
            <a:avLst/>
          </a:prstGeom>
          <a:noFill/>
        </p:spPr>
        <p:txBody>
          <a:bodyPr wrap="square" lIns="0" rIns="0" tIns="0" bIns="0" anchor="b">
            <a:spAutoFit/>
          </a:bodyPr>
          <a:lstStyle/>
          <a:p>
            <a:pPr algn="l"/>
            <a:r>
              <a:rPr sz="2700" b="1" i="0">
                <a:solidFill>
                  <a:srgbClr val="0E2841"/>
                </a:solidFill>
                <a:latin typeface="Arial"/>
              </a:rPr>
              <a:t>Deliverable 4 — Profile Training Compute Requirements</a:t>
            </a:r>
          </a:p>
        </p:txBody>
      </p:sp>
      <p:sp>
        <p:nvSpPr>
          <p:cNvPr id="3" name="Oval 2"/>
          <p:cNvSpPr/>
          <p:nvPr/>
        </p:nvSpPr>
        <p:spPr>
          <a:xfrm>
            <a:off x="548640" y="160020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1</a:t>
            </a:r>
          </a:p>
        </p:txBody>
      </p:sp>
      <p:sp>
        <p:nvSpPr>
          <p:cNvPr id="4" name="TextBox 3"/>
          <p:cNvSpPr txBox="1"/>
          <p:nvPr/>
        </p:nvSpPr>
        <p:spPr>
          <a:xfrm>
            <a:off x="1115568" y="1554480"/>
            <a:ext cx="9582912" cy="1005840"/>
          </a:xfrm>
          <a:prstGeom prst="rect">
            <a:avLst/>
          </a:prstGeom>
          <a:noFill/>
        </p:spPr>
        <p:txBody>
          <a:bodyPr wrap="square" lIns="0" rIns="0" tIns="0" bIns="0" anchor="t">
            <a:spAutoFit/>
          </a:bodyPr>
          <a:lstStyle/>
          <a:p>
            <a:r>
              <a:rPr sz="1550" b="1" i="0">
                <a:solidFill>
                  <a:srgbClr val="0E2841"/>
                </a:solidFill>
                <a:latin typeface="Arial"/>
              </a:rPr>
              <a:t>Profile CPU vs. GPU-bound cost</a:t>
            </a:r>
          </a:p>
          <a:p>
            <a:pPr>
              <a:spcBef>
                <a:spcPts val="200"/>
              </a:spcBef>
            </a:pPr>
            <a:r>
              <a:rPr sz="1300" b="0" i="0">
                <a:solidFill>
                  <a:srgbClr val="333A40"/>
                </a:solidFill>
                <a:latin typeface="Arial"/>
              </a:rPr>
              <a:t>Specifically backpropagation</a:t>
            </a:r>
          </a:p>
        </p:txBody>
      </p:sp>
      <p:sp>
        <p:nvSpPr>
          <p:cNvPr id="5" name="Oval 4"/>
          <p:cNvSpPr/>
          <p:nvPr/>
        </p:nvSpPr>
        <p:spPr>
          <a:xfrm>
            <a:off x="548640" y="275844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2</a:t>
            </a:r>
          </a:p>
        </p:txBody>
      </p:sp>
      <p:sp>
        <p:nvSpPr>
          <p:cNvPr id="6" name="TextBox 5"/>
          <p:cNvSpPr txBox="1"/>
          <p:nvPr/>
        </p:nvSpPr>
        <p:spPr>
          <a:xfrm>
            <a:off x="1115568" y="2712720"/>
            <a:ext cx="9582912" cy="1005840"/>
          </a:xfrm>
          <a:prstGeom prst="rect">
            <a:avLst/>
          </a:prstGeom>
          <a:noFill/>
        </p:spPr>
        <p:txBody>
          <a:bodyPr wrap="square" lIns="0" rIns="0" tIns="0" bIns="0" anchor="t">
            <a:spAutoFit/>
          </a:bodyPr>
          <a:lstStyle/>
          <a:p>
            <a:r>
              <a:rPr sz="1550" b="1" i="0">
                <a:solidFill>
                  <a:srgbClr val="0E2841"/>
                </a:solidFill>
                <a:latin typeface="Arial"/>
              </a:rPr>
              <a:t>Determine parallelism</a:t>
            </a:r>
          </a:p>
          <a:p>
            <a:pPr>
              <a:spcBef>
                <a:spcPts val="200"/>
              </a:spcBef>
            </a:pPr>
            <a:r>
              <a:rPr sz="1300" b="0" i="0">
                <a:solidFill>
                  <a:srgbClr val="333A40"/>
                </a:solidFill>
                <a:latin typeface="Arial"/>
              </a:rPr>
              <a:t>How many simulation instances can run in parallel locally</a:t>
            </a:r>
          </a:p>
        </p:txBody>
      </p:sp>
      <p:sp>
        <p:nvSpPr>
          <p:cNvPr id="7" name="Oval 6"/>
          <p:cNvSpPr/>
          <p:nvPr/>
        </p:nvSpPr>
        <p:spPr>
          <a:xfrm>
            <a:off x="548640" y="391668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3</a:t>
            </a:r>
          </a:p>
        </p:txBody>
      </p:sp>
      <p:sp>
        <p:nvSpPr>
          <p:cNvPr id="8" name="TextBox 7"/>
          <p:cNvSpPr txBox="1"/>
          <p:nvPr/>
        </p:nvSpPr>
        <p:spPr>
          <a:xfrm>
            <a:off x="1115568" y="3870960"/>
            <a:ext cx="9582912" cy="1005840"/>
          </a:xfrm>
          <a:prstGeom prst="rect">
            <a:avLst/>
          </a:prstGeom>
          <a:noFill/>
        </p:spPr>
        <p:txBody>
          <a:bodyPr wrap="square" lIns="0" rIns="0" tIns="0" bIns="0" anchor="t">
            <a:spAutoFit/>
          </a:bodyPr>
          <a:lstStyle/>
          <a:p>
            <a:r>
              <a:rPr sz="1550" b="1" i="0">
                <a:solidFill>
                  <a:srgbClr val="0E2841"/>
                </a:solidFill>
                <a:latin typeface="Arial"/>
              </a:rPr>
              <a:t>Status</a:t>
            </a:r>
          </a:p>
          <a:p>
            <a:pPr>
              <a:spcBef>
                <a:spcPts val="200"/>
              </a:spcBef>
            </a:pPr>
            <a:r>
              <a:rPr sz="1300" b="0" i="0">
                <a:solidFill>
                  <a:srgbClr val="333A40"/>
                </a:solidFill>
                <a:latin typeface="Arial"/>
              </a:rPr>
              <a:t>Not started — depends on #2/#3 being far enough along to run real training steps</a:t>
            </a:r>
          </a:p>
        </p:txBody>
      </p:sp>
      <p:sp>
        <p:nvSpPr>
          <p:cNvPr id="9" name="Rounded Rectangle 8"/>
          <p:cNvSpPr/>
          <p:nvPr/>
        </p:nvSpPr>
        <p:spPr>
          <a:xfrm>
            <a:off x="548640" y="5440680"/>
            <a:ext cx="1092707" cy="329184"/>
          </a:xfrm>
          <a:prstGeom prst="roundRect">
            <a:avLst>
              <a:gd name="adj" fmla="val 50000"/>
            </a:avLst>
          </a:prstGeom>
          <a:solidFill>
            <a:srgbClr val="71747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wrap="none"/>
          <a:lstStyle/>
          <a:p>
            <a:pPr algn="ctr"/>
            <a:r>
              <a:rPr sz="1100" b="1" i="0">
                <a:solidFill>
                  <a:srgbClr val="FFFFFF"/>
                </a:solidFill>
                <a:latin typeface="Arial"/>
              </a:rPr>
              <a:t>NOT STARTED</a:t>
            </a:r>
          </a:p>
        </p:txBody>
      </p:sp>
      <p:sp>
        <p:nvSpPr>
          <p:cNvPr id="10" name="TextBox 9"/>
          <p:cNvSpPr txBox="1"/>
          <p:nvPr/>
        </p:nvSpPr>
        <p:spPr>
          <a:xfrm>
            <a:off x="1869947" y="5422392"/>
            <a:ext cx="8229600" cy="365760"/>
          </a:xfrm>
          <a:prstGeom prst="rect">
            <a:avLst/>
          </a:prstGeom>
          <a:noFill/>
        </p:spPr>
        <p:txBody>
          <a:bodyPr wrap="square" lIns="0" rIns="0" tIns="0" bIns="0" anchor="t">
            <a:spAutoFit/>
          </a:bodyPr>
          <a:lstStyle/>
          <a:p>
            <a:r>
              <a:rPr sz="1350" b="1" i="0">
                <a:solidFill>
                  <a:srgbClr val="0E2841"/>
                </a:solidFill>
                <a:latin typeface="Arial"/>
              </a:rPr>
              <a:t>Target: standup, 11/2/2026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91672" cy="713232"/>
          </a:xfrm>
          <a:prstGeom prst="rect">
            <a:avLst/>
          </a:prstGeom>
          <a:noFill/>
        </p:spPr>
        <p:txBody>
          <a:bodyPr wrap="square" lIns="0" rIns="0" tIns="0" bIns="0" anchor="b">
            <a:spAutoFit/>
          </a:bodyPr>
          <a:lstStyle/>
          <a:p>
            <a:pPr algn="l"/>
            <a:r>
              <a:rPr sz="2700" b="1" i="0">
                <a:solidFill>
                  <a:srgbClr val="0E2841"/>
                </a:solidFill>
                <a:latin typeface="Arial"/>
              </a:rPr>
              <a:t>Deliverable 5 — Begin / Run PPO Training</a:t>
            </a:r>
          </a:p>
        </p:txBody>
      </p:sp>
      <p:sp>
        <p:nvSpPr>
          <p:cNvPr id="3" name="Oval 2"/>
          <p:cNvSpPr/>
          <p:nvPr/>
        </p:nvSpPr>
        <p:spPr>
          <a:xfrm>
            <a:off x="548640" y="160020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1</a:t>
            </a:r>
          </a:p>
        </p:txBody>
      </p:sp>
      <p:sp>
        <p:nvSpPr>
          <p:cNvPr id="4" name="TextBox 3"/>
          <p:cNvSpPr txBox="1"/>
          <p:nvPr/>
        </p:nvSpPr>
        <p:spPr>
          <a:xfrm>
            <a:off x="1115568" y="1554480"/>
            <a:ext cx="9582912" cy="1005840"/>
          </a:xfrm>
          <a:prstGeom prst="rect">
            <a:avLst/>
          </a:prstGeom>
          <a:noFill/>
        </p:spPr>
        <p:txBody>
          <a:bodyPr wrap="square" lIns="0" rIns="0" tIns="0" bIns="0" anchor="t">
            <a:spAutoFit/>
          </a:bodyPr>
          <a:lstStyle/>
          <a:p>
            <a:r>
              <a:rPr sz="1550" b="1" i="0">
                <a:solidFill>
                  <a:srgbClr val="0E2841"/>
                </a:solidFill>
                <a:latin typeface="Arial"/>
              </a:rPr>
              <a:t>Train against the corrected sim, reward, and updated architecture</a:t>
            </a:r>
          </a:p>
        </p:txBody>
      </p:sp>
      <p:sp>
        <p:nvSpPr>
          <p:cNvPr id="5" name="Oval 4"/>
          <p:cNvSpPr/>
          <p:nvPr/>
        </p:nvSpPr>
        <p:spPr>
          <a:xfrm>
            <a:off x="548640" y="275844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2</a:t>
            </a:r>
          </a:p>
        </p:txBody>
      </p:sp>
      <p:sp>
        <p:nvSpPr>
          <p:cNvPr id="6" name="TextBox 5"/>
          <p:cNvSpPr txBox="1"/>
          <p:nvPr/>
        </p:nvSpPr>
        <p:spPr>
          <a:xfrm>
            <a:off x="1115568" y="2712720"/>
            <a:ext cx="9582912" cy="1005840"/>
          </a:xfrm>
          <a:prstGeom prst="rect">
            <a:avLst/>
          </a:prstGeom>
          <a:noFill/>
        </p:spPr>
        <p:txBody>
          <a:bodyPr wrap="square" lIns="0" rIns="0" tIns="0" bIns="0" anchor="t">
            <a:spAutoFit/>
          </a:bodyPr>
          <a:lstStyle/>
          <a:p>
            <a:r>
              <a:rPr sz="1550" b="1" i="0">
                <a:solidFill>
                  <a:srgbClr val="0E2841"/>
                </a:solidFill>
                <a:latin typeface="Arial"/>
              </a:rPr>
              <a:t>Compute target</a:t>
            </a:r>
          </a:p>
          <a:p>
            <a:pPr>
              <a:spcBef>
                <a:spcPts val="200"/>
              </a:spcBef>
            </a:pPr>
            <a:r>
              <a:rPr sz="1300" b="0" i="0">
                <a:solidFill>
                  <a:srgbClr val="333A40"/>
                </a:solidFill>
                <a:latin typeface="Arial"/>
              </a:rPr>
              <a:t>Local vs. university — set by Deliverable 4's profiling</a:t>
            </a:r>
          </a:p>
        </p:txBody>
      </p:sp>
      <p:sp>
        <p:nvSpPr>
          <p:cNvPr id="7" name="Oval 6"/>
          <p:cNvSpPr/>
          <p:nvPr/>
        </p:nvSpPr>
        <p:spPr>
          <a:xfrm>
            <a:off x="548640" y="391668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3</a:t>
            </a:r>
          </a:p>
        </p:txBody>
      </p:sp>
      <p:sp>
        <p:nvSpPr>
          <p:cNvPr id="8" name="TextBox 7"/>
          <p:cNvSpPr txBox="1"/>
          <p:nvPr/>
        </p:nvSpPr>
        <p:spPr>
          <a:xfrm>
            <a:off x="1115568" y="3870960"/>
            <a:ext cx="9582912" cy="1005840"/>
          </a:xfrm>
          <a:prstGeom prst="rect">
            <a:avLst/>
          </a:prstGeom>
          <a:noFill/>
        </p:spPr>
        <p:txBody>
          <a:bodyPr wrap="square" lIns="0" rIns="0" tIns="0" bIns="0" anchor="t">
            <a:spAutoFit/>
          </a:bodyPr>
          <a:lstStyle/>
          <a:p>
            <a:r>
              <a:rPr sz="1550" b="1" i="0">
                <a:solidFill>
                  <a:srgbClr val="0E2841"/>
                </a:solidFill>
                <a:latin typeface="Arial"/>
              </a:rPr>
              <a:t>Status</a:t>
            </a:r>
          </a:p>
          <a:p>
            <a:pPr>
              <a:spcBef>
                <a:spcPts val="200"/>
              </a:spcBef>
            </a:pPr>
            <a:r>
              <a:rPr sz="1300" b="0" i="0">
                <a:solidFill>
                  <a:srgbClr val="333A40"/>
                </a:solidFill>
                <a:latin typeface="Arial"/>
              </a:rPr>
              <a:t>Blocked on Deliverables 2–4</a:t>
            </a:r>
          </a:p>
        </p:txBody>
      </p:sp>
      <p:sp>
        <p:nvSpPr>
          <p:cNvPr id="9" name="Rounded Rectangle 8"/>
          <p:cNvSpPr/>
          <p:nvPr/>
        </p:nvSpPr>
        <p:spPr>
          <a:xfrm>
            <a:off x="548640" y="5440680"/>
            <a:ext cx="745236" cy="329184"/>
          </a:xfrm>
          <a:prstGeom prst="roundRect">
            <a:avLst>
              <a:gd name="adj" fmla="val 50000"/>
            </a:avLst>
          </a:prstGeom>
          <a:solidFill>
            <a:srgbClr val="DA29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wrap="none"/>
          <a:lstStyle/>
          <a:p>
            <a:pPr algn="ctr"/>
            <a:r>
              <a:rPr sz="1100" b="1" i="0">
                <a:solidFill>
                  <a:srgbClr val="FFFFFF"/>
                </a:solidFill>
                <a:latin typeface="Arial"/>
              </a:rPr>
              <a:t>BLOCKED</a:t>
            </a:r>
          </a:p>
        </p:txBody>
      </p:sp>
      <p:sp>
        <p:nvSpPr>
          <p:cNvPr id="10" name="TextBox 9"/>
          <p:cNvSpPr txBox="1"/>
          <p:nvPr/>
        </p:nvSpPr>
        <p:spPr>
          <a:xfrm>
            <a:off x="1522476" y="5422392"/>
            <a:ext cx="8229600" cy="365760"/>
          </a:xfrm>
          <a:prstGeom prst="rect">
            <a:avLst/>
          </a:prstGeom>
          <a:noFill/>
        </p:spPr>
        <p:txBody>
          <a:bodyPr wrap="square" lIns="0" rIns="0" tIns="0" bIns="0" anchor="t">
            <a:spAutoFit/>
          </a:bodyPr>
          <a:lstStyle/>
          <a:p>
            <a:r>
              <a:rPr sz="1350" b="1" i="0">
                <a:solidFill>
                  <a:srgbClr val="0E2841"/>
                </a:solidFill>
                <a:latin typeface="Arial"/>
              </a:rPr>
              <a:t>Target: underway by 11/16/2026, results for rough draft 11/23/2026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91672" cy="713232"/>
          </a:xfrm>
          <a:prstGeom prst="rect">
            <a:avLst/>
          </a:prstGeom>
          <a:noFill/>
        </p:spPr>
        <p:txBody>
          <a:bodyPr wrap="square" lIns="0" rIns="0" tIns="0" bIns="0" anchor="b">
            <a:spAutoFit/>
          </a:bodyPr>
          <a:lstStyle/>
          <a:p>
            <a:pPr algn="l"/>
            <a:r>
              <a:rPr sz="2400" b="1" i="0">
                <a:solidFill>
                  <a:srgbClr val="0E2841"/>
                </a:solidFill>
                <a:latin typeface="Arial"/>
              </a:rPr>
              <a:t>Deliverable 6 — Evaluate Trained Agent vs. Best Static PDR Baseline</a:t>
            </a:r>
          </a:p>
        </p:txBody>
      </p:sp>
      <p:sp>
        <p:nvSpPr>
          <p:cNvPr id="3" name="Oval 2"/>
          <p:cNvSpPr/>
          <p:nvPr/>
        </p:nvSpPr>
        <p:spPr>
          <a:xfrm>
            <a:off x="548640" y="141732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1</a:t>
            </a:r>
          </a:p>
        </p:txBody>
      </p:sp>
      <p:sp>
        <p:nvSpPr>
          <p:cNvPr id="4" name="TextBox 3"/>
          <p:cNvSpPr txBox="1"/>
          <p:nvPr/>
        </p:nvSpPr>
        <p:spPr>
          <a:xfrm>
            <a:off x="1115568" y="1371600"/>
            <a:ext cx="9582912" cy="1005840"/>
          </a:xfrm>
          <a:prstGeom prst="rect">
            <a:avLst/>
          </a:prstGeom>
          <a:noFill/>
        </p:spPr>
        <p:txBody>
          <a:bodyPr wrap="square" lIns="0" rIns="0" tIns="0" bIns="0" anchor="t">
            <a:spAutoFit/>
          </a:bodyPr>
          <a:lstStyle/>
          <a:p>
            <a:r>
              <a:rPr sz="1500" b="1" i="0">
                <a:solidFill>
                  <a:srgbClr val="0E2841"/>
                </a:solidFill>
                <a:latin typeface="Arial"/>
              </a:rPr>
              <a:t>Direct comparison</a:t>
            </a:r>
          </a:p>
          <a:p>
            <a:pPr>
              <a:spcBef>
                <a:spcPts val="200"/>
              </a:spcBef>
            </a:pPr>
            <a:r>
              <a:rPr sz="1250" b="0" i="0">
                <a:solidFill>
                  <a:srgbClr val="333A40"/>
                </a:solidFill>
                <a:latin typeface="Arial"/>
              </a:rPr>
              <a:t>Against the best-performing static PDR from this summer's results</a:t>
            </a:r>
          </a:p>
        </p:txBody>
      </p:sp>
      <p:sp>
        <p:nvSpPr>
          <p:cNvPr id="5" name="Oval 4"/>
          <p:cNvSpPr/>
          <p:nvPr/>
        </p:nvSpPr>
        <p:spPr>
          <a:xfrm>
            <a:off x="548640" y="233172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2</a:t>
            </a:r>
          </a:p>
        </p:txBody>
      </p:sp>
      <p:sp>
        <p:nvSpPr>
          <p:cNvPr id="6" name="TextBox 5"/>
          <p:cNvSpPr txBox="1"/>
          <p:nvPr/>
        </p:nvSpPr>
        <p:spPr>
          <a:xfrm>
            <a:off x="1115568" y="2286000"/>
            <a:ext cx="9582912" cy="1005840"/>
          </a:xfrm>
          <a:prstGeom prst="rect">
            <a:avLst/>
          </a:prstGeom>
          <a:noFill/>
        </p:spPr>
        <p:txBody>
          <a:bodyPr wrap="square" lIns="0" rIns="0" tIns="0" bIns="0" anchor="t">
            <a:spAutoFit/>
          </a:bodyPr>
          <a:lstStyle/>
          <a:p>
            <a:r>
              <a:rPr sz="1500" b="1" i="0">
                <a:solidFill>
                  <a:srgbClr val="0E2841"/>
                </a:solidFill>
                <a:latin typeface="Arial"/>
              </a:rPr>
              <a:t>Ties back to original RQ1–RQ3</a:t>
            </a:r>
          </a:p>
        </p:txBody>
      </p:sp>
      <p:sp>
        <p:nvSpPr>
          <p:cNvPr id="7" name="Oval 6"/>
          <p:cNvSpPr/>
          <p:nvPr/>
        </p:nvSpPr>
        <p:spPr>
          <a:xfrm>
            <a:off x="548640" y="3246120"/>
            <a:ext cx="384048" cy="384048"/>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i="0">
                <a:solidFill>
                  <a:srgbClr val="FFFFFF"/>
                </a:solidFill>
                <a:latin typeface="Arial"/>
              </a:rPr>
              <a:t>3</a:t>
            </a:r>
          </a:p>
        </p:txBody>
      </p:sp>
      <p:sp>
        <p:nvSpPr>
          <p:cNvPr id="8" name="TextBox 7"/>
          <p:cNvSpPr txBox="1"/>
          <p:nvPr/>
        </p:nvSpPr>
        <p:spPr>
          <a:xfrm>
            <a:off x="1115568" y="3200400"/>
            <a:ext cx="9582912" cy="1005840"/>
          </a:xfrm>
          <a:prstGeom prst="rect">
            <a:avLst/>
          </a:prstGeom>
          <a:noFill/>
        </p:spPr>
        <p:txBody>
          <a:bodyPr wrap="square" lIns="0" rIns="0" tIns="0" bIns="0" anchor="t">
            <a:spAutoFit/>
          </a:bodyPr>
          <a:lstStyle/>
          <a:p>
            <a:r>
              <a:rPr sz="1500" b="1" i="0">
                <a:solidFill>
                  <a:srgbClr val="0E2841"/>
                </a:solidFill>
                <a:latin typeface="Arial"/>
              </a:rPr>
              <a:t>Status</a:t>
            </a:r>
          </a:p>
          <a:p>
            <a:pPr>
              <a:spcBef>
                <a:spcPts val="200"/>
              </a:spcBef>
            </a:pPr>
            <a:r>
              <a:rPr sz="1250" b="0" i="0">
                <a:solidFill>
                  <a:srgbClr val="333A40"/>
                </a:solidFill>
                <a:latin typeface="Arial"/>
              </a:rPr>
              <a:t>Not started — depends on #5</a:t>
            </a:r>
          </a:p>
        </p:txBody>
      </p:sp>
      <p:sp>
        <p:nvSpPr>
          <p:cNvPr id="9" name="Rounded Rectangle 8"/>
          <p:cNvSpPr/>
          <p:nvPr/>
        </p:nvSpPr>
        <p:spPr>
          <a:xfrm>
            <a:off x="548640" y="4434840"/>
            <a:ext cx="1092707" cy="329184"/>
          </a:xfrm>
          <a:prstGeom prst="roundRect">
            <a:avLst>
              <a:gd name="adj" fmla="val 50000"/>
            </a:avLst>
          </a:prstGeom>
          <a:solidFill>
            <a:srgbClr val="71747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wrap="none"/>
          <a:lstStyle/>
          <a:p>
            <a:pPr algn="ctr"/>
            <a:r>
              <a:rPr sz="1100" b="1" i="0">
                <a:solidFill>
                  <a:srgbClr val="FFFFFF"/>
                </a:solidFill>
                <a:latin typeface="Arial"/>
              </a:rPr>
              <a:t>NOT STARTED</a:t>
            </a:r>
          </a:p>
        </p:txBody>
      </p:sp>
      <p:sp>
        <p:nvSpPr>
          <p:cNvPr id="10" name="TextBox 9"/>
          <p:cNvSpPr txBox="1"/>
          <p:nvPr/>
        </p:nvSpPr>
        <p:spPr>
          <a:xfrm>
            <a:off x="1869947" y="4416552"/>
            <a:ext cx="8686800" cy="365760"/>
          </a:xfrm>
          <a:prstGeom prst="rect">
            <a:avLst/>
          </a:prstGeom>
          <a:noFill/>
        </p:spPr>
        <p:txBody>
          <a:bodyPr wrap="square" lIns="0" rIns="0" tIns="0" bIns="0" anchor="t">
            <a:spAutoFit/>
          </a:bodyPr>
          <a:lstStyle/>
          <a:p>
            <a:r>
              <a:rPr sz="1350" b="1" i="0">
                <a:solidFill>
                  <a:srgbClr val="0E2841"/>
                </a:solidFill>
                <a:latin typeface="Arial"/>
              </a:rPr>
              <a:t>Target: rough draft 11/23/2026, finalized for demo 12/9/2026</a:t>
            </a:r>
          </a:p>
        </p:txBody>
      </p:sp>
      <p:sp>
        <p:nvSpPr>
          <p:cNvPr id="11" name="Rounded Rectangle 10"/>
          <p:cNvSpPr/>
          <p:nvPr/>
        </p:nvSpPr>
        <p:spPr>
          <a:xfrm>
            <a:off x="548640" y="4983480"/>
            <a:ext cx="10149840" cy="868680"/>
          </a:xfrm>
          <a:prstGeom prst="roundRect">
            <a:avLst>
              <a:gd name="adj" fmla="val 6000"/>
            </a:avLst>
          </a:prstGeom>
          <a:solidFill>
            <a:srgbClr val="E8E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r>
              <a:rPr sz="1300" b="1" i="0">
                <a:solidFill>
                  <a:srgbClr val="F76904"/>
                </a:solidFill>
                <a:latin typeface="Arial"/>
              </a:rPr>
              <a:t>Stretch goal: </a:t>
            </a:r>
            <a:r>
              <a:rPr sz="1300" b="0" i="1">
                <a:solidFill>
                  <a:srgbClr val="333A40"/>
                </a:solidFill>
                <a:latin typeface="Arial"/>
              </a:rPr>
              <a:t>revisit AGV traffic-zone reservation logic (ordered lock acquisition / timeout-and-retry) to let advanced users stress-test past the documented ratio ceiling.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91672" cy="713232"/>
          </a:xfrm>
          <a:prstGeom prst="rect">
            <a:avLst/>
          </a:prstGeom>
          <a:noFill/>
        </p:spPr>
        <p:txBody>
          <a:bodyPr wrap="square" lIns="0" rIns="0" tIns="0" bIns="0" anchor="b">
            <a:spAutoFit/>
          </a:bodyPr>
          <a:lstStyle/>
          <a:p>
            <a:pPr algn="l"/>
            <a:r>
              <a:rPr sz="3200" b="1" i="0">
                <a:solidFill>
                  <a:srgbClr val="0E2841"/>
                </a:solidFill>
                <a:latin typeface="Arial"/>
              </a:rPr>
              <a:t>Updated Architectural Diagram</a:t>
            </a:r>
          </a:p>
        </p:txBody>
      </p:sp>
      <p:sp>
        <p:nvSpPr>
          <p:cNvPr id="3" name="TextBox 2"/>
          <p:cNvSpPr txBox="1"/>
          <p:nvPr/>
        </p:nvSpPr>
        <p:spPr>
          <a:xfrm>
            <a:off x="548640" y="960120"/>
            <a:ext cx="10058400" cy="274320"/>
          </a:xfrm>
          <a:prstGeom prst="rect">
            <a:avLst/>
          </a:prstGeom>
          <a:noFill/>
        </p:spPr>
        <p:txBody>
          <a:bodyPr wrap="square" lIns="0" rIns="0" tIns="0" bIns="0" anchor="t">
            <a:spAutoFit/>
          </a:bodyPr>
          <a:lstStyle/>
          <a:p>
            <a:pPr algn="l"/>
            <a:r>
              <a:rPr sz="1250" b="0" i="0">
                <a:solidFill>
                  <a:srgbClr val="717479"/>
                </a:solidFill>
                <a:latin typeface="Arial"/>
              </a:rPr>
              <a:t>Simplified working diagram — Unity owns simulation &amp; logging, Python owns the learning loop</a:t>
            </a:r>
          </a:p>
        </p:txBody>
      </p:sp>
      <p:sp>
        <p:nvSpPr>
          <p:cNvPr id="4" name="TextBox 3"/>
          <p:cNvSpPr txBox="1"/>
          <p:nvPr/>
        </p:nvSpPr>
        <p:spPr>
          <a:xfrm>
            <a:off x="502920" y="1508760"/>
            <a:ext cx="3520440" cy="320040"/>
          </a:xfrm>
          <a:prstGeom prst="rect">
            <a:avLst/>
          </a:prstGeom>
          <a:noFill/>
        </p:spPr>
        <p:txBody>
          <a:bodyPr wrap="square" lIns="0" rIns="0" tIns="0" bIns="0" anchor="t">
            <a:spAutoFit/>
          </a:bodyPr>
          <a:lstStyle/>
          <a:p>
            <a:pPr algn="ctr"/>
            <a:r>
              <a:rPr sz="1350" b="1" i="0">
                <a:solidFill>
                  <a:srgbClr val="0E2841"/>
                </a:solidFill>
                <a:latin typeface="Arial"/>
              </a:rPr>
              <a:t>UNITY SIMULATION</a:t>
            </a:r>
          </a:p>
        </p:txBody>
      </p:sp>
      <p:sp>
        <p:nvSpPr>
          <p:cNvPr id="5" name="TextBox 4"/>
          <p:cNvSpPr txBox="1"/>
          <p:nvPr/>
        </p:nvSpPr>
        <p:spPr>
          <a:xfrm>
            <a:off x="4434840" y="1508760"/>
            <a:ext cx="2514600" cy="320040"/>
          </a:xfrm>
          <a:prstGeom prst="rect">
            <a:avLst/>
          </a:prstGeom>
          <a:noFill/>
        </p:spPr>
        <p:txBody>
          <a:bodyPr wrap="square" lIns="0" rIns="0" tIns="0" bIns="0" anchor="t">
            <a:spAutoFit/>
          </a:bodyPr>
          <a:lstStyle/>
          <a:p>
            <a:pPr algn="ctr"/>
            <a:r>
              <a:rPr sz="1350" b="1" i="0">
                <a:solidFill>
                  <a:srgbClr val="009BBD"/>
                </a:solidFill>
                <a:latin typeface="Arial"/>
              </a:rPr>
              <a:t>LOGGING</a:t>
            </a:r>
          </a:p>
        </p:txBody>
      </p:sp>
      <p:sp>
        <p:nvSpPr>
          <p:cNvPr id="6" name="TextBox 5"/>
          <p:cNvSpPr txBox="1"/>
          <p:nvPr/>
        </p:nvSpPr>
        <p:spPr>
          <a:xfrm>
            <a:off x="7360920" y="1508760"/>
            <a:ext cx="3520440" cy="320040"/>
          </a:xfrm>
          <a:prstGeom prst="rect">
            <a:avLst/>
          </a:prstGeom>
          <a:noFill/>
        </p:spPr>
        <p:txBody>
          <a:bodyPr wrap="square" lIns="0" rIns="0" tIns="0" bIns="0" anchor="t">
            <a:spAutoFit/>
          </a:bodyPr>
          <a:lstStyle/>
          <a:p>
            <a:pPr algn="ctr"/>
            <a:r>
              <a:rPr sz="1350" b="1" i="0">
                <a:solidFill>
                  <a:srgbClr val="7D54C7"/>
                </a:solidFill>
                <a:latin typeface="Arial"/>
              </a:rPr>
              <a:t>PYTHON TRAINING (env/models)</a:t>
            </a:r>
          </a:p>
        </p:txBody>
      </p:sp>
      <p:sp>
        <p:nvSpPr>
          <p:cNvPr id="7" name="Rounded Rectangle 6"/>
          <p:cNvSpPr/>
          <p:nvPr/>
        </p:nvSpPr>
        <p:spPr>
          <a:xfrm>
            <a:off x="845820" y="1965960"/>
            <a:ext cx="2834640" cy="594360"/>
          </a:xfrm>
          <a:prstGeom prst="roundRect">
            <a:avLst>
              <a:gd name="adj" fmla="val 8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Arial"/>
              </a:rPr>
              <a:t>FactoryOrchestrator</a:t>
            </a:r>
          </a:p>
        </p:txBody>
      </p:sp>
      <p:sp>
        <p:nvSpPr>
          <p:cNvPr id="8" name="Rounded Rectangle 7"/>
          <p:cNvSpPr/>
          <p:nvPr/>
        </p:nvSpPr>
        <p:spPr>
          <a:xfrm>
            <a:off x="502920" y="2926080"/>
            <a:ext cx="1078992" cy="914400"/>
          </a:xfrm>
          <a:prstGeom prst="roundRect">
            <a:avLst>
              <a:gd name="adj" fmla="val 8000"/>
            </a:avLst>
          </a:prstGeom>
          <a:solidFill>
            <a:srgbClr val="1B3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00" b="1" i="0">
                <a:solidFill>
                  <a:srgbClr val="FFFFFF"/>
                </a:solidFill>
                <a:latin typeface="Arial"/>
              </a:rPr>
              <a:t>Traffic Zone</a:t>
            </a:r>
          </a:p>
          <a:p>
            <a:pPr algn="ctr"/>
            <a:r>
              <a:rPr sz="1000" b="1" i="0">
                <a:solidFill>
                  <a:srgbClr val="FFFFFF"/>
                </a:solidFill>
                <a:latin typeface="Arial"/>
              </a:rPr>
              <a:t>Manager</a:t>
            </a:r>
          </a:p>
        </p:txBody>
      </p:sp>
      <p:sp>
        <p:nvSpPr>
          <p:cNvPr id="9" name="Rounded Rectangle 8"/>
          <p:cNvSpPr/>
          <p:nvPr/>
        </p:nvSpPr>
        <p:spPr>
          <a:xfrm>
            <a:off x="1691640" y="2926080"/>
            <a:ext cx="1078992" cy="914400"/>
          </a:xfrm>
          <a:prstGeom prst="roundRect">
            <a:avLst>
              <a:gd name="adj" fmla="val 8000"/>
            </a:avLst>
          </a:prstGeom>
          <a:solidFill>
            <a:srgbClr val="1B3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b="1" i="0">
                <a:solidFill>
                  <a:srgbClr val="FFFFFF"/>
                </a:solidFill>
                <a:latin typeface="Arial"/>
              </a:rPr>
              <a:t>JobData /</a:t>
            </a:r>
          </a:p>
          <a:p>
            <a:pPr algn="ctr"/>
            <a:r>
              <a:rPr sz="1050" b="1" i="0">
                <a:solidFill>
                  <a:srgbClr val="FFFFFF"/>
                </a:solidFill>
                <a:latin typeface="Arial"/>
              </a:rPr>
              <a:t>Jobstore</a:t>
            </a:r>
          </a:p>
        </p:txBody>
      </p:sp>
      <p:sp>
        <p:nvSpPr>
          <p:cNvPr id="10" name="Rounded Rectangle 9"/>
          <p:cNvSpPr/>
          <p:nvPr/>
        </p:nvSpPr>
        <p:spPr>
          <a:xfrm>
            <a:off x="2880360" y="2926080"/>
            <a:ext cx="1078992" cy="914400"/>
          </a:xfrm>
          <a:prstGeom prst="roundRect">
            <a:avLst>
              <a:gd name="adj" fmla="val 8000"/>
            </a:avLst>
          </a:prstGeom>
          <a:solidFill>
            <a:srgbClr val="1B3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b="1" i="0">
                <a:solidFill>
                  <a:srgbClr val="FFFFFF"/>
                </a:solidFill>
                <a:latin typeface="Arial"/>
              </a:rPr>
              <a:t>Episode</a:t>
            </a:r>
          </a:p>
          <a:p>
            <a:pPr algn="ctr"/>
            <a:r>
              <a:rPr sz="1050" b="1" i="0">
                <a:solidFill>
                  <a:srgbClr val="FFFFFF"/>
                </a:solidFill>
                <a:latin typeface="Arial"/>
              </a:rPr>
              <a:t>Tracker.cs</a:t>
            </a:r>
          </a:p>
        </p:txBody>
      </p:sp>
      <p:cxnSp>
        <p:nvCxnSpPr>
          <p:cNvPr id="11" name="Connector 10"/>
          <p:cNvCxnSpPr/>
          <p:nvPr/>
        </p:nvCxnSpPr>
        <p:spPr>
          <a:xfrm flipH="1">
            <a:off x="1042416" y="2560320"/>
            <a:ext cx="1220724" cy="365760"/>
          </a:xfrm>
          <a:prstGeom prst="line">
            <a:avLst/>
          </a:prstGeom>
          <a:ln w="15875">
            <a:solidFill>
              <a:srgbClr val="71747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231136" y="2560320"/>
            <a:ext cx="32004" cy="365760"/>
          </a:xfrm>
          <a:prstGeom prst="line">
            <a:avLst/>
          </a:prstGeom>
          <a:ln w="15875">
            <a:solidFill>
              <a:srgbClr val="71747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263140" y="2560320"/>
            <a:ext cx="1156716" cy="365760"/>
          </a:xfrm>
          <a:prstGeom prst="line">
            <a:avLst/>
          </a:prstGeom>
          <a:ln w="15875">
            <a:solidFill>
              <a:srgbClr val="71747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434840" y="2926080"/>
            <a:ext cx="2514600" cy="914400"/>
          </a:xfrm>
          <a:prstGeom prst="roundRect">
            <a:avLst>
              <a:gd name="adj" fmla="val 8000"/>
            </a:avLst>
          </a:prstGeom>
          <a:solidFill>
            <a:srgbClr val="009B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i="0">
                <a:solidFill>
                  <a:srgbClr val="FFFFFF"/>
                </a:solidFill>
                <a:latin typeface="Arial"/>
              </a:rPr>
              <a:t>ResultsLogger /</a:t>
            </a:r>
          </a:p>
          <a:p>
            <a:pPr algn="ctr"/>
            <a:r>
              <a:rPr sz="1200" b="1" i="0">
                <a:solidFill>
                  <a:srgbClr val="FFFFFF"/>
                </a:solidFill>
                <a:latin typeface="Arial"/>
              </a:rPr>
              <a:t>EpisodeRecord</a:t>
            </a:r>
          </a:p>
        </p:txBody>
      </p:sp>
      <p:sp>
        <p:nvSpPr>
          <p:cNvPr id="15" name="Rounded Rectangle 14"/>
          <p:cNvSpPr/>
          <p:nvPr/>
        </p:nvSpPr>
        <p:spPr>
          <a:xfrm>
            <a:off x="7360920" y="2103120"/>
            <a:ext cx="3520440" cy="566928"/>
          </a:xfrm>
          <a:prstGeom prst="roundRect">
            <a:avLst>
              <a:gd name="adj" fmla="val 8000"/>
            </a:avLst>
          </a:prstGeom>
          <a:solidFill>
            <a:srgbClr val="7D5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i="0">
                <a:solidFill>
                  <a:srgbClr val="FFFFFF"/>
                </a:solidFill>
                <a:latin typeface="Arial"/>
              </a:rPr>
              <a:t>Encoder</a:t>
            </a:r>
          </a:p>
        </p:txBody>
      </p:sp>
      <p:sp>
        <p:nvSpPr>
          <p:cNvPr id="16" name="Rounded Rectangle 15"/>
          <p:cNvSpPr/>
          <p:nvPr/>
        </p:nvSpPr>
        <p:spPr>
          <a:xfrm>
            <a:off x="7360920" y="2926080"/>
            <a:ext cx="3520440" cy="566928"/>
          </a:xfrm>
          <a:prstGeom prst="roundRect">
            <a:avLst>
              <a:gd name="adj" fmla="val 8000"/>
            </a:avLst>
          </a:prstGeom>
          <a:solidFill>
            <a:srgbClr val="7D5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i="0">
                <a:solidFill>
                  <a:srgbClr val="FFFFFF"/>
                </a:solidFill>
                <a:latin typeface="Arial"/>
              </a:rPr>
              <a:t>Actor-Critic</a:t>
            </a:r>
          </a:p>
        </p:txBody>
      </p:sp>
      <p:sp>
        <p:nvSpPr>
          <p:cNvPr id="17" name="Rounded Rectangle 16"/>
          <p:cNvSpPr/>
          <p:nvPr/>
        </p:nvSpPr>
        <p:spPr>
          <a:xfrm>
            <a:off x="7360920" y="3749040"/>
            <a:ext cx="3520440" cy="566928"/>
          </a:xfrm>
          <a:prstGeom prst="roundRect">
            <a:avLst>
              <a:gd name="adj" fmla="val 8000"/>
            </a:avLst>
          </a:prstGeom>
          <a:solidFill>
            <a:srgbClr val="7D5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i="0">
                <a:solidFill>
                  <a:srgbClr val="FFFFFF"/>
                </a:solidFill>
                <a:latin typeface="Arial"/>
              </a:rPr>
              <a:t>Network</a:t>
            </a:r>
          </a:p>
        </p:txBody>
      </p:sp>
      <p:cxnSp>
        <p:nvCxnSpPr>
          <p:cNvPr id="18" name="Connector 17"/>
          <p:cNvCxnSpPr/>
          <p:nvPr/>
        </p:nvCxnSpPr>
        <p:spPr>
          <a:xfrm>
            <a:off x="9121140" y="2670048"/>
            <a:ext cx="0" cy="256032"/>
          </a:xfrm>
          <a:prstGeom prst="line">
            <a:avLst/>
          </a:prstGeom>
          <a:ln w="15875">
            <a:solidFill>
              <a:srgbClr val="71747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121140" y="3493008"/>
            <a:ext cx="0" cy="256032"/>
          </a:xfrm>
          <a:prstGeom prst="line">
            <a:avLst/>
          </a:prstGeom>
          <a:ln w="15875">
            <a:solidFill>
              <a:srgbClr val="71747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050792" y="3383280"/>
            <a:ext cx="356616" cy="0"/>
          </a:xfrm>
          <a:prstGeom prst="line">
            <a:avLst/>
          </a:prstGeom>
          <a:ln w="28575">
            <a:solidFill>
              <a:srgbClr val="0E284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976872" y="3383280"/>
            <a:ext cx="356616" cy="0"/>
          </a:xfrm>
          <a:prstGeom prst="line">
            <a:avLst/>
          </a:prstGeom>
          <a:ln w="28575">
            <a:solidFill>
              <a:srgbClr val="0E284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121140" y="4315968"/>
            <a:ext cx="0" cy="1124712"/>
          </a:xfrm>
          <a:prstGeom prst="line">
            <a:avLst/>
          </a:prstGeom>
          <a:ln w="28575">
            <a:solidFill>
              <a:srgbClr val="F76904"/>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182880" y="5440680"/>
            <a:ext cx="8938260" cy="0"/>
          </a:xfrm>
          <a:prstGeom prst="line">
            <a:avLst/>
          </a:prstGeom>
          <a:ln w="28575">
            <a:solidFill>
              <a:srgbClr val="F76904"/>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82880" y="2263140"/>
            <a:ext cx="0" cy="3177540"/>
          </a:xfrm>
          <a:prstGeom prst="line">
            <a:avLst/>
          </a:prstGeom>
          <a:ln w="28575">
            <a:solidFill>
              <a:srgbClr val="F76904"/>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82880" y="2263140"/>
            <a:ext cx="662940" cy="0"/>
          </a:xfrm>
          <a:prstGeom prst="line">
            <a:avLst/>
          </a:prstGeom>
          <a:ln w="28575">
            <a:solidFill>
              <a:srgbClr val="F7690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160520" y="5495544"/>
            <a:ext cx="3063240" cy="274320"/>
          </a:xfrm>
          <a:prstGeom prst="rect">
            <a:avLst/>
          </a:prstGeom>
          <a:noFill/>
        </p:spPr>
        <p:txBody>
          <a:bodyPr wrap="square" lIns="0" rIns="0" tIns="0" bIns="0" anchor="t">
            <a:spAutoFit/>
          </a:bodyPr>
          <a:lstStyle/>
          <a:p>
            <a:pPr algn="ctr"/>
            <a:r>
              <a:rPr sz="1050" b="1" i="0">
                <a:solidFill>
                  <a:srgbClr val="F76904"/>
                </a:solidFill>
                <a:latin typeface="Arial"/>
              </a:rPr>
              <a:t>action / observation loop (per episode)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91672" cy="713232"/>
          </a:xfrm>
          <a:prstGeom prst="rect">
            <a:avLst/>
          </a:prstGeom>
          <a:noFill/>
        </p:spPr>
        <p:txBody>
          <a:bodyPr wrap="square" lIns="0" rIns="0" tIns="0" bIns="0" anchor="b">
            <a:spAutoFit/>
          </a:bodyPr>
          <a:lstStyle/>
          <a:p>
            <a:pPr algn="l"/>
            <a:r>
              <a:rPr sz="3200" b="1" i="0">
                <a:solidFill>
                  <a:srgbClr val="0E2841"/>
                </a:solidFill>
                <a:latin typeface="Arial"/>
              </a:rPr>
              <a:t>Updated Domain Diagram</a:t>
            </a:r>
          </a:p>
        </p:txBody>
      </p:sp>
      <p:sp>
        <p:nvSpPr>
          <p:cNvPr id="3" name="TextBox 2"/>
          <p:cNvSpPr txBox="1"/>
          <p:nvPr/>
        </p:nvSpPr>
        <p:spPr>
          <a:xfrm>
            <a:off x="548640" y="960120"/>
            <a:ext cx="10058400" cy="274320"/>
          </a:xfrm>
          <a:prstGeom prst="rect">
            <a:avLst/>
          </a:prstGeom>
          <a:noFill/>
        </p:spPr>
        <p:txBody>
          <a:bodyPr wrap="square" lIns="0" rIns="0" tIns="0" bIns="0" anchor="t">
            <a:spAutoFit/>
          </a:bodyPr>
          <a:lstStyle/>
          <a:p>
            <a:pPr algn="l"/>
            <a:r>
              <a:rPr sz="1250" b="0" i="0">
                <a:solidFill>
                  <a:srgbClr val="717479"/>
                </a:solidFill>
                <a:latin typeface="Arial"/>
              </a:rPr>
              <a:t>Simplified working diagram — Job → Operation → Machine → AGV → Traffic/Parking Zone → Episode</a:t>
            </a:r>
          </a:p>
        </p:txBody>
      </p:sp>
      <p:sp>
        <p:nvSpPr>
          <p:cNvPr id="4" name="Rounded Rectangle 3"/>
          <p:cNvSpPr/>
          <p:nvPr/>
        </p:nvSpPr>
        <p:spPr>
          <a:xfrm>
            <a:off x="548640" y="1554480"/>
            <a:ext cx="1874519" cy="658368"/>
          </a:xfrm>
          <a:prstGeom prst="roundRect">
            <a:avLst>
              <a:gd name="adj" fmla="val 8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Arial"/>
              </a:rPr>
              <a:t>Job</a:t>
            </a:r>
          </a:p>
        </p:txBody>
      </p:sp>
      <p:sp>
        <p:nvSpPr>
          <p:cNvPr id="5" name="Rounded Rectangle 4"/>
          <p:cNvSpPr/>
          <p:nvPr/>
        </p:nvSpPr>
        <p:spPr>
          <a:xfrm>
            <a:off x="2880360" y="1554480"/>
            <a:ext cx="1874519" cy="658368"/>
          </a:xfrm>
          <a:prstGeom prst="roundRect">
            <a:avLst>
              <a:gd name="adj" fmla="val 8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Arial"/>
              </a:rPr>
              <a:t>Operation</a:t>
            </a:r>
          </a:p>
        </p:txBody>
      </p:sp>
      <p:sp>
        <p:nvSpPr>
          <p:cNvPr id="6" name="Rounded Rectangle 5"/>
          <p:cNvSpPr/>
          <p:nvPr/>
        </p:nvSpPr>
        <p:spPr>
          <a:xfrm>
            <a:off x="5212080" y="1554480"/>
            <a:ext cx="1874519" cy="658368"/>
          </a:xfrm>
          <a:prstGeom prst="roundRect">
            <a:avLst>
              <a:gd name="adj" fmla="val 8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Arial"/>
              </a:rPr>
              <a:t>Machine</a:t>
            </a:r>
          </a:p>
          <a:p>
            <a:pPr algn="ctr"/>
            <a:r>
              <a:rPr sz="1200" b="0" i="0">
                <a:solidFill>
                  <a:srgbClr val="FFFFFF"/>
                </a:solidFill>
                <a:latin typeface="Arial"/>
              </a:rPr>
              <a:t>(type / color-coded)</a:t>
            </a:r>
          </a:p>
        </p:txBody>
      </p:sp>
      <p:sp>
        <p:nvSpPr>
          <p:cNvPr id="7" name="Rounded Rectangle 6"/>
          <p:cNvSpPr/>
          <p:nvPr/>
        </p:nvSpPr>
        <p:spPr>
          <a:xfrm>
            <a:off x="548640" y="2880360"/>
            <a:ext cx="1874519" cy="658368"/>
          </a:xfrm>
          <a:prstGeom prst="roundRect">
            <a:avLst>
              <a:gd name="adj" fmla="val 8000"/>
            </a:avLst>
          </a:prstGeom>
          <a:solidFill>
            <a:srgbClr val="009B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Arial"/>
              </a:rPr>
              <a:t>AGV</a:t>
            </a:r>
          </a:p>
        </p:txBody>
      </p:sp>
      <p:sp>
        <p:nvSpPr>
          <p:cNvPr id="8" name="Rounded Rectangle 7"/>
          <p:cNvSpPr/>
          <p:nvPr/>
        </p:nvSpPr>
        <p:spPr>
          <a:xfrm>
            <a:off x="2880360" y="2880360"/>
            <a:ext cx="1874519" cy="658368"/>
          </a:xfrm>
          <a:prstGeom prst="roundRect">
            <a:avLst>
              <a:gd name="adj" fmla="val 8000"/>
            </a:avLst>
          </a:prstGeom>
          <a:solidFill>
            <a:srgbClr val="009B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Arial"/>
              </a:rPr>
              <a:t>Traffic Zone</a:t>
            </a:r>
          </a:p>
        </p:txBody>
      </p:sp>
      <p:sp>
        <p:nvSpPr>
          <p:cNvPr id="9" name="Rounded Rectangle 8"/>
          <p:cNvSpPr/>
          <p:nvPr/>
        </p:nvSpPr>
        <p:spPr>
          <a:xfrm>
            <a:off x="5212080" y="2880360"/>
            <a:ext cx="1874519" cy="658368"/>
          </a:xfrm>
          <a:prstGeom prst="roundRect">
            <a:avLst>
              <a:gd name="adj" fmla="val 8000"/>
            </a:avLst>
          </a:prstGeom>
          <a:solidFill>
            <a:srgbClr val="009B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400" b="1" i="0">
                <a:solidFill>
                  <a:srgbClr val="FFFFFF"/>
                </a:solidFill>
                <a:latin typeface="Arial"/>
              </a:rPr>
              <a:t>Parking Zone</a:t>
            </a:r>
          </a:p>
        </p:txBody>
      </p:sp>
      <p:sp>
        <p:nvSpPr>
          <p:cNvPr id="10" name="Rounded Rectangle 9"/>
          <p:cNvSpPr/>
          <p:nvPr/>
        </p:nvSpPr>
        <p:spPr>
          <a:xfrm>
            <a:off x="7635240" y="1554480"/>
            <a:ext cx="2926080" cy="658368"/>
          </a:xfrm>
          <a:prstGeom prst="roundRect">
            <a:avLst>
              <a:gd name="adj" fmla="val 8000"/>
            </a:avLst>
          </a:prstGeom>
          <a:solidFill>
            <a:srgbClr val="7D5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50" b="1" i="0">
                <a:solidFill>
                  <a:srgbClr val="FFFFFF"/>
                </a:solidFill>
                <a:latin typeface="Arial"/>
              </a:rPr>
              <a:t>Dispatching Rule (PDR)</a:t>
            </a:r>
          </a:p>
        </p:txBody>
      </p:sp>
      <p:sp>
        <p:nvSpPr>
          <p:cNvPr id="11" name="Rounded Rectangle 10"/>
          <p:cNvSpPr/>
          <p:nvPr/>
        </p:nvSpPr>
        <p:spPr>
          <a:xfrm>
            <a:off x="3566160" y="4434840"/>
            <a:ext cx="4023360" cy="777240"/>
          </a:xfrm>
          <a:prstGeom prst="roundRect">
            <a:avLst>
              <a:gd name="adj" fmla="val 8000"/>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600" b="1" i="0">
                <a:solidFill>
                  <a:srgbClr val="FFFFFF"/>
                </a:solidFill>
                <a:latin typeface="Arial"/>
              </a:rPr>
              <a:t>Episode / EpisodeRecord</a:t>
            </a:r>
          </a:p>
        </p:txBody>
      </p:sp>
      <p:cxnSp>
        <p:nvCxnSpPr>
          <p:cNvPr id="12" name="Connector 11"/>
          <p:cNvCxnSpPr/>
          <p:nvPr/>
        </p:nvCxnSpPr>
        <p:spPr>
          <a:xfrm>
            <a:off x="2423159" y="1883664"/>
            <a:ext cx="457201" cy="0"/>
          </a:xfrm>
          <a:prstGeom prst="line">
            <a:avLst/>
          </a:prstGeom>
          <a:ln w="25400">
            <a:solidFill>
              <a:srgbClr val="0E284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754879" y="1883664"/>
            <a:ext cx="457201" cy="0"/>
          </a:xfrm>
          <a:prstGeom prst="line">
            <a:avLst/>
          </a:prstGeom>
          <a:ln w="25400">
            <a:solidFill>
              <a:srgbClr val="0E284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103119" y="1298448"/>
            <a:ext cx="1005840" cy="274320"/>
          </a:xfrm>
          <a:prstGeom prst="rect">
            <a:avLst/>
          </a:prstGeom>
          <a:noFill/>
        </p:spPr>
        <p:txBody>
          <a:bodyPr wrap="none" lIns="0" rIns="0" tIns="0" bIns="0" anchor="t">
            <a:spAutoFit/>
          </a:bodyPr>
          <a:lstStyle/>
          <a:p>
            <a:pPr algn="ctr"/>
            <a:r>
              <a:rPr sz="1000" b="0" i="0">
                <a:solidFill>
                  <a:srgbClr val="717479"/>
                </a:solidFill>
                <a:latin typeface="Arial"/>
              </a:rPr>
              <a:t>contains</a:t>
            </a:r>
          </a:p>
        </p:txBody>
      </p:sp>
      <p:sp>
        <p:nvSpPr>
          <p:cNvPr id="15" name="TextBox 14"/>
          <p:cNvSpPr txBox="1"/>
          <p:nvPr/>
        </p:nvSpPr>
        <p:spPr>
          <a:xfrm>
            <a:off x="4434839" y="1298448"/>
            <a:ext cx="1005840" cy="274320"/>
          </a:xfrm>
          <a:prstGeom prst="rect">
            <a:avLst/>
          </a:prstGeom>
          <a:noFill/>
        </p:spPr>
        <p:txBody>
          <a:bodyPr wrap="none" lIns="0" rIns="0" tIns="0" bIns="0" anchor="t">
            <a:spAutoFit/>
          </a:bodyPr>
          <a:lstStyle/>
          <a:p>
            <a:pPr algn="ctr"/>
            <a:r>
              <a:rPr sz="1000" b="0" i="0">
                <a:solidFill>
                  <a:srgbClr val="717479"/>
                </a:solidFill>
                <a:latin typeface="Arial"/>
              </a:rPr>
              <a:t>runs on</a:t>
            </a:r>
          </a:p>
        </p:txBody>
      </p:sp>
      <p:cxnSp>
        <p:nvCxnSpPr>
          <p:cNvPr id="16" name="Connector 15"/>
          <p:cNvCxnSpPr/>
          <p:nvPr/>
        </p:nvCxnSpPr>
        <p:spPr>
          <a:xfrm flipV="1">
            <a:off x="1485899" y="2212848"/>
            <a:ext cx="0" cy="667512"/>
          </a:xfrm>
          <a:prstGeom prst="line">
            <a:avLst/>
          </a:prstGeom>
          <a:ln w="22225">
            <a:solidFill>
              <a:srgbClr val="009BB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595627" y="2240280"/>
            <a:ext cx="1463040" cy="274320"/>
          </a:xfrm>
          <a:prstGeom prst="rect">
            <a:avLst/>
          </a:prstGeom>
          <a:noFill/>
        </p:spPr>
        <p:txBody>
          <a:bodyPr wrap="none" lIns="0" rIns="0" tIns="0" bIns="0" anchor="t">
            <a:spAutoFit/>
          </a:bodyPr>
          <a:lstStyle/>
          <a:p>
            <a:pPr algn="l"/>
            <a:r>
              <a:rPr sz="950" b="0" i="0">
                <a:solidFill>
                  <a:srgbClr val="717479"/>
                </a:solidFill>
                <a:latin typeface="Arial"/>
              </a:rPr>
              <a:t>transports</a:t>
            </a:r>
          </a:p>
        </p:txBody>
      </p:sp>
      <p:cxnSp>
        <p:nvCxnSpPr>
          <p:cNvPr id="18" name="Connector 17"/>
          <p:cNvCxnSpPr/>
          <p:nvPr/>
        </p:nvCxnSpPr>
        <p:spPr>
          <a:xfrm>
            <a:off x="2423159" y="3209544"/>
            <a:ext cx="457201" cy="0"/>
          </a:xfrm>
          <a:prstGeom prst="line">
            <a:avLst/>
          </a:prstGeom>
          <a:ln w="22225">
            <a:solidFill>
              <a:srgbClr val="009BB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057399" y="2624328"/>
            <a:ext cx="1097280" cy="274320"/>
          </a:xfrm>
          <a:prstGeom prst="rect">
            <a:avLst/>
          </a:prstGeom>
          <a:noFill/>
        </p:spPr>
        <p:txBody>
          <a:bodyPr wrap="none" lIns="0" rIns="0" tIns="0" bIns="0" anchor="t">
            <a:spAutoFit/>
          </a:bodyPr>
          <a:lstStyle/>
          <a:p>
            <a:pPr algn="ctr"/>
            <a:r>
              <a:rPr sz="1000" b="0" i="0">
                <a:solidFill>
                  <a:srgbClr val="717479"/>
                </a:solidFill>
                <a:latin typeface="Arial"/>
              </a:rPr>
              <a:t>routes through</a:t>
            </a:r>
          </a:p>
        </p:txBody>
      </p:sp>
      <p:cxnSp>
        <p:nvCxnSpPr>
          <p:cNvPr id="20" name="Connector 19"/>
          <p:cNvCxnSpPr/>
          <p:nvPr/>
        </p:nvCxnSpPr>
        <p:spPr>
          <a:xfrm>
            <a:off x="4754879" y="3209544"/>
            <a:ext cx="457201" cy="0"/>
          </a:xfrm>
          <a:prstGeom prst="line">
            <a:avLst/>
          </a:prstGeom>
          <a:ln w="22225">
            <a:solidFill>
              <a:srgbClr val="009BB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434839" y="2624328"/>
            <a:ext cx="1005840" cy="274320"/>
          </a:xfrm>
          <a:prstGeom prst="rect">
            <a:avLst/>
          </a:prstGeom>
          <a:noFill/>
        </p:spPr>
        <p:txBody>
          <a:bodyPr wrap="none" lIns="0" rIns="0" tIns="0" bIns="0" anchor="t">
            <a:spAutoFit/>
          </a:bodyPr>
          <a:lstStyle/>
          <a:p>
            <a:pPr algn="ctr"/>
            <a:r>
              <a:rPr sz="1000" b="0" i="0">
                <a:solidFill>
                  <a:srgbClr val="717479"/>
                </a:solidFill>
                <a:latin typeface="Arial"/>
              </a:rPr>
              <a:t>stages at</a:t>
            </a:r>
          </a:p>
        </p:txBody>
      </p:sp>
      <p:cxnSp>
        <p:nvCxnSpPr>
          <p:cNvPr id="22" name="Connector 21"/>
          <p:cNvCxnSpPr/>
          <p:nvPr/>
        </p:nvCxnSpPr>
        <p:spPr>
          <a:xfrm flipH="1">
            <a:off x="7086599" y="1883664"/>
            <a:ext cx="548641" cy="0"/>
          </a:xfrm>
          <a:prstGeom prst="line">
            <a:avLst/>
          </a:prstGeom>
          <a:ln w="22225">
            <a:solidFill>
              <a:srgbClr val="7D54C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178039" y="1298448"/>
            <a:ext cx="1463040" cy="274320"/>
          </a:xfrm>
          <a:prstGeom prst="rect">
            <a:avLst/>
          </a:prstGeom>
          <a:noFill/>
        </p:spPr>
        <p:txBody>
          <a:bodyPr wrap="none" lIns="0" rIns="0" tIns="0" bIns="0" anchor="t">
            <a:spAutoFit/>
          </a:bodyPr>
          <a:lstStyle/>
          <a:p>
            <a:pPr algn="l"/>
            <a:r>
              <a:rPr sz="1000" b="0" i="0">
                <a:solidFill>
                  <a:srgbClr val="717479"/>
                </a:solidFill>
                <a:latin typeface="Arial"/>
              </a:rPr>
              <a:t>assigns</a:t>
            </a:r>
          </a:p>
        </p:txBody>
      </p:sp>
      <p:cxnSp>
        <p:nvCxnSpPr>
          <p:cNvPr id="24" name="Connector 23"/>
          <p:cNvCxnSpPr/>
          <p:nvPr/>
        </p:nvCxnSpPr>
        <p:spPr>
          <a:xfrm>
            <a:off x="1485899" y="2212848"/>
            <a:ext cx="4091941" cy="2221992"/>
          </a:xfrm>
          <a:prstGeom prst="line">
            <a:avLst/>
          </a:prstGeom>
          <a:ln w="15875">
            <a:solidFill>
              <a:srgbClr val="F76904"/>
            </a:solidFill>
            <a:tailEnd type="triangle" w="med" len="med"/>
            <a:prstDash val="sysDot"/>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485899" y="3538728"/>
            <a:ext cx="4091941" cy="896112"/>
          </a:xfrm>
          <a:prstGeom prst="line">
            <a:avLst/>
          </a:prstGeom>
          <a:ln w="15875">
            <a:solidFill>
              <a:srgbClr val="F76904"/>
            </a:solidFill>
            <a:tailEnd type="triangle" w="med" len="med"/>
            <a:prstDash val="sysDot"/>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5577840" y="2212848"/>
            <a:ext cx="3520440" cy="2221992"/>
          </a:xfrm>
          <a:prstGeom prst="line">
            <a:avLst/>
          </a:prstGeom>
          <a:ln w="15875">
            <a:solidFill>
              <a:srgbClr val="F76904"/>
            </a:solidFill>
            <a:tailEnd type="triangle" w="med" len="med"/>
            <a:prstDash val="sysDot"/>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149339" y="3538728"/>
            <a:ext cx="0" cy="941832"/>
          </a:xfrm>
          <a:prstGeom prst="line">
            <a:avLst/>
          </a:prstGeom>
          <a:ln w="15875">
            <a:solidFill>
              <a:srgbClr val="F76904"/>
            </a:solidFill>
            <a:prstDash val="sysDot"/>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5577840" y="4434840"/>
            <a:ext cx="571499" cy="45720"/>
          </a:xfrm>
          <a:prstGeom prst="line">
            <a:avLst/>
          </a:prstGeom>
          <a:ln w="15875">
            <a:solidFill>
              <a:srgbClr val="F76904"/>
            </a:solidFill>
            <a:tailEnd type="triangle" w="med" len="med"/>
            <a:prstDash val="sysDot"/>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4160520"/>
            <a:ext cx="6675120" cy="274320"/>
          </a:xfrm>
          <a:prstGeom prst="rect">
            <a:avLst/>
          </a:prstGeom>
          <a:noFill/>
        </p:spPr>
        <p:txBody>
          <a:bodyPr wrap="square" lIns="0" rIns="0" tIns="0" bIns="0" anchor="t">
            <a:spAutoFit/>
          </a:bodyPr>
          <a:lstStyle/>
          <a:p>
            <a:pPr algn="ctr"/>
            <a:r>
              <a:rPr sz="1000" b="1" i="0">
                <a:solidFill>
                  <a:srgbClr val="F76904"/>
                </a:solidFill>
                <a:latin typeface="Arial"/>
              </a:rPr>
              <a:t>rolls up into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91672" cy="713232"/>
          </a:xfrm>
          <a:prstGeom prst="rect">
            <a:avLst/>
          </a:prstGeom>
          <a:noFill/>
        </p:spPr>
        <p:txBody>
          <a:bodyPr wrap="square" lIns="0" rIns="0" tIns="0" bIns="0" anchor="b">
            <a:spAutoFit/>
          </a:bodyPr>
          <a:lstStyle/>
          <a:p>
            <a:pPr algn="l"/>
            <a:r>
              <a:rPr sz="3200" b="1" i="0">
                <a:solidFill>
                  <a:srgbClr val="0E2841"/>
                </a:solidFill>
                <a:latin typeface="Arial"/>
              </a:rPr>
              <a:t>Timeline / Gantt</a:t>
            </a:r>
          </a:p>
        </p:txBody>
      </p:sp>
      <p:sp>
        <p:nvSpPr>
          <p:cNvPr id="3" name="TextBox 2"/>
          <p:cNvSpPr txBox="1"/>
          <p:nvPr/>
        </p:nvSpPr>
        <p:spPr>
          <a:xfrm>
            <a:off x="548640" y="960120"/>
            <a:ext cx="10515600" cy="274320"/>
          </a:xfrm>
          <a:prstGeom prst="rect">
            <a:avLst/>
          </a:prstGeom>
          <a:noFill/>
        </p:spPr>
        <p:txBody>
          <a:bodyPr wrap="square" lIns="0" rIns="0" tIns="0" bIns="0" anchor="t">
            <a:spAutoFit/>
          </a:bodyPr>
          <a:lstStyle/>
          <a:p>
            <a:pPr algn="l"/>
            <a:r>
              <a:rPr sz="1300" b="0" i="0">
                <a:solidFill>
                  <a:srgbClr val="717479"/>
                </a:solidFill>
                <a:latin typeface="Arial"/>
              </a:rPr>
              <a:t>Deliverables 2 and 3 run in parallel, both feeding into training</a:t>
            </a:r>
          </a:p>
        </p:txBody>
      </p:sp>
      <p:cxnSp>
        <p:nvCxnSpPr>
          <p:cNvPr id="4" name="Connector 3"/>
          <p:cNvCxnSpPr/>
          <p:nvPr/>
        </p:nvCxnSpPr>
        <p:spPr>
          <a:xfrm>
            <a:off x="5170394" y="1399032"/>
            <a:ext cx="0" cy="3227832"/>
          </a:xfrm>
          <a:prstGeom prst="line">
            <a:avLst/>
          </a:prstGeom>
          <a:ln w="15875">
            <a:solidFill>
              <a:srgbClr val="0E2841"/>
            </a:solidFill>
            <a:prstDash val="dash"/>
          </a:ln>
          <a:effectLst/>
        </p:spPr>
        <p:style>
          <a:lnRef idx="2">
            <a:schemeClr val="accent1"/>
          </a:lnRef>
          <a:fillRef idx="0">
            <a:schemeClr val="accent1"/>
          </a:fillRef>
          <a:effectRef idx="1">
            <a:schemeClr val="accent1"/>
          </a:effectRef>
          <a:fontRef idx="minor">
            <a:schemeClr val="tx1"/>
          </a:fontRef>
        </p:style>
      </p:cxnSp>
      <p:sp>
        <p:nvSpPr>
          <p:cNvPr id="5" name="Diamond 4"/>
          <p:cNvSpPr/>
          <p:nvPr/>
        </p:nvSpPr>
        <p:spPr>
          <a:xfrm>
            <a:off x="5115530" y="1316736"/>
            <a:ext cx="109728" cy="109728"/>
          </a:xfrm>
          <a:prstGeom prst="diamond">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6987091" y="1399032"/>
            <a:ext cx="0" cy="3227832"/>
          </a:xfrm>
          <a:prstGeom prst="line">
            <a:avLst/>
          </a:prstGeom>
          <a:ln w="15875">
            <a:solidFill>
              <a:srgbClr val="F76904"/>
            </a:solidFill>
            <a:prstDash val="dash"/>
          </a:ln>
          <a:effectLst/>
        </p:spPr>
        <p:style>
          <a:lnRef idx="2">
            <a:schemeClr val="accent1"/>
          </a:lnRef>
          <a:fillRef idx="0">
            <a:schemeClr val="accent1"/>
          </a:fillRef>
          <a:effectRef idx="1">
            <a:schemeClr val="accent1"/>
          </a:effectRef>
          <a:fontRef idx="minor">
            <a:schemeClr val="tx1"/>
          </a:fontRef>
        </p:style>
      </p:cxnSp>
      <p:sp>
        <p:nvSpPr>
          <p:cNvPr id="7" name="Diamond 6"/>
          <p:cNvSpPr/>
          <p:nvPr/>
        </p:nvSpPr>
        <p:spPr>
          <a:xfrm>
            <a:off x="6932227" y="1316736"/>
            <a:ext cx="109728" cy="109728"/>
          </a:xfrm>
          <a:prstGeom prst="diamond">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8198223" y="1399032"/>
            <a:ext cx="0" cy="3227832"/>
          </a:xfrm>
          <a:prstGeom prst="line">
            <a:avLst/>
          </a:prstGeom>
          <a:ln w="15875">
            <a:solidFill>
              <a:srgbClr val="0E2841"/>
            </a:solidFill>
            <a:prstDash val="dash"/>
          </a:ln>
          <a:effectLst/>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8143359" y="1316736"/>
            <a:ext cx="109728" cy="109728"/>
          </a:xfrm>
          <a:prstGeom prst="diamond">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9409355" y="1399032"/>
            <a:ext cx="0" cy="3227832"/>
          </a:xfrm>
          <a:prstGeom prst="line">
            <a:avLst/>
          </a:prstGeom>
          <a:ln w="15875">
            <a:solidFill>
              <a:srgbClr val="F76904"/>
            </a:solidFill>
            <a:prstDash val="dash"/>
          </a:ln>
          <a:effectLst/>
        </p:spPr>
        <p:style>
          <a:lnRef idx="2">
            <a:schemeClr val="accent1"/>
          </a:lnRef>
          <a:fillRef idx="0">
            <a:schemeClr val="accent1"/>
          </a:fillRef>
          <a:effectRef idx="1">
            <a:schemeClr val="accent1"/>
          </a:effectRef>
          <a:fontRef idx="minor">
            <a:schemeClr val="tx1"/>
          </a:fontRef>
        </p:style>
      </p:cxnSp>
      <p:sp>
        <p:nvSpPr>
          <p:cNvPr id="11" name="Diamond 10"/>
          <p:cNvSpPr/>
          <p:nvPr/>
        </p:nvSpPr>
        <p:spPr>
          <a:xfrm>
            <a:off x="9354491" y="1316736"/>
            <a:ext cx="109728" cy="109728"/>
          </a:xfrm>
          <a:prstGeom prst="diamond">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10014921" y="1399032"/>
            <a:ext cx="0" cy="3227832"/>
          </a:xfrm>
          <a:prstGeom prst="line">
            <a:avLst/>
          </a:prstGeom>
          <a:ln w="15875">
            <a:solidFill>
              <a:srgbClr val="F6BE00"/>
            </a:solidFill>
            <a:prstDash val="dash"/>
          </a:ln>
          <a:effectLst/>
        </p:spPr>
        <p:style>
          <a:lnRef idx="2">
            <a:schemeClr val="accent1"/>
          </a:lnRef>
          <a:fillRef idx="0">
            <a:schemeClr val="accent1"/>
          </a:fillRef>
          <a:effectRef idx="1">
            <a:schemeClr val="accent1"/>
          </a:effectRef>
          <a:fontRef idx="minor">
            <a:schemeClr val="tx1"/>
          </a:fontRef>
        </p:style>
      </p:cxnSp>
      <p:sp>
        <p:nvSpPr>
          <p:cNvPr id="13" name="Diamond 12"/>
          <p:cNvSpPr/>
          <p:nvPr/>
        </p:nvSpPr>
        <p:spPr>
          <a:xfrm>
            <a:off x="9960057" y="1316736"/>
            <a:ext cx="109728" cy="109728"/>
          </a:xfrm>
          <a:prstGeom prst="diamond">
            <a:avLst/>
          </a:prstGeom>
          <a:solidFill>
            <a:srgbClr val="F6B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10620487" y="1399032"/>
            <a:ext cx="0" cy="3227832"/>
          </a:xfrm>
          <a:prstGeom prst="line">
            <a:avLst/>
          </a:prstGeom>
          <a:ln w="15875">
            <a:solidFill>
              <a:srgbClr val="0E2841"/>
            </a:solidFill>
            <a:prstDash val="dash"/>
          </a:ln>
          <a:effectLst/>
        </p:spPr>
        <p:style>
          <a:lnRef idx="2">
            <a:schemeClr val="accent1"/>
          </a:lnRef>
          <a:fillRef idx="0">
            <a:schemeClr val="accent1"/>
          </a:fillRef>
          <a:effectRef idx="1">
            <a:schemeClr val="accent1"/>
          </a:effectRef>
          <a:fontRef idx="minor">
            <a:schemeClr val="tx1"/>
          </a:fontRef>
        </p:style>
      </p:cxnSp>
      <p:sp>
        <p:nvSpPr>
          <p:cNvPr id="15" name="Diamond 14"/>
          <p:cNvSpPr/>
          <p:nvPr/>
        </p:nvSpPr>
        <p:spPr>
          <a:xfrm>
            <a:off x="10565623" y="1316736"/>
            <a:ext cx="109728" cy="109728"/>
          </a:xfrm>
          <a:prstGeom prst="diamond">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11399071" y="1399032"/>
            <a:ext cx="0" cy="3227832"/>
          </a:xfrm>
          <a:prstGeom prst="line">
            <a:avLst/>
          </a:prstGeom>
          <a:ln w="15875">
            <a:solidFill>
              <a:srgbClr val="DA291B"/>
            </a:solidFill>
            <a:prstDash val="dash"/>
          </a:ln>
          <a:effectLst/>
        </p:spPr>
        <p:style>
          <a:lnRef idx="2">
            <a:schemeClr val="accent1"/>
          </a:lnRef>
          <a:fillRef idx="0">
            <a:schemeClr val="accent1"/>
          </a:fillRef>
          <a:effectRef idx="1">
            <a:schemeClr val="accent1"/>
          </a:effectRef>
          <a:fontRef idx="minor">
            <a:schemeClr val="tx1"/>
          </a:fontRef>
        </p:style>
      </p:cxnSp>
      <p:sp>
        <p:nvSpPr>
          <p:cNvPr id="17" name="Diamond 16"/>
          <p:cNvSpPr/>
          <p:nvPr/>
        </p:nvSpPr>
        <p:spPr>
          <a:xfrm>
            <a:off x="11344207" y="1316736"/>
            <a:ext cx="109728" cy="109728"/>
          </a:xfrm>
          <a:prstGeom prst="diamond">
            <a:avLst/>
          </a:prstGeom>
          <a:solidFill>
            <a:srgbClr val="DA2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1508760"/>
            <a:ext cx="2240280" cy="420624"/>
          </a:xfrm>
          <a:prstGeom prst="rect">
            <a:avLst/>
          </a:prstGeom>
          <a:noFill/>
        </p:spPr>
        <p:txBody>
          <a:bodyPr wrap="square" lIns="0" rIns="0" tIns="0" bIns="0" anchor="ctr">
            <a:spAutoFit/>
          </a:bodyPr>
          <a:lstStyle/>
          <a:p>
            <a:r>
              <a:rPr sz="1250" b="1" i="0">
                <a:solidFill>
                  <a:srgbClr val="0E2841"/>
                </a:solidFill>
                <a:latin typeface="Arial"/>
              </a:rPr>
              <a:t>1. Document AGV ratio constraint</a:t>
            </a:r>
          </a:p>
        </p:txBody>
      </p:sp>
      <p:sp>
        <p:nvSpPr>
          <p:cNvPr id="19" name="Rounded Rectangle 18"/>
          <p:cNvSpPr/>
          <p:nvPr/>
        </p:nvSpPr>
        <p:spPr>
          <a:xfrm>
            <a:off x="2921149" y="1508760"/>
            <a:ext cx="2249245" cy="420624"/>
          </a:xfrm>
          <a:prstGeom prst="roundRect">
            <a:avLst>
              <a:gd name="adj" fmla="val 25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2020824"/>
            <a:ext cx="2240280" cy="420624"/>
          </a:xfrm>
          <a:prstGeom prst="rect">
            <a:avLst/>
          </a:prstGeom>
          <a:noFill/>
        </p:spPr>
        <p:txBody>
          <a:bodyPr wrap="square" lIns="0" rIns="0" tIns="0" bIns="0" anchor="ctr">
            <a:spAutoFit/>
          </a:bodyPr>
          <a:lstStyle/>
          <a:p>
            <a:r>
              <a:rPr sz="1250" b="1" i="0">
                <a:solidFill>
                  <a:srgbClr val="0E2841"/>
                </a:solidFill>
                <a:latin typeface="Arial"/>
              </a:rPr>
              <a:t>2. Rework reward function</a:t>
            </a:r>
          </a:p>
        </p:txBody>
      </p:sp>
      <p:sp>
        <p:nvSpPr>
          <p:cNvPr id="21" name="Rounded Rectangle 20"/>
          <p:cNvSpPr/>
          <p:nvPr/>
        </p:nvSpPr>
        <p:spPr>
          <a:xfrm>
            <a:off x="5170394" y="2020824"/>
            <a:ext cx="1816697" cy="420624"/>
          </a:xfrm>
          <a:prstGeom prst="roundRect">
            <a:avLst>
              <a:gd name="adj" fmla="val 25000"/>
            </a:avLst>
          </a:prstGeom>
          <a:solidFill>
            <a:srgbClr val="009B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2532888"/>
            <a:ext cx="2240280" cy="420624"/>
          </a:xfrm>
          <a:prstGeom prst="rect">
            <a:avLst/>
          </a:prstGeom>
          <a:noFill/>
        </p:spPr>
        <p:txBody>
          <a:bodyPr wrap="square" lIns="0" rIns="0" tIns="0" bIns="0" anchor="ctr">
            <a:spAutoFit/>
          </a:bodyPr>
          <a:lstStyle/>
          <a:p>
            <a:r>
              <a:rPr sz="1250" b="1" i="0">
                <a:solidFill>
                  <a:srgbClr val="0E2841"/>
                </a:solidFill>
                <a:latin typeface="Arial"/>
              </a:rPr>
              <a:t>3. Update network / data pipeline</a:t>
            </a:r>
          </a:p>
        </p:txBody>
      </p:sp>
      <p:sp>
        <p:nvSpPr>
          <p:cNvPr id="23" name="Rounded Rectangle 22"/>
          <p:cNvSpPr/>
          <p:nvPr/>
        </p:nvSpPr>
        <p:spPr>
          <a:xfrm>
            <a:off x="5170394" y="2532888"/>
            <a:ext cx="1816697" cy="420624"/>
          </a:xfrm>
          <a:prstGeom prst="roundRect">
            <a:avLst>
              <a:gd name="adj" fmla="val 25000"/>
            </a:avLst>
          </a:prstGeom>
          <a:solidFill>
            <a:srgbClr val="7D5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3044952"/>
            <a:ext cx="2240280" cy="420624"/>
          </a:xfrm>
          <a:prstGeom prst="rect">
            <a:avLst/>
          </a:prstGeom>
          <a:noFill/>
        </p:spPr>
        <p:txBody>
          <a:bodyPr wrap="square" lIns="0" rIns="0" tIns="0" bIns="0" anchor="ctr">
            <a:spAutoFit/>
          </a:bodyPr>
          <a:lstStyle/>
          <a:p>
            <a:r>
              <a:rPr sz="1250" b="1" i="0">
                <a:solidFill>
                  <a:srgbClr val="0E2841"/>
                </a:solidFill>
                <a:latin typeface="Arial"/>
              </a:rPr>
              <a:t>4. Profile compute requirements</a:t>
            </a:r>
          </a:p>
        </p:txBody>
      </p:sp>
      <p:sp>
        <p:nvSpPr>
          <p:cNvPr id="25" name="Rounded Rectangle 24"/>
          <p:cNvSpPr/>
          <p:nvPr/>
        </p:nvSpPr>
        <p:spPr>
          <a:xfrm>
            <a:off x="6987091" y="3044952"/>
            <a:ext cx="1211132" cy="420624"/>
          </a:xfrm>
          <a:prstGeom prst="roundRect">
            <a:avLst>
              <a:gd name="adj" fmla="val 25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557016"/>
            <a:ext cx="2240280" cy="420624"/>
          </a:xfrm>
          <a:prstGeom prst="rect">
            <a:avLst/>
          </a:prstGeom>
          <a:noFill/>
        </p:spPr>
        <p:txBody>
          <a:bodyPr wrap="square" lIns="0" rIns="0" tIns="0" bIns="0" anchor="ctr">
            <a:spAutoFit/>
          </a:bodyPr>
          <a:lstStyle/>
          <a:p>
            <a:r>
              <a:rPr sz="1250" b="1" i="0">
                <a:solidFill>
                  <a:srgbClr val="0E2841"/>
                </a:solidFill>
                <a:latin typeface="Arial"/>
              </a:rPr>
              <a:t>5. Run PPO training</a:t>
            </a:r>
          </a:p>
        </p:txBody>
      </p:sp>
      <p:sp>
        <p:nvSpPr>
          <p:cNvPr id="27" name="Rounded Rectangle 26"/>
          <p:cNvSpPr/>
          <p:nvPr/>
        </p:nvSpPr>
        <p:spPr>
          <a:xfrm>
            <a:off x="8198223" y="3557016"/>
            <a:ext cx="1816698" cy="420624"/>
          </a:xfrm>
          <a:prstGeom prst="roundRect">
            <a:avLst>
              <a:gd name="adj" fmla="val 25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2920" y="4069080"/>
            <a:ext cx="2240280" cy="420624"/>
          </a:xfrm>
          <a:prstGeom prst="rect">
            <a:avLst/>
          </a:prstGeom>
          <a:noFill/>
        </p:spPr>
        <p:txBody>
          <a:bodyPr wrap="square" lIns="0" rIns="0" tIns="0" bIns="0" anchor="ctr">
            <a:spAutoFit/>
          </a:bodyPr>
          <a:lstStyle/>
          <a:p>
            <a:r>
              <a:rPr sz="1250" b="1" i="0">
                <a:solidFill>
                  <a:srgbClr val="0E2841"/>
                </a:solidFill>
                <a:latin typeface="Arial"/>
              </a:rPr>
              <a:t>6. Evaluate vs. PDR baseline</a:t>
            </a:r>
          </a:p>
        </p:txBody>
      </p:sp>
      <p:sp>
        <p:nvSpPr>
          <p:cNvPr id="29" name="Rounded Rectangle 28"/>
          <p:cNvSpPr/>
          <p:nvPr/>
        </p:nvSpPr>
        <p:spPr>
          <a:xfrm>
            <a:off x="9409355" y="4069080"/>
            <a:ext cx="1989716" cy="420624"/>
          </a:xfrm>
          <a:prstGeom prst="roundRect">
            <a:avLst>
              <a:gd name="adj" fmla="val 25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2834640" y="4608576"/>
            <a:ext cx="0" cy="100584"/>
          </a:xfrm>
          <a:prstGeom prst="line">
            <a:avLst/>
          </a:prstGeom>
          <a:ln w="12700">
            <a:solidFill>
              <a:srgbClr val="717479"/>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2468880" y="4782312"/>
            <a:ext cx="731520" cy="274320"/>
          </a:xfrm>
          <a:prstGeom prst="rect">
            <a:avLst/>
          </a:prstGeom>
          <a:noFill/>
        </p:spPr>
        <p:txBody>
          <a:bodyPr wrap="none" lIns="0" rIns="0" tIns="0" bIns="0" anchor="t">
            <a:spAutoFit/>
          </a:bodyPr>
          <a:lstStyle/>
          <a:p>
            <a:pPr algn="ctr"/>
            <a:r>
              <a:rPr sz="1050" b="1" i="0">
                <a:solidFill>
                  <a:srgbClr val="717479"/>
                </a:solidFill>
                <a:latin typeface="Arial"/>
              </a:rPr>
              <a:t>Sep</a:t>
            </a:r>
          </a:p>
        </p:txBody>
      </p:sp>
      <p:cxnSp>
        <p:nvCxnSpPr>
          <p:cNvPr id="32" name="Connector 31"/>
          <p:cNvCxnSpPr/>
          <p:nvPr/>
        </p:nvCxnSpPr>
        <p:spPr>
          <a:xfrm>
            <a:off x="5429922" y="4608576"/>
            <a:ext cx="0" cy="100584"/>
          </a:xfrm>
          <a:prstGeom prst="line">
            <a:avLst/>
          </a:prstGeom>
          <a:ln w="12700">
            <a:solidFill>
              <a:srgbClr val="717479"/>
            </a:solidFill>
          </a:ln>
          <a:effectLst/>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064162" y="4782312"/>
            <a:ext cx="731520" cy="274320"/>
          </a:xfrm>
          <a:prstGeom prst="rect">
            <a:avLst/>
          </a:prstGeom>
          <a:noFill/>
        </p:spPr>
        <p:txBody>
          <a:bodyPr wrap="none" lIns="0" rIns="0" tIns="0" bIns="0" anchor="t">
            <a:spAutoFit/>
          </a:bodyPr>
          <a:lstStyle/>
          <a:p>
            <a:pPr algn="ctr"/>
            <a:r>
              <a:rPr sz="1050" b="1" i="0">
                <a:solidFill>
                  <a:srgbClr val="717479"/>
                </a:solidFill>
                <a:latin typeface="Arial"/>
              </a:rPr>
              <a:t>Oct</a:t>
            </a:r>
          </a:p>
        </p:txBody>
      </p:sp>
      <p:cxnSp>
        <p:nvCxnSpPr>
          <p:cNvPr id="34" name="Connector 33"/>
          <p:cNvCxnSpPr/>
          <p:nvPr/>
        </p:nvCxnSpPr>
        <p:spPr>
          <a:xfrm>
            <a:off x="8111714" y="4608576"/>
            <a:ext cx="0" cy="100584"/>
          </a:xfrm>
          <a:prstGeom prst="line">
            <a:avLst/>
          </a:prstGeom>
          <a:ln w="12700">
            <a:solidFill>
              <a:srgbClr val="717479"/>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745954" y="4782312"/>
            <a:ext cx="731520" cy="274320"/>
          </a:xfrm>
          <a:prstGeom prst="rect">
            <a:avLst/>
          </a:prstGeom>
          <a:noFill/>
        </p:spPr>
        <p:txBody>
          <a:bodyPr wrap="none" lIns="0" rIns="0" tIns="0" bIns="0" anchor="t">
            <a:spAutoFit/>
          </a:bodyPr>
          <a:lstStyle/>
          <a:p>
            <a:pPr algn="ctr"/>
            <a:r>
              <a:rPr sz="1050" b="1" i="0">
                <a:solidFill>
                  <a:srgbClr val="717479"/>
                </a:solidFill>
                <a:latin typeface="Arial"/>
              </a:rPr>
              <a:t>Nov</a:t>
            </a:r>
          </a:p>
        </p:txBody>
      </p:sp>
      <p:cxnSp>
        <p:nvCxnSpPr>
          <p:cNvPr id="36" name="Connector 35"/>
          <p:cNvCxnSpPr/>
          <p:nvPr/>
        </p:nvCxnSpPr>
        <p:spPr>
          <a:xfrm>
            <a:off x="10706996" y="4608576"/>
            <a:ext cx="0" cy="100584"/>
          </a:xfrm>
          <a:prstGeom prst="line">
            <a:avLst/>
          </a:prstGeom>
          <a:ln w="12700">
            <a:solidFill>
              <a:srgbClr val="717479"/>
            </a:solidFill>
          </a:ln>
          <a:effectLst/>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10341236" y="4782312"/>
            <a:ext cx="731520" cy="274320"/>
          </a:xfrm>
          <a:prstGeom prst="rect">
            <a:avLst/>
          </a:prstGeom>
          <a:noFill/>
        </p:spPr>
        <p:txBody>
          <a:bodyPr wrap="none" lIns="0" rIns="0" tIns="0" bIns="0" anchor="t">
            <a:spAutoFit/>
          </a:bodyPr>
          <a:lstStyle/>
          <a:p>
            <a:pPr algn="ctr"/>
            <a:r>
              <a:rPr sz="1050" b="1" i="0">
                <a:solidFill>
                  <a:srgbClr val="717479"/>
                </a:solidFill>
                <a:latin typeface="Arial"/>
              </a:rPr>
              <a:t>Dec</a:t>
            </a:r>
          </a:p>
        </p:txBody>
      </p:sp>
      <p:cxnSp>
        <p:nvCxnSpPr>
          <p:cNvPr id="38" name="Connector 37"/>
          <p:cNvCxnSpPr/>
          <p:nvPr/>
        </p:nvCxnSpPr>
        <p:spPr>
          <a:xfrm>
            <a:off x="2834640" y="4608576"/>
            <a:ext cx="8823960" cy="0"/>
          </a:xfrm>
          <a:prstGeom prst="line">
            <a:avLst/>
          </a:prstGeom>
          <a:ln w="12700">
            <a:solidFill>
              <a:srgbClr val="E8E8E8"/>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713194" y="5074920"/>
            <a:ext cx="914400" cy="384048"/>
          </a:xfrm>
          <a:prstGeom prst="rect">
            <a:avLst/>
          </a:prstGeom>
          <a:noFill/>
        </p:spPr>
        <p:txBody>
          <a:bodyPr wrap="square" lIns="0" rIns="0" tIns="0" bIns="0" anchor="t">
            <a:spAutoFit/>
          </a:bodyPr>
          <a:lstStyle/>
          <a:p>
            <a:pPr algn="ctr"/>
            <a:r>
              <a:rPr sz="900" b="1" i="0">
                <a:solidFill>
                  <a:srgbClr val="0E2841"/>
                </a:solidFill>
                <a:latin typeface="Arial"/>
              </a:rPr>
              <a:t>Standup</a:t>
            </a:r>
          </a:p>
          <a:p>
            <a:pPr algn="ctr"/>
            <a:r>
              <a:rPr sz="900" b="0" i="0">
                <a:solidFill>
                  <a:srgbClr val="0E2841"/>
                </a:solidFill>
                <a:latin typeface="Arial"/>
              </a:rPr>
              <a:t>9/28</a:t>
            </a:r>
          </a:p>
        </p:txBody>
      </p:sp>
      <p:sp>
        <p:nvSpPr>
          <p:cNvPr id="40" name="TextBox 39"/>
          <p:cNvSpPr txBox="1"/>
          <p:nvPr/>
        </p:nvSpPr>
        <p:spPr>
          <a:xfrm>
            <a:off x="6529891" y="5074920"/>
            <a:ext cx="914400" cy="384048"/>
          </a:xfrm>
          <a:prstGeom prst="rect">
            <a:avLst/>
          </a:prstGeom>
          <a:noFill/>
        </p:spPr>
        <p:txBody>
          <a:bodyPr wrap="square" lIns="0" rIns="0" tIns="0" bIns="0" anchor="t">
            <a:spAutoFit/>
          </a:bodyPr>
          <a:lstStyle/>
          <a:p>
            <a:pPr algn="ctr"/>
            <a:r>
              <a:rPr sz="900" b="1" i="0">
                <a:solidFill>
                  <a:srgbClr val="F76904"/>
                </a:solidFill>
                <a:latin typeface="Arial"/>
              </a:rPr>
              <a:t>Milestone</a:t>
            </a:r>
          </a:p>
          <a:p>
            <a:pPr algn="ctr"/>
            <a:r>
              <a:rPr sz="900" b="0" i="0">
                <a:solidFill>
                  <a:srgbClr val="F76904"/>
                </a:solidFill>
                <a:latin typeface="Arial"/>
              </a:rPr>
              <a:t>10/19</a:t>
            </a:r>
          </a:p>
        </p:txBody>
      </p:sp>
      <p:sp>
        <p:nvSpPr>
          <p:cNvPr id="41" name="TextBox 40"/>
          <p:cNvSpPr txBox="1"/>
          <p:nvPr/>
        </p:nvSpPr>
        <p:spPr>
          <a:xfrm>
            <a:off x="7741023" y="5074920"/>
            <a:ext cx="914400" cy="384048"/>
          </a:xfrm>
          <a:prstGeom prst="rect">
            <a:avLst/>
          </a:prstGeom>
          <a:noFill/>
        </p:spPr>
        <p:txBody>
          <a:bodyPr wrap="square" lIns="0" rIns="0" tIns="0" bIns="0" anchor="t">
            <a:spAutoFit/>
          </a:bodyPr>
          <a:lstStyle/>
          <a:p>
            <a:pPr algn="ctr"/>
            <a:r>
              <a:rPr sz="900" b="1" i="0">
                <a:solidFill>
                  <a:srgbClr val="0E2841"/>
                </a:solidFill>
                <a:latin typeface="Arial"/>
              </a:rPr>
              <a:t>Standup</a:t>
            </a:r>
          </a:p>
          <a:p>
            <a:pPr algn="ctr"/>
            <a:r>
              <a:rPr sz="900" b="0" i="0">
                <a:solidFill>
                  <a:srgbClr val="0E2841"/>
                </a:solidFill>
                <a:latin typeface="Arial"/>
              </a:rPr>
              <a:t>11/2</a:t>
            </a:r>
          </a:p>
        </p:txBody>
      </p:sp>
      <p:sp>
        <p:nvSpPr>
          <p:cNvPr id="42" name="TextBox 41"/>
          <p:cNvSpPr txBox="1"/>
          <p:nvPr/>
        </p:nvSpPr>
        <p:spPr>
          <a:xfrm>
            <a:off x="8952155" y="5074920"/>
            <a:ext cx="914400" cy="384048"/>
          </a:xfrm>
          <a:prstGeom prst="rect">
            <a:avLst/>
          </a:prstGeom>
          <a:noFill/>
        </p:spPr>
        <p:txBody>
          <a:bodyPr wrap="square" lIns="0" rIns="0" tIns="0" bIns="0" anchor="t">
            <a:spAutoFit/>
          </a:bodyPr>
          <a:lstStyle/>
          <a:p>
            <a:pPr algn="ctr"/>
            <a:r>
              <a:rPr sz="900" b="1" i="0">
                <a:solidFill>
                  <a:srgbClr val="F76904"/>
                </a:solidFill>
                <a:latin typeface="Arial"/>
              </a:rPr>
              <a:t>Milestone</a:t>
            </a:r>
          </a:p>
          <a:p>
            <a:pPr algn="ctr"/>
            <a:r>
              <a:rPr sz="900" b="0" i="0">
                <a:solidFill>
                  <a:srgbClr val="F76904"/>
                </a:solidFill>
                <a:latin typeface="Arial"/>
              </a:rPr>
              <a:t>11/16</a:t>
            </a:r>
          </a:p>
        </p:txBody>
      </p:sp>
      <p:sp>
        <p:nvSpPr>
          <p:cNvPr id="43" name="TextBox 42"/>
          <p:cNvSpPr txBox="1"/>
          <p:nvPr/>
        </p:nvSpPr>
        <p:spPr>
          <a:xfrm>
            <a:off x="9557721" y="5074920"/>
            <a:ext cx="914400" cy="384048"/>
          </a:xfrm>
          <a:prstGeom prst="rect">
            <a:avLst/>
          </a:prstGeom>
          <a:noFill/>
        </p:spPr>
        <p:txBody>
          <a:bodyPr wrap="square" lIns="0" rIns="0" tIns="0" bIns="0" anchor="t">
            <a:spAutoFit/>
          </a:bodyPr>
          <a:lstStyle/>
          <a:p>
            <a:pPr algn="ctr"/>
            <a:r>
              <a:rPr sz="900" b="1" i="0">
                <a:solidFill>
                  <a:srgbClr val="F6BE00"/>
                </a:solidFill>
                <a:latin typeface="Arial"/>
              </a:rPr>
              <a:t>Draft</a:t>
            </a:r>
          </a:p>
          <a:p>
            <a:pPr algn="ctr"/>
            <a:r>
              <a:rPr sz="900" b="0" i="0">
                <a:solidFill>
                  <a:srgbClr val="F6BE00"/>
                </a:solidFill>
                <a:latin typeface="Arial"/>
              </a:rPr>
              <a:t>11/23</a:t>
            </a:r>
          </a:p>
        </p:txBody>
      </p:sp>
      <p:sp>
        <p:nvSpPr>
          <p:cNvPr id="44" name="TextBox 43"/>
          <p:cNvSpPr txBox="1"/>
          <p:nvPr/>
        </p:nvSpPr>
        <p:spPr>
          <a:xfrm>
            <a:off x="10163287" y="5074920"/>
            <a:ext cx="914400" cy="384048"/>
          </a:xfrm>
          <a:prstGeom prst="rect">
            <a:avLst/>
          </a:prstGeom>
          <a:noFill/>
        </p:spPr>
        <p:txBody>
          <a:bodyPr wrap="square" lIns="0" rIns="0" tIns="0" bIns="0" anchor="t">
            <a:spAutoFit/>
          </a:bodyPr>
          <a:lstStyle/>
          <a:p>
            <a:pPr algn="ctr"/>
            <a:r>
              <a:rPr sz="900" b="1" i="0">
                <a:solidFill>
                  <a:srgbClr val="0E2841"/>
                </a:solidFill>
                <a:latin typeface="Arial"/>
              </a:rPr>
              <a:t>Standup</a:t>
            </a:r>
          </a:p>
          <a:p>
            <a:pPr algn="ctr"/>
            <a:r>
              <a:rPr sz="900" b="0" i="0">
                <a:solidFill>
                  <a:srgbClr val="0E2841"/>
                </a:solidFill>
                <a:latin typeface="Arial"/>
              </a:rPr>
              <a:t>11/30</a:t>
            </a:r>
          </a:p>
        </p:txBody>
      </p:sp>
      <p:sp>
        <p:nvSpPr>
          <p:cNvPr id="45" name="TextBox 44"/>
          <p:cNvSpPr txBox="1"/>
          <p:nvPr/>
        </p:nvSpPr>
        <p:spPr>
          <a:xfrm>
            <a:off x="10941871" y="5074920"/>
            <a:ext cx="914400" cy="384048"/>
          </a:xfrm>
          <a:prstGeom prst="rect">
            <a:avLst/>
          </a:prstGeom>
          <a:noFill/>
        </p:spPr>
        <p:txBody>
          <a:bodyPr wrap="square" lIns="0" rIns="0" tIns="0" bIns="0" anchor="t">
            <a:spAutoFit/>
          </a:bodyPr>
          <a:lstStyle/>
          <a:p>
            <a:pPr algn="ctr"/>
            <a:r>
              <a:rPr sz="900" b="1" i="0">
                <a:solidFill>
                  <a:srgbClr val="DA291B"/>
                </a:solidFill>
                <a:latin typeface="Arial"/>
              </a:rPr>
              <a:t>Demo</a:t>
            </a:r>
          </a:p>
          <a:p>
            <a:pPr algn="ctr"/>
            <a:r>
              <a:rPr sz="900" b="0" i="0">
                <a:solidFill>
                  <a:srgbClr val="DA291B"/>
                </a:solidFill>
                <a:latin typeface="Arial"/>
              </a:rPr>
              <a:t>12/9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91672" cy="713232"/>
          </a:xfrm>
          <a:prstGeom prst="rect">
            <a:avLst/>
          </a:prstGeom>
          <a:noFill/>
        </p:spPr>
        <p:txBody>
          <a:bodyPr wrap="square" lIns="0" rIns="0" tIns="0" bIns="0" anchor="b">
            <a:spAutoFit/>
          </a:bodyPr>
          <a:lstStyle/>
          <a:p>
            <a:pPr algn="l"/>
            <a:r>
              <a:rPr sz="3200" b="1" i="0">
                <a:solidFill>
                  <a:srgbClr val="0E2841"/>
                </a:solidFill>
                <a:latin typeface="Arial"/>
              </a:rPr>
              <a:t>Appendix — Additional Figures</a:t>
            </a:r>
          </a:p>
        </p:txBody>
      </p:sp>
      <p:sp>
        <p:nvSpPr>
          <p:cNvPr id="3" name="TextBox 2"/>
          <p:cNvSpPr txBox="1"/>
          <p:nvPr/>
        </p:nvSpPr>
        <p:spPr>
          <a:xfrm>
            <a:off x="548640" y="1051560"/>
            <a:ext cx="10881360" cy="777240"/>
          </a:xfrm>
          <a:prstGeom prst="rect">
            <a:avLst/>
          </a:prstGeom>
          <a:noFill/>
        </p:spPr>
        <p:txBody>
          <a:bodyPr wrap="square" lIns="0" rIns="0" tIns="0" bIns="0" anchor="t">
            <a:spAutoFit/>
          </a:bodyPr>
          <a:lstStyle/>
          <a:p>
            <a:pPr marL="228600" indent="-228600">
              <a:spcAft>
                <a:spcPts val="200"/>
              </a:spcAft>
              <a:buFont typeface="Arial"/>
              <a:buChar char="–"/>
            </a:pPr>
            <a:r>
              <a:rPr sz="1400" b="0" i="0">
                <a:solidFill>
                  <a:srgbClr val="0E2841"/>
                </a:solidFill>
                <a:latin typeface="Arial"/>
              </a:rPr>
              <a:t>Additional flow-time and congestion figures from the Aug 24 analysis</a:t>
            </a:r>
          </a:p>
          <a:p>
            <a:pPr marL="228600" indent="-228600">
              <a:spcAft>
                <a:spcPts val="200"/>
              </a:spcAft>
              <a:buFont typeface="Arial"/>
              <a:buChar char="–"/>
            </a:pPr>
            <a:r>
              <a:rPr sz="1400" b="0" i="0">
                <a:solidFill>
                  <a:srgbClr val="0E2841"/>
                </a:solidFill>
                <a:latin typeface="Arial"/>
              </a:rPr>
              <a:t>Open item: exploring a research cluster for long-running PPO training — feeds Deliverable 4 / RQ-C</a:t>
            </a:r>
          </a:p>
        </p:txBody>
      </p:sp>
      <p:pic>
        <p:nvPicPr>
          <p:cNvPr id="4" name="Picture 3" descr="wip_by_lambda.png"/>
          <p:cNvPicPr>
            <a:picLocks noChangeAspect="1"/>
          </p:cNvPicPr>
          <p:nvPr/>
        </p:nvPicPr>
        <p:blipFill>
          <a:blip r:embed="rId2"/>
          <a:stretch>
            <a:fillRect/>
          </a:stretch>
        </p:blipFill>
        <p:spPr>
          <a:xfrm>
            <a:off x="837111" y="2011680"/>
            <a:ext cx="4680857" cy="3200400"/>
          </a:xfrm>
          <a:prstGeom prst="rect">
            <a:avLst/>
          </a:prstGeom>
        </p:spPr>
      </p:pic>
      <p:pic>
        <p:nvPicPr>
          <p:cNvPr id="5" name="Picture 4" descr="time_in_system_by_instance.png"/>
          <p:cNvPicPr>
            <a:picLocks noChangeAspect="1"/>
          </p:cNvPicPr>
          <p:nvPr/>
        </p:nvPicPr>
        <p:blipFill>
          <a:blip r:embed="rId3"/>
          <a:stretch>
            <a:fillRect/>
          </a:stretch>
        </p:blipFill>
        <p:spPr>
          <a:xfrm>
            <a:off x="6263640" y="2743145"/>
            <a:ext cx="5257800" cy="1737469"/>
          </a:xfrm>
          <a:prstGeom prst="rect">
            <a:avLst/>
          </a:prstGeom>
        </p:spPr>
      </p:pic>
      <p:sp>
        <p:nvSpPr>
          <p:cNvPr id="6" name="TextBox 5"/>
          <p:cNvSpPr txBox="1"/>
          <p:nvPr/>
        </p:nvSpPr>
        <p:spPr>
          <a:xfrm>
            <a:off x="548640" y="5285232"/>
            <a:ext cx="5257800" cy="274320"/>
          </a:xfrm>
          <a:prstGeom prst="rect">
            <a:avLst/>
          </a:prstGeom>
          <a:noFill/>
        </p:spPr>
        <p:txBody>
          <a:bodyPr wrap="square" lIns="0" rIns="0" tIns="0" bIns="0" anchor="t">
            <a:spAutoFit/>
          </a:bodyPr>
          <a:lstStyle/>
          <a:p>
            <a:pPr algn="ctr"/>
            <a:r>
              <a:rPr sz="1150" b="0" i="0">
                <a:solidFill>
                  <a:srgbClr val="333A40"/>
                </a:solidFill>
                <a:latin typeface="Arial"/>
              </a:rPr>
              <a:t>Work-in-progress (WIP) by arrival rate λ</a:t>
            </a:r>
          </a:p>
        </p:txBody>
      </p:sp>
      <p:sp>
        <p:nvSpPr>
          <p:cNvPr id="7" name="TextBox 6"/>
          <p:cNvSpPr txBox="1"/>
          <p:nvPr/>
        </p:nvSpPr>
        <p:spPr>
          <a:xfrm>
            <a:off x="6263640" y="5285232"/>
            <a:ext cx="5257800" cy="274320"/>
          </a:xfrm>
          <a:prstGeom prst="rect">
            <a:avLst/>
          </a:prstGeom>
          <a:noFill/>
        </p:spPr>
        <p:txBody>
          <a:bodyPr wrap="square" lIns="0" rIns="0" tIns="0" bIns="0" anchor="t">
            <a:spAutoFit/>
          </a:bodyPr>
          <a:lstStyle/>
          <a:p>
            <a:pPr algn="ctr"/>
            <a:r>
              <a:rPr sz="1150" b="0" i="0">
                <a:solidFill>
                  <a:srgbClr val="333A40"/>
                </a:solidFill>
                <a:latin typeface="Arial"/>
              </a:rPr>
              <a:t>Time-in-system by problem instance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dirty="0"/>
              <a:t>Thank You</a:t>
            </a:r>
          </a:p>
        </p:txBody>
      </p:sp>
      <p:sp>
        <p:nvSpPr>
          <p:cNvPr id="3" name="Rectangle 2"/>
          <p:cNvSpPr/>
          <p:nvPr/>
        </p:nvSpPr>
        <p:spPr>
          <a:xfrm>
            <a:off x="0" y="914400"/>
            <a:ext cx="12198096" cy="5321808"/>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0" y="2560320"/>
            <a:ext cx="2011680" cy="2011680"/>
          </a:xfrm>
          <a:prstGeom prst="ellipse">
            <a:avLst/>
          </a:prstGeom>
          <a:solidFill>
            <a:srgbClr val="F769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257800" y="2788920"/>
            <a:ext cx="1554480" cy="15544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6000" b="1" i="0">
                <a:solidFill>
                  <a:srgbClr val="0E2841"/>
                </a:solidFill>
                <a:latin typeface="Arial"/>
              </a:rPr>
              <a:t>?</a:t>
            </a:r>
          </a:p>
        </p:txBody>
      </p:sp>
      <p:sp>
        <p:nvSpPr>
          <p:cNvPr id="6" name="TextBox 5"/>
          <p:cNvSpPr txBox="1"/>
          <p:nvPr/>
        </p:nvSpPr>
        <p:spPr>
          <a:xfrm>
            <a:off x="3291840" y="4800600"/>
            <a:ext cx="5486400" cy="548640"/>
          </a:xfrm>
          <a:prstGeom prst="rect">
            <a:avLst/>
          </a:prstGeom>
          <a:noFill/>
        </p:spPr>
        <p:txBody>
          <a:bodyPr wrap="square" lIns="0" rIns="0" tIns="0" bIns="0" anchor="t">
            <a:spAutoFit/>
          </a:bodyPr>
          <a:lstStyle/>
          <a:p>
            <a:pPr algn="ctr"/>
            <a:r>
              <a:rPr sz="2800" b="1" i="0">
                <a:solidFill>
                  <a:srgbClr val="FFFFFF"/>
                </a:solidFill>
                <a:latin typeface="Arial"/>
              </a:rPr>
              <a:t>Questions?</a:t>
            </a:r>
          </a:p>
        </p:txBody>
      </p:sp>
      <p:sp>
        <p:nvSpPr>
          <p:cNvPr id="7" name="TextBox 6"/>
          <p:cNvSpPr txBox="1"/>
          <p:nvPr/>
        </p:nvSpPr>
        <p:spPr>
          <a:xfrm>
            <a:off x="3291840" y="5394960"/>
            <a:ext cx="5486400" cy="457200"/>
          </a:xfrm>
          <a:prstGeom prst="rect">
            <a:avLst/>
          </a:prstGeom>
          <a:noFill/>
        </p:spPr>
        <p:txBody>
          <a:bodyPr wrap="square" lIns="0" rIns="0" tIns="0" bIns="0" anchor="t">
            <a:spAutoFit/>
          </a:bodyPr>
          <a:lstStyle/>
          <a:p>
            <a:pPr algn="ctr"/>
            <a:r>
              <a:rPr sz="1300" b="0" i="0">
                <a:solidFill>
                  <a:srgbClr val="E8E8E8"/>
                </a:solidFill>
                <a:latin typeface="Arial"/>
              </a:rPr>
              <a:t>Mike Eaton  ·  meaton96@gmail.com</a:t>
            </a:r>
          </a:p>
        </p:txBody>
      </p:sp>
    </p:spTree>
  </p:cSld>
  <p:clrMapOvr>
    <a:masterClrMapping/>
  </p:clrMapOvr>
</p:sld>
</file>

<file path=ppt/theme/theme1.xml><?xml version="1.0" encoding="utf-8"?>
<a:theme xmlns:a="http://schemas.openxmlformats.org/drawingml/2006/main" name="Office Theme">
  <a:themeElements>
    <a:clrScheme name="RIT colors">
      <a:dk1>
        <a:srgbClr val="000000"/>
      </a:dk1>
      <a:lt1>
        <a:srgbClr val="FFFFFF"/>
      </a:lt1>
      <a:dk2>
        <a:srgbClr val="0E2841"/>
      </a:dk2>
      <a:lt2>
        <a:srgbClr val="E8E8E8"/>
      </a:lt2>
      <a:accent1>
        <a:srgbClr val="F76904"/>
      </a:accent1>
      <a:accent2>
        <a:srgbClr val="F6BE00"/>
      </a:accent2>
      <a:accent3>
        <a:srgbClr val="C3D500"/>
      </a:accent3>
      <a:accent4>
        <a:srgbClr val="009BBD"/>
      </a:accent4>
      <a:accent5>
        <a:srgbClr val="DA291B"/>
      </a:accent5>
      <a:accent6>
        <a:srgbClr val="7D54C7"/>
      </a:accent6>
      <a:hlink>
        <a:srgbClr val="F76904"/>
      </a:hlink>
      <a:folHlink>
        <a:srgbClr val="717479"/>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txDef>
      <a:spPr/>
      <a:bodyPr/>
      <a:lstStyle>
        <a:defPPr marL="228600" indent="-228600" algn="l">
          <a:buClr>
            <a:srgbClr val="F86901"/>
          </a:buClr>
          <a:buSzPct val="125000"/>
          <a:buFont typeface="Wingdings" pitchFamily="2" charset="2"/>
          <a:buChar char="§"/>
          <a:defRPr sz="2200" dirty="0" smtClean="0"/>
        </a:defPPr>
      </a:lstStyle>
    </a:txDef>
  </a:objectDefaults>
  <a:extraClrSchemeLst/>
  <a:extLst>
    <a:ext uri="{05A4C25C-085E-4340-85A3-A5531E510DB2}">
      <thm15:themeFamily xmlns:thm15="http://schemas.microsoft.com/office/thememl/2012/main" name="Presentation14" id="{3C2AFB8B-F1CD-A14D-892D-ED928547970A}" vid="{81ADB1D0-BEDD-BA48-8673-5722284828A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TotalTime>
  <Words>0</Words>
  <Application>Microsoft Macintosh PowerPoint</Application>
  <PresentationFormat>Widescreen</PresentationFormat>
  <Paragraphs>0</Paragraphs>
  <Slides>31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31</vt:i4>
      </vt:variant>
    </vt:vector>
  </HeadingPairs>
  <TitlesOfParts>
    <vt:vector size="37" baseType="lpstr">
      <vt:lpstr>Aptos</vt:lpstr>
      <vt:lpstr>Arial</vt:lpstr>
      <vt:lpstr>Georgia</vt:lpstr>
      <vt:lpstr>System Font Regular</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Jeff Arbegast</dc:creator>
  <cp:lastModifiedBy>Jeff Arbegast</cp:lastModifiedBy>
  <cp:revision>1</cp:revision>
  <dcterms:created xsi:type="dcterms:W3CDTF">2025-11-12T16:51:16Z</dcterms:created>
  <dcterms:modified xsi:type="dcterms:W3CDTF">2025-11-12T16:53:56Z</dcterms:modified>
</cp:coreProperties>
</file>