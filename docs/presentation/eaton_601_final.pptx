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335" r:id="rId2"/>
    <p:sldId id="342" r:id="rId3"/>
    <p:sldId id="368" r:id="rId4"/>
    <p:sldId id="363" r:id="rId5"/>
    <p:sldId id="375" r:id="rId6"/>
    <p:sldId id="376" r:id="rId7"/>
    <p:sldId id="377" r:id="rId8"/>
    <p:sldId id="379" r:id="rId9"/>
    <p:sldId id="380" r:id="rId10"/>
    <p:sldId id="378" r:id="rId11"/>
    <p:sldId id="381" r:id="rId12"/>
    <p:sldId id="382" r:id="rId13"/>
    <p:sldId id="383" r:id="rId14"/>
    <p:sldId id="384" r:id="rId15"/>
    <p:sldId id="385" r:id="rId16"/>
    <p:sldId id="386" r:id="rId17"/>
    <p:sldId id="387" r:id="rId18"/>
    <p:sldId id="388" r:id="rId19"/>
    <p:sldId id="389" r:id="rId20"/>
    <p:sldId id="355" r:id="rId21"/>
    <p:sldId id="3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6901"/>
    <a:srgbClr val="E6E7E8"/>
    <a:srgbClr val="E8E8E8"/>
    <a:srgbClr val="F76901"/>
    <a:srgbClr val="E56B2A"/>
    <a:srgbClr val="E5E1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55" autoAdjust="0"/>
    <p:restoredTop sz="79064" autoAdjust="0"/>
  </p:normalViewPr>
  <p:slideViewPr>
    <p:cSldViewPr snapToGrid="0">
      <p:cViewPr>
        <p:scale>
          <a:sx n="79" d="100"/>
          <a:sy n="79" d="100"/>
        </p:scale>
        <p:origin x="2024" y="752"/>
      </p:cViewPr>
      <p:guideLst/>
    </p:cSldViewPr>
  </p:slideViewPr>
  <p:notesTextViewPr>
    <p:cViewPr>
      <p:scale>
        <a:sx n="1" d="1"/>
        <a:sy n="1" d="1"/>
      </p:scale>
      <p:origin x="0" y="0"/>
    </p:cViewPr>
  </p:notesTextViewPr>
  <p:notesViewPr>
    <p:cSldViewPr snapToGrid="0">
      <p:cViewPr varScale="1">
        <p:scale>
          <a:sx n="118" d="100"/>
          <a:sy n="118" d="100"/>
        </p:scale>
        <p:origin x="3016"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8E7F4E0-D482-F8C6-1D3C-112B627D63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1956B58-F1C9-1A7A-7214-603261451A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4788F-520B-7444-87C8-DB226CB04D67}" type="datetime1">
              <a:rPr lang="en-US" smtClean="0"/>
              <a:t>4/21/26</a:t>
            </a:fld>
            <a:endParaRPr lang="en-US"/>
          </a:p>
        </p:txBody>
      </p:sp>
      <p:sp>
        <p:nvSpPr>
          <p:cNvPr id="4" name="Footer Placeholder 3">
            <a:extLst>
              <a:ext uri="{FF2B5EF4-FFF2-40B4-BE49-F238E27FC236}">
                <a16:creationId xmlns:a16="http://schemas.microsoft.com/office/drawing/2014/main" id="{86AF5E95-0A8C-7DE3-7008-F6F673A1DA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C88AD1C-2CF9-6756-5383-89A22D1708B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180B8D-8695-E64B-AEE4-6EA09F2A2E6B}" type="slidenum">
              <a:rPr lang="en-US" smtClean="0"/>
              <a:t>‹#›</a:t>
            </a:fld>
            <a:endParaRPr lang="en-US"/>
          </a:p>
        </p:txBody>
      </p:sp>
    </p:spTree>
    <p:extLst>
      <p:ext uri="{BB962C8B-B14F-4D97-AF65-F5344CB8AC3E}">
        <p14:creationId xmlns:p14="http://schemas.microsoft.com/office/powerpoint/2010/main" val="187393115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7BC8E-1E01-DA4B-8AF1-D059D507CB2C}" type="datetime1">
              <a:rPr lang="en-US" smtClean="0"/>
              <a:t>4/21/26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3E6101-A6E0-1448-85FD-13E9E7A43582}" type="slidenum">
              <a:rPr lang="en-US" smtClean="0"/>
              <a:t>‹#›</a:t>
            </a:fld>
            <a:endParaRPr lang="en-US"/>
          </a:p>
        </p:txBody>
      </p:sp>
    </p:spTree>
    <p:extLst>
      <p:ext uri="{BB962C8B-B14F-4D97-AF65-F5344CB8AC3E}">
        <p14:creationId xmlns:p14="http://schemas.microsoft.com/office/powerpoint/2010/main" val="87479993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Classical job shop: n jobs, m machines, minimize </a:t>
            </a:r>
            <a:r>
              <a:rPr lang="en-US" dirty="0" err="1"/>
              <a:t>makespan</a:t>
            </a:r>
            <a:endParaRPr lang="en-US" dirty="0"/>
          </a:p>
          <a:p>
            <a:endParaRPr lang="en-US" dirty="0"/>
          </a:p>
          <a:p>
            <a:r>
              <a:rPr lang="en-US" dirty="0"/>
              <a:t>The "flexible" piece means one operation can run on multiple machine types, so machine assignment becomes a decision variable, not a fixed routing.</a:t>
            </a:r>
          </a:p>
          <a:p>
            <a:endParaRPr lang="en-US" dirty="0"/>
          </a:p>
          <a:p>
            <a:r>
              <a:rPr lang="en-US" dirty="0"/>
              <a:t>The "dynamic" piece is the one that actually drives the research: the factory changes mid-episode. Machines break down, new jobs arrive unpredictably, priorities shift. Any schedule you commit to at the start of an episode becomes stale the moment something disrupts it</a:t>
            </a:r>
          </a:p>
          <a:p>
            <a:endParaRPr lang="en-US" dirty="0"/>
          </a:p>
          <a:p>
            <a:r>
              <a:rPr lang="en-US" dirty="0"/>
              <a:t>That's why the field has moved toward DRL — instead of solving the full schedule combinatorially up-front, you train an agent to make one dispatching decision at a time, reacting to the current state of the floor</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2</a:t>
            </a:fld>
            <a:endParaRPr lang="en-US"/>
          </a:p>
        </p:txBody>
      </p:sp>
    </p:spTree>
    <p:extLst>
      <p:ext uri="{BB962C8B-B14F-4D97-AF65-F5344CB8AC3E}">
        <p14:creationId xmlns:p14="http://schemas.microsoft.com/office/powerpoint/2010/main" val="39944917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CE902-5867-CC4F-EB1D-D9C3D142C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702B7-3CB2-D721-E2A8-69A6B49A94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5C90F0-CEBE-5C93-916B-812E007A9EEA}"/>
              </a:ext>
            </a:extLst>
          </p:cNvPr>
          <p:cNvSpPr>
            <a:spLocks noGrp="1"/>
          </p:cNvSpPr>
          <p:nvPr>
            <p:ph type="body" idx="1"/>
          </p:nvPr>
        </p:nvSpPr>
        <p:spPr/>
        <p:txBody>
          <a:bodyPr/>
          <a:lstStyle/>
          <a:p>
            <a:r>
              <a:rPr lang="en-US" dirty="0"/>
              <a:t>DES tools, by construction, abstract away exactly the things this project cares about.</a:t>
            </a:r>
          </a:p>
          <a:p>
            <a:endParaRPr lang="en-US" dirty="0"/>
          </a:p>
          <a:p>
            <a:r>
              <a:rPr lang="en-US" dirty="0"/>
              <a:t>In Simio, an AGV is a resource with a travel time — usually drawn from a triangular distribution someone hand-tuned. The simulation clock jumps from one event to the next. Whatever happens in the continuous space between events — two AGVs approaching the same intersection, an aisle getting blocked by a broken-down vehicle, a battery depleting mid-route — is invisible to the simulator.</a:t>
            </a:r>
          </a:p>
          <a:p>
            <a:endParaRPr lang="en-US" dirty="0"/>
          </a:p>
          <a:p>
            <a:r>
              <a:rPr lang="en-US" dirty="0"/>
              <a:t>The result is a well-documented problem in the literature: schedules that look optimal in simulation and then fall apart when you try to execute them on a real floor</a:t>
            </a:r>
          </a:p>
          <a:p>
            <a:r>
              <a:rPr lang="en-US" dirty="0"/>
              <a:t>AGVs deadlock at intersections nobody modeled. Travel times balloon under congestion the simulator never saw. </a:t>
            </a:r>
          </a:p>
          <a:p>
            <a:endParaRPr lang="en-US" dirty="0"/>
          </a:p>
          <a:p>
            <a:r>
              <a:rPr lang="en-US" dirty="0"/>
              <a:t>What Unity gives me is the opposite construction. Machines have physical positions on a grid. AGVs have an actual kinematic model — they rotate before they translate, they accelerate, they path-plan on a </a:t>
            </a:r>
            <a:r>
              <a:rPr lang="en-US" dirty="0" err="1"/>
              <a:t>NavMesh</a:t>
            </a:r>
            <a:r>
              <a:rPr lang="en-US" dirty="0"/>
              <a:t>. Congestion isn't a parameter I tune — it's what happens when two vehicles try to use the same aisle. </a:t>
            </a:r>
          </a:p>
          <a:p>
            <a:endParaRPr lang="en-US" dirty="0"/>
          </a:p>
          <a:p>
            <a:r>
              <a:rPr lang="en-US" dirty="0"/>
              <a:t>In DES projects, AGV travel time is an input distribution you had to specify. In this project, it's an output of the simulation.</a:t>
            </a:r>
          </a:p>
          <a:p>
            <a:endParaRPr lang="en-US" dirty="0"/>
          </a:p>
          <a:p>
            <a:endParaRPr lang="en-US" dirty="0"/>
          </a:p>
        </p:txBody>
      </p:sp>
      <p:sp>
        <p:nvSpPr>
          <p:cNvPr id="4" name="Date Placeholder 3">
            <a:extLst>
              <a:ext uri="{FF2B5EF4-FFF2-40B4-BE49-F238E27FC236}">
                <a16:creationId xmlns:a16="http://schemas.microsoft.com/office/drawing/2014/main" id="{7EAD2CA6-A940-57C8-10DA-B39982C63898}"/>
              </a:ext>
            </a:extLst>
          </p:cNvPr>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a:extLst>
              <a:ext uri="{FF2B5EF4-FFF2-40B4-BE49-F238E27FC236}">
                <a16:creationId xmlns:a16="http://schemas.microsoft.com/office/drawing/2014/main" id="{A24491E3-E793-A795-BAF8-902415CC603C}"/>
              </a:ext>
            </a:extLst>
          </p:cNvPr>
          <p:cNvSpPr>
            <a:spLocks noGrp="1"/>
          </p:cNvSpPr>
          <p:nvPr>
            <p:ph type="sldNum" sz="quarter" idx="5"/>
          </p:nvPr>
        </p:nvSpPr>
        <p:spPr/>
        <p:txBody>
          <a:bodyPr/>
          <a:lstStyle/>
          <a:p>
            <a:fld id="{3F3E6101-A6E0-1448-85FD-13E9E7A43582}" type="slidenum">
              <a:rPr lang="en-US" smtClean="0"/>
              <a:t>3</a:t>
            </a:fld>
            <a:endParaRPr lang="en-US"/>
          </a:p>
        </p:txBody>
      </p:sp>
    </p:spTree>
    <p:extLst>
      <p:ext uri="{BB962C8B-B14F-4D97-AF65-F5344CB8AC3E}">
        <p14:creationId xmlns:p14="http://schemas.microsoft.com/office/powerpoint/2010/main" val="835960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in this slide is my Unity factory environment — AGVs navigating aisles between physical machines, jobs moving as tokens, live state overlays. On the right is the neural network that consumes observations from that environment.</a:t>
            </a:r>
          </a:p>
          <a:p>
            <a:endParaRPr lang="en-US" dirty="0"/>
          </a:p>
          <a:p>
            <a:endParaRPr lang="en-US" dirty="0"/>
          </a:p>
          <a:p>
            <a:r>
              <a:rPr lang="en-US" dirty="0"/>
              <a:t>The pipeline is: Unity simulates the physics, observations get extracted and sent via a Gymnasium-compatible API to Python, a multimodal neural network processes them, and the agent selects one of eight composite priority dispatching rules. What makes this novel is the bridge itself — to my knowledge no existing work combines a high-fidelity 3D physics simulation with a standard RL interface for the DFJSP. That combination is the primary contribution.</a:t>
            </a:r>
          </a:p>
          <a:p>
            <a:endParaRPr lang="en-US" dirty="0"/>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4</a:t>
            </a:fld>
            <a:endParaRPr lang="en-US"/>
          </a:p>
        </p:txBody>
      </p:sp>
    </p:spTree>
    <p:extLst>
      <p:ext uri="{BB962C8B-B14F-4D97-AF65-F5344CB8AC3E}">
        <p14:creationId xmlns:p14="http://schemas.microsoft.com/office/powerpoint/2010/main" val="32121210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domain model is organized around the </a:t>
            </a:r>
            <a:r>
              <a:rPr lang="en-US" dirty="0" err="1"/>
              <a:t>FactoryEnvironment</a:t>
            </a:r>
            <a:r>
              <a:rPr lang="en-US" dirty="0"/>
              <a:t> as the aggregate root. It's an N-by-M grid that hosts every other entity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 Job is composed of ordered Operations, each requiring a specific machine type. Machines are stationary and cycle through four states — idle, processing, blocked, down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AGVs are the mobile entities that physically transport jobs between machines, subject to pathfinding and kinematic constraints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key design point: the grid layout constrains AGV movement and makes congestion an emergent property, not a parameter. That's the structural shift from DES-based models.</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5</a:t>
            </a:fld>
            <a:endParaRPr lang="en-US"/>
          </a:p>
        </p:txBody>
      </p:sp>
    </p:spTree>
    <p:extLst>
      <p:ext uri="{BB962C8B-B14F-4D97-AF65-F5344CB8AC3E}">
        <p14:creationId xmlns:p14="http://schemas.microsoft.com/office/powerpoint/2010/main" val="29337881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end-to-end picture. Unity on top generates the state. State extraction pulls observations across the Gymnasium/</a:t>
            </a:r>
            <a:r>
              <a:rPr lang="en-US" dirty="0" err="1"/>
              <a:t>gRPC</a:t>
            </a:r>
            <a:r>
              <a:rPr lang="en-US" dirty="0"/>
              <a:t> interface. Five parallel streams feed the state space — spatial grid, distances, scheduling matrix, scalars, event flags.</a:t>
            </a:r>
          </a:p>
          <a:p>
            <a:endParaRPr lang="en-US" dirty="0"/>
          </a:p>
          <a:p>
            <a:r>
              <a:rPr lang="en-US" dirty="0"/>
              <a:t>Those fuse via concatenation and feed actor-critic heads. The actor outputs a PDR selection, which loops back into Unity as an action.</a:t>
            </a:r>
          </a:p>
          <a:p>
            <a:endParaRPr lang="en-US" dirty="0"/>
          </a:p>
          <a:p>
            <a:r>
              <a:rPr lang="en-US" dirty="0"/>
              <a:t>What's done this semester: the deterministic Unity environment and the neural network architecture. What's left for next semester: stochastic events in the environment, and the actual PPO training loop. I'll walk through each layer over the next few slides, alternating between architecture and the code that implements it.</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6</a:t>
            </a:fld>
            <a:endParaRPr lang="en-US"/>
          </a:p>
        </p:txBody>
      </p:sp>
    </p:spTree>
    <p:extLst>
      <p:ext uri="{BB962C8B-B14F-4D97-AF65-F5344CB8AC3E}">
        <p14:creationId xmlns:p14="http://schemas.microsoft.com/office/powerpoint/2010/main" val="2993913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is built around a single central orchestrator. It owns the episode lifecycle, holds authoritative state for every entity, and translates continuous physics events into discrete decision requests for the agent It delegates to specialized subsystems: </a:t>
            </a:r>
          </a:p>
          <a:p>
            <a:pPr marL="171450" indent="-171450">
              <a:buFont typeface="Arial" panose="020B0604020202020204" pitchFamily="34" charset="0"/>
              <a:buChar char="•"/>
            </a:pPr>
            <a:r>
              <a:rPr lang="en-US" dirty="0" err="1"/>
              <a:t>FactoryLayoutManager</a:t>
            </a:r>
            <a:r>
              <a:rPr lang="en-US" dirty="0"/>
              <a:t> procedurally generates the machine grid and carves the </a:t>
            </a:r>
            <a:r>
              <a:rPr lang="en-US" dirty="0" err="1"/>
              <a:t>NavMesh</a:t>
            </a:r>
            <a:r>
              <a:rPr lang="en-US" dirty="0"/>
              <a:t> each episode;</a:t>
            </a:r>
          </a:p>
          <a:p>
            <a:pPr marL="171450" indent="-171450">
              <a:buFont typeface="Arial" panose="020B0604020202020204" pitchFamily="34" charset="0"/>
              <a:buChar char="•"/>
            </a:pPr>
            <a:r>
              <a:rPr lang="en-US" dirty="0" err="1"/>
              <a:t>TrafficZoneManager</a:t>
            </a:r>
            <a:r>
              <a:rPr lang="en-US" dirty="0"/>
              <a:t> overlays a directed logical graph onto physical aisles and reserves zones to guarantee deadlock-free AGV routing; </a:t>
            </a:r>
          </a:p>
          <a:p>
            <a:pPr marL="171450" indent="-171450">
              <a:buFont typeface="Arial" panose="020B0604020202020204" pitchFamily="34" charset="0"/>
              <a:buChar char="•"/>
            </a:pPr>
            <a:r>
              <a:rPr lang="en-US" dirty="0" err="1"/>
              <a:t>PhysicalMachine</a:t>
            </a:r>
            <a:r>
              <a:rPr lang="en-US" dirty="0"/>
              <a:t> manages localized queueing and processing timers with double-sided conveyor belts; </a:t>
            </a:r>
          </a:p>
          <a:p>
            <a:pPr marL="171450" indent="-171450">
              <a:buFont typeface="Arial" panose="020B0604020202020204" pitchFamily="34" charset="0"/>
              <a:buChar char="•"/>
            </a:pPr>
            <a:r>
              <a:rPr lang="en-US" dirty="0" err="1"/>
              <a:t>AGVController</a:t>
            </a:r>
            <a:r>
              <a:rPr lang="en-US" dirty="0"/>
              <a:t> handles transport logistics with a custom rotate-then-translate kinematic model. </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7</a:t>
            </a:fld>
            <a:endParaRPr lang="en-US"/>
          </a:p>
        </p:txBody>
      </p:sp>
    </p:spTree>
    <p:extLst>
      <p:ext uri="{BB962C8B-B14F-4D97-AF65-F5344CB8AC3E}">
        <p14:creationId xmlns:p14="http://schemas.microsoft.com/office/powerpoint/2010/main" val="409334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24421-5C25-41EB-485E-757D405286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D40FC-2DAD-1EEF-777E-DAC1EDDB60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2D150F-A7FC-9887-8C9B-DCB74348E5F3}"/>
              </a:ext>
            </a:extLst>
          </p:cNvPr>
          <p:cNvSpPr>
            <a:spLocks noGrp="1"/>
          </p:cNvSpPr>
          <p:nvPr>
            <p:ph type="body" idx="1"/>
          </p:nvPr>
        </p:nvSpPr>
        <p:spPr/>
        <p:txBody>
          <a:bodyPr/>
          <a:lstStyle/>
          <a:p>
            <a:r>
              <a:rPr lang="en-US" dirty="0"/>
              <a:t>Start show start episode and factory spawn logic</a:t>
            </a:r>
          </a:p>
          <a:p>
            <a:r>
              <a:rPr lang="en-US" dirty="0"/>
              <a:t>Update steps through simulation</a:t>
            </a:r>
          </a:p>
          <a:p>
            <a:r>
              <a:rPr lang="en-US" dirty="0"/>
              <a:t>Step, build and execute dispatching/routing decisions, Apply dispatching rule</a:t>
            </a:r>
          </a:p>
          <a:p>
            <a:endParaRPr lang="en-US" dirty="0"/>
          </a:p>
        </p:txBody>
      </p:sp>
      <p:sp>
        <p:nvSpPr>
          <p:cNvPr id="4" name="Date Placeholder 3">
            <a:extLst>
              <a:ext uri="{FF2B5EF4-FFF2-40B4-BE49-F238E27FC236}">
                <a16:creationId xmlns:a16="http://schemas.microsoft.com/office/drawing/2014/main" id="{FA237E95-AB5C-AA7C-378B-466BEA97CE90}"/>
              </a:ext>
            </a:extLst>
          </p:cNvPr>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a:extLst>
              <a:ext uri="{FF2B5EF4-FFF2-40B4-BE49-F238E27FC236}">
                <a16:creationId xmlns:a16="http://schemas.microsoft.com/office/drawing/2014/main" id="{2709D132-5A28-6A35-5878-AE34C9F03B60}"/>
              </a:ext>
            </a:extLst>
          </p:cNvPr>
          <p:cNvSpPr>
            <a:spLocks noGrp="1"/>
          </p:cNvSpPr>
          <p:nvPr>
            <p:ph type="sldNum" sz="quarter" idx="5"/>
          </p:nvPr>
        </p:nvSpPr>
        <p:spPr/>
        <p:txBody>
          <a:bodyPr/>
          <a:lstStyle/>
          <a:p>
            <a:fld id="{3F3E6101-A6E0-1448-85FD-13E9E7A43582}" type="slidenum">
              <a:rPr lang="en-US" smtClean="0"/>
              <a:t>8</a:t>
            </a:fld>
            <a:endParaRPr lang="en-US"/>
          </a:p>
        </p:txBody>
      </p:sp>
    </p:spTree>
    <p:extLst>
      <p:ext uri="{BB962C8B-B14F-4D97-AF65-F5344CB8AC3E}">
        <p14:creationId xmlns:p14="http://schemas.microsoft.com/office/powerpoint/2010/main" val="34674000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F6CE0-F3DD-8C38-09D0-7A9B982B3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430718-4204-9715-233A-A351782649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3F29AE-5DD6-3660-93C5-8E746B70A2B3}"/>
              </a:ext>
            </a:extLst>
          </p:cNvPr>
          <p:cNvSpPr>
            <a:spLocks noGrp="1"/>
          </p:cNvSpPr>
          <p:nvPr>
            <p:ph type="body" idx="1"/>
          </p:nvPr>
        </p:nvSpPr>
        <p:spPr/>
        <p:txBody>
          <a:bodyPr/>
          <a:lstStyle/>
          <a:p>
            <a:r>
              <a:rPr lang="en-US" dirty="0"/>
              <a:t>Start show start episode and factory spawn logic</a:t>
            </a:r>
          </a:p>
          <a:p>
            <a:r>
              <a:rPr lang="en-US" dirty="0"/>
              <a:t>Update steps through simulation</a:t>
            </a:r>
          </a:p>
          <a:p>
            <a:r>
              <a:rPr lang="en-US" dirty="0"/>
              <a:t>Step, build and execute dispatching/routing decisions, Apply dispatching rule</a:t>
            </a:r>
          </a:p>
          <a:p>
            <a:endParaRPr lang="en-US" dirty="0"/>
          </a:p>
        </p:txBody>
      </p:sp>
      <p:sp>
        <p:nvSpPr>
          <p:cNvPr id="4" name="Date Placeholder 3">
            <a:extLst>
              <a:ext uri="{FF2B5EF4-FFF2-40B4-BE49-F238E27FC236}">
                <a16:creationId xmlns:a16="http://schemas.microsoft.com/office/drawing/2014/main" id="{CF5EBB02-78C4-62F9-3942-5711B46955F7}"/>
              </a:ext>
            </a:extLst>
          </p:cNvPr>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a:extLst>
              <a:ext uri="{FF2B5EF4-FFF2-40B4-BE49-F238E27FC236}">
                <a16:creationId xmlns:a16="http://schemas.microsoft.com/office/drawing/2014/main" id="{E8E5E33D-B8F3-AEDB-521A-E0C1C9A33180}"/>
              </a:ext>
            </a:extLst>
          </p:cNvPr>
          <p:cNvSpPr>
            <a:spLocks noGrp="1"/>
          </p:cNvSpPr>
          <p:nvPr>
            <p:ph type="sldNum" sz="quarter" idx="5"/>
          </p:nvPr>
        </p:nvSpPr>
        <p:spPr/>
        <p:txBody>
          <a:bodyPr/>
          <a:lstStyle/>
          <a:p>
            <a:fld id="{3F3E6101-A6E0-1448-85FD-13E9E7A43582}" type="slidenum">
              <a:rPr lang="en-US" smtClean="0"/>
              <a:t>9</a:t>
            </a:fld>
            <a:endParaRPr lang="en-US"/>
          </a:p>
        </p:txBody>
      </p:sp>
    </p:spTree>
    <p:extLst>
      <p:ext uri="{BB962C8B-B14F-4D97-AF65-F5344CB8AC3E}">
        <p14:creationId xmlns:p14="http://schemas.microsoft.com/office/powerpoint/2010/main" val="3545052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bridge between Unity and Python uses Unity ML-Agents, which gives us an optimized </a:t>
            </a:r>
            <a:r>
              <a:rPr lang="en-US" dirty="0" err="1"/>
              <a:t>gRPC</a:t>
            </a:r>
            <a:r>
              <a:rPr lang="en-US" dirty="0"/>
              <a:t> (remote procedure call) layer for free</a:t>
            </a:r>
          </a:p>
          <a:p>
            <a:endParaRPr lang="en-US" dirty="0"/>
          </a:p>
          <a:p>
            <a:r>
              <a:rPr lang="en-US" dirty="0"/>
              <a:t>The data flow:</a:t>
            </a:r>
          </a:p>
          <a:p>
            <a:pPr marL="171450" indent="-171450">
              <a:buFont typeface="Arial" panose="020B0604020202020204" pitchFamily="34" charset="0"/>
              <a:buChar char="•"/>
            </a:pPr>
            <a:r>
              <a:rPr lang="en-US" dirty="0"/>
              <a:t>the orchestrator detects a decision trigger, </a:t>
            </a:r>
          </a:p>
          <a:p>
            <a:pPr marL="171450" indent="-171450">
              <a:buFont typeface="Arial" panose="020B0604020202020204" pitchFamily="34" charset="0"/>
              <a:buChar char="•"/>
            </a:pPr>
            <a:r>
              <a:rPr lang="en-US" dirty="0" err="1"/>
              <a:t>ObservationBuilder</a:t>
            </a:r>
            <a:r>
              <a:rPr lang="en-US" dirty="0"/>
              <a:t> constructs a complete state snapshot, </a:t>
            </a:r>
          </a:p>
          <a:p>
            <a:pPr marL="171450" indent="-171450">
              <a:buFont typeface="Arial" panose="020B0604020202020204" pitchFamily="34" charset="0"/>
              <a:buChar char="•"/>
            </a:pPr>
            <a:r>
              <a:rPr lang="en-US" dirty="0" err="1"/>
              <a:t>SchedulingAgent</a:t>
            </a:r>
            <a:r>
              <a:rPr lang="en-US" dirty="0"/>
              <a:t> serializes the observation into a flat float array, and that gets transmitted over a local </a:t>
            </a:r>
            <a:r>
              <a:rPr lang="en-US" dirty="0" err="1"/>
              <a:t>gRPC</a:t>
            </a:r>
            <a:r>
              <a:rPr lang="en-US" dirty="0"/>
              <a:t> port.</a:t>
            </a:r>
          </a:p>
          <a:p>
            <a:pPr marL="171450" indent="-171450">
              <a:buFont typeface="Arial" panose="020B0604020202020204" pitchFamily="34" charset="0"/>
              <a:buChar char="•"/>
            </a:pPr>
            <a:r>
              <a:rPr lang="en-US" dirty="0"/>
              <a:t>The critical design benefit: the simulation is completely decoupled from the learning algorithm. </a:t>
            </a:r>
          </a:p>
          <a:p>
            <a:pPr marL="171450" indent="-171450">
              <a:buFont typeface="Arial" panose="020B0604020202020204" pitchFamily="34" charset="0"/>
              <a:buChar char="•"/>
            </a:pPr>
            <a:r>
              <a:rPr lang="en-US" dirty="0"/>
              <a:t>The Python side sees a standard Gymnasium environment.</a:t>
            </a:r>
          </a:p>
          <a:p>
            <a:pPr marL="171450" indent="-171450">
              <a:buFont typeface="Arial" panose="020B0604020202020204" pitchFamily="34" charset="0"/>
              <a:buChar char="•"/>
            </a:pPr>
            <a:r>
              <a:rPr lang="en-US" dirty="0"/>
              <a:t>The Unity side doesn't know or care what's consuming observations. I could swap PPO for any other algorithm without touching Unity, and someone else could plug in a different simulation without touching my Python pipeline.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endParaRPr lang="en-US" dirty="0"/>
          </a:p>
        </p:txBody>
      </p:sp>
      <p:sp>
        <p:nvSpPr>
          <p:cNvPr id="4" name="Date Placeholder 3"/>
          <p:cNvSpPr>
            <a:spLocks noGrp="1"/>
          </p:cNvSpPr>
          <p:nvPr>
            <p:ph type="dt" idx="1"/>
          </p:nvPr>
        </p:nvSpPr>
        <p:spPr/>
        <p:txBody>
          <a:bodyPr/>
          <a:lstStyle/>
          <a:p>
            <a:fld id="{27F7BC8E-1E01-DA4B-8AF1-D059D507CB2C}" type="datetime1">
              <a:rPr lang="en-US" smtClean="0"/>
              <a:t>4/22/26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10</a:t>
            </a:fld>
            <a:endParaRPr lang="en-US"/>
          </a:p>
        </p:txBody>
      </p:sp>
    </p:spTree>
    <p:extLst>
      <p:ext uri="{BB962C8B-B14F-4D97-AF65-F5344CB8AC3E}">
        <p14:creationId xmlns:p14="http://schemas.microsoft.com/office/powerpoint/2010/main" val="141409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is five parallel streams rather than one flat vector</a:t>
            </a:r>
          </a:p>
          <a:p>
            <a:r>
              <a:rPr lang="en-US" dirty="0"/>
              <a:t>A flat vector destroys geometric relationships that are critical for AGV routing. The spatial occupancy grid is a 64-by-64-by-3 image tensor mapping physical coordinates of machines, jobs, and AGVs — this is what lets the network reason spatially.</a:t>
            </a:r>
          </a:p>
          <a:p>
            <a:endParaRPr lang="en-US" dirty="0"/>
          </a:p>
          <a:p>
            <a:r>
              <a:rPr lang="en-US" dirty="0"/>
              <a:t>The scheduling matrix is n-by-2m-by-3, carrying processing times and completion flags — this is the temporal scheduling structure.</a:t>
            </a:r>
          </a:p>
          <a:p>
            <a:endParaRPr lang="en-US" dirty="0"/>
          </a:p>
          <a:p>
            <a:r>
              <a:rPr lang="en-US" dirty="0"/>
              <a:t>Three shorter vectors carry global scalars, pairwise distances, and event flags. Keeping them separate lets each one be processed by the encoder best suited to its shape, rather than forcing everything through the same layers.</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12</a:t>
            </a:fld>
            <a:endParaRPr lang="en-US"/>
          </a:p>
        </p:txBody>
      </p:sp>
    </p:spTree>
    <p:extLst>
      <p:ext uri="{BB962C8B-B14F-4D97-AF65-F5344CB8AC3E}">
        <p14:creationId xmlns:p14="http://schemas.microsoft.com/office/powerpoint/2010/main" val="29388086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stream has a dedicated encoder. The spatial grid and the scheduling matrix both use CNN-SPPF — Spatial Pyramid Pooling-Fast — which is the key architectural choice. SPPF produces fixed-size feature vectors regardless of the input grid dimensions, which means one trained policy can generalize across factory sizes without retraining</a:t>
            </a:r>
          </a:p>
          <a:p>
            <a:endParaRPr lang="en-US" dirty="0"/>
          </a:p>
          <a:p>
            <a:r>
              <a:rPr lang="en-US" dirty="0"/>
              <a:t>The spatial encoder outputs 256 dimensions, the scheduling encoder outputs 128. The three shorter streams go through MLPs. </a:t>
            </a:r>
          </a:p>
          <a:p>
            <a:endParaRPr lang="en-US" dirty="0"/>
          </a:p>
          <a:p>
            <a:r>
              <a:rPr lang="en-US" dirty="0"/>
              <a:t>All five concatenate into a 464-dimensional tensor, passed through a fusion head that reduces to 256 while correlating cross-modal features</a:t>
            </a:r>
          </a:p>
          <a:p>
            <a:endParaRPr lang="en-US" dirty="0"/>
          </a:p>
          <a:p>
            <a:r>
              <a:rPr lang="en-US" dirty="0"/>
              <a:t>Then standard actor-critic heads: the actor outputs a distribution over the eight PDRs, the critic outputs a scalar value estimate for PPO stabilization.</a:t>
            </a:r>
          </a:p>
        </p:txBody>
      </p:sp>
      <p:sp>
        <p:nvSpPr>
          <p:cNvPr id="4" name="Date Placeholder 3"/>
          <p:cNvSpPr>
            <a:spLocks noGrp="1"/>
          </p:cNvSpPr>
          <p:nvPr>
            <p:ph type="dt" idx="1"/>
          </p:nvPr>
        </p:nvSpPr>
        <p:spPr/>
        <p:txBody>
          <a:bodyPr/>
          <a:lstStyle/>
          <a:p>
            <a:fld id="{27F7BC8E-1E01-DA4B-8AF1-D059D507CB2C}" type="datetime1">
              <a:rPr lang="en-US" smtClean="0"/>
              <a:t>4/22/26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13</a:t>
            </a:fld>
            <a:endParaRPr lang="en-US"/>
          </a:p>
        </p:txBody>
      </p:sp>
    </p:spTree>
    <p:extLst>
      <p:ext uri="{BB962C8B-B14F-4D97-AF65-F5344CB8AC3E}">
        <p14:creationId xmlns:p14="http://schemas.microsoft.com/office/powerpoint/2010/main" val="1571041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action space is the other design compression. With 50 jobs and 20 machines, a raw job-machine assignment action space has a thousand discrete actions, most of which are invalid at any given moment which is much longer to train</a:t>
            </a:r>
          </a:p>
          <a:p>
            <a:r>
              <a:rPr lang="en-US" dirty="0"/>
              <a:t>Instead, the agent chooses among eight composite Priority Dispatching Rules, each pairing a job-selection heuristic with a machine-selection heuristic.</a:t>
            </a:r>
          </a:p>
          <a:p>
            <a:endParaRPr lang="en-US" dirty="0"/>
          </a:p>
          <a:p>
            <a:r>
              <a:rPr lang="en-US" dirty="0"/>
              <a:t>SPT-family rules pair with speed-oriented selectors to maximize throughput of quick jobs</a:t>
            </a:r>
          </a:p>
          <a:p>
            <a:r>
              <a:rPr lang="en-US" dirty="0"/>
              <a:t>LPT and LRT pair with MMUR — minimum machine utilization — to distribute heavy workloads evenly. SDT_SRWT targets urgent jobs.</a:t>
            </a:r>
          </a:p>
          <a:p>
            <a:endParaRPr lang="en-US" dirty="0"/>
          </a:p>
          <a:p>
            <a:r>
              <a:rPr lang="en-US" dirty="0"/>
              <a:t>The agent has access to fundamentally different scheduling philosophies, and learns to switch between them based on the current factory state. The reward is negative normalized </a:t>
            </a:r>
            <a:r>
              <a:rPr lang="en-US" dirty="0" err="1"/>
              <a:t>makespan</a:t>
            </a:r>
            <a:r>
              <a:rPr lang="en-US" dirty="0"/>
              <a:t> delta — penalize idle time, incentivize throughput.</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15</a:t>
            </a:fld>
            <a:endParaRPr lang="en-US"/>
          </a:p>
        </p:txBody>
      </p:sp>
    </p:spTree>
    <p:extLst>
      <p:ext uri="{BB962C8B-B14F-4D97-AF65-F5344CB8AC3E}">
        <p14:creationId xmlns:p14="http://schemas.microsoft.com/office/powerpoint/2010/main" val="3523193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evaluation track: procedurally generated instances, five configurations from 5 jobs on 5 machines up to 100 jobs on 20 machines, three AGVs.</a:t>
            </a:r>
          </a:p>
          <a:p>
            <a:r>
              <a:rPr lang="en-US" dirty="0"/>
              <a:t>Processing times are sampled from machine-type-specific normal distributions — that's what you see in the code on the left: assembly ops have a mean of 240 time units, inspection is 60, creating a structural bottleneck at assembly</a:t>
            </a:r>
          </a:p>
          <a:p>
            <a:endParaRPr lang="en-US" dirty="0"/>
          </a:p>
          <a:p>
            <a:r>
              <a:rPr lang="en-US" dirty="0"/>
              <a:t>The chart shows deviation from per-configuration mean </a:t>
            </a:r>
            <a:r>
              <a:rPr lang="en-US" dirty="0" err="1"/>
              <a:t>makespan</a:t>
            </a:r>
            <a:r>
              <a:rPr lang="en-US" dirty="0"/>
              <a:t> across all eight PDRs plus a RANDOM policy. The key takeaway: at scale, every rule clusters within 2% of the mean. RANDOM matches the deterministic rules.</a:t>
            </a:r>
          </a:p>
          <a:p>
            <a:endParaRPr lang="en-US" dirty="0"/>
          </a:p>
          <a:p>
            <a:r>
              <a:rPr lang="en-US" dirty="0"/>
              <a:t>The current hypothesis is that the AGVs become the bottle neck given sufficient machine resources, and is one of the next areas I will be investigating</a:t>
            </a:r>
          </a:p>
          <a:p>
            <a:endParaRPr lang="en-US" dirty="0"/>
          </a:p>
          <a:p>
            <a:r>
              <a:rPr lang="en-US" dirty="0"/>
              <a:t>Only at 5 jobs on 5 machines does rule selection meaningfully differentiate — about 1.3% spread, and that's where LPT_SMPT shows up as the 1.6% outlier. Lesson: procedurally random instances are a weak benchmark for comparing dispatching policies.. </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16</a:t>
            </a:fld>
            <a:endParaRPr lang="en-US"/>
          </a:p>
        </p:txBody>
      </p:sp>
    </p:spTree>
    <p:extLst>
      <p:ext uri="{BB962C8B-B14F-4D97-AF65-F5344CB8AC3E}">
        <p14:creationId xmlns:p14="http://schemas.microsoft.com/office/powerpoint/2010/main" val="2907682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track: the Brandimarte benchmark suite, several structured instances with deliberate machine contention. The heatmap shows PDR rank per instance — green is best, red is worst</a:t>
            </a:r>
          </a:p>
          <a:p>
            <a:r>
              <a:rPr lang="en-US" dirty="0"/>
              <a:t>Two things to notice. First, SPT_SMPT ranks first on the majority of instances — a good default rule</a:t>
            </a:r>
          </a:p>
          <a:p>
            <a:r>
              <a:rPr lang="en-US" dirty="0"/>
              <a:t>Second, and more important: no single PDR dominates across all 15. The best rule depends on the structural properties of each instance.</a:t>
            </a:r>
          </a:p>
          <a:p>
            <a:r>
              <a:rPr lang="en-US" dirty="0"/>
              <a:t>You can see it visually — the column of best-ranked rules shifts as you move across instances. This context-dependence is precisely the condition under which a state-observing DRL agent should outperform any fixed rule. The agent's job is to learn: for this factory state right now, which rule should I pick? That's the target performance floor for next semester.</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17</a:t>
            </a:fld>
            <a:endParaRPr lang="en-US"/>
          </a:p>
        </p:txBody>
      </p:sp>
    </p:spTree>
    <p:extLst>
      <p:ext uri="{BB962C8B-B14F-4D97-AF65-F5344CB8AC3E}">
        <p14:creationId xmlns:p14="http://schemas.microsoft.com/office/powerpoint/2010/main" val="3486602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Three priority areas for next semester: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First, stochasticity: machine failures modeled with a Weibull time-to-failure, random job arrivals via Poisson process, richer AGV dynamics including battery-dependent speed degradation and aisle-blocking breakdowns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Baselines need to be rerun under these conditions — deterministic baselines understate the DRL advantage because fixed rules can approximate optimal behavior when nothing goes wrong mid-episode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Second, the PPO training loop itself: curriculum scheduling from small, low-noise configurations up to large, high-disruption ones, with ML-Agents environment parallelization so multiple Unity instances contribute rollouts to a shared update.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Third, evaluation — sensitivity analysis across AGV fleet size, grid dimensions, domain randomization intensity, and size-agnostic generalization using SPPF to verify transfer across unseen configurations.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Stretch goal if time allows: swap the primitive factory models for visually polished ones and possibly swapping the simulation for IoT sensor data from a live factory floor (or recorded data)</a:t>
            </a:r>
          </a:p>
        </p:txBody>
      </p:sp>
      <p:sp>
        <p:nvSpPr>
          <p:cNvPr id="4" name="Date Placeholder 3"/>
          <p:cNvSpPr>
            <a:spLocks noGrp="1"/>
          </p:cNvSpPr>
          <p:nvPr>
            <p:ph type="dt" idx="1"/>
          </p:nvPr>
        </p:nvSpPr>
        <p:spPr/>
        <p:txBody>
          <a:bodyPr/>
          <a:lstStyle/>
          <a:p>
            <a:fld id="{27F7BC8E-1E01-DA4B-8AF1-D059D507CB2C}" type="datetime1">
              <a:rPr lang="en-US" smtClean="0"/>
              <a:t>4/21/26</a:t>
            </a:fld>
            <a:endParaRPr lang="en-US"/>
          </a:p>
        </p:txBody>
      </p:sp>
      <p:sp>
        <p:nvSpPr>
          <p:cNvPr id="5" name="Slide Number Placeholder 4"/>
          <p:cNvSpPr>
            <a:spLocks noGrp="1"/>
          </p:cNvSpPr>
          <p:nvPr>
            <p:ph type="sldNum" sz="quarter" idx="5"/>
          </p:nvPr>
        </p:nvSpPr>
        <p:spPr/>
        <p:txBody>
          <a:bodyPr/>
          <a:lstStyle/>
          <a:p>
            <a:fld id="{3F3E6101-A6E0-1448-85FD-13E9E7A43582}" type="slidenum">
              <a:rPr lang="en-US" smtClean="0"/>
              <a:t>18</a:t>
            </a:fld>
            <a:endParaRPr lang="en-US"/>
          </a:p>
        </p:txBody>
      </p:sp>
    </p:spTree>
    <p:extLst>
      <p:ext uri="{BB962C8B-B14F-4D97-AF65-F5344CB8AC3E}">
        <p14:creationId xmlns:p14="http://schemas.microsoft.com/office/powerpoint/2010/main" val="18235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79353F-BC9E-028C-A61D-55BF3B77B4D6}"/>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4030785" y="2512134"/>
            <a:ext cx="7868526" cy="1465162"/>
          </a:xfrm>
          <a:prstGeom prst="rect">
            <a:avLst/>
          </a:prstGeom>
        </p:spPr>
        <p:txBody>
          <a:bodyPr anchor="t" anchorCtr="0">
            <a:normAutofit/>
          </a:bodyPr>
          <a:lstStyle>
            <a:lvl1pPr algn="l">
              <a:defRPr sz="4800">
                <a:solidFill>
                  <a:schemeClr val="bg1"/>
                </a:solidFill>
              </a:defRPr>
            </a:lvl1pPr>
          </a:lstStyle>
          <a:p>
            <a:r>
              <a:rPr lang="en-US" dirty="0"/>
              <a:t>Click to add Presentation Title</a:t>
            </a:r>
          </a:p>
        </p:txBody>
      </p:sp>
      <p:sp>
        <p:nvSpPr>
          <p:cNvPr id="5" name="Freeform 4">
            <a:extLst>
              <a:ext uri="{FF2B5EF4-FFF2-40B4-BE49-F238E27FC236}">
                <a16:creationId xmlns:a16="http://schemas.microsoft.com/office/drawing/2014/main" id="{E7FA92C6-DCCE-F36A-8392-7FE6F6BFC9A6}"/>
              </a:ext>
            </a:extLst>
          </p:cNvPr>
          <p:cNvSpPr/>
          <p:nvPr userDrawn="1"/>
        </p:nvSpPr>
        <p:spPr>
          <a:xfrm>
            <a:off x="677985" y="1145059"/>
            <a:ext cx="3045129" cy="4179526"/>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chemeClr val="bg1"/>
          </a:solidFill>
          <a:ln w="952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F99AE78D-F503-487D-C497-E7EB57A9EC68}"/>
              </a:ext>
            </a:extLst>
          </p:cNvPr>
          <p:cNvSpPr/>
          <p:nvPr userDrawn="1"/>
        </p:nvSpPr>
        <p:spPr>
          <a:xfrm>
            <a:off x="2048938" y="3774363"/>
            <a:ext cx="1981847" cy="2720142"/>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chemeClr val="bg1"/>
          </a:solidFill>
          <a:ln w="53975" cap="flat">
            <a:solidFill>
              <a:srgbClr val="F86901"/>
            </a:solidFill>
            <a:prstDash val="solid"/>
            <a:miter/>
          </a:ln>
        </p:spPr>
        <p:txBody>
          <a:bodyPr rtlCol="0" anchor="ctr"/>
          <a:lstStyle/>
          <a:p>
            <a:endParaRPr lang="en-US" dirty="0"/>
          </a:p>
        </p:txBody>
      </p:sp>
      <p:sp>
        <p:nvSpPr>
          <p:cNvPr id="6" name="Subtitle 2">
            <a:extLst>
              <a:ext uri="{FF2B5EF4-FFF2-40B4-BE49-F238E27FC236}">
                <a16:creationId xmlns:a16="http://schemas.microsoft.com/office/drawing/2014/main" id="{1209036C-5185-DD17-7D50-4E0CC012239C}"/>
              </a:ext>
            </a:extLst>
          </p:cNvPr>
          <p:cNvSpPr>
            <a:spLocks noGrp="1"/>
          </p:cNvSpPr>
          <p:nvPr>
            <p:ph type="subTitle" idx="1" hasCustomPrompt="1"/>
          </p:nvPr>
        </p:nvSpPr>
        <p:spPr>
          <a:xfrm>
            <a:off x="4221285" y="4691748"/>
            <a:ext cx="7678026" cy="885371"/>
          </a:xfrm>
          <a:prstGeom prst="rect">
            <a:avLst/>
          </a:prstGeom>
        </p:spPr>
        <p:txBody>
          <a:bodyPr wrap="square">
            <a:spAutoFit/>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grpSp>
        <p:nvGrpSpPr>
          <p:cNvPr id="7" name="Graphic 22">
            <a:extLst>
              <a:ext uri="{FF2B5EF4-FFF2-40B4-BE49-F238E27FC236}">
                <a16:creationId xmlns:a16="http://schemas.microsoft.com/office/drawing/2014/main" id="{B3E7F780-8817-3111-1D80-357179B48B0A}"/>
              </a:ext>
            </a:extLst>
          </p:cNvPr>
          <p:cNvGrpSpPr/>
          <p:nvPr userDrawn="1"/>
        </p:nvGrpSpPr>
        <p:grpSpPr>
          <a:xfrm>
            <a:off x="288177" y="305708"/>
            <a:ext cx="1331074" cy="502972"/>
            <a:chOff x="2728880" y="3418045"/>
            <a:chExt cx="3190208" cy="1205483"/>
          </a:xfrm>
          <a:solidFill>
            <a:schemeClr val="bg1"/>
          </a:solidFill>
        </p:grpSpPr>
        <p:sp>
          <p:nvSpPr>
            <p:cNvPr id="8" name="Freeform 7">
              <a:extLst>
                <a:ext uri="{FF2B5EF4-FFF2-40B4-BE49-F238E27FC236}">
                  <a16:creationId xmlns:a16="http://schemas.microsoft.com/office/drawing/2014/main" id="{2B6D1A59-9771-B443-841D-948A4D76822E}"/>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F01FA49E-24E5-91B6-62B7-C7479900ED0C}"/>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42084D0-C42A-9E19-241F-E0FBEAD2A7AD}"/>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21944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79353F-BC9E-028C-A61D-55BF3B77B4D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4030785" y="2512134"/>
            <a:ext cx="7910916" cy="1465162"/>
          </a:xfrm>
          <a:prstGeom prst="rect">
            <a:avLst/>
          </a:prstGeom>
        </p:spPr>
        <p:txBody>
          <a:bodyPr anchor="t" anchorCtr="0">
            <a:normAutofit/>
          </a:bodyPr>
          <a:lstStyle>
            <a:lvl1pPr algn="l">
              <a:defRPr sz="4800">
                <a:solidFill>
                  <a:schemeClr val="tx1"/>
                </a:solidFill>
              </a:defRPr>
            </a:lvl1pPr>
          </a:lstStyle>
          <a:p>
            <a:r>
              <a:rPr lang="en-US" dirty="0"/>
              <a:t>Click to add Presentation Title</a:t>
            </a:r>
          </a:p>
        </p:txBody>
      </p:sp>
      <p:sp>
        <p:nvSpPr>
          <p:cNvPr id="5" name="Freeform 4">
            <a:extLst>
              <a:ext uri="{FF2B5EF4-FFF2-40B4-BE49-F238E27FC236}">
                <a16:creationId xmlns:a16="http://schemas.microsoft.com/office/drawing/2014/main" id="{E7FA92C6-DCCE-F36A-8392-7FE6F6BFC9A6}"/>
              </a:ext>
            </a:extLst>
          </p:cNvPr>
          <p:cNvSpPr/>
          <p:nvPr userDrawn="1"/>
        </p:nvSpPr>
        <p:spPr>
          <a:xfrm>
            <a:off x="677985" y="1145059"/>
            <a:ext cx="3045129" cy="4179526"/>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F86901"/>
          </a:solidFill>
          <a:ln w="9525" cap="flat">
            <a:noFill/>
            <a:prstDash val="solid"/>
            <a:miter/>
          </a:ln>
        </p:spPr>
        <p:txBody>
          <a:bodyPr rtlCol="0" anchor="ctr"/>
          <a:lstStyle/>
          <a:p>
            <a:endParaRPr lang="en-US" dirty="0"/>
          </a:p>
        </p:txBody>
      </p:sp>
      <p:sp>
        <p:nvSpPr>
          <p:cNvPr id="11" name="Freeform 10">
            <a:extLst>
              <a:ext uri="{FF2B5EF4-FFF2-40B4-BE49-F238E27FC236}">
                <a16:creationId xmlns:a16="http://schemas.microsoft.com/office/drawing/2014/main" id="{F99AE78D-F503-487D-C497-E7EB57A9EC68}"/>
              </a:ext>
            </a:extLst>
          </p:cNvPr>
          <p:cNvSpPr/>
          <p:nvPr userDrawn="1"/>
        </p:nvSpPr>
        <p:spPr>
          <a:xfrm>
            <a:off x="2048938" y="3774363"/>
            <a:ext cx="1981847" cy="2720142"/>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chemeClr val="bg1"/>
          </a:solidFill>
          <a:ln w="53975" cap="flat">
            <a:solidFill>
              <a:srgbClr val="F86901"/>
            </a:solidFill>
            <a:prstDash val="solid"/>
            <a:miter/>
          </a:ln>
        </p:spPr>
        <p:txBody>
          <a:bodyPr rtlCol="0" anchor="ctr"/>
          <a:lstStyle/>
          <a:p>
            <a:endParaRPr lang="en-US" dirty="0"/>
          </a:p>
        </p:txBody>
      </p:sp>
      <p:sp>
        <p:nvSpPr>
          <p:cNvPr id="6" name="Subtitle 2">
            <a:extLst>
              <a:ext uri="{FF2B5EF4-FFF2-40B4-BE49-F238E27FC236}">
                <a16:creationId xmlns:a16="http://schemas.microsoft.com/office/drawing/2014/main" id="{1209036C-5185-DD17-7D50-4E0CC012239C}"/>
              </a:ext>
            </a:extLst>
          </p:cNvPr>
          <p:cNvSpPr>
            <a:spLocks noGrp="1"/>
          </p:cNvSpPr>
          <p:nvPr>
            <p:ph type="subTitle" idx="1" hasCustomPrompt="1"/>
          </p:nvPr>
        </p:nvSpPr>
        <p:spPr>
          <a:xfrm>
            <a:off x="4221285" y="4691748"/>
            <a:ext cx="6982467" cy="885371"/>
          </a:xfrm>
          <a:prstGeom prst="rect">
            <a:avLst/>
          </a:prstGeom>
        </p:spPr>
        <p:txBody>
          <a:bodyPr wrap="square">
            <a:spAutoFit/>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grpSp>
        <p:nvGrpSpPr>
          <p:cNvPr id="7" name="Graphic 22">
            <a:extLst>
              <a:ext uri="{FF2B5EF4-FFF2-40B4-BE49-F238E27FC236}">
                <a16:creationId xmlns:a16="http://schemas.microsoft.com/office/drawing/2014/main" id="{B3E7F780-8817-3111-1D80-357179B48B0A}"/>
              </a:ext>
            </a:extLst>
          </p:cNvPr>
          <p:cNvGrpSpPr/>
          <p:nvPr userDrawn="1"/>
        </p:nvGrpSpPr>
        <p:grpSpPr>
          <a:xfrm>
            <a:off x="288177" y="305708"/>
            <a:ext cx="1331074" cy="502972"/>
            <a:chOff x="2728880" y="3418045"/>
            <a:chExt cx="3190208" cy="1205483"/>
          </a:xfrm>
          <a:solidFill>
            <a:srgbClr val="F86901"/>
          </a:solidFill>
        </p:grpSpPr>
        <p:sp>
          <p:nvSpPr>
            <p:cNvPr id="8" name="Freeform 7">
              <a:extLst>
                <a:ext uri="{FF2B5EF4-FFF2-40B4-BE49-F238E27FC236}">
                  <a16:creationId xmlns:a16="http://schemas.microsoft.com/office/drawing/2014/main" id="{2B6D1A59-9771-B443-841D-948A4D76822E}"/>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dirty="0"/>
            </a:p>
          </p:txBody>
        </p:sp>
        <p:sp>
          <p:nvSpPr>
            <p:cNvPr id="9" name="Freeform 8">
              <a:extLst>
                <a:ext uri="{FF2B5EF4-FFF2-40B4-BE49-F238E27FC236}">
                  <a16:creationId xmlns:a16="http://schemas.microsoft.com/office/drawing/2014/main" id="{F01FA49E-24E5-91B6-62B7-C7479900ED0C}"/>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942084D0-C42A-9E19-241F-E0FBEAD2A7AD}"/>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122421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rgbClr val="F8690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7" y="2361866"/>
            <a:ext cx="9504707" cy="1617467"/>
          </a:xfrm>
          <a:prstGeom prst="rect">
            <a:avLst/>
          </a:prstGeom>
        </p:spPr>
        <p:txBody>
          <a:bodyPr anchor="t" anchorCtr="0">
            <a:normAutofit/>
          </a:bodyPr>
          <a:lstStyle>
            <a:lvl1pPr algn="l">
              <a:defRPr sz="5400">
                <a:solidFill>
                  <a:srgbClr val="F86901"/>
                </a:solidFill>
              </a:defRPr>
            </a:lvl1pPr>
          </a:lstStyle>
          <a:p>
            <a:r>
              <a:rPr lang="en-US" dirty="0"/>
              <a:t>Quote here quote here quote here.</a:t>
            </a:r>
          </a:p>
        </p:txBody>
      </p:sp>
    </p:spTree>
    <p:extLst>
      <p:ext uri="{BB962C8B-B14F-4D97-AF65-F5344CB8AC3E}">
        <p14:creationId xmlns:p14="http://schemas.microsoft.com/office/powerpoint/2010/main" val="1535155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1 Reference">
    <p:spTree>
      <p:nvGrpSpPr>
        <p:cNvPr id="1" name=""/>
        <p:cNvGrpSpPr/>
        <p:nvPr/>
      </p:nvGrpSpPr>
      <p:grpSpPr>
        <a:xfrm>
          <a:off x="0" y="0"/>
          <a:ext cx="0" cy="0"/>
          <a:chOff x="0" y="0"/>
          <a:chExt cx="0" cy="0"/>
        </a:xfrm>
      </p:grpSpPr>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rgbClr val="F8690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8" y="2361866"/>
            <a:ext cx="9504708" cy="1617467"/>
          </a:xfrm>
          <a:prstGeom prst="rect">
            <a:avLst/>
          </a:prstGeom>
        </p:spPr>
        <p:txBody>
          <a:bodyPr anchor="t" anchorCtr="0">
            <a:normAutofit/>
          </a:bodyPr>
          <a:lstStyle>
            <a:lvl1pPr algn="l">
              <a:defRPr sz="5400">
                <a:solidFill>
                  <a:srgbClr val="F86901"/>
                </a:solidFill>
              </a:defRPr>
            </a:lvl1pPr>
          </a:lstStyle>
          <a:p>
            <a:r>
              <a:rPr lang="en-US" dirty="0"/>
              <a:t>Quote here quote here quote here.</a:t>
            </a:r>
          </a:p>
        </p:txBody>
      </p:sp>
      <p:sp>
        <p:nvSpPr>
          <p:cNvPr id="3" name="Freeform 2">
            <a:extLst>
              <a:ext uri="{FF2B5EF4-FFF2-40B4-BE49-F238E27FC236}">
                <a16:creationId xmlns:a16="http://schemas.microsoft.com/office/drawing/2014/main" id="{5A3C038D-A268-1744-9724-2D8802216FCD}"/>
              </a:ext>
            </a:extLst>
          </p:cNvPr>
          <p:cNvSpPr/>
          <p:nvPr userDrawn="1"/>
        </p:nvSpPr>
        <p:spPr>
          <a:xfrm>
            <a:off x="2395348" y="1598264"/>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rgbClr val="F86901"/>
          </a:solidFill>
          <a:ln w="9525" cap="flat">
            <a:noFill/>
            <a:prstDash val="solid"/>
            <a:miter/>
          </a:ln>
        </p:spPr>
        <p:txBody>
          <a:bodyPr rtlCol="0" anchor="ctr"/>
          <a:lstStyle/>
          <a:p>
            <a:endParaRPr lang="en-US"/>
          </a:p>
        </p:txBody>
      </p:sp>
      <p:sp>
        <p:nvSpPr>
          <p:cNvPr id="6" name="Freeform 5">
            <a:extLst>
              <a:ext uri="{FF2B5EF4-FFF2-40B4-BE49-F238E27FC236}">
                <a16:creationId xmlns:a16="http://schemas.microsoft.com/office/drawing/2014/main" id="{A8B1B1F3-3DB2-EA78-0319-A520C2539ACD}"/>
              </a:ext>
            </a:extLst>
          </p:cNvPr>
          <p:cNvSpPr/>
          <p:nvPr userDrawn="1"/>
        </p:nvSpPr>
        <p:spPr>
          <a:xfrm rot="10800000">
            <a:off x="11262901" y="3134812"/>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rgbClr val="F86901"/>
          </a:solidFill>
          <a:ln w="9525" cap="flat">
            <a:noFill/>
            <a:prstDash val="solid"/>
            <a:miter/>
          </a:ln>
        </p:spPr>
        <p:txBody>
          <a:bodyPr rtlCol="0" anchor="ctr"/>
          <a:lstStyle/>
          <a:p>
            <a:endParaRPr lang="en-US"/>
          </a:p>
        </p:txBody>
      </p:sp>
      <p:sp>
        <p:nvSpPr>
          <p:cNvPr id="4" name="Title 1">
            <a:extLst>
              <a:ext uri="{FF2B5EF4-FFF2-40B4-BE49-F238E27FC236}">
                <a16:creationId xmlns:a16="http://schemas.microsoft.com/office/drawing/2014/main" id="{76B8F386-6522-D0E0-7863-EA72544C2A72}"/>
              </a:ext>
            </a:extLst>
          </p:cNvPr>
          <p:cNvSpPr txBox="1">
            <a:spLocks/>
          </p:cNvSpPr>
          <p:nvPr userDrawn="1"/>
        </p:nvSpPr>
        <p:spPr>
          <a:xfrm>
            <a:off x="4860868" y="4170396"/>
            <a:ext cx="7039188" cy="553998"/>
          </a:xfrm>
          <a:prstGeom prst="rect">
            <a:avLst/>
          </a:prstGeom>
        </p:spPr>
        <p:txBody>
          <a:bodyPr lIns="0" tIns="0" rIns="0" bIns="0" anchor="t" anchorCtr="0">
            <a:spAutoFit/>
          </a:bodyPr>
          <a:lstStyle>
            <a:lvl1pPr algn="l"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176213" indent="-176213">
              <a:buFontTx/>
              <a:buChar char="-"/>
            </a:pPr>
            <a:r>
              <a:rPr lang="en-US" sz="2000" b="0" dirty="0">
                <a:solidFill>
                  <a:srgbClr val="F86901"/>
                </a:solidFill>
              </a:rPr>
              <a:t>Attribution</a:t>
            </a:r>
            <a:br>
              <a:rPr lang="en-US" sz="2000" b="0" dirty="0">
                <a:solidFill>
                  <a:srgbClr val="F86901"/>
                </a:solidFill>
              </a:rPr>
            </a:br>
            <a:r>
              <a:rPr lang="en-US" sz="2000" b="0" dirty="0">
                <a:solidFill>
                  <a:srgbClr val="F86901"/>
                </a:solidFill>
              </a:rPr>
              <a:t>second line here</a:t>
            </a:r>
          </a:p>
        </p:txBody>
      </p:sp>
    </p:spTree>
    <p:extLst>
      <p:ext uri="{BB962C8B-B14F-4D97-AF65-F5344CB8AC3E}">
        <p14:creationId xmlns:p14="http://schemas.microsoft.com/office/powerpoint/2010/main" val="570552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44B706-4B06-2672-98E2-E409C008F559}"/>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chemeClr val="bg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8" y="2361866"/>
            <a:ext cx="9491852" cy="1617467"/>
          </a:xfrm>
          <a:prstGeom prst="rect">
            <a:avLst/>
          </a:prstGeom>
        </p:spPr>
        <p:txBody>
          <a:bodyPr anchor="t" anchorCtr="0">
            <a:normAutofit/>
          </a:bodyPr>
          <a:lstStyle>
            <a:lvl1pPr algn="l">
              <a:defRPr sz="5400">
                <a:solidFill>
                  <a:schemeClr val="bg1"/>
                </a:solidFill>
              </a:defRPr>
            </a:lvl1pPr>
          </a:lstStyle>
          <a:p>
            <a:r>
              <a:rPr lang="en-US" dirty="0"/>
              <a:t>Quote here quote here quote here.</a:t>
            </a:r>
          </a:p>
        </p:txBody>
      </p:sp>
      <p:sp>
        <p:nvSpPr>
          <p:cNvPr id="9" name="TextBox 8">
            <a:extLst>
              <a:ext uri="{FF2B5EF4-FFF2-40B4-BE49-F238E27FC236}">
                <a16:creationId xmlns:a16="http://schemas.microsoft.com/office/drawing/2014/main" id="{E3AF739F-48A4-6C9C-5D24-275315F610F1}"/>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EE4BE608-54C2-DA23-A440-25AC03E833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1" name="Graphic 22">
            <a:extLst>
              <a:ext uri="{FF2B5EF4-FFF2-40B4-BE49-F238E27FC236}">
                <a16:creationId xmlns:a16="http://schemas.microsoft.com/office/drawing/2014/main" id="{8A0AFBA4-4F7C-5C15-06DB-B51EF4862CFD}"/>
              </a:ext>
            </a:extLst>
          </p:cNvPr>
          <p:cNvGrpSpPr/>
          <p:nvPr userDrawn="1"/>
        </p:nvGrpSpPr>
        <p:grpSpPr>
          <a:xfrm>
            <a:off x="202133" y="195768"/>
            <a:ext cx="798764" cy="301829"/>
            <a:chOff x="2728880" y="3418045"/>
            <a:chExt cx="3190208" cy="1205483"/>
          </a:xfrm>
          <a:solidFill>
            <a:schemeClr val="bg1"/>
          </a:solidFill>
        </p:grpSpPr>
        <p:sp>
          <p:nvSpPr>
            <p:cNvPr id="12" name="Freeform 11">
              <a:extLst>
                <a:ext uri="{FF2B5EF4-FFF2-40B4-BE49-F238E27FC236}">
                  <a16:creationId xmlns:a16="http://schemas.microsoft.com/office/drawing/2014/main" id="{672070BD-A0E3-2597-6C4C-5A90608EAF4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5BFC95-D499-B590-BBB2-6B2428635970}"/>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6A812FA-5D38-8D76-EFB7-C16DF7839B7C}"/>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498419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2 Referenc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44B706-4B06-2672-98E2-E409C008F559}"/>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chemeClr val="bg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8" y="2361866"/>
            <a:ext cx="9504708" cy="1617467"/>
          </a:xfrm>
          <a:prstGeom prst="rect">
            <a:avLst/>
          </a:prstGeom>
        </p:spPr>
        <p:txBody>
          <a:bodyPr anchor="t" anchorCtr="0">
            <a:normAutofit/>
          </a:bodyPr>
          <a:lstStyle>
            <a:lvl1pPr algn="l">
              <a:defRPr sz="5400">
                <a:solidFill>
                  <a:schemeClr val="bg1"/>
                </a:solidFill>
              </a:defRPr>
            </a:lvl1pPr>
          </a:lstStyle>
          <a:p>
            <a:r>
              <a:rPr lang="en-US" dirty="0"/>
              <a:t>Quote here quote here quote here.</a:t>
            </a:r>
          </a:p>
        </p:txBody>
      </p:sp>
      <p:sp>
        <p:nvSpPr>
          <p:cNvPr id="9" name="TextBox 8">
            <a:extLst>
              <a:ext uri="{FF2B5EF4-FFF2-40B4-BE49-F238E27FC236}">
                <a16:creationId xmlns:a16="http://schemas.microsoft.com/office/drawing/2014/main" id="{E3AF739F-48A4-6C9C-5D24-275315F610F1}"/>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EE4BE608-54C2-DA23-A440-25AC03E833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1" name="Graphic 22">
            <a:extLst>
              <a:ext uri="{FF2B5EF4-FFF2-40B4-BE49-F238E27FC236}">
                <a16:creationId xmlns:a16="http://schemas.microsoft.com/office/drawing/2014/main" id="{8A0AFBA4-4F7C-5C15-06DB-B51EF4862CFD}"/>
              </a:ext>
            </a:extLst>
          </p:cNvPr>
          <p:cNvGrpSpPr/>
          <p:nvPr userDrawn="1"/>
        </p:nvGrpSpPr>
        <p:grpSpPr>
          <a:xfrm>
            <a:off x="202133" y="195768"/>
            <a:ext cx="798764" cy="301829"/>
            <a:chOff x="2728880" y="3418045"/>
            <a:chExt cx="3190208" cy="1205483"/>
          </a:xfrm>
          <a:solidFill>
            <a:schemeClr val="bg1"/>
          </a:solidFill>
        </p:grpSpPr>
        <p:sp>
          <p:nvSpPr>
            <p:cNvPr id="12" name="Freeform 11">
              <a:extLst>
                <a:ext uri="{FF2B5EF4-FFF2-40B4-BE49-F238E27FC236}">
                  <a16:creationId xmlns:a16="http://schemas.microsoft.com/office/drawing/2014/main" id="{672070BD-A0E3-2597-6C4C-5A90608EAF4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5BFC95-D499-B590-BBB2-6B2428635970}"/>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6A812FA-5D38-8D76-EFB7-C16DF7839B7C}"/>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4" name="Freeform 3">
            <a:extLst>
              <a:ext uri="{FF2B5EF4-FFF2-40B4-BE49-F238E27FC236}">
                <a16:creationId xmlns:a16="http://schemas.microsoft.com/office/drawing/2014/main" id="{D05432B5-C5C9-BB01-F3DF-97EB698F7956}"/>
              </a:ext>
            </a:extLst>
          </p:cNvPr>
          <p:cNvSpPr/>
          <p:nvPr userDrawn="1"/>
        </p:nvSpPr>
        <p:spPr>
          <a:xfrm>
            <a:off x="2395348" y="1598264"/>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chemeClr val="bg1"/>
          </a:solidFill>
          <a:ln w="952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FD5C140-5E18-BFA6-F184-F2496841AE9E}"/>
              </a:ext>
            </a:extLst>
          </p:cNvPr>
          <p:cNvSpPr/>
          <p:nvPr userDrawn="1"/>
        </p:nvSpPr>
        <p:spPr>
          <a:xfrm rot="10800000">
            <a:off x="11262901" y="3134812"/>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chemeClr val="bg1"/>
          </a:solidFill>
          <a:ln w="9525" cap="flat">
            <a:noFill/>
            <a:prstDash val="solid"/>
            <a:miter/>
          </a:ln>
        </p:spPr>
        <p:txBody>
          <a:bodyPr rtlCol="0" anchor="ctr"/>
          <a:lstStyle/>
          <a:p>
            <a:endParaRPr lang="en-US"/>
          </a:p>
        </p:txBody>
      </p:sp>
      <p:sp>
        <p:nvSpPr>
          <p:cNvPr id="5" name="Title 1">
            <a:extLst>
              <a:ext uri="{FF2B5EF4-FFF2-40B4-BE49-F238E27FC236}">
                <a16:creationId xmlns:a16="http://schemas.microsoft.com/office/drawing/2014/main" id="{093B13DC-4DCD-67C9-D159-52E114C28632}"/>
              </a:ext>
            </a:extLst>
          </p:cNvPr>
          <p:cNvSpPr txBox="1">
            <a:spLocks/>
          </p:cNvSpPr>
          <p:nvPr userDrawn="1"/>
        </p:nvSpPr>
        <p:spPr>
          <a:xfrm>
            <a:off x="4860868" y="4170396"/>
            <a:ext cx="7039188" cy="553998"/>
          </a:xfrm>
          <a:prstGeom prst="rect">
            <a:avLst/>
          </a:prstGeom>
        </p:spPr>
        <p:txBody>
          <a:bodyPr lIns="0" tIns="0" rIns="0" bIns="0" anchor="t" anchorCtr="0">
            <a:spAutoFit/>
          </a:bodyPr>
          <a:lstStyle>
            <a:lvl1pPr algn="l"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176213" indent="-176213">
              <a:buFontTx/>
              <a:buChar char="-"/>
            </a:pPr>
            <a:r>
              <a:rPr lang="en-US" sz="2000" b="0" dirty="0">
                <a:solidFill>
                  <a:schemeClr val="bg1"/>
                </a:solidFill>
              </a:rPr>
              <a:t>Attribution</a:t>
            </a:r>
            <a:br>
              <a:rPr lang="en-US" sz="2000" b="0" dirty="0">
                <a:solidFill>
                  <a:schemeClr val="bg1"/>
                </a:solidFill>
              </a:rPr>
            </a:br>
            <a:r>
              <a:rPr lang="en-US" sz="2000" b="0" dirty="0">
                <a:solidFill>
                  <a:schemeClr val="bg1"/>
                </a:solidFill>
              </a:rPr>
              <a:t>second line here</a:t>
            </a:r>
          </a:p>
        </p:txBody>
      </p:sp>
    </p:spTree>
    <p:extLst>
      <p:ext uri="{BB962C8B-B14F-4D97-AF65-F5344CB8AC3E}">
        <p14:creationId xmlns:p14="http://schemas.microsoft.com/office/powerpoint/2010/main" val="1908936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Quot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44B706-4B06-2672-98E2-E409C008F559}"/>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chemeClr val="bg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8" y="2361866"/>
            <a:ext cx="9491852" cy="1617467"/>
          </a:xfrm>
          <a:prstGeom prst="rect">
            <a:avLst/>
          </a:prstGeom>
        </p:spPr>
        <p:txBody>
          <a:bodyPr anchor="t" anchorCtr="0">
            <a:normAutofit/>
          </a:bodyPr>
          <a:lstStyle>
            <a:lvl1pPr algn="l">
              <a:defRPr sz="5400">
                <a:solidFill>
                  <a:schemeClr val="bg1"/>
                </a:solidFill>
              </a:defRPr>
            </a:lvl1pPr>
          </a:lstStyle>
          <a:p>
            <a:r>
              <a:rPr lang="en-US" dirty="0"/>
              <a:t>Quote here quote here quote here.</a:t>
            </a:r>
          </a:p>
        </p:txBody>
      </p:sp>
      <p:sp>
        <p:nvSpPr>
          <p:cNvPr id="9" name="TextBox 8">
            <a:extLst>
              <a:ext uri="{FF2B5EF4-FFF2-40B4-BE49-F238E27FC236}">
                <a16:creationId xmlns:a16="http://schemas.microsoft.com/office/drawing/2014/main" id="{E3AF739F-48A4-6C9C-5D24-275315F610F1}"/>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EE4BE608-54C2-DA23-A440-25AC03E833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1" name="Graphic 22">
            <a:extLst>
              <a:ext uri="{FF2B5EF4-FFF2-40B4-BE49-F238E27FC236}">
                <a16:creationId xmlns:a16="http://schemas.microsoft.com/office/drawing/2014/main" id="{8A0AFBA4-4F7C-5C15-06DB-B51EF4862CFD}"/>
              </a:ext>
            </a:extLst>
          </p:cNvPr>
          <p:cNvGrpSpPr/>
          <p:nvPr userDrawn="1"/>
        </p:nvGrpSpPr>
        <p:grpSpPr>
          <a:xfrm>
            <a:off x="202133" y="195768"/>
            <a:ext cx="798764" cy="301829"/>
            <a:chOff x="2728880" y="3418045"/>
            <a:chExt cx="3190208" cy="1205483"/>
          </a:xfrm>
          <a:solidFill>
            <a:schemeClr val="bg1"/>
          </a:solidFill>
        </p:grpSpPr>
        <p:sp>
          <p:nvSpPr>
            <p:cNvPr id="12" name="Freeform 11">
              <a:extLst>
                <a:ext uri="{FF2B5EF4-FFF2-40B4-BE49-F238E27FC236}">
                  <a16:creationId xmlns:a16="http://schemas.microsoft.com/office/drawing/2014/main" id="{672070BD-A0E3-2597-6C4C-5A90608EAF4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5BFC95-D499-B590-BBB2-6B2428635970}"/>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6A812FA-5D38-8D76-EFB7-C16DF7839B7C}"/>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268126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Quote 2 Referenc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44B706-4B06-2672-98E2-E409C008F559}"/>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D74F8B89-6315-1895-C4DD-66EFBFB18E36}"/>
              </a:ext>
            </a:extLst>
          </p:cNvPr>
          <p:cNvSpPr/>
          <p:nvPr userDrawn="1"/>
        </p:nvSpPr>
        <p:spPr>
          <a:xfrm>
            <a:off x="-10678053" y="1598264"/>
            <a:ext cx="15402453" cy="18003624"/>
          </a:xfrm>
          <a:custGeom>
            <a:avLst/>
            <a:gdLst>
              <a:gd name="connsiteX0" fmla="*/ 1701641 w 2043969"/>
              <a:gd name="connsiteY0" fmla="*/ 0 h 2389155"/>
              <a:gd name="connsiteX1" fmla="*/ 0 w 2043969"/>
              <a:gd name="connsiteY1" fmla="*/ 1702213 h 2389155"/>
              <a:gd name="connsiteX2" fmla="*/ 0 w 2043969"/>
              <a:gd name="connsiteY2" fmla="*/ 2389156 h 2389155"/>
              <a:gd name="connsiteX3" fmla="*/ 2043970 w 2043969"/>
              <a:gd name="connsiteY3" fmla="*/ 340805 h 2389155"/>
              <a:gd name="connsiteX4" fmla="*/ 1701641 w 2043969"/>
              <a:gd name="connsiteY4" fmla="*/ 340805 h 23891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3969" h="2389155">
                <a:moveTo>
                  <a:pt x="1701641" y="0"/>
                </a:moveTo>
                <a:lnTo>
                  <a:pt x="0" y="1702213"/>
                </a:lnTo>
                <a:lnTo>
                  <a:pt x="0" y="2389156"/>
                </a:lnTo>
                <a:lnTo>
                  <a:pt x="2043970" y="340805"/>
                </a:lnTo>
                <a:lnTo>
                  <a:pt x="1701641" y="340805"/>
                </a:lnTo>
                <a:close/>
              </a:path>
            </a:pathLst>
          </a:custGeom>
          <a:solidFill>
            <a:schemeClr val="bg1"/>
          </a:solidFill>
          <a:ln w="9525" cap="flat">
            <a:noFill/>
            <a:prstDash val="solid"/>
            <a:miter/>
          </a:ln>
        </p:spPr>
        <p:txBody>
          <a:bodyPr rtlCol="0" anchor="ctr"/>
          <a:lstStyle/>
          <a:p>
            <a:endParaRPr lang="en-US"/>
          </a:p>
        </p:txBody>
      </p:sp>
      <p:sp>
        <p:nvSpPr>
          <p:cNvPr id="18" name="Title 1">
            <a:extLst>
              <a:ext uri="{FF2B5EF4-FFF2-40B4-BE49-F238E27FC236}">
                <a16:creationId xmlns:a16="http://schemas.microsoft.com/office/drawing/2014/main" id="{9AFA594E-1D40-FAC2-F3C4-4FDE59161772}"/>
              </a:ext>
            </a:extLst>
          </p:cNvPr>
          <p:cNvSpPr>
            <a:spLocks noGrp="1"/>
          </p:cNvSpPr>
          <p:nvPr>
            <p:ph type="ctrTitle" hasCustomPrompt="1"/>
          </p:nvPr>
        </p:nvSpPr>
        <p:spPr>
          <a:xfrm>
            <a:off x="2395348" y="2361866"/>
            <a:ext cx="9504708" cy="1617467"/>
          </a:xfrm>
          <a:prstGeom prst="rect">
            <a:avLst/>
          </a:prstGeom>
        </p:spPr>
        <p:txBody>
          <a:bodyPr anchor="t" anchorCtr="0">
            <a:normAutofit/>
          </a:bodyPr>
          <a:lstStyle>
            <a:lvl1pPr algn="l">
              <a:defRPr sz="5400">
                <a:solidFill>
                  <a:schemeClr val="bg1"/>
                </a:solidFill>
              </a:defRPr>
            </a:lvl1pPr>
          </a:lstStyle>
          <a:p>
            <a:r>
              <a:rPr lang="en-US" dirty="0"/>
              <a:t>Quote here quote here quote here.</a:t>
            </a:r>
          </a:p>
        </p:txBody>
      </p:sp>
      <p:sp>
        <p:nvSpPr>
          <p:cNvPr id="9" name="TextBox 8">
            <a:extLst>
              <a:ext uri="{FF2B5EF4-FFF2-40B4-BE49-F238E27FC236}">
                <a16:creationId xmlns:a16="http://schemas.microsoft.com/office/drawing/2014/main" id="{E3AF739F-48A4-6C9C-5D24-275315F610F1}"/>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EE4BE608-54C2-DA23-A440-25AC03E833F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1" name="Graphic 22">
            <a:extLst>
              <a:ext uri="{FF2B5EF4-FFF2-40B4-BE49-F238E27FC236}">
                <a16:creationId xmlns:a16="http://schemas.microsoft.com/office/drawing/2014/main" id="{8A0AFBA4-4F7C-5C15-06DB-B51EF4862CFD}"/>
              </a:ext>
            </a:extLst>
          </p:cNvPr>
          <p:cNvGrpSpPr/>
          <p:nvPr userDrawn="1"/>
        </p:nvGrpSpPr>
        <p:grpSpPr>
          <a:xfrm>
            <a:off x="202133" y="195768"/>
            <a:ext cx="798764" cy="301829"/>
            <a:chOff x="2728880" y="3418045"/>
            <a:chExt cx="3190208" cy="1205483"/>
          </a:xfrm>
          <a:solidFill>
            <a:schemeClr val="bg1"/>
          </a:solidFill>
        </p:grpSpPr>
        <p:sp>
          <p:nvSpPr>
            <p:cNvPr id="12" name="Freeform 11">
              <a:extLst>
                <a:ext uri="{FF2B5EF4-FFF2-40B4-BE49-F238E27FC236}">
                  <a16:creationId xmlns:a16="http://schemas.microsoft.com/office/drawing/2014/main" id="{672070BD-A0E3-2597-6C4C-5A90608EAF4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35BFC95-D499-B590-BBB2-6B2428635970}"/>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B6A812FA-5D38-8D76-EFB7-C16DF7839B7C}"/>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4" name="Freeform 3">
            <a:extLst>
              <a:ext uri="{FF2B5EF4-FFF2-40B4-BE49-F238E27FC236}">
                <a16:creationId xmlns:a16="http://schemas.microsoft.com/office/drawing/2014/main" id="{D05432B5-C5C9-BB01-F3DF-97EB698F7956}"/>
              </a:ext>
            </a:extLst>
          </p:cNvPr>
          <p:cNvSpPr/>
          <p:nvPr userDrawn="1"/>
        </p:nvSpPr>
        <p:spPr>
          <a:xfrm>
            <a:off x="2395348" y="1598264"/>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noFill/>
          <a:ln w="15875" cap="flat">
            <a:solidFill>
              <a:schemeClr val="bg1"/>
            </a:solid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BFD5C140-5E18-BFA6-F184-F2496841AE9E}"/>
              </a:ext>
            </a:extLst>
          </p:cNvPr>
          <p:cNvSpPr/>
          <p:nvPr userDrawn="1"/>
        </p:nvSpPr>
        <p:spPr>
          <a:xfrm rot="10800000">
            <a:off x="11262901" y="3134812"/>
            <a:ext cx="637155" cy="572539"/>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noFill/>
          <a:ln w="15875" cap="flat">
            <a:solidFill>
              <a:schemeClr val="bg1"/>
            </a:solidFill>
            <a:prstDash val="solid"/>
            <a:miter/>
          </a:ln>
        </p:spPr>
        <p:txBody>
          <a:bodyPr rtlCol="0" anchor="ctr"/>
          <a:lstStyle/>
          <a:p>
            <a:endParaRPr lang="en-US"/>
          </a:p>
        </p:txBody>
      </p:sp>
      <p:sp>
        <p:nvSpPr>
          <p:cNvPr id="5" name="Title 1">
            <a:extLst>
              <a:ext uri="{FF2B5EF4-FFF2-40B4-BE49-F238E27FC236}">
                <a16:creationId xmlns:a16="http://schemas.microsoft.com/office/drawing/2014/main" id="{093B13DC-4DCD-67C9-D159-52E114C28632}"/>
              </a:ext>
            </a:extLst>
          </p:cNvPr>
          <p:cNvSpPr txBox="1">
            <a:spLocks/>
          </p:cNvSpPr>
          <p:nvPr userDrawn="1"/>
        </p:nvSpPr>
        <p:spPr>
          <a:xfrm>
            <a:off x="4860868" y="4170396"/>
            <a:ext cx="7039188" cy="553998"/>
          </a:xfrm>
          <a:prstGeom prst="rect">
            <a:avLst/>
          </a:prstGeom>
        </p:spPr>
        <p:txBody>
          <a:bodyPr lIns="0" tIns="0" rIns="0" bIns="0" anchor="t" anchorCtr="0">
            <a:spAutoFit/>
          </a:bodyPr>
          <a:lstStyle>
            <a:lvl1pPr algn="l" defTabSz="914400" rtl="0" eaLnBrk="1" latinLnBrk="0" hangingPunct="1">
              <a:lnSpc>
                <a:spcPct val="90000"/>
              </a:lnSpc>
              <a:spcBef>
                <a:spcPct val="0"/>
              </a:spcBef>
              <a:buNone/>
              <a:defRPr sz="6000" b="1" kern="1200">
                <a:solidFill>
                  <a:schemeClr val="tx1"/>
                </a:solidFill>
                <a:latin typeface="+mj-lt"/>
                <a:ea typeface="+mj-ea"/>
                <a:cs typeface="+mj-cs"/>
              </a:defRPr>
            </a:lvl1pPr>
          </a:lstStyle>
          <a:p>
            <a:pPr marL="176213" indent="-176213">
              <a:buFontTx/>
              <a:buChar char="-"/>
            </a:pPr>
            <a:r>
              <a:rPr lang="en-US" sz="2000" b="0" dirty="0">
                <a:solidFill>
                  <a:schemeClr val="bg1"/>
                </a:solidFill>
              </a:rPr>
              <a:t>Attribution</a:t>
            </a:r>
            <a:br>
              <a:rPr lang="en-US" sz="2000" b="0" dirty="0">
                <a:solidFill>
                  <a:schemeClr val="bg1"/>
                </a:solidFill>
              </a:rPr>
            </a:br>
            <a:r>
              <a:rPr lang="en-US" sz="2000" b="0" dirty="0">
                <a:solidFill>
                  <a:schemeClr val="bg1"/>
                </a:solidFill>
              </a:rPr>
              <a:t>second line here</a:t>
            </a:r>
          </a:p>
        </p:txBody>
      </p:sp>
    </p:spTree>
    <p:extLst>
      <p:ext uri="{BB962C8B-B14F-4D97-AF65-F5344CB8AC3E}">
        <p14:creationId xmlns:p14="http://schemas.microsoft.com/office/powerpoint/2010/main" val="1993087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ayout 2 Header Top">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D4F29BEA-E597-8320-6938-B357F0C74964}"/>
              </a:ext>
            </a:extLst>
          </p:cNvPr>
          <p:cNvSpPr/>
          <p:nvPr userDrawn="1"/>
        </p:nvSpPr>
        <p:spPr>
          <a:xfrm>
            <a:off x="8428385" y="1017046"/>
            <a:ext cx="2616783" cy="3591612"/>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
        <p:nvSpPr>
          <p:cNvPr id="6" name="Freeform 5">
            <a:extLst>
              <a:ext uri="{FF2B5EF4-FFF2-40B4-BE49-F238E27FC236}">
                <a16:creationId xmlns:a16="http://schemas.microsoft.com/office/drawing/2014/main" id="{AE143B44-B399-3C6B-086F-75DB8BFCB072}"/>
              </a:ext>
            </a:extLst>
          </p:cNvPr>
          <p:cNvSpPr/>
          <p:nvPr userDrawn="1"/>
        </p:nvSpPr>
        <p:spPr>
          <a:xfrm>
            <a:off x="10204174" y="4083980"/>
            <a:ext cx="1423227" cy="20450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
        <p:nvSpPr>
          <p:cNvPr id="4" name="Title 1">
            <a:extLst>
              <a:ext uri="{FF2B5EF4-FFF2-40B4-BE49-F238E27FC236}">
                <a16:creationId xmlns:a16="http://schemas.microsoft.com/office/drawing/2014/main" id="{5C58583D-B1D3-5241-8492-1D20A61E279E}"/>
              </a:ext>
            </a:extLst>
          </p:cNvPr>
          <p:cNvSpPr>
            <a:spLocks noGrp="1"/>
          </p:cNvSpPr>
          <p:nvPr>
            <p:ph type="ctrTitle" hasCustomPrompt="1"/>
          </p:nvPr>
        </p:nvSpPr>
        <p:spPr>
          <a:xfrm>
            <a:off x="351747" y="940631"/>
            <a:ext cx="8578244" cy="693616"/>
          </a:xfrm>
          <a:prstGeom prst="rect">
            <a:avLst/>
          </a:prstGeom>
        </p:spPr>
        <p:txBody>
          <a:bodyPr lIns="0" anchor="t" anchorCtr="0">
            <a:normAutofit/>
          </a:bodyPr>
          <a:lstStyle>
            <a:lvl1pPr algn="l">
              <a:defRPr sz="4400">
                <a:solidFill>
                  <a:schemeClr val="tx1"/>
                </a:solidFill>
              </a:defRPr>
            </a:lvl1pPr>
          </a:lstStyle>
          <a:p>
            <a:r>
              <a:rPr lang="en-US" dirty="0"/>
              <a:t>Click to add Main Header</a:t>
            </a:r>
          </a:p>
        </p:txBody>
      </p:sp>
    </p:spTree>
    <p:extLst>
      <p:ext uri="{BB962C8B-B14F-4D97-AF65-F5344CB8AC3E}">
        <p14:creationId xmlns:p14="http://schemas.microsoft.com/office/powerpoint/2010/main" val="1198522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ayout 2 Header Top Reference">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8B2C3E82-F97C-63AC-A2DB-4A6A04BB5378}"/>
              </a:ext>
            </a:extLst>
          </p:cNvPr>
          <p:cNvSpPr/>
          <p:nvPr userDrawn="1"/>
        </p:nvSpPr>
        <p:spPr>
          <a:xfrm>
            <a:off x="10204174" y="4083980"/>
            <a:ext cx="1423227" cy="20450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
        <p:nvSpPr>
          <p:cNvPr id="2" name="Freeform 1">
            <a:extLst>
              <a:ext uri="{FF2B5EF4-FFF2-40B4-BE49-F238E27FC236}">
                <a16:creationId xmlns:a16="http://schemas.microsoft.com/office/drawing/2014/main" id="{B9AAD78F-7E79-9632-69AB-85515729E412}"/>
              </a:ext>
            </a:extLst>
          </p:cNvPr>
          <p:cNvSpPr/>
          <p:nvPr userDrawn="1"/>
        </p:nvSpPr>
        <p:spPr>
          <a:xfrm>
            <a:off x="8428385" y="1017046"/>
            <a:ext cx="2616783" cy="3591612"/>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
        <p:nvSpPr>
          <p:cNvPr id="8" name="Title 1">
            <a:extLst>
              <a:ext uri="{FF2B5EF4-FFF2-40B4-BE49-F238E27FC236}">
                <a16:creationId xmlns:a16="http://schemas.microsoft.com/office/drawing/2014/main" id="{E8807D50-EB05-7657-F9F3-B7DCFA238ABD}"/>
              </a:ext>
            </a:extLst>
          </p:cNvPr>
          <p:cNvSpPr>
            <a:spLocks noGrp="1"/>
          </p:cNvSpPr>
          <p:nvPr>
            <p:ph type="ctrTitle" hasCustomPrompt="1"/>
          </p:nvPr>
        </p:nvSpPr>
        <p:spPr>
          <a:xfrm>
            <a:off x="351747" y="940631"/>
            <a:ext cx="8578244" cy="693616"/>
          </a:xfrm>
          <a:prstGeom prst="rect">
            <a:avLst/>
          </a:prstGeom>
        </p:spPr>
        <p:txBody>
          <a:bodyPr lIns="0" anchor="t" anchorCtr="0">
            <a:normAutofit/>
          </a:bodyPr>
          <a:lstStyle>
            <a:lvl1pPr algn="l">
              <a:defRPr sz="4400">
                <a:solidFill>
                  <a:schemeClr val="tx1"/>
                </a:solidFill>
              </a:defRPr>
            </a:lvl1pPr>
          </a:lstStyle>
          <a:p>
            <a:r>
              <a:rPr lang="en-US" dirty="0"/>
              <a:t>Click to add Main Header</a:t>
            </a:r>
          </a:p>
        </p:txBody>
      </p:sp>
      <p:sp>
        <p:nvSpPr>
          <p:cNvPr id="5" name="Text Placeholder 8">
            <a:extLst>
              <a:ext uri="{FF2B5EF4-FFF2-40B4-BE49-F238E27FC236}">
                <a16:creationId xmlns:a16="http://schemas.microsoft.com/office/drawing/2014/main" id="{06E671C4-7C5C-A047-7817-B9BEFC391A9C}"/>
              </a:ext>
            </a:extLst>
          </p:cNvPr>
          <p:cNvSpPr>
            <a:spLocks noGrp="1"/>
          </p:cNvSpPr>
          <p:nvPr>
            <p:ph type="body" sz="quarter" idx="10" hasCustomPrompt="1"/>
          </p:nvPr>
        </p:nvSpPr>
        <p:spPr>
          <a:xfrm>
            <a:off x="307077" y="1753723"/>
            <a:ext cx="11320324" cy="480460"/>
          </a:xfrm>
          <a:prstGeom prst="rect">
            <a:avLst/>
          </a:prstGeom>
        </p:spPr>
        <p:txBody>
          <a:bodyPr/>
          <a:lstStyle>
            <a:lvl1pPr marL="0" indent="0">
              <a:buNone/>
              <a:defRPr sz="3200" b="1">
                <a:solidFill>
                  <a:srgbClr val="F8690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add subhead</a:t>
            </a:r>
          </a:p>
        </p:txBody>
      </p:sp>
      <p:sp>
        <p:nvSpPr>
          <p:cNvPr id="7" name="Text Placeholder 25">
            <a:extLst>
              <a:ext uri="{FF2B5EF4-FFF2-40B4-BE49-F238E27FC236}">
                <a16:creationId xmlns:a16="http://schemas.microsoft.com/office/drawing/2014/main" id="{0AC954F1-C26E-B1AE-E181-2FE92BCD6EAB}"/>
              </a:ext>
            </a:extLst>
          </p:cNvPr>
          <p:cNvSpPr>
            <a:spLocks noGrp="1"/>
          </p:cNvSpPr>
          <p:nvPr>
            <p:ph type="body" sz="quarter" idx="17" hasCustomPrompt="1"/>
          </p:nvPr>
        </p:nvSpPr>
        <p:spPr>
          <a:xfrm>
            <a:off x="351747" y="2365159"/>
            <a:ext cx="11275654" cy="3475795"/>
          </a:xfrm>
          <a:prstGeom prst="rect">
            <a:avLst/>
          </a:prstGeom>
        </p:spPr>
        <p:txBody>
          <a:bodyPr/>
          <a:lstStyle>
            <a:lvl1pPr marL="228600" indent="-228600">
              <a:buClr>
                <a:srgbClr val="F86901"/>
              </a:buClr>
              <a:buSzPct val="100000"/>
              <a:buFont typeface="Wingdings" pitchFamily="2" charset="2"/>
              <a:buChar char="§"/>
              <a:defRPr sz="2200"/>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Tree>
    <p:extLst>
      <p:ext uri="{BB962C8B-B14F-4D97-AF65-F5344CB8AC3E}">
        <p14:creationId xmlns:p14="http://schemas.microsoft.com/office/powerpoint/2010/main" val="175733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yout 3 Header Top">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D91EBA2-93E9-8E33-BE83-4A89A0AF9DB0}"/>
              </a:ext>
            </a:extLst>
          </p:cNvPr>
          <p:cNvSpPr>
            <a:spLocks noGrp="1"/>
          </p:cNvSpPr>
          <p:nvPr>
            <p:ph type="ctrTitle" hasCustomPrompt="1"/>
          </p:nvPr>
        </p:nvSpPr>
        <p:spPr>
          <a:xfrm>
            <a:off x="386786" y="863428"/>
            <a:ext cx="4728553" cy="1201059"/>
          </a:xfrm>
          <a:prstGeom prst="rect">
            <a:avLst/>
          </a:prstGeom>
        </p:spPr>
        <p:txBody>
          <a:bodyPr lIns="0" tIns="0" rIns="0" bIns="0" anchor="t" anchorCtr="0">
            <a:normAutofit/>
          </a:bodyPr>
          <a:lstStyle>
            <a:lvl1pPr algn="l">
              <a:defRPr sz="4400">
                <a:solidFill>
                  <a:schemeClr val="tx1"/>
                </a:solidFill>
              </a:defRPr>
            </a:lvl1pPr>
          </a:lstStyle>
          <a:p>
            <a:r>
              <a:rPr lang="en-US" dirty="0"/>
              <a:t>Click to add Main Header</a:t>
            </a:r>
          </a:p>
        </p:txBody>
      </p:sp>
      <p:sp>
        <p:nvSpPr>
          <p:cNvPr id="3" name="Content Placeholder 8">
            <a:extLst>
              <a:ext uri="{FF2B5EF4-FFF2-40B4-BE49-F238E27FC236}">
                <a16:creationId xmlns:a16="http://schemas.microsoft.com/office/drawing/2014/main" id="{5FD301A7-F0A8-92E5-2513-3A9E6E29BC90}"/>
              </a:ext>
            </a:extLst>
          </p:cNvPr>
          <p:cNvSpPr>
            <a:spLocks noGrp="1"/>
          </p:cNvSpPr>
          <p:nvPr>
            <p:ph sz="quarter" idx="16" hasCustomPrompt="1"/>
          </p:nvPr>
        </p:nvSpPr>
        <p:spPr>
          <a:xfrm>
            <a:off x="5283199" y="863428"/>
            <a:ext cx="6578837" cy="4639906"/>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4" name="Freeform 3">
            <a:extLst>
              <a:ext uri="{FF2B5EF4-FFF2-40B4-BE49-F238E27FC236}">
                <a16:creationId xmlns:a16="http://schemas.microsoft.com/office/drawing/2014/main" id="{D82C2087-9E3E-47CF-5CEC-1007F12CDF8F}"/>
              </a:ext>
            </a:extLst>
          </p:cNvPr>
          <p:cNvSpPr/>
          <p:nvPr userDrawn="1"/>
        </p:nvSpPr>
        <p:spPr>
          <a:xfrm>
            <a:off x="329964" y="4598147"/>
            <a:ext cx="1423227" cy="20450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1832681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yout 3 Header Top Reference">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D91EBA2-93E9-8E33-BE83-4A89A0AF9DB0}"/>
              </a:ext>
            </a:extLst>
          </p:cNvPr>
          <p:cNvSpPr>
            <a:spLocks noGrp="1"/>
          </p:cNvSpPr>
          <p:nvPr>
            <p:ph type="ctrTitle" hasCustomPrompt="1"/>
          </p:nvPr>
        </p:nvSpPr>
        <p:spPr>
          <a:xfrm>
            <a:off x="386786" y="863428"/>
            <a:ext cx="4728553" cy="1227562"/>
          </a:xfrm>
          <a:prstGeom prst="rect">
            <a:avLst/>
          </a:prstGeom>
        </p:spPr>
        <p:txBody>
          <a:bodyPr lIns="0" tIns="0" rIns="0" bIns="0" anchor="t" anchorCtr="0">
            <a:normAutofit/>
          </a:bodyPr>
          <a:lstStyle>
            <a:lvl1pPr algn="l">
              <a:defRPr sz="4400">
                <a:solidFill>
                  <a:schemeClr val="tx1"/>
                </a:solidFill>
              </a:defRPr>
            </a:lvl1pPr>
          </a:lstStyle>
          <a:p>
            <a:r>
              <a:rPr lang="en-US" dirty="0"/>
              <a:t>Click to add Main Header</a:t>
            </a:r>
          </a:p>
        </p:txBody>
      </p:sp>
      <p:sp>
        <p:nvSpPr>
          <p:cNvPr id="5" name="Content Placeholder 8">
            <a:extLst>
              <a:ext uri="{FF2B5EF4-FFF2-40B4-BE49-F238E27FC236}">
                <a16:creationId xmlns:a16="http://schemas.microsoft.com/office/drawing/2014/main" id="{33C28A32-C8CD-955D-33B6-5B800EDDA8C4}"/>
              </a:ext>
            </a:extLst>
          </p:cNvPr>
          <p:cNvSpPr>
            <a:spLocks noGrp="1"/>
          </p:cNvSpPr>
          <p:nvPr>
            <p:ph sz="quarter" idx="16" hasCustomPrompt="1"/>
          </p:nvPr>
        </p:nvSpPr>
        <p:spPr>
          <a:xfrm>
            <a:off x="5283199" y="863428"/>
            <a:ext cx="6578837" cy="4639906"/>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6" name="Freeform 5">
            <a:extLst>
              <a:ext uri="{FF2B5EF4-FFF2-40B4-BE49-F238E27FC236}">
                <a16:creationId xmlns:a16="http://schemas.microsoft.com/office/drawing/2014/main" id="{D55640F0-AACB-22D8-8069-EDB1254F7045}"/>
              </a:ext>
            </a:extLst>
          </p:cNvPr>
          <p:cNvSpPr/>
          <p:nvPr userDrawn="1"/>
        </p:nvSpPr>
        <p:spPr>
          <a:xfrm>
            <a:off x="329964" y="4598147"/>
            <a:ext cx="1423227" cy="20450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9525" cap="flat">
            <a:noFill/>
            <a:prstDash val="solid"/>
            <a:miter/>
          </a:ln>
        </p:spPr>
        <p:txBody>
          <a:bodyPr rtlCol="0" anchor="ctr"/>
          <a:lstStyle/>
          <a:p>
            <a:endParaRPr lang="en-US" dirty="0"/>
          </a:p>
        </p:txBody>
      </p:sp>
      <p:sp>
        <p:nvSpPr>
          <p:cNvPr id="8" name="Text Placeholder 25">
            <a:extLst>
              <a:ext uri="{FF2B5EF4-FFF2-40B4-BE49-F238E27FC236}">
                <a16:creationId xmlns:a16="http://schemas.microsoft.com/office/drawing/2014/main" id="{7DB1E554-7BA6-012A-4CF8-DAE3D8429E46}"/>
              </a:ext>
            </a:extLst>
          </p:cNvPr>
          <p:cNvSpPr>
            <a:spLocks noGrp="1"/>
          </p:cNvSpPr>
          <p:nvPr>
            <p:ph type="body" sz="quarter" idx="17" hasCustomPrompt="1"/>
          </p:nvPr>
        </p:nvSpPr>
        <p:spPr>
          <a:xfrm>
            <a:off x="329965" y="2778845"/>
            <a:ext cx="4732366" cy="2042482"/>
          </a:xfrm>
          <a:prstGeom prst="rect">
            <a:avLst/>
          </a:prstGeom>
        </p:spPr>
        <p:txBody>
          <a:bodyPr/>
          <a:lstStyle>
            <a:lvl1pPr marL="228600" indent="-228600">
              <a:buClr>
                <a:srgbClr val="F86901"/>
              </a:buClr>
              <a:buSzPct val="100000"/>
              <a:buFont typeface="Wingdings" pitchFamily="2" charset="2"/>
              <a:buChar char="§"/>
              <a:defRPr sz="2200"/>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
        <p:nvSpPr>
          <p:cNvPr id="9" name="Text Placeholder 14">
            <a:extLst>
              <a:ext uri="{FF2B5EF4-FFF2-40B4-BE49-F238E27FC236}">
                <a16:creationId xmlns:a16="http://schemas.microsoft.com/office/drawing/2014/main" id="{A2C5108E-3531-75C2-3D42-1BFB607F332F}"/>
              </a:ext>
            </a:extLst>
          </p:cNvPr>
          <p:cNvSpPr>
            <a:spLocks noGrp="1"/>
          </p:cNvSpPr>
          <p:nvPr>
            <p:ph type="body" sz="quarter" idx="18" hasCustomPrompt="1"/>
          </p:nvPr>
        </p:nvSpPr>
        <p:spPr>
          <a:xfrm>
            <a:off x="329966" y="2259853"/>
            <a:ext cx="4732364" cy="500062"/>
          </a:xfrm>
          <a:prstGeom prst="rect">
            <a:avLst/>
          </a:prstGeom>
        </p:spPr>
        <p:txBody>
          <a:bodyPr/>
          <a:lstStyle>
            <a:lvl1pPr marL="0" indent="0">
              <a:buNone/>
              <a:defRPr sz="2400" b="1">
                <a:solidFill>
                  <a:srgbClr val="F86901"/>
                </a:solidFill>
              </a:defRPr>
            </a:lvl1pPr>
          </a:lstStyle>
          <a:p>
            <a:pPr lvl="0"/>
            <a:r>
              <a:rPr lang="en-US" dirty="0"/>
              <a:t>Click to add subhead</a:t>
            </a:r>
          </a:p>
        </p:txBody>
      </p:sp>
    </p:spTree>
    <p:extLst>
      <p:ext uri="{BB962C8B-B14F-4D97-AF65-F5344CB8AC3E}">
        <p14:creationId xmlns:p14="http://schemas.microsoft.com/office/powerpoint/2010/main" val="1433396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4 Header Top">
    <p:spTree>
      <p:nvGrpSpPr>
        <p:cNvPr id="1" name=""/>
        <p:cNvGrpSpPr/>
        <p:nvPr/>
      </p:nvGrpSpPr>
      <p:grpSpPr>
        <a:xfrm>
          <a:off x="0" y="0"/>
          <a:ext cx="0" cy="0"/>
          <a:chOff x="0" y="0"/>
          <a:chExt cx="0" cy="0"/>
        </a:xfrm>
      </p:grpSpPr>
      <p:sp>
        <p:nvSpPr>
          <p:cNvPr id="7" name="Content Placeholder 8">
            <a:extLst>
              <a:ext uri="{FF2B5EF4-FFF2-40B4-BE49-F238E27FC236}">
                <a16:creationId xmlns:a16="http://schemas.microsoft.com/office/drawing/2014/main" id="{4CE58D56-A7C3-C816-9788-5167B3ABBF67}"/>
              </a:ext>
            </a:extLst>
          </p:cNvPr>
          <p:cNvSpPr>
            <a:spLocks noGrp="1"/>
          </p:cNvSpPr>
          <p:nvPr>
            <p:ph sz="quarter" idx="15" hasCustomPrompt="1"/>
          </p:nvPr>
        </p:nvSpPr>
        <p:spPr>
          <a:xfrm>
            <a:off x="4000501" y="863692"/>
            <a:ext cx="7861300" cy="4639642"/>
          </a:xfrm>
          <a:prstGeom prst="rect">
            <a:avLst/>
          </a:prstGeom>
          <a:solidFill>
            <a:schemeClr val="bg1">
              <a:lumMod val="95000"/>
            </a:schemeClr>
          </a:solidFill>
        </p:spPr>
        <p:txBody>
          <a:bodyPr/>
          <a:lstStyle>
            <a:lvl1pPr marL="0" indent="0">
              <a:buFontTx/>
              <a:buNone/>
              <a:defRPr/>
            </a:lvl1pPr>
          </a:lstStyle>
          <a:p>
            <a:r>
              <a:rPr lang="en-US" dirty="0"/>
              <a:t>Place image/chart Here</a:t>
            </a:r>
          </a:p>
        </p:txBody>
      </p:sp>
      <p:sp>
        <p:nvSpPr>
          <p:cNvPr id="9" name="Title 1">
            <a:extLst>
              <a:ext uri="{FF2B5EF4-FFF2-40B4-BE49-F238E27FC236}">
                <a16:creationId xmlns:a16="http://schemas.microsoft.com/office/drawing/2014/main" id="{5E0ABF5C-1E2B-17DA-426D-605D20EDBF02}"/>
              </a:ext>
            </a:extLst>
          </p:cNvPr>
          <p:cNvSpPr>
            <a:spLocks noGrp="1"/>
          </p:cNvSpPr>
          <p:nvPr>
            <p:ph type="ctrTitle" hasCustomPrompt="1"/>
          </p:nvPr>
        </p:nvSpPr>
        <p:spPr>
          <a:xfrm>
            <a:off x="386787" y="863693"/>
            <a:ext cx="3328870" cy="1283160"/>
          </a:xfrm>
          <a:prstGeom prst="rect">
            <a:avLst/>
          </a:prstGeom>
        </p:spPr>
        <p:txBody>
          <a:bodyPr lIns="0" tIns="0" rIns="0" bIns="0" anchor="t" anchorCtr="0">
            <a:normAutofit/>
          </a:bodyPr>
          <a:lstStyle>
            <a:lvl1pPr algn="l">
              <a:defRPr sz="4400">
                <a:solidFill>
                  <a:schemeClr val="tx1"/>
                </a:solidFill>
              </a:defRPr>
            </a:lvl1pPr>
          </a:lstStyle>
          <a:p>
            <a:r>
              <a:rPr lang="en-US" dirty="0"/>
              <a:t>Click to add Main Header</a:t>
            </a:r>
          </a:p>
        </p:txBody>
      </p:sp>
    </p:spTree>
    <p:extLst>
      <p:ext uri="{BB962C8B-B14F-4D97-AF65-F5344CB8AC3E}">
        <p14:creationId xmlns:p14="http://schemas.microsoft.com/office/powerpoint/2010/main" val="5974702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4 Header Top Reference">
    <p:spTree>
      <p:nvGrpSpPr>
        <p:cNvPr id="1" name=""/>
        <p:cNvGrpSpPr/>
        <p:nvPr/>
      </p:nvGrpSpPr>
      <p:grpSpPr>
        <a:xfrm>
          <a:off x="0" y="0"/>
          <a:ext cx="0" cy="0"/>
          <a:chOff x="0" y="0"/>
          <a:chExt cx="0" cy="0"/>
        </a:xfrm>
      </p:grpSpPr>
      <p:sp>
        <p:nvSpPr>
          <p:cNvPr id="7" name="Content Placeholder 8">
            <a:extLst>
              <a:ext uri="{FF2B5EF4-FFF2-40B4-BE49-F238E27FC236}">
                <a16:creationId xmlns:a16="http://schemas.microsoft.com/office/drawing/2014/main" id="{4CE58D56-A7C3-C816-9788-5167B3ABBF67}"/>
              </a:ext>
            </a:extLst>
          </p:cNvPr>
          <p:cNvSpPr>
            <a:spLocks noGrp="1"/>
          </p:cNvSpPr>
          <p:nvPr>
            <p:ph sz="quarter" idx="15" hasCustomPrompt="1"/>
          </p:nvPr>
        </p:nvSpPr>
        <p:spPr>
          <a:xfrm>
            <a:off x="4000501" y="863692"/>
            <a:ext cx="7861300" cy="4639642"/>
          </a:xfrm>
          <a:prstGeom prst="rect">
            <a:avLst/>
          </a:prstGeom>
          <a:solidFill>
            <a:schemeClr val="bg1">
              <a:lumMod val="95000"/>
            </a:schemeClr>
          </a:solidFill>
        </p:spPr>
        <p:txBody>
          <a:bodyPr/>
          <a:lstStyle>
            <a:lvl1pPr marL="0" indent="0">
              <a:buFontTx/>
              <a:buNone/>
              <a:defRPr/>
            </a:lvl1pPr>
          </a:lstStyle>
          <a:p>
            <a:r>
              <a:rPr lang="en-US" dirty="0"/>
              <a:t>Place image/chart Here</a:t>
            </a:r>
          </a:p>
        </p:txBody>
      </p:sp>
      <p:sp>
        <p:nvSpPr>
          <p:cNvPr id="9" name="Title 1">
            <a:extLst>
              <a:ext uri="{FF2B5EF4-FFF2-40B4-BE49-F238E27FC236}">
                <a16:creationId xmlns:a16="http://schemas.microsoft.com/office/drawing/2014/main" id="{5E0ABF5C-1E2B-17DA-426D-605D20EDBF02}"/>
              </a:ext>
            </a:extLst>
          </p:cNvPr>
          <p:cNvSpPr>
            <a:spLocks noGrp="1"/>
          </p:cNvSpPr>
          <p:nvPr>
            <p:ph type="ctrTitle" hasCustomPrompt="1"/>
          </p:nvPr>
        </p:nvSpPr>
        <p:spPr>
          <a:xfrm>
            <a:off x="386786" y="863692"/>
            <a:ext cx="3464593" cy="1218833"/>
          </a:xfrm>
          <a:prstGeom prst="rect">
            <a:avLst/>
          </a:prstGeom>
        </p:spPr>
        <p:txBody>
          <a:bodyPr lIns="0" tIns="0" rIns="0" bIns="0" anchor="t" anchorCtr="0">
            <a:normAutofit/>
          </a:bodyPr>
          <a:lstStyle>
            <a:lvl1pPr algn="l">
              <a:defRPr sz="4400">
                <a:solidFill>
                  <a:schemeClr val="tx1"/>
                </a:solidFill>
              </a:defRPr>
            </a:lvl1pPr>
          </a:lstStyle>
          <a:p>
            <a:r>
              <a:rPr lang="en-US" dirty="0"/>
              <a:t>Click to add Main Header</a:t>
            </a:r>
          </a:p>
        </p:txBody>
      </p:sp>
      <p:sp>
        <p:nvSpPr>
          <p:cNvPr id="4" name="Text Placeholder 25">
            <a:extLst>
              <a:ext uri="{FF2B5EF4-FFF2-40B4-BE49-F238E27FC236}">
                <a16:creationId xmlns:a16="http://schemas.microsoft.com/office/drawing/2014/main" id="{8D8BBCF3-6B71-CACB-F625-2F93531BE51F}"/>
              </a:ext>
            </a:extLst>
          </p:cNvPr>
          <p:cNvSpPr>
            <a:spLocks noGrp="1"/>
          </p:cNvSpPr>
          <p:nvPr>
            <p:ph type="body" sz="quarter" idx="17" hasCustomPrompt="1"/>
          </p:nvPr>
        </p:nvSpPr>
        <p:spPr>
          <a:xfrm>
            <a:off x="329965" y="2778845"/>
            <a:ext cx="3521415" cy="2042482"/>
          </a:xfrm>
          <a:prstGeom prst="rect">
            <a:avLst/>
          </a:prstGeom>
        </p:spPr>
        <p:txBody>
          <a:bodyPr/>
          <a:lstStyle>
            <a:lvl1pPr marL="228600" indent="-228600">
              <a:buClr>
                <a:srgbClr val="F86901"/>
              </a:buClr>
              <a:buSzPct val="100000"/>
              <a:buFont typeface="Wingdings" pitchFamily="2" charset="2"/>
              <a:buChar char="§"/>
              <a:defRPr sz="2200"/>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
        <p:nvSpPr>
          <p:cNvPr id="8" name="Text Placeholder 14">
            <a:extLst>
              <a:ext uri="{FF2B5EF4-FFF2-40B4-BE49-F238E27FC236}">
                <a16:creationId xmlns:a16="http://schemas.microsoft.com/office/drawing/2014/main" id="{CCEF773D-40E0-83D7-4D38-35D293BB349B}"/>
              </a:ext>
            </a:extLst>
          </p:cNvPr>
          <p:cNvSpPr>
            <a:spLocks noGrp="1"/>
          </p:cNvSpPr>
          <p:nvPr>
            <p:ph type="body" sz="quarter" idx="18" hasCustomPrompt="1"/>
          </p:nvPr>
        </p:nvSpPr>
        <p:spPr>
          <a:xfrm>
            <a:off x="329966" y="2259853"/>
            <a:ext cx="3521414" cy="500062"/>
          </a:xfrm>
          <a:prstGeom prst="rect">
            <a:avLst/>
          </a:prstGeom>
        </p:spPr>
        <p:txBody>
          <a:bodyPr/>
          <a:lstStyle>
            <a:lvl1pPr marL="0" indent="0">
              <a:buNone/>
              <a:defRPr sz="2400" b="1">
                <a:solidFill>
                  <a:srgbClr val="F86901"/>
                </a:solidFill>
              </a:defRPr>
            </a:lvl1pPr>
          </a:lstStyle>
          <a:p>
            <a:pPr lvl="0"/>
            <a:r>
              <a:rPr lang="en-US" dirty="0"/>
              <a:t>Click to add subhead</a:t>
            </a:r>
          </a:p>
        </p:txBody>
      </p:sp>
    </p:spTree>
    <p:extLst>
      <p:ext uri="{BB962C8B-B14F-4D97-AF65-F5344CB8AC3E}">
        <p14:creationId xmlns:p14="http://schemas.microsoft.com/office/powerpoint/2010/main" val="11155682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5 Orange Bkgnd Header Top">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98D7F86-4C93-56A9-7650-8AE5D2FDD1D0}"/>
              </a:ext>
            </a:extLst>
          </p:cNvPr>
          <p:cNvSpPr/>
          <p:nvPr userDrawn="1"/>
        </p:nvSpPr>
        <p:spPr>
          <a:xfrm>
            <a:off x="0" y="665018"/>
            <a:ext cx="12192000" cy="6192982"/>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8">
            <a:extLst>
              <a:ext uri="{FF2B5EF4-FFF2-40B4-BE49-F238E27FC236}">
                <a16:creationId xmlns:a16="http://schemas.microsoft.com/office/drawing/2014/main" id="{D651DC44-EEF6-3A8F-8C1C-F555B425B7B1}"/>
              </a:ext>
            </a:extLst>
          </p:cNvPr>
          <p:cNvSpPr>
            <a:spLocks noGrp="1"/>
          </p:cNvSpPr>
          <p:nvPr>
            <p:ph sz="quarter" idx="17" hasCustomPrompt="1"/>
          </p:nvPr>
        </p:nvSpPr>
        <p:spPr>
          <a:xfrm>
            <a:off x="5677786" y="969547"/>
            <a:ext cx="6188148" cy="4237726"/>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6" name="TextBox 5">
            <a:extLst>
              <a:ext uri="{FF2B5EF4-FFF2-40B4-BE49-F238E27FC236}">
                <a16:creationId xmlns:a16="http://schemas.microsoft.com/office/drawing/2014/main" id="{8D64B6EC-0424-2589-2A31-37F31EB51030}"/>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7" name="Graphic 6">
            <a:extLst>
              <a:ext uri="{FF2B5EF4-FFF2-40B4-BE49-F238E27FC236}">
                <a16:creationId xmlns:a16="http://schemas.microsoft.com/office/drawing/2014/main" id="{A19BBDD9-7CED-9E4B-1D1A-DD32AEE5D15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8" name="Graphic 22">
            <a:extLst>
              <a:ext uri="{FF2B5EF4-FFF2-40B4-BE49-F238E27FC236}">
                <a16:creationId xmlns:a16="http://schemas.microsoft.com/office/drawing/2014/main" id="{4D4E6041-72EC-FA80-D1A2-BE5A6F583E4A}"/>
              </a:ext>
            </a:extLst>
          </p:cNvPr>
          <p:cNvGrpSpPr/>
          <p:nvPr userDrawn="1"/>
        </p:nvGrpSpPr>
        <p:grpSpPr>
          <a:xfrm>
            <a:off x="202133" y="195768"/>
            <a:ext cx="798764" cy="301829"/>
            <a:chOff x="2728880" y="3418045"/>
            <a:chExt cx="3190208" cy="1205483"/>
          </a:xfrm>
          <a:solidFill>
            <a:schemeClr val="bg1"/>
          </a:solidFill>
        </p:grpSpPr>
        <p:sp>
          <p:nvSpPr>
            <p:cNvPr id="9" name="Freeform 8">
              <a:extLst>
                <a:ext uri="{FF2B5EF4-FFF2-40B4-BE49-F238E27FC236}">
                  <a16:creationId xmlns:a16="http://schemas.microsoft.com/office/drawing/2014/main" id="{27A992E7-277D-7FCF-AA93-5A917E683B18}"/>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3E63BD94-5C03-8681-2023-88E2D73BF341}"/>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AE8CAEA-AFE1-5605-10A4-8F04F86BE036}"/>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111966E-C2BE-5FC8-2C48-03AFDCE1D228}"/>
              </a:ext>
            </a:extLst>
          </p:cNvPr>
          <p:cNvSpPr>
            <a:spLocks noGrp="1"/>
          </p:cNvSpPr>
          <p:nvPr>
            <p:ph type="ctrTitle" hasCustomPrompt="1"/>
          </p:nvPr>
        </p:nvSpPr>
        <p:spPr>
          <a:xfrm>
            <a:off x="351747" y="971314"/>
            <a:ext cx="5125036" cy="1215668"/>
          </a:xfrm>
          <a:prstGeom prst="rect">
            <a:avLst/>
          </a:prstGeom>
        </p:spPr>
        <p:txBody>
          <a:bodyPr lIns="0" anchor="t" anchorCtr="0">
            <a:normAutofit/>
          </a:bodyPr>
          <a:lstStyle>
            <a:lvl1pPr algn="l">
              <a:defRPr sz="4400">
                <a:solidFill>
                  <a:schemeClr val="bg1"/>
                </a:solidFill>
              </a:defRPr>
            </a:lvl1pPr>
          </a:lstStyle>
          <a:p>
            <a:r>
              <a:rPr lang="en-US" dirty="0"/>
              <a:t>Click to add </a:t>
            </a:r>
            <a:br>
              <a:rPr lang="en-US" dirty="0"/>
            </a:br>
            <a:r>
              <a:rPr lang="en-US" dirty="0"/>
              <a:t>Main Header</a:t>
            </a:r>
          </a:p>
        </p:txBody>
      </p:sp>
    </p:spTree>
    <p:extLst>
      <p:ext uri="{BB962C8B-B14F-4D97-AF65-F5344CB8AC3E}">
        <p14:creationId xmlns:p14="http://schemas.microsoft.com/office/powerpoint/2010/main" val="39986796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yout 5 Orange Bkgnd Header Top Referenc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98D7F86-4C93-56A9-7650-8AE5D2FDD1D0}"/>
              </a:ext>
            </a:extLst>
          </p:cNvPr>
          <p:cNvSpPr/>
          <p:nvPr userDrawn="1"/>
        </p:nvSpPr>
        <p:spPr>
          <a:xfrm>
            <a:off x="0" y="665018"/>
            <a:ext cx="12192000" cy="6192982"/>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8">
            <a:extLst>
              <a:ext uri="{FF2B5EF4-FFF2-40B4-BE49-F238E27FC236}">
                <a16:creationId xmlns:a16="http://schemas.microsoft.com/office/drawing/2014/main" id="{D651DC44-EEF6-3A8F-8C1C-F555B425B7B1}"/>
              </a:ext>
            </a:extLst>
          </p:cNvPr>
          <p:cNvSpPr>
            <a:spLocks noGrp="1"/>
          </p:cNvSpPr>
          <p:nvPr>
            <p:ph sz="quarter" idx="17" hasCustomPrompt="1"/>
          </p:nvPr>
        </p:nvSpPr>
        <p:spPr>
          <a:xfrm>
            <a:off x="5677786" y="969547"/>
            <a:ext cx="6188148" cy="4237726"/>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6" name="TextBox 5">
            <a:extLst>
              <a:ext uri="{FF2B5EF4-FFF2-40B4-BE49-F238E27FC236}">
                <a16:creationId xmlns:a16="http://schemas.microsoft.com/office/drawing/2014/main" id="{8D64B6EC-0424-2589-2A31-37F31EB51030}"/>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7" name="Graphic 6">
            <a:extLst>
              <a:ext uri="{FF2B5EF4-FFF2-40B4-BE49-F238E27FC236}">
                <a16:creationId xmlns:a16="http://schemas.microsoft.com/office/drawing/2014/main" id="{A19BBDD9-7CED-9E4B-1D1A-DD32AEE5D15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8" name="Graphic 22">
            <a:extLst>
              <a:ext uri="{FF2B5EF4-FFF2-40B4-BE49-F238E27FC236}">
                <a16:creationId xmlns:a16="http://schemas.microsoft.com/office/drawing/2014/main" id="{4D4E6041-72EC-FA80-D1A2-BE5A6F583E4A}"/>
              </a:ext>
            </a:extLst>
          </p:cNvPr>
          <p:cNvGrpSpPr/>
          <p:nvPr userDrawn="1"/>
        </p:nvGrpSpPr>
        <p:grpSpPr>
          <a:xfrm>
            <a:off x="202133" y="195768"/>
            <a:ext cx="798764" cy="301829"/>
            <a:chOff x="2728880" y="3418045"/>
            <a:chExt cx="3190208" cy="1205483"/>
          </a:xfrm>
          <a:solidFill>
            <a:schemeClr val="bg1"/>
          </a:solidFill>
        </p:grpSpPr>
        <p:sp>
          <p:nvSpPr>
            <p:cNvPr id="9" name="Freeform 8">
              <a:extLst>
                <a:ext uri="{FF2B5EF4-FFF2-40B4-BE49-F238E27FC236}">
                  <a16:creationId xmlns:a16="http://schemas.microsoft.com/office/drawing/2014/main" id="{27A992E7-277D-7FCF-AA93-5A917E683B18}"/>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0" name="Freeform 9">
              <a:extLst>
                <a:ext uri="{FF2B5EF4-FFF2-40B4-BE49-F238E27FC236}">
                  <a16:creationId xmlns:a16="http://schemas.microsoft.com/office/drawing/2014/main" id="{3E63BD94-5C03-8681-2023-88E2D73BF341}"/>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1" name="Freeform 10">
              <a:extLst>
                <a:ext uri="{FF2B5EF4-FFF2-40B4-BE49-F238E27FC236}">
                  <a16:creationId xmlns:a16="http://schemas.microsoft.com/office/drawing/2014/main" id="{DAE8CAEA-AFE1-5605-10A4-8F04F86BE036}"/>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2" name="Title 1">
            <a:extLst>
              <a:ext uri="{FF2B5EF4-FFF2-40B4-BE49-F238E27FC236}">
                <a16:creationId xmlns:a16="http://schemas.microsoft.com/office/drawing/2014/main" id="{E111966E-C2BE-5FC8-2C48-03AFDCE1D228}"/>
              </a:ext>
            </a:extLst>
          </p:cNvPr>
          <p:cNvSpPr>
            <a:spLocks noGrp="1"/>
          </p:cNvSpPr>
          <p:nvPr>
            <p:ph type="ctrTitle" hasCustomPrompt="1"/>
          </p:nvPr>
        </p:nvSpPr>
        <p:spPr>
          <a:xfrm>
            <a:off x="351747" y="971314"/>
            <a:ext cx="5125036" cy="1215668"/>
          </a:xfrm>
          <a:prstGeom prst="rect">
            <a:avLst/>
          </a:prstGeom>
        </p:spPr>
        <p:txBody>
          <a:bodyPr lIns="0" anchor="t" anchorCtr="0">
            <a:normAutofit/>
          </a:bodyPr>
          <a:lstStyle>
            <a:lvl1pPr algn="l">
              <a:defRPr sz="4400">
                <a:solidFill>
                  <a:schemeClr val="bg1"/>
                </a:solidFill>
              </a:defRPr>
            </a:lvl1pPr>
          </a:lstStyle>
          <a:p>
            <a:r>
              <a:rPr lang="en-US" dirty="0"/>
              <a:t>Click to add </a:t>
            </a:r>
            <a:br>
              <a:rPr lang="en-US" dirty="0"/>
            </a:br>
            <a:r>
              <a:rPr lang="en-US" dirty="0"/>
              <a:t>Main Header</a:t>
            </a:r>
          </a:p>
        </p:txBody>
      </p:sp>
      <p:sp>
        <p:nvSpPr>
          <p:cNvPr id="15" name="Text Placeholder 25">
            <a:extLst>
              <a:ext uri="{FF2B5EF4-FFF2-40B4-BE49-F238E27FC236}">
                <a16:creationId xmlns:a16="http://schemas.microsoft.com/office/drawing/2014/main" id="{4B1832B3-C074-F64D-E989-B19172F0B6AA}"/>
              </a:ext>
            </a:extLst>
          </p:cNvPr>
          <p:cNvSpPr>
            <a:spLocks noGrp="1"/>
          </p:cNvSpPr>
          <p:nvPr>
            <p:ph type="body" sz="quarter" idx="18" hasCustomPrompt="1"/>
          </p:nvPr>
        </p:nvSpPr>
        <p:spPr>
          <a:xfrm>
            <a:off x="329965" y="2873395"/>
            <a:ext cx="4732366" cy="2042482"/>
          </a:xfrm>
          <a:prstGeom prst="rect">
            <a:avLst/>
          </a:prstGeom>
        </p:spPr>
        <p:txBody>
          <a:bodyPr/>
          <a:lstStyle>
            <a:lvl1pPr marL="228600" indent="-228600">
              <a:buClr>
                <a:schemeClr val="bg1"/>
              </a:buClr>
              <a:buSzPct val="100000"/>
              <a:buFont typeface="Wingdings" pitchFamily="2" charset="2"/>
              <a:buChar char="§"/>
              <a:defRPr sz="2200">
                <a:solidFill>
                  <a:schemeClr val="bg1"/>
                </a:solidFill>
              </a:defRPr>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
        <p:nvSpPr>
          <p:cNvPr id="16" name="Text Placeholder 14">
            <a:extLst>
              <a:ext uri="{FF2B5EF4-FFF2-40B4-BE49-F238E27FC236}">
                <a16:creationId xmlns:a16="http://schemas.microsoft.com/office/drawing/2014/main" id="{CDAE03F2-34CF-3F53-CBFA-AB2A6465620A}"/>
              </a:ext>
            </a:extLst>
          </p:cNvPr>
          <p:cNvSpPr>
            <a:spLocks noGrp="1"/>
          </p:cNvSpPr>
          <p:nvPr>
            <p:ph type="body" sz="quarter" idx="19" hasCustomPrompt="1"/>
          </p:nvPr>
        </p:nvSpPr>
        <p:spPr>
          <a:xfrm>
            <a:off x="329966" y="2354403"/>
            <a:ext cx="4732364" cy="500062"/>
          </a:xfrm>
          <a:prstGeom prst="rect">
            <a:avLst/>
          </a:prstGeom>
        </p:spPr>
        <p:txBody>
          <a:bodyPr/>
          <a:lstStyle>
            <a:lvl1pPr marL="0" indent="0">
              <a:buNone/>
              <a:defRPr sz="2400" b="1">
                <a:solidFill>
                  <a:schemeClr val="tx1"/>
                </a:solidFill>
              </a:defRPr>
            </a:lvl1pPr>
          </a:lstStyle>
          <a:p>
            <a:pPr lvl="0"/>
            <a:r>
              <a:rPr lang="en-US" dirty="0"/>
              <a:t>Click to add subhead</a:t>
            </a:r>
          </a:p>
        </p:txBody>
      </p:sp>
    </p:spTree>
    <p:extLst>
      <p:ext uri="{BB962C8B-B14F-4D97-AF65-F5344CB8AC3E}">
        <p14:creationId xmlns:p14="http://schemas.microsoft.com/office/powerpoint/2010/main" val="3455405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hoto with White Border Header Top">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7C865267-CC13-6B07-36B2-71458769619C}"/>
              </a:ext>
            </a:extLst>
          </p:cNvPr>
          <p:cNvSpPr>
            <a:spLocks noGrp="1"/>
          </p:cNvSpPr>
          <p:nvPr>
            <p:ph sz="quarter" idx="16" hasCustomPrompt="1"/>
          </p:nvPr>
        </p:nvSpPr>
        <p:spPr>
          <a:xfrm>
            <a:off x="272085" y="893301"/>
            <a:ext cx="11677460" cy="4508693"/>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Tree>
    <p:extLst>
      <p:ext uri="{BB962C8B-B14F-4D97-AF65-F5344CB8AC3E}">
        <p14:creationId xmlns:p14="http://schemas.microsoft.com/office/powerpoint/2010/main" val="38410314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Full Photo with White Border Header Top with Header Reference">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7C865267-CC13-6B07-36B2-71458769619C}"/>
              </a:ext>
            </a:extLst>
          </p:cNvPr>
          <p:cNvSpPr>
            <a:spLocks noGrp="1"/>
          </p:cNvSpPr>
          <p:nvPr>
            <p:ph sz="quarter" idx="16" hasCustomPrompt="1"/>
          </p:nvPr>
        </p:nvSpPr>
        <p:spPr>
          <a:xfrm>
            <a:off x="272085" y="1737360"/>
            <a:ext cx="11677460" cy="4934374"/>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3" name="Title 1">
            <a:extLst>
              <a:ext uri="{FF2B5EF4-FFF2-40B4-BE49-F238E27FC236}">
                <a16:creationId xmlns:a16="http://schemas.microsoft.com/office/drawing/2014/main" id="{0ADA9DB2-6885-204B-ADB2-165D578C3511}"/>
              </a:ext>
            </a:extLst>
          </p:cNvPr>
          <p:cNvSpPr>
            <a:spLocks noGrp="1"/>
          </p:cNvSpPr>
          <p:nvPr>
            <p:ph type="ctrTitle" hasCustomPrompt="1"/>
          </p:nvPr>
        </p:nvSpPr>
        <p:spPr>
          <a:xfrm>
            <a:off x="272085" y="940631"/>
            <a:ext cx="8578244" cy="693616"/>
          </a:xfrm>
          <a:prstGeom prst="rect">
            <a:avLst/>
          </a:prstGeom>
        </p:spPr>
        <p:txBody>
          <a:bodyPr lIns="0" anchor="t" anchorCtr="0">
            <a:normAutofit/>
          </a:bodyPr>
          <a:lstStyle>
            <a:lvl1pPr algn="l">
              <a:defRPr sz="4400">
                <a:solidFill>
                  <a:schemeClr val="tx1"/>
                </a:solidFill>
              </a:defRPr>
            </a:lvl1pPr>
          </a:lstStyle>
          <a:p>
            <a:r>
              <a:rPr lang="en-US" dirty="0"/>
              <a:t>Click to add Main Header</a:t>
            </a:r>
          </a:p>
        </p:txBody>
      </p:sp>
    </p:spTree>
    <p:extLst>
      <p:ext uri="{BB962C8B-B14F-4D97-AF65-F5344CB8AC3E}">
        <p14:creationId xmlns:p14="http://schemas.microsoft.com/office/powerpoint/2010/main" val="12824303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Photo With Bar On Top">
    <p:spTree>
      <p:nvGrpSpPr>
        <p:cNvPr id="1" name=""/>
        <p:cNvGrpSpPr/>
        <p:nvPr/>
      </p:nvGrpSpPr>
      <p:grpSpPr>
        <a:xfrm>
          <a:off x="0" y="0"/>
          <a:ext cx="0" cy="0"/>
          <a:chOff x="0" y="0"/>
          <a:chExt cx="0" cy="0"/>
        </a:xfrm>
      </p:grpSpPr>
      <p:sp>
        <p:nvSpPr>
          <p:cNvPr id="8" name="Content Placeholder 8">
            <a:extLst>
              <a:ext uri="{FF2B5EF4-FFF2-40B4-BE49-F238E27FC236}">
                <a16:creationId xmlns:a16="http://schemas.microsoft.com/office/drawing/2014/main" id="{7C865267-CC13-6B07-36B2-71458769619C}"/>
              </a:ext>
            </a:extLst>
          </p:cNvPr>
          <p:cNvSpPr>
            <a:spLocks noGrp="1"/>
          </p:cNvSpPr>
          <p:nvPr>
            <p:ph sz="quarter" idx="16" hasCustomPrompt="1"/>
          </p:nvPr>
        </p:nvSpPr>
        <p:spPr>
          <a:xfrm>
            <a:off x="0" y="663388"/>
            <a:ext cx="12192000" cy="6194612"/>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Tree>
    <p:extLst>
      <p:ext uri="{BB962C8B-B14F-4D97-AF65-F5344CB8AC3E}">
        <p14:creationId xmlns:p14="http://schemas.microsoft.com/office/powerpoint/2010/main" val="30835483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17C7046-D6C2-84E5-B88A-48BDAE2847C9}"/>
              </a:ext>
            </a:extLst>
          </p:cNvPr>
          <p:cNvSpPr/>
          <p:nvPr userDrawn="1"/>
        </p:nvSpPr>
        <p:spPr>
          <a:xfrm>
            <a:off x="0" y="0"/>
            <a:ext cx="12276438"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72CD2D5-3A43-CCD9-A029-F531D3238696}"/>
              </a:ext>
            </a:extLst>
          </p:cNvPr>
          <p:cNvSpPr/>
          <p:nvPr userDrawn="1"/>
        </p:nvSpPr>
        <p:spPr>
          <a:xfrm>
            <a:off x="0" y="6218252"/>
            <a:ext cx="12276438"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3061D563-744A-AC08-6229-2BCE678FF6AF}"/>
              </a:ext>
            </a:extLst>
          </p:cNvPr>
          <p:cNvSpPr txBox="1"/>
          <p:nvPr userDrawn="1"/>
        </p:nvSpPr>
        <p:spPr>
          <a:xfrm>
            <a:off x="11689126" y="6487825"/>
            <a:ext cx="477814" cy="240066"/>
          </a:xfrm>
          <a:prstGeom prst="rect">
            <a:avLst/>
          </a:prstGeom>
          <a:noFill/>
        </p:spPr>
        <p:txBody>
          <a:bodyPr vert="horz" wrap="square" rtlCol="0">
            <a:spAutoFit/>
          </a:bodyPr>
          <a:lstStyle/>
          <a:p>
            <a:pPr algn="l">
              <a:lnSpc>
                <a:spcPct val="80000"/>
              </a:lnSpc>
            </a:pPr>
            <a:r>
              <a:rPr lang="en-US" sz="1200" dirty="0">
                <a:solidFill>
                  <a:schemeClr val="bg1"/>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3" name="Graphic 12">
            <a:extLst>
              <a:ext uri="{FF2B5EF4-FFF2-40B4-BE49-F238E27FC236}">
                <a16:creationId xmlns:a16="http://schemas.microsoft.com/office/drawing/2014/main" id="{49FEBC5E-F2C0-2515-DA7E-599A9CBF16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6459249"/>
            <a:ext cx="2700733" cy="240066"/>
          </a:xfrm>
          <a:prstGeom prst="rect">
            <a:avLst/>
          </a:prstGeom>
        </p:spPr>
      </p:pic>
      <p:grpSp>
        <p:nvGrpSpPr>
          <p:cNvPr id="14" name="Graphic 22">
            <a:extLst>
              <a:ext uri="{FF2B5EF4-FFF2-40B4-BE49-F238E27FC236}">
                <a16:creationId xmlns:a16="http://schemas.microsoft.com/office/drawing/2014/main" id="{82D9E654-7F20-A1F9-005D-CF23B880B1F6}"/>
              </a:ext>
            </a:extLst>
          </p:cNvPr>
          <p:cNvGrpSpPr/>
          <p:nvPr userDrawn="1"/>
        </p:nvGrpSpPr>
        <p:grpSpPr>
          <a:xfrm>
            <a:off x="202133" y="6414020"/>
            <a:ext cx="798764" cy="301829"/>
            <a:chOff x="2728880" y="3418045"/>
            <a:chExt cx="3190208" cy="1205483"/>
          </a:xfrm>
          <a:solidFill>
            <a:schemeClr val="bg1"/>
          </a:solidFill>
        </p:grpSpPr>
        <p:sp>
          <p:nvSpPr>
            <p:cNvPr id="15" name="Freeform 14">
              <a:extLst>
                <a:ext uri="{FF2B5EF4-FFF2-40B4-BE49-F238E27FC236}">
                  <a16:creationId xmlns:a16="http://schemas.microsoft.com/office/drawing/2014/main" id="{AE74CFF7-3A06-6BF7-EAA8-6A1A28A2ADB5}"/>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FA32339A-C4C6-61D7-FA6F-0BD3E87064D4}"/>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E767C66-0B73-5220-D503-FE895FB3A262}"/>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2" name="Content Placeholder 8">
            <a:extLst>
              <a:ext uri="{FF2B5EF4-FFF2-40B4-BE49-F238E27FC236}">
                <a16:creationId xmlns:a16="http://schemas.microsoft.com/office/drawing/2014/main" id="{B2638857-694C-2D18-5249-D368F1E1B8C3}"/>
              </a:ext>
            </a:extLst>
          </p:cNvPr>
          <p:cNvSpPr>
            <a:spLocks noGrp="1"/>
          </p:cNvSpPr>
          <p:nvPr>
            <p:ph sz="quarter" idx="16" hasCustomPrompt="1"/>
          </p:nvPr>
        </p:nvSpPr>
        <p:spPr>
          <a:xfrm>
            <a:off x="-25060" y="0"/>
            <a:ext cx="12301498" cy="6913034"/>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Tree>
    <p:extLst>
      <p:ext uri="{BB962C8B-B14F-4D97-AF65-F5344CB8AC3E}">
        <p14:creationId xmlns:p14="http://schemas.microsoft.com/office/powerpoint/2010/main" val="18094787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Photos Header Top">
    <p:spTree>
      <p:nvGrpSpPr>
        <p:cNvPr id="1" name=""/>
        <p:cNvGrpSpPr/>
        <p:nvPr/>
      </p:nvGrpSpPr>
      <p:grpSpPr>
        <a:xfrm>
          <a:off x="0" y="0"/>
          <a:ext cx="0" cy="0"/>
          <a:chOff x="0" y="0"/>
          <a:chExt cx="0" cy="0"/>
        </a:xfrm>
      </p:grpSpPr>
      <p:sp>
        <p:nvSpPr>
          <p:cNvPr id="10" name="Content Placeholder 6">
            <a:extLst>
              <a:ext uri="{FF2B5EF4-FFF2-40B4-BE49-F238E27FC236}">
                <a16:creationId xmlns:a16="http://schemas.microsoft.com/office/drawing/2014/main" id="{B03AC660-24DF-FD68-3B1E-272178BF49AE}"/>
              </a:ext>
            </a:extLst>
          </p:cNvPr>
          <p:cNvSpPr>
            <a:spLocks noGrp="1"/>
          </p:cNvSpPr>
          <p:nvPr>
            <p:ph sz="quarter" idx="15" hasCustomPrompt="1"/>
          </p:nvPr>
        </p:nvSpPr>
        <p:spPr>
          <a:xfrm>
            <a:off x="6256867" y="863692"/>
            <a:ext cx="5604933" cy="4639642"/>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
        <p:nvSpPr>
          <p:cNvPr id="11" name="Content Placeholder 7">
            <a:extLst>
              <a:ext uri="{FF2B5EF4-FFF2-40B4-BE49-F238E27FC236}">
                <a16:creationId xmlns:a16="http://schemas.microsoft.com/office/drawing/2014/main" id="{88DFB79F-5F0C-4A8E-7949-7A3D3813DBEB}"/>
              </a:ext>
            </a:extLst>
          </p:cNvPr>
          <p:cNvSpPr>
            <a:spLocks noGrp="1"/>
          </p:cNvSpPr>
          <p:nvPr>
            <p:ph sz="quarter" idx="16" hasCustomPrompt="1"/>
          </p:nvPr>
        </p:nvSpPr>
        <p:spPr>
          <a:xfrm>
            <a:off x="330200" y="863428"/>
            <a:ext cx="5612248" cy="4639906"/>
          </a:xfrm>
          <a:prstGeom prst="rect">
            <a:avLst/>
          </a:prstGeom>
          <a:solidFill>
            <a:schemeClr val="bg1">
              <a:lumMod val="95000"/>
            </a:schemeClr>
          </a:solidFill>
        </p:spPr>
        <p:txBody>
          <a:bodyPr anchor="ctr" anchorCtr="1"/>
          <a:lstStyle>
            <a:lvl1pPr marL="0" indent="0">
              <a:buFontTx/>
              <a:buNone/>
              <a:defRPr/>
            </a:lvl1pPr>
          </a:lstStyle>
          <a:p>
            <a:r>
              <a:rPr lang="en-US" dirty="0"/>
              <a:t>Place image/chart here</a:t>
            </a:r>
          </a:p>
        </p:txBody>
      </p:sp>
    </p:spTree>
    <p:extLst>
      <p:ext uri="{BB962C8B-B14F-4D97-AF65-F5344CB8AC3E}">
        <p14:creationId xmlns:p14="http://schemas.microsoft.com/office/powerpoint/2010/main" val="4126500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ouble Text Boxes Header Top">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1248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ouble Text Boxes Header Top Referenc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09B434C-8BC8-64A8-02AA-DAD9EA3CB8FD}"/>
              </a:ext>
            </a:extLst>
          </p:cNvPr>
          <p:cNvSpPr>
            <a:spLocks noGrp="1"/>
          </p:cNvSpPr>
          <p:nvPr>
            <p:ph type="ctrTitle" hasCustomPrompt="1"/>
          </p:nvPr>
        </p:nvSpPr>
        <p:spPr>
          <a:xfrm>
            <a:off x="426717" y="1152114"/>
            <a:ext cx="5534933" cy="1218833"/>
          </a:xfrm>
          <a:prstGeom prst="rect">
            <a:avLst/>
          </a:prstGeom>
        </p:spPr>
        <p:txBody>
          <a:bodyPr lIns="0" tIns="0" rIns="0" bIns="0" anchor="t" anchorCtr="0">
            <a:normAutofit/>
          </a:bodyPr>
          <a:lstStyle>
            <a:lvl1pPr algn="l">
              <a:defRPr sz="4400">
                <a:solidFill>
                  <a:schemeClr val="tx1"/>
                </a:solidFill>
              </a:defRPr>
            </a:lvl1pPr>
          </a:lstStyle>
          <a:p>
            <a:r>
              <a:rPr lang="en-US" dirty="0"/>
              <a:t>Click to </a:t>
            </a:r>
            <a:br>
              <a:rPr lang="en-US" dirty="0"/>
            </a:br>
            <a:r>
              <a:rPr lang="en-US" dirty="0"/>
              <a:t>add header</a:t>
            </a:r>
          </a:p>
        </p:txBody>
      </p:sp>
      <p:sp>
        <p:nvSpPr>
          <p:cNvPr id="6" name="Text Placeholder 25">
            <a:extLst>
              <a:ext uri="{FF2B5EF4-FFF2-40B4-BE49-F238E27FC236}">
                <a16:creationId xmlns:a16="http://schemas.microsoft.com/office/drawing/2014/main" id="{EA99B3B0-3A28-1AC8-0EE4-39A78D373E04}"/>
              </a:ext>
            </a:extLst>
          </p:cNvPr>
          <p:cNvSpPr>
            <a:spLocks noGrp="1"/>
          </p:cNvSpPr>
          <p:nvPr>
            <p:ph type="body" sz="quarter" idx="17" hasCustomPrompt="1"/>
          </p:nvPr>
        </p:nvSpPr>
        <p:spPr>
          <a:xfrm>
            <a:off x="426716" y="2947404"/>
            <a:ext cx="5534932" cy="2042482"/>
          </a:xfrm>
          <a:prstGeom prst="rect">
            <a:avLst/>
          </a:prstGeom>
        </p:spPr>
        <p:txBody>
          <a:bodyPr/>
          <a:lstStyle>
            <a:lvl1pPr marL="228600" indent="-228600">
              <a:buClr>
                <a:srgbClr val="F86901"/>
              </a:buClr>
              <a:buSzPct val="100000"/>
              <a:buFont typeface="Wingdings" pitchFamily="2" charset="2"/>
              <a:buChar char="§"/>
              <a:defRPr sz="2200"/>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
        <p:nvSpPr>
          <p:cNvPr id="7" name="Text Placeholder 14">
            <a:extLst>
              <a:ext uri="{FF2B5EF4-FFF2-40B4-BE49-F238E27FC236}">
                <a16:creationId xmlns:a16="http://schemas.microsoft.com/office/drawing/2014/main" id="{3D8C95AD-1F3F-2E8F-4D33-5947FFCCD71E}"/>
              </a:ext>
            </a:extLst>
          </p:cNvPr>
          <p:cNvSpPr>
            <a:spLocks noGrp="1"/>
          </p:cNvSpPr>
          <p:nvPr>
            <p:ph type="body" sz="quarter" idx="18" hasCustomPrompt="1"/>
          </p:nvPr>
        </p:nvSpPr>
        <p:spPr>
          <a:xfrm>
            <a:off x="426717" y="2428412"/>
            <a:ext cx="5534930" cy="500062"/>
          </a:xfrm>
          <a:prstGeom prst="rect">
            <a:avLst/>
          </a:prstGeom>
        </p:spPr>
        <p:txBody>
          <a:bodyPr/>
          <a:lstStyle>
            <a:lvl1pPr marL="0" indent="0">
              <a:buNone/>
              <a:defRPr sz="2400" b="1">
                <a:solidFill>
                  <a:srgbClr val="F86901"/>
                </a:solidFill>
              </a:defRPr>
            </a:lvl1pPr>
          </a:lstStyle>
          <a:p>
            <a:pPr lvl="0"/>
            <a:r>
              <a:rPr lang="en-US" dirty="0"/>
              <a:t>Click to add subhead</a:t>
            </a:r>
          </a:p>
        </p:txBody>
      </p:sp>
      <p:sp>
        <p:nvSpPr>
          <p:cNvPr id="10" name="Text Placeholder 14">
            <a:extLst>
              <a:ext uri="{FF2B5EF4-FFF2-40B4-BE49-F238E27FC236}">
                <a16:creationId xmlns:a16="http://schemas.microsoft.com/office/drawing/2014/main" id="{A96AFF80-D6CD-F14C-45BE-1165E2E53659}"/>
              </a:ext>
            </a:extLst>
          </p:cNvPr>
          <p:cNvSpPr>
            <a:spLocks noGrp="1"/>
          </p:cNvSpPr>
          <p:nvPr>
            <p:ph type="body" sz="quarter" idx="19" hasCustomPrompt="1"/>
          </p:nvPr>
        </p:nvSpPr>
        <p:spPr>
          <a:xfrm>
            <a:off x="6255725" y="2428412"/>
            <a:ext cx="5619750" cy="500062"/>
          </a:xfrm>
          <a:prstGeom prst="rect">
            <a:avLst/>
          </a:prstGeom>
        </p:spPr>
        <p:txBody>
          <a:bodyPr/>
          <a:lstStyle>
            <a:lvl1pPr marL="0" indent="0">
              <a:buNone/>
              <a:defRPr sz="2400" b="1">
                <a:solidFill>
                  <a:srgbClr val="F86901"/>
                </a:solidFill>
              </a:defRPr>
            </a:lvl1pPr>
          </a:lstStyle>
          <a:p>
            <a:pPr lvl="0"/>
            <a:r>
              <a:rPr lang="en-US" dirty="0"/>
              <a:t>Click to add subhead</a:t>
            </a:r>
          </a:p>
        </p:txBody>
      </p:sp>
      <p:sp>
        <p:nvSpPr>
          <p:cNvPr id="11" name="Text Placeholder 25">
            <a:extLst>
              <a:ext uri="{FF2B5EF4-FFF2-40B4-BE49-F238E27FC236}">
                <a16:creationId xmlns:a16="http://schemas.microsoft.com/office/drawing/2014/main" id="{11527BA0-502A-A934-4A8F-7086E6D61F3F}"/>
              </a:ext>
            </a:extLst>
          </p:cNvPr>
          <p:cNvSpPr>
            <a:spLocks noGrp="1"/>
          </p:cNvSpPr>
          <p:nvPr>
            <p:ph type="body" sz="quarter" idx="20" hasCustomPrompt="1"/>
          </p:nvPr>
        </p:nvSpPr>
        <p:spPr>
          <a:xfrm>
            <a:off x="6273034" y="2947404"/>
            <a:ext cx="5619750" cy="2042482"/>
          </a:xfrm>
          <a:prstGeom prst="rect">
            <a:avLst/>
          </a:prstGeom>
        </p:spPr>
        <p:txBody>
          <a:bodyPr/>
          <a:lstStyle>
            <a:lvl1pPr marL="228600" indent="-228600">
              <a:buClr>
                <a:srgbClr val="F86901"/>
              </a:buClr>
              <a:buSzPct val="100000"/>
              <a:buFont typeface="Wingdings" pitchFamily="2" charset="2"/>
              <a:buChar char="§"/>
              <a:defRPr sz="2200"/>
            </a:lvl1pPr>
            <a:lvl2pPr marL="685800" indent="-228600">
              <a:buClr>
                <a:srgbClr val="F86901"/>
              </a:buClr>
              <a:buSzPct val="125000"/>
              <a:buFont typeface="Wingdings" pitchFamily="2" charset="2"/>
              <a:buChar char="§"/>
              <a:defRPr sz="2000"/>
            </a:lvl2pPr>
            <a:lvl3pPr marL="1143000" indent="-228600">
              <a:buClr>
                <a:srgbClr val="F86901"/>
              </a:buClr>
              <a:buSzPct val="125000"/>
              <a:buFont typeface="Wingdings" pitchFamily="2" charset="2"/>
              <a:buChar char="§"/>
              <a:defRPr sz="1800"/>
            </a:lvl3pPr>
            <a:lvl4pPr marL="1600200" indent="-228600">
              <a:buClr>
                <a:srgbClr val="F86901"/>
              </a:buClr>
              <a:buSzPct val="125000"/>
              <a:buFont typeface="Wingdings" pitchFamily="2" charset="2"/>
              <a:buChar char="§"/>
              <a:defRPr sz="1600"/>
            </a:lvl4pPr>
            <a:lvl5pPr marL="2057400" indent="-228600">
              <a:buClr>
                <a:srgbClr val="F86901"/>
              </a:buClr>
              <a:buSzPct val="125000"/>
              <a:buFont typeface="Wingdings" pitchFamily="2" charset="2"/>
              <a:buChar char="§"/>
              <a:defRPr sz="1400"/>
            </a:lvl5pPr>
          </a:lstStyle>
          <a:p>
            <a:pPr lvl="0"/>
            <a:r>
              <a:rPr lang="en-US" dirty="0"/>
              <a:t>Click to edit text</a:t>
            </a:r>
          </a:p>
        </p:txBody>
      </p:sp>
      <p:sp>
        <p:nvSpPr>
          <p:cNvPr id="13" name="Text Placeholder 20">
            <a:extLst>
              <a:ext uri="{FF2B5EF4-FFF2-40B4-BE49-F238E27FC236}">
                <a16:creationId xmlns:a16="http://schemas.microsoft.com/office/drawing/2014/main" id="{91198547-26BC-43DF-8334-890C23D8DA61}"/>
              </a:ext>
            </a:extLst>
          </p:cNvPr>
          <p:cNvSpPr>
            <a:spLocks noGrp="1"/>
          </p:cNvSpPr>
          <p:nvPr>
            <p:ph type="body" sz="quarter" idx="21" hasCustomPrompt="1"/>
          </p:nvPr>
        </p:nvSpPr>
        <p:spPr>
          <a:xfrm>
            <a:off x="6248663" y="1100999"/>
            <a:ext cx="5619750" cy="1218170"/>
          </a:xfrm>
          <a:prstGeom prst="rect">
            <a:avLst/>
          </a:prstGeom>
        </p:spPr>
        <p:txBody>
          <a:bodyPr/>
          <a:lstStyle>
            <a:lvl1pPr marL="0" indent="0">
              <a:spcBef>
                <a:spcPts val="0"/>
              </a:spcBef>
              <a:buNone/>
              <a:defRPr sz="4400" b="1">
                <a:latin typeface="+mj-lt"/>
              </a:defRPr>
            </a:lvl1pPr>
            <a:lvl2pPr marL="457200" indent="0">
              <a:buNone/>
              <a:defRPr sz="4400"/>
            </a:lvl2pPr>
            <a:lvl3pPr marL="914400" indent="0">
              <a:buNone/>
              <a:defRPr sz="4400"/>
            </a:lvl3pPr>
            <a:lvl4pPr marL="1371600" indent="0">
              <a:buNone/>
              <a:defRPr sz="4400"/>
            </a:lvl4pPr>
            <a:lvl5pPr marL="1828800" indent="0">
              <a:buNone/>
              <a:defRPr sz="4400"/>
            </a:lvl5pPr>
          </a:lstStyle>
          <a:p>
            <a:pPr lvl="0"/>
            <a:r>
              <a:rPr lang="en-US" dirty="0"/>
              <a:t>Click to </a:t>
            </a:r>
            <a:br>
              <a:rPr lang="en-US" dirty="0"/>
            </a:br>
            <a:r>
              <a:rPr lang="en-US" dirty="0"/>
              <a:t>add header</a:t>
            </a:r>
          </a:p>
        </p:txBody>
      </p:sp>
    </p:spTree>
    <p:extLst>
      <p:ext uri="{BB962C8B-B14F-4D97-AF65-F5344CB8AC3E}">
        <p14:creationId xmlns:p14="http://schemas.microsoft.com/office/powerpoint/2010/main" val="24820488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ransition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6E2BB2-2603-2C22-3615-D91956601D5C}"/>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2259107" y="2698645"/>
            <a:ext cx="9443797" cy="901883"/>
          </a:xfrm>
          <a:prstGeom prst="rect">
            <a:avLst/>
          </a:prstGeom>
        </p:spPr>
        <p:txBody>
          <a:bodyPr wrap="square" anchor="b">
            <a:normAutofit/>
          </a:bodyPr>
          <a:lstStyle>
            <a:lvl1pPr algn="l">
              <a:defRPr sz="4800">
                <a:solidFill>
                  <a:schemeClr val="bg1"/>
                </a:solidFill>
              </a:defRPr>
            </a:lvl1pPr>
          </a:lstStyle>
          <a:p>
            <a:r>
              <a:rPr lang="en-US" dirty="0"/>
              <a:t>Click to add Transition Header</a:t>
            </a:r>
          </a:p>
        </p:txBody>
      </p:sp>
      <p:sp>
        <p:nvSpPr>
          <p:cNvPr id="11" name="Subtitle 2">
            <a:extLst>
              <a:ext uri="{FF2B5EF4-FFF2-40B4-BE49-F238E27FC236}">
                <a16:creationId xmlns:a16="http://schemas.microsoft.com/office/drawing/2014/main" id="{350E98CC-7296-2F49-FAD0-8B8680C0D6D3}"/>
              </a:ext>
            </a:extLst>
          </p:cNvPr>
          <p:cNvSpPr>
            <a:spLocks noGrp="1"/>
          </p:cNvSpPr>
          <p:nvPr>
            <p:ph type="subTitle" idx="1" hasCustomPrompt="1"/>
          </p:nvPr>
        </p:nvSpPr>
        <p:spPr>
          <a:xfrm>
            <a:off x="2259106" y="3772312"/>
            <a:ext cx="9443797" cy="885371"/>
          </a:xfrm>
          <a:prstGeom prst="rect">
            <a:avLst/>
          </a:prstGeom>
        </p:spPr>
        <p:txBody>
          <a:bodyPr wrap="square">
            <a:spAutoFit/>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sp>
        <p:nvSpPr>
          <p:cNvPr id="3" name="Freeform 2">
            <a:extLst>
              <a:ext uri="{FF2B5EF4-FFF2-40B4-BE49-F238E27FC236}">
                <a16:creationId xmlns:a16="http://schemas.microsoft.com/office/drawing/2014/main" id="{99BD5F56-7117-F460-9D63-19241DB6C324}"/>
              </a:ext>
            </a:extLst>
          </p:cNvPr>
          <p:cNvSpPr/>
          <p:nvPr userDrawn="1"/>
        </p:nvSpPr>
        <p:spPr>
          <a:xfrm>
            <a:off x="960917" y="2457555"/>
            <a:ext cx="1112635" cy="15271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chemeClr val="bg1"/>
          </a:solidFill>
          <a:ln w="38100" cap="flat">
            <a:no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94161BEA-35C4-81AB-54E3-54CAF84DABA5}"/>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1D7174B8-0273-2726-354E-B0A4DF4051AC}"/>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AED78ABD-3B9E-463A-A6B7-3BEFA7DCBC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3" name="Graphic 22">
            <a:extLst>
              <a:ext uri="{FF2B5EF4-FFF2-40B4-BE49-F238E27FC236}">
                <a16:creationId xmlns:a16="http://schemas.microsoft.com/office/drawing/2014/main" id="{1AF7C53E-12E8-0DAD-367A-C1DF6328BAA0}"/>
              </a:ext>
            </a:extLst>
          </p:cNvPr>
          <p:cNvGrpSpPr/>
          <p:nvPr userDrawn="1"/>
        </p:nvGrpSpPr>
        <p:grpSpPr>
          <a:xfrm>
            <a:off x="202133" y="195768"/>
            <a:ext cx="798764" cy="301829"/>
            <a:chOff x="2728880" y="3418045"/>
            <a:chExt cx="3190208" cy="1205483"/>
          </a:xfrm>
          <a:solidFill>
            <a:schemeClr val="bg1"/>
          </a:solidFill>
        </p:grpSpPr>
        <p:sp>
          <p:nvSpPr>
            <p:cNvPr id="14" name="Freeform 13">
              <a:extLst>
                <a:ext uri="{FF2B5EF4-FFF2-40B4-BE49-F238E27FC236}">
                  <a16:creationId xmlns:a16="http://schemas.microsoft.com/office/drawing/2014/main" id="{32E490AF-ACD1-11C5-F5B0-CF94C6C37CE5}"/>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56778460-36BC-D794-37ED-48F0C87B0AAB}"/>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03F5BAF0-48EB-6A17-1FA6-BECBAF32AC24}"/>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3037678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ransition Slide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6E2BB2-2603-2C22-3615-D91956601D5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2259107" y="2698645"/>
            <a:ext cx="9443797" cy="901883"/>
          </a:xfrm>
          <a:prstGeom prst="rect">
            <a:avLst/>
          </a:prstGeom>
        </p:spPr>
        <p:txBody>
          <a:bodyPr wrap="square" anchor="b">
            <a:normAutofit/>
          </a:bodyPr>
          <a:lstStyle>
            <a:lvl1pPr algn="l">
              <a:defRPr sz="4800">
                <a:solidFill>
                  <a:schemeClr val="tx1"/>
                </a:solidFill>
              </a:defRPr>
            </a:lvl1pPr>
          </a:lstStyle>
          <a:p>
            <a:r>
              <a:rPr lang="en-US" dirty="0"/>
              <a:t>Click to add Transition Header</a:t>
            </a:r>
          </a:p>
        </p:txBody>
      </p:sp>
      <p:sp>
        <p:nvSpPr>
          <p:cNvPr id="11" name="Subtitle 2">
            <a:extLst>
              <a:ext uri="{FF2B5EF4-FFF2-40B4-BE49-F238E27FC236}">
                <a16:creationId xmlns:a16="http://schemas.microsoft.com/office/drawing/2014/main" id="{350E98CC-7296-2F49-FAD0-8B8680C0D6D3}"/>
              </a:ext>
            </a:extLst>
          </p:cNvPr>
          <p:cNvSpPr>
            <a:spLocks noGrp="1"/>
          </p:cNvSpPr>
          <p:nvPr>
            <p:ph type="subTitle" idx="1" hasCustomPrompt="1"/>
          </p:nvPr>
        </p:nvSpPr>
        <p:spPr>
          <a:xfrm>
            <a:off x="2259106" y="3772312"/>
            <a:ext cx="9443797" cy="885371"/>
          </a:xfrm>
          <a:prstGeom prst="rect">
            <a:avLst/>
          </a:prstGeom>
        </p:spPr>
        <p:txBody>
          <a:bodyPr wrap="square">
            <a:spAutoFit/>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sp>
        <p:nvSpPr>
          <p:cNvPr id="3" name="Freeform 2">
            <a:extLst>
              <a:ext uri="{FF2B5EF4-FFF2-40B4-BE49-F238E27FC236}">
                <a16:creationId xmlns:a16="http://schemas.microsoft.com/office/drawing/2014/main" id="{99BD5F56-7117-F460-9D63-19241DB6C324}"/>
              </a:ext>
            </a:extLst>
          </p:cNvPr>
          <p:cNvSpPr/>
          <p:nvPr userDrawn="1"/>
        </p:nvSpPr>
        <p:spPr>
          <a:xfrm>
            <a:off x="960917" y="2457555"/>
            <a:ext cx="1112635" cy="15271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F86901"/>
          </a:solidFill>
          <a:ln w="38100" cap="flat">
            <a:no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19244BB5-8E10-9366-6D70-2B9F61D0DF36}"/>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1073719-B39D-671E-2B14-5772546992E2}"/>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3A383E3F-7BE0-A6C4-BCFB-0522737C18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3" name="Graphic 22">
            <a:extLst>
              <a:ext uri="{FF2B5EF4-FFF2-40B4-BE49-F238E27FC236}">
                <a16:creationId xmlns:a16="http://schemas.microsoft.com/office/drawing/2014/main" id="{641353BB-7449-46B2-55DB-0873A520F61C}"/>
              </a:ext>
            </a:extLst>
          </p:cNvPr>
          <p:cNvGrpSpPr/>
          <p:nvPr userDrawn="1"/>
        </p:nvGrpSpPr>
        <p:grpSpPr>
          <a:xfrm>
            <a:off x="202133" y="195768"/>
            <a:ext cx="798764" cy="301829"/>
            <a:chOff x="2728880" y="3418045"/>
            <a:chExt cx="3190208" cy="1205483"/>
          </a:xfrm>
          <a:solidFill>
            <a:schemeClr val="bg1"/>
          </a:solidFill>
        </p:grpSpPr>
        <p:sp>
          <p:nvSpPr>
            <p:cNvPr id="14" name="Freeform 13">
              <a:extLst>
                <a:ext uri="{FF2B5EF4-FFF2-40B4-BE49-F238E27FC236}">
                  <a16:creationId xmlns:a16="http://schemas.microsoft.com/office/drawing/2014/main" id="{DAEF8303-753A-C809-B361-28BFA38B2121}"/>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06B1C44A-1A58-B988-2A2E-0DC803DD3BFB}"/>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D778855-C1B1-EFBE-1712-5637069BC69F}"/>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901141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ransition Slide 3">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6E2BB2-2603-2C22-3615-D91956601D5C}"/>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2259107" y="2698645"/>
            <a:ext cx="9443797" cy="901883"/>
          </a:xfrm>
          <a:prstGeom prst="rect">
            <a:avLst/>
          </a:prstGeom>
        </p:spPr>
        <p:txBody>
          <a:bodyPr wrap="square" anchor="b">
            <a:normAutofit/>
          </a:bodyPr>
          <a:lstStyle>
            <a:lvl1pPr algn="l">
              <a:defRPr sz="4800">
                <a:solidFill>
                  <a:schemeClr val="bg1"/>
                </a:solidFill>
              </a:defRPr>
            </a:lvl1pPr>
          </a:lstStyle>
          <a:p>
            <a:r>
              <a:rPr lang="en-US" dirty="0"/>
              <a:t>Click to add Transition Header</a:t>
            </a:r>
          </a:p>
        </p:txBody>
      </p:sp>
      <p:sp>
        <p:nvSpPr>
          <p:cNvPr id="11" name="Subtitle 2">
            <a:extLst>
              <a:ext uri="{FF2B5EF4-FFF2-40B4-BE49-F238E27FC236}">
                <a16:creationId xmlns:a16="http://schemas.microsoft.com/office/drawing/2014/main" id="{350E98CC-7296-2F49-FAD0-8B8680C0D6D3}"/>
              </a:ext>
            </a:extLst>
          </p:cNvPr>
          <p:cNvSpPr>
            <a:spLocks noGrp="1"/>
          </p:cNvSpPr>
          <p:nvPr>
            <p:ph type="subTitle" idx="1" hasCustomPrompt="1"/>
          </p:nvPr>
        </p:nvSpPr>
        <p:spPr>
          <a:xfrm>
            <a:off x="2259106" y="3772312"/>
            <a:ext cx="9443797" cy="885371"/>
          </a:xfrm>
          <a:prstGeom prst="rect">
            <a:avLst/>
          </a:prstGeom>
        </p:spPr>
        <p:txBody>
          <a:bodyPr wrap="square">
            <a:spAutoFit/>
          </a:bodyPr>
          <a:lstStyle>
            <a:lvl1pPr marL="0" indent="0" algn="l">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sp>
        <p:nvSpPr>
          <p:cNvPr id="3" name="Freeform 2">
            <a:extLst>
              <a:ext uri="{FF2B5EF4-FFF2-40B4-BE49-F238E27FC236}">
                <a16:creationId xmlns:a16="http://schemas.microsoft.com/office/drawing/2014/main" id="{99BD5F56-7117-F460-9D63-19241DB6C324}"/>
              </a:ext>
            </a:extLst>
          </p:cNvPr>
          <p:cNvSpPr/>
          <p:nvPr userDrawn="1"/>
        </p:nvSpPr>
        <p:spPr>
          <a:xfrm>
            <a:off x="960917" y="2457555"/>
            <a:ext cx="1112635" cy="15271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noFill/>
          <a:ln w="38100" cap="flat">
            <a:solidFill>
              <a:schemeClr val="bg1"/>
            </a:solid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47205FD1-C581-1C45-4F31-4F2E74817620}"/>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6E67F193-A642-1C3A-A7B3-6D6FE969C4F3}"/>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CF9BD56B-C0C6-4A97-77FE-40EEEA66BCF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3" name="Graphic 22">
            <a:extLst>
              <a:ext uri="{FF2B5EF4-FFF2-40B4-BE49-F238E27FC236}">
                <a16:creationId xmlns:a16="http://schemas.microsoft.com/office/drawing/2014/main" id="{D6DC59DA-92D5-F832-91C5-DC06C988E4B5}"/>
              </a:ext>
            </a:extLst>
          </p:cNvPr>
          <p:cNvGrpSpPr/>
          <p:nvPr userDrawn="1"/>
        </p:nvGrpSpPr>
        <p:grpSpPr>
          <a:xfrm>
            <a:off x="202133" y="195768"/>
            <a:ext cx="798764" cy="301829"/>
            <a:chOff x="2728880" y="3418045"/>
            <a:chExt cx="3190208" cy="1205483"/>
          </a:xfrm>
          <a:solidFill>
            <a:schemeClr val="bg1"/>
          </a:solidFill>
        </p:grpSpPr>
        <p:sp>
          <p:nvSpPr>
            <p:cNvPr id="14" name="Freeform 13">
              <a:extLst>
                <a:ext uri="{FF2B5EF4-FFF2-40B4-BE49-F238E27FC236}">
                  <a16:creationId xmlns:a16="http://schemas.microsoft.com/office/drawing/2014/main" id="{E3C6CBB0-A111-FA9D-4236-5AD8BCA5370E}"/>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4AF08EF1-D1B4-B357-C53D-2C6484D70D95}"/>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49DC077-8A77-CB19-C074-4B626929B7C6}"/>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457527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ransition Slide 4">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6E2BB2-2603-2C22-3615-D91956601D5C}"/>
              </a:ext>
            </a:extLst>
          </p:cNvPr>
          <p:cNvSpPr/>
          <p:nvPr userDrawn="1"/>
        </p:nvSpPr>
        <p:spPr>
          <a:xfrm>
            <a:off x="0" y="0"/>
            <a:ext cx="12192000" cy="6858000"/>
          </a:xfrm>
          <a:prstGeom prst="rect">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2259107" y="2698645"/>
            <a:ext cx="9443797" cy="901883"/>
          </a:xfrm>
          <a:prstGeom prst="rect">
            <a:avLst/>
          </a:prstGeom>
        </p:spPr>
        <p:txBody>
          <a:bodyPr wrap="square" anchor="b">
            <a:normAutofit/>
          </a:bodyPr>
          <a:lstStyle>
            <a:lvl1pPr algn="l">
              <a:defRPr sz="4800">
                <a:solidFill>
                  <a:schemeClr val="tx1"/>
                </a:solidFill>
              </a:defRPr>
            </a:lvl1pPr>
          </a:lstStyle>
          <a:p>
            <a:r>
              <a:rPr lang="en-US" dirty="0"/>
              <a:t>Click to add Transition Header</a:t>
            </a:r>
          </a:p>
        </p:txBody>
      </p:sp>
      <p:sp>
        <p:nvSpPr>
          <p:cNvPr id="11" name="Subtitle 2">
            <a:extLst>
              <a:ext uri="{FF2B5EF4-FFF2-40B4-BE49-F238E27FC236}">
                <a16:creationId xmlns:a16="http://schemas.microsoft.com/office/drawing/2014/main" id="{350E98CC-7296-2F49-FAD0-8B8680C0D6D3}"/>
              </a:ext>
            </a:extLst>
          </p:cNvPr>
          <p:cNvSpPr>
            <a:spLocks noGrp="1"/>
          </p:cNvSpPr>
          <p:nvPr>
            <p:ph type="subTitle" idx="1" hasCustomPrompt="1"/>
          </p:nvPr>
        </p:nvSpPr>
        <p:spPr>
          <a:xfrm>
            <a:off x="2259106" y="3772312"/>
            <a:ext cx="9443797" cy="885371"/>
          </a:xfrm>
          <a:prstGeom prst="rect">
            <a:avLst/>
          </a:prstGeom>
        </p:spPr>
        <p:txBody>
          <a:bodyPr wrap="square">
            <a:spAutoFit/>
          </a:bodyPr>
          <a:lstStyle>
            <a:lvl1pPr marL="0" indent="0" algn="l">
              <a:buNone/>
              <a:defRPr sz="2400" b="1">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sp>
        <p:nvSpPr>
          <p:cNvPr id="3" name="Freeform 2">
            <a:extLst>
              <a:ext uri="{FF2B5EF4-FFF2-40B4-BE49-F238E27FC236}">
                <a16:creationId xmlns:a16="http://schemas.microsoft.com/office/drawing/2014/main" id="{99BD5F56-7117-F460-9D63-19241DB6C324}"/>
              </a:ext>
            </a:extLst>
          </p:cNvPr>
          <p:cNvSpPr/>
          <p:nvPr userDrawn="1"/>
        </p:nvSpPr>
        <p:spPr>
          <a:xfrm>
            <a:off x="960917" y="2457555"/>
            <a:ext cx="1112635" cy="15271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F86901"/>
          </a:solidFill>
          <a:ln w="38100" cap="flat">
            <a:no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5B24DD24-74A4-91DE-34DB-AE75C4FBF9AF}"/>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1164BF8F-A989-B25B-6A57-3A9A1F4C96F2}"/>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BED7085B-FDED-A687-2832-0ECFC0C8EF6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3" name="Graphic 22">
            <a:extLst>
              <a:ext uri="{FF2B5EF4-FFF2-40B4-BE49-F238E27FC236}">
                <a16:creationId xmlns:a16="http://schemas.microsoft.com/office/drawing/2014/main" id="{CF3D7B6F-876E-9B65-AFC3-B3E2EDC9A466}"/>
              </a:ext>
            </a:extLst>
          </p:cNvPr>
          <p:cNvGrpSpPr/>
          <p:nvPr userDrawn="1"/>
        </p:nvGrpSpPr>
        <p:grpSpPr>
          <a:xfrm>
            <a:off x="202133" y="195768"/>
            <a:ext cx="798764" cy="301829"/>
            <a:chOff x="2728880" y="3418045"/>
            <a:chExt cx="3190208" cy="1205483"/>
          </a:xfrm>
          <a:solidFill>
            <a:schemeClr val="bg1"/>
          </a:solidFill>
        </p:grpSpPr>
        <p:sp>
          <p:nvSpPr>
            <p:cNvPr id="14" name="Freeform 13">
              <a:extLst>
                <a:ext uri="{FF2B5EF4-FFF2-40B4-BE49-F238E27FC236}">
                  <a16:creationId xmlns:a16="http://schemas.microsoft.com/office/drawing/2014/main" id="{6CD2E8CF-8E5E-B976-C370-591F5B09714E}"/>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97EE5078-2EC0-A70B-5689-B222C9DAD855}"/>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A375FBD7-39B8-4DE9-662E-735E07F43995}"/>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99602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ransition Slide 5">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D6E2BB2-2603-2C22-3615-D91956601D5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2259107" y="2698645"/>
            <a:ext cx="9443797" cy="901883"/>
          </a:xfrm>
          <a:prstGeom prst="rect">
            <a:avLst/>
          </a:prstGeom>
        </p:spPr>
        <p:txBody>
          <a:bodyPr wrap="square" anchor="b">
            <a:normAutofit/>
          </a:bodyPr>
          <a:lstStyle>
            <a:lvl1pPr algn="l">
              <a:defRPr sz="4800">
                <a:solidFill>
                  <a:srgbClr val="F86901"/>
                </a:solidFill>
              </a:defRPr>
            </a:lvl1pPr>
          </a:lstStyle>
          <a:p>
            <a:r>
              <a:rPr lang="en-US" dirty="0"/>
              <a:t>Click to add Transition Header</a:t>
            </a:r>
          </a:p>
        </p:txBody>
      </p:sp>
      <p:sp>
        <p:nvSpPr>
          <p:cNvPr id="11" name="Subtitle 2">
            <a:extLst>
              <a:ext uri="{FF2B5EF4-FFF2-40B4-BE49-F238E27FC236}">
                <a16:creationId xmlns:a16="http://schemas.microsoft.com/office/drawing/2014/main" id="{350E98CC-7296-2F49-FAD0-8B8680C0D6D3}"/>
              </a:ext>
            </a:extLst>
          </p:cNvPr>
          <p:cNvSpPr>
            <a:spLocks noGrp="1"/>
          </p:cNvSpPr>
          <p:nvPr>
            <p:ph type="subTitle" idx="1" hasCustomPrompt="1"/>
          </p:nvPr>
        </p:nvSpPr>
        <p:spPr>
          <a:xfrm>
            <a:off x="2259106" y="3772312"/>
            <a:ext cx="9443797" cy="885371"/>
          </a:xfrm>
          <a:prstGeom prst="rect">
            <a:avLst/>
          </a:prstGeom>
        </p:spPr>
        <p:txBody>
          <a:bodyPr wrap="square">
            <a:spAutoFit/>
          </a:bodyPr>
          <a:lstStyle>
            <a:lvl1pPr marL="0" indent="0" algn="l">
              <a:buNone/>
              <a:defRPr sz="2400" b="1">
                <a:solidFill>
                  <a:srgbClr val="F8690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Subhead        </a:t>
            </a:r>
          </a:p>
          <a:p>
            <a:r>
              <a:rPr lang="en-US" dirty="0"/>
              <a:t>Click to add date</a:t>
            </a:r>
          </a:p>
        </p:txBody>
      </p:sp>
      <p:sp>
        <p:nvSpPr>
          <p:cNvPr id="3" name="Freeform 2">
            <a:extLst>
              <a:ext uri="{FF2B5EF4-FFF2-40B4-BE49-F238E27FC236}">
                <a16:creationId xmlns:a16="http://schemas.microsoft.com/office/drawing/2014/main" id="{99BD5F56-7117-F460-9D63-19241DB6C324}"/>
              </a:ext>
            </a:extLst>
          </p:cNvPr>
          <p:cNvSpPr/>
          <p:nvPr userDrawn="1"/>
        </p:nvSpPr>
        <p:spPr>
          <a:xfrm>
            <a:off x="960917" y="2457555"/>
            <a:ext cx="1112635" cy="152712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E6E7E8"/>
          </a:solidFill>
          <a:ln w="38100" cap="flat">
            <a:noFill/>
            <a:prstDash val="solid"/>
            <a:miter/>
          </a:ln>
        </p:spPr>
        <p:txBody>
          <a:bodyPr rtlCol="0" anchor="ctr"/>
          <a:lstStyle/>
          <a:p>
            <a:endParaRPr lang="en-US" dirty="0"/>
          </a:p>
        </p:txBody>
      </p:sp>
      <p:sp>
        <p:nvSpPr>
          <p:cNvPr id="4" name="Rectangle 3">
            <a:extLst>
              <a:ext uri="{FF2B5EF4-FFF2-40B4-BE49-F238E27FC236}">
                <a16:creationId xmlns:a16="http://schemas.microsoft.com/office/drawing/2014/main" id="{33908B16-5084-6CB2-65BE-9281287030E4}"/>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A3A22895-EB7B-0FC3-F18B-2DE3AB265485}"/>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CAB34519-28FE-76A6-497A-2CABF6AE65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3" name="Graphic 22">
            <a:extLst>
              <a:ext uri="{FF2B5EF4-FFF2-40B4-BE49-F238E27FC236}">
                <a16:creationId xmlns:a16="http://schemas.microsoft.com/office/drawing/2014/main" id="{F186EB2C-1AA3-5087-DF35-C6BF23E32B79}"/>
              </a:ext>
            </a:extLst>
          </p:cNvPr>
          <p:cNvGrpSpPr/>
          <p:nvPr userDrawn="1"/>
        </p:nvGrpSpPr>
        <p:grpSpPr>
          <a:xfrm>
            <a:off x="202133" y="195768"/>
            <a:ext cx="798764" cy="301829"/>
            <a:chOff x="2728880" y="3418045"/>
            <a:chExt cx="3190208" cy="1205483"/>
          </a:xfrm>
          <a:solidFill>
            <a:schemeClr val="bg1"/>
          </a:solidFill>
        </p:grpSpPr>
        <p:sp>
          <p:nvSpPr>
            <p:cNvPr id="14" name="Freeform 13">
              <a:extLst>
                <a:ext uri="{FF2B5EF4-FFF2-40B4-BE49-F238E27FC236}">
                  <a16:creationId xmlns:a16="http://schemas.microsoft.com/office/drawing/2014/main" id="{25B227B8-0D57-0C3F-2893-07B179AE7A84}"/>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1495606C-E41E-B386-0D67-D75500DE90EA}"/>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D8990449-C68B-0A98-FB12-1556CB738ABA}"/>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4534622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ransition Slide Orange Bkgnd Header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79353F-BC9E-028C-A61D-55BF3B77B4D6}"/>
              </a:ext>
            </a:extLst>
          </p:cNvPr>
          <p:cNvSpPr/>
          <p:nvPr userDrawn="1"/>
        </p:nvSpPr>
        <p:spPr>
          <a:xfrm>
            <a:off x="0" y="0"/>
            <a:ext cx="12192000" cy="6858000"/>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79BD2C-BE1C-522D-A44B-F0DAA671623B}"/>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54E847F-6612-EDE0-6794-32970BBC3089}"/>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4" name="Graphic 13">
            <a:extLst>
              <a:ext uri="{FF2B5EF4-FFF2-40B4-BE49-F238E27FC236}">
                <a16:creationId xmlns:a16="http://schemas.microsoft.com/office/drawing/2014/main" id="{6C677E16-9D77-B3E0-4E16-F7D77B0980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5" name="Graphic 22">
            <a:extLst>
              <a:ext uri="{FF2B5EF4-FFF2-40B4-BE49-F238E27FC236}">
                <a16:creationId xmlns:a16="http://schemas.microsoft.com/office/drawing/2014/main" id="{6FEA4881-F63A-284A-C3A8-3F7942973D17}"/>
              </a:ext>
            </a:extLst>
          </p:cNvPr>
          <p:cNvGrpSpPr/>
          <p:nvPr userDrawn="1"/>
        </p:nvGrpSpPr>
        <p:grpSpPr>
          <a:xfrm>
            <a:off x="202133" y="195768"/>
            <a:ext cx="798764" cy="301829"/>
            <a:chOff x="2728880" y="3418045"/>
            <a:chExt cx="3190208" cy="1205483"/>
          </a:xfrm>
          <a:solidFill>
            <a:schemeClr val="bg1"/>
          </a:solidFill>
        </p:grpSpPr>
        <p:sp>
          <p:nvSpPr>
            <p:cNvPr id="16" name="Freeform 15">
              <a:extLst>
                <a:ext uri="{FF2B5EF4-FFF2-40B4-BE49-F238E27FC236}">
                  <a16:creationId xmlns:a16="http://schemas.microsoft.com/office/drawing/2014/main" id="{70F8E216-B1A3-42A4-1EDF-FF80F9606A1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8F430CC-CC32-F86F-2154-027FEDAAE87B}"/>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41216E3-B574-9D09-3B9F-49A53390B713}"/>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3" name="Title 1">
            <a:extLst>
              <a:ext uri="{FF2B5EF4-FFF2-40B4-BE49-F238E27FC236}">
                <a16:creationId xmlns:a16="http://schemas.microsoft.com/office/drawing/2014/main" id="{3C7B7A92-4073-3A60-38B3-EAE0B4F7C9CE}"/>
              </a:ext>
            </a:extLst>
          </p:cNvPr>
          <p:cNvSpPr>
            <a:spLocks noGrp="1"/>
          </p:cNvSpPr>
          <p:nvPr>
            <p:ph type="ctrTitle" hasCustomPrompt="1"/>
          </p:nvPr>
        </p:nvSpPr>
        <p:spPr>
          <a:xfrm>
            <a:off x="302781" y="2361489"/>
            <a:ext cx="11675253" cy="817809"/>
          </a:xfrm>
          <a:prstGeom prst="rect">
            <a:avLst/>
          </a:prstGeom>
        </p:spPr>
        <p:txBody>
          <a:bodyPr anchor="t" anchorCtr="0">
            <a:normAutofit/>
          </a:bodyPr>
          <a:lstStyle>
            <a:lvl1pPr algn="ctr">
              <a:defRPr sz="4800">
                <a:solidFill>
                  <a:schemeClr val="bg1"/>
                </a:solidFill>
              </a:defRPr>
            </a:lvl1pPr>
          </a:lstStyle>
          <a:p>
            <a:r>
              <a:rPr lang="en-US" dirty="0"/>
              <a:t>Click to add Transition Header</a:t>
            </a:r>
          </a:p>
        </p:txBody>
      </p:sp>
    </p:spTree>
    <p:extLst>
      <p:ext uri="{BB962C8B-B14F-4D97-AF65-F5344CB8AC3E}">
        <p14:creationId xmlns:p14="http://schemas.microsoft.com/office/powerpoint/2010/main" val="2539561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ransition Slide Grey Bkgnd Header Top">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79353F-BC9E-028C-A61D-55BF3B77B4D6}"/>
              </a:ext>
            </a:extLst>
          </p:cNvPr>
          <p:cNvSpPr/>
          <p:nvPr userDrawn="1"/>
        </p:nvSpPr>
        <p:spPr>
          <a:xfrm>
            <a:off x="0" y="0"/>
            <a:ext cx="12192000" cy="6858000"/>
          </a:xfrm>
          <a:prstGeom prst="rect">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79BD2C-BE1C-522D-A44B-F0DAA671623B}"/>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554E847F-6612-EDE0-6794-32970BBC3089}"/>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4" name="Graphic 13">
            <a:extLst>
              <a:ext uri="{FF2B5EF4-FFF2-40B4-BE49-F238E27FC236}">
                <a16:creationId xmlns:a16="http://schemas.microsoft.com/office/drawing/2014/main" id="{6C677E16-9D77-B3E0-4E16-F7D77B0980D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69726" y="240997"/>
            <a:ext cx="2700733" cy="240066"/>
          </a:xfrm>
          <a:prstGeom prst="rect">
            <a:avLst/>
          </a:prstGeom>
        </p:spPr>
      </p:pic>
      <p:grpSp>
        <p:nvGrpSpPr>
          <p:cNvPr id="15" name="Graphic 22">
            <a:extLst>
              <a:ext uri="{FF2B5EF4-FFF2-40B4-BE49-F238E27FC236}">
                <a16:creationId xmlns:a16="http://schemas.microsoft.com/office/drawing/2014/main" id="{6FEA4881-F63A-284A-C3A8-3F7942973D17}"/>
              </a:ext>
            </a:extLst>
          </p:cNvPr>
          <p:cNvGrpSpPr/>
          <p:nvPr userDrawn="1"/>
        </p:nvGrpSpPr>
        <p:grpSpPr>
          <a:xfrm>
            <a:off x="202133" y="195768"/>
            <a:ext cx="798764" cy="301829"/>
            <a:chOff x="2728880" y="3418045"/>
            <a:chExt cx="3190208" cy="1205483"/>
          </a:xfrm>
          <a:solidFill>
            <a:schemeClr val="bg1"/>
          </a:solidFill>
        </p:grpSpPr>
        <p:sp>
          <p:nvSpPr>
            <p:cNvPr id="16" name="Freeform 15">
              <a:extLst>
                <a:ext uri="{FF2B5EF4-FFF2-40B4-BE49-F238E27FC236}">
                  <a16:creationId xmlns:a16="http://schemas.microsoft.com/office/drawing/2014/main" id="{70F8E216-B1A3-42A4-1EDF-FF80F9606A13}"/>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8F430CC-CC32-F86F-2154-027FEDAAE87B}"/>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241216E3-B574-9D09-3B9F-49A53390B713}"/>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3" name="Title 1">
            <a:extLst>
              <a:ext uri="{FF2B5EF4-FFF2-40B4-BE49-F238E27FC236}">
                <a16:creationId xmlns:a16="http://schemas.microsoft.com/office/drawing/2014/main" id="{3C7B7A92-4073-3A60-38B3-EAE0B4F7C9CE}"/>
              </a:ext>
            </a:extLst>
          </p:cNvPr>
          <p:cNvSpPr>
            <a:spLocks noGrp="1"/>
          </p:cNvSpPr>
          <p:nvPr>
            <p:ph type="ctrTitle" hasCustomPrompt="1"/>
          </p:nvPr>
        </p:nvSpPr>
        <p:spPr>
          <a:xfrm>
            <a:off x="202133" y="2361489"/>
            <a:ext cx="11806180" cy="817809"/>
          </a:xfrm>
          <a:prstGeom prst="rect">
            <a:avLst/>
          </a:prstGeom>
        </p:spPr>
        <p:txBody>
          <a:bodyPr anchor="t" anchorCtr="0">
            <a:normAutofit/>
          </a:bodyPr>
          <a:lstStyle>
            <a:lvl1pPr algn="ctr">
              <a:defRPr sz="4800">
                <a:solidFill>
                  <a:schemeClr val="tx1"/>
                </a:solidFill>
              </a:defRPr>
            </a:lvl1pPr>
          </a:lstStyle>
          <a:p>
            <a:r>
              <a:rPr lang="en-US" dirty="0"/>
              <a:t>Click to add Transition Header</a:t>
            </a:r>
          </a:p>
        </p:txBody>
      </p:sp>
    </p:spTree>
    <p:extLst>
      <p:ext uri="{BB962C8B-B14F-4D97-AF65-F5344CB8AC3E}">
        <p14:creationId xmlns:p14="http://schemas.microsoft.com/office/powerpoint/2010/main" val="28618882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or End Slide Option 1">
    <p:spTree>
      <p:nvGrpSpPr>
        <p:cNvPr id="1" name=""/>
        <p:cNvGrpSpPr/>
        <p:nvPr/>
      </p:nvGrpSpPr>
      <p:grpSpPr>
        <a:xfrm>
          <a:off x="0" y="0"/>
          <a:ext cx="0" cy="0"/>
          <a:chOff x="0" y="0"/>
          <a:chExt cx="0" cy="0"/>
        </a:xfrm>
      </p:grpSpPr>
      <p:pic>
        <p:nvPicPr>
          <p:cNvPr id="4" name="Picture 3" descr="A group of people walking by a sunflower&#10;&#10;Description automatically generated">
            <a:extLst>
              <a:ext uri="{FF2B5EF4-FFF2-40B4-BE49-F238E27FC236}">
                <a16:creationId xmlns:a16="http://schemas.microsoft.com/office/drawing/2014/main" id="{6D70BDC4-1CD9-98CD-A62F-491E2E8934A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9828"/>
          <a:stretch/>
        </p:blipFill>
        <p:spPr>
          <a:xfrm>
            <a:off x="0" y="0"/>
            <a:ext cx="12188952" cy="6858000"/>
          </a:xfrm>
          <a:prstGeom prst="rect">
            <a:avLst/>
          </a:prstGeom>
        </p:spPr>
      </p:pic>
      <p:sp>
        <p:nvSpPr>
          <p:cNvPr id="7" name="Rectangle 6">
            <a:extLst>
              <a:ext uri="{FF2B5EF4-FFF2-40B4-BE49-F238E27FC236}">
                <a16:creationId xmlns:a16="http://schemas.microsoft.com/office/drawing/2014/main" id="{B3BF635F-BE34-1D38-C7B4-CB61DF8387BF}"/>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066A1167-FBFA-254E-3BE9-A13DB4C79030}"/>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3" name="Graphic 12">
            <a:extLst>
              <a:ext uri="{FF2B5EF4-FFF2-40B4-BE49-F238E27FC236}">
                <a16:creationId xmlns:a16="http://schemas.microsoft.com/office/drawing/2014/main" id="{E7B67E8E-84C0-8680-3EFB-FD718C1D2E8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69726" y="240997"/>
            <a:ext cx="2700733" cy="240066"/>
          </a:xfrm>
          <a:prstGeom prst="rect">
            <a:avLst/>
          </a:prstGeom>
        </p:spPr>
      </p:pic>
      <p:grpSp>
        <p:nvGrpSpPr>
          <p:cNvPr id="14" name="Graphic 22">
            <a:extLst>
              <a:ext uri="{FF2B5EF4-FFF2-40B4-BE49-F238E27FC236}">
                <a16:creationId xmlns:a16="http://schemas.microsoft.com/office/drawing/2014/main" id="{4B23057B-07E5-7C35-ACDE-AAC0614A84A6}"/>
              </a:ext>
            </a:extLst>
          </p:cNvPr>
          <p:cNvGrpSpPr/>
          <p:nvPr userDrawn="1"/>
        </p:nvGrpSpPr>
        <p:grpSpPr>
          <a:xfrm>
            <a:off x="202133" y="195768"/>
            <a:ext cx="798764" cy="301829"/>
            <a:chOff x="2728880" y="3418045"/>
            <a:chExt cx="3190208" cy="1205483"/>
          </a:xfrm>
          <a:solidFill>
            <a:schemeClr val="bg1"/>
          </a:solidFill>
        </p:grpSpPr>
        <p:sp>
          <p:nvSpPr>
            <p:cNvPr id="16" name="Freeform 15">
              <a:extLst>
                <a:ext uri="{FF2B5EF4-FFF2-40B4-BE49-F238E27FC236}">
                  <a16:creationId xmlns:a16="http://schemas.microsoft.com/office/drawing/2014/main" id="{F49ED387-2E0A-56D2-0382-CB0B8E4F1A22}"/>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CD03771A-1598-7A66-68A2-FB36151F1889}"/>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F76C4E6-A84A-59B0-84CB-14E93DB3D470}"/>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20" name="Rectangle 19">
            <a:extLst>
              <a:ext uri="{FF2B5EF4-FFF2-40B4-BE49-F238E27FC236}">
                <a16:creationId xmlns:a16="http://schemas.microsoft.com/office/drawing/2014/main" id="{104BE66E-7E38-9E43-2BD8-692DD16F4AFD}"/>
              </a:ext>
            </a:extLst>
          </p:cNvPr>
          <p:cNvSpPr/>
          <p:nvPr userDrawn="1"/>
        </p:nvSpPr>
        <p:spPr>
          <a:xfrm>
            <a:off x="0" y="1165180"/>
            <a:ext cx="12192000" cy="1062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21">
            <a:extLst>
              <a:ext uri="{FF2B5EF4-FFF2-40B4-BE49-F238E27FC236}">
                <a16:creationId xmlns:a16="http://schemas.microsoft.com/office/drawing/2014/main" id="{D0ACA487-9150-19AB-6532-0866F570F2EE}"/>
              </a:ext>
            </a:extLst>
          </p:cNvPr>
          <p:cNvSpPr>
            <a:spLocks noGrp="1"/>
          </p:cNvSpPr>
          <p:nvPr>
            <p:ph type="title" hasCustomPrompt="1"/>
          </p:nvPr>
        </p:nvSpPr>
        <p:spPr>
          <a:xfrm>
            <a:off x="-6851" y="1295667"/>
            <a:ext cx="12202654" cy="932221"/>
          </a:xfrm>
          <a:prstGeom prst="rect">
            <a:avLst/>
          </a:prstGeom>
        </p:spPr>
        <p:txBody>
          <a:bodyPr>
            <a:normAutofit/>
          </a:bodyPr>
          <a:lstStyle>
            <a:lvl1pPr algn="ctr">
              <a:defRPr sz="5400">
                <a:solidFill>
                  <a:srgbClr val="F86901"/>
                </a:solidFill>
              </a:defRPr>
            </a:lvl1pPr>
          </a:lstStyle>
          <a:p>
            <a:r>
              <a:rPr lang="en-US" dirty="0"/>
              <a:t>Click to add Section Title</a:t>
            </a:r>
          </a:p>
        </p:txBody>
      </p:sp>
    </p:spTree>
    <p:extLst>
      <p:ext uri="{BB962C8B-B14F-4D97-AF65-F5344CB8AC3E}">
        <p14:creationId xmlns:p14="http://schemas.microsoft.com/office/powerpoint/2010/main" val="21172638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or End Slide Option 2">
    <p:spTree>
      <p:nvGrpSpPr>
        <p:cNvPr id="1" name=""/>
        <p:cNvGrpSpPr/>
        <p:nvPr/>
      </p:nvGrpSpPr>
      <p:grpSpPr>
        <a:xfrm>
          <a:off x="0" y="0"/>
          <a:ext cx="0" cy="0"/>
          <a:chOff x="0" y="0"/>
          <a:chExt cx="0" cy="0"/>
        </a:xfrm>
      </p:grpSpPr>
      <p:pic>
        <p:nvPicPr>
          <p:cNvPr id="5" name="Picture 4" descr="A football field in a city&#10;&#10;Description automatically generated">
            <a:extLst>
              <a:ext uri="{FF2B5EF4-FFF2-40B4-BE49-F238E27FC236}">
                <a16:creationId xmlns:a16="http://schemas.microsoft.com/office/drawing/2014/main" id="{677CE4C6-0A8F-7C03-C522-DBE65A7AE2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04" y="149847"/>
            <a:ext cx="12199605" cy="6708153"/>
          </a:xfrm>
          <a:prstGeom prst="rect">
            <a:avLst/>
          </a:prstGeom>
        </p:spPr>
      </p:pic>
      <p:sp>
        <p:nvSpPr>
          <p:cNvPr id="6" name="Rectangle 5">
            <a:extLst>
              <a:ext uri="{FF2B5EF4-FFF2-40B4-BE49-F238E27FC236}">
                <a16:creationId xmlns:a16="http://schemas.microsoft.com/office/drawing/2014/main" id="{223B444B-A448-2DCC-D7AA-5291F562CA3A}"/>
              </a:ext>
            </a:extLst>
          </p:cNvPr>
          <p:cNvSpPr/>
          <p:nvPr userDrawn="1"/>
        </p:nvSpPr>
        <p:spPr>
          <a:xfrm>
            <a:off x="0" y="1165180"/>
            <a:ext cx="12192000" cy="1062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3802" y="1359208"/>
            <a:ext cx="12199605" cy="711228"/>
          </a:xfrm>
          <a:prstGeom prst="rect">
            <a:avLst/>
          </a:prstGeom>
        </p:spPr>
        <p:txBody>
          <a:bodyPr anchor="t" anchorCtr="0">
            <a:normAutofit/>
          </a:bodyPr>
          <a:lstStyle>
            <a:lvl1pPr algn="ctr">
              <a:defRPr sz="5400">
                <a:solidFill>
                  <a:srgbClr val="F86901"/>
                </a:solidFill>
              </a:defRPr>
            </a:lvl1pPr>
          </a:lstStyle>
          <a:p>
            <a:r>
              <a:rPr lang="en-US" dirty="0"/>
              <a:t>Click to add Section Title</a:t>
            </a:r>
          </a:p>
        </p:txBody>
      </p:sp>
      <p:sp>
        <p:nvSpPr>
          <p:cNvPr id="3" name="Rectangle 2">
            <a:extLst>
              <a:ext uri="{FF2B5EF4-FFF2-40B4-BE49-F238E27FC236}">
                <a16:creationId xmlns:a16="http://schemas.microsoft.com/office/drawing/2014/main" id="{DB946DA4-A3E8-2697-BB1E-F166C7C74D09}"/>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7153C01-6A5F-A2CA-8709-6D4D871C02A5}"/>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7" name="Graphic 6">
            <a:extLst>
              <a:ext uri="{FF2B5EF4-FFF2-40B4-BE49-F238E27FC236}">
                <a16:creationId xmlns:a16="http://schemas.microsoft.com/office/drawing/2014/main" id="{1C2245DF-63A5-6AFB-E921-FD3351AE2E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69726" y="240997"/>
            <a:ext cx="2700733" cy="240066"/>
          </a:xfrm>
          <a:prstGeom prst="rect">
            <a:avLst/>
          </a:prstGeom>
        </p:spPr>
      </p:pic>
      <p:grpSp>
        <p:nvGrpSpPr>
          <p:cNvPr id="12" name="Graphic 22">
            <a:extLst>
              <a:ext uri="{FF2B5EF4-FFF2-40B4-BE49-F238E27FC236}">
                <a16:creationId xmlns:a16="http://schemas.microsoft.com/office/drawing/2014/main" id="{F1240FB3-69FD-34DF-EEC2-45C6579A673F}"/>
              </a:ext>
            </a:extLst>
          </p:cNvPr>
          <p:cNvGrpSpPr/>
          <p:nvPr userDrawn="1"/>
        </p:nvGrpSpPr>
        <p:grpSpPr>
          <a:xfrm>
            <a:off x="202133" y="195768"/>
            <a:ext cx="798764" cy="301829"/>
            <a:chOff x="2728880" y="3418045"/>
            <a:chExt cx="3190208" cy="1205483"/>
          </a:xfrm>
          <a:solidFill>
            <a:schemeClr val="bg1"/>
          </a:solidFill>
        </p:grpSpPr>
        <p:sp>
          <p:nvSpPr>
            <p:cNvPr id="13" name="Freeform 12">
              <a:extLst>
                <a:ext uri="{FF2B5EF4-FFF2-40B4-BE49-F238E27FC236}">
                  <a16:creationId xmlns:a16="http://schemas.microsoft.com/office/drawing/2014/main" id="{06F832C2-33C2-B341-FFFC-84439C0FDB19}"/>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0815C04-75FF-AFF3-83F2-861E9079E822}"/>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2D4CBBA-C31F-821B-2A5B-DCF3EC4669EE}"/>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56928497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Section Header or End Slide Option 2">
    <p:spTree>
      <p:nvGrpSpPr>
        <p:cNvPr id="1" name=""/>
        <p:cNvGrpSpPr/>
        <p:nvPr/>
      </p:nvGrpSpPr>
      <p:grpSpPr>
        <a:xfrm>
          <a:off x="0" y="0"/>
          <a:ext cx="0" cy="0"/>
          <a:chOff x="0" y="0"/>
          <a:chExt cx="0" cy="0"/>
        </a:xfrm>
      </p:grpSpPr>
      <p:pic>
        <p:nvPicPr>
          <p:cNvPr id="8" name="Picture 7" descr="A group of people playing in a muddy puddle&#10;&#10;Description automatically generated">
            <a:extLst>
              <a:ext uri="{FF2B5EF4-FFF2-40B4-BE49-F238E27FC236}">
                <a16:creationId xmlns:a16="http://schemas.microsoft.com/office/drawing/2014/main" id="{4B1EF48F-3055-A4E8-6280-D948689AC86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048" y="1"/>
            <a:ext cx="12188952" cy="6858000"/>
          </a:xfrm>
          <a:prstGeom prst="rect">
            <a:avLst/>
          </a:prstGeom>
        </p:spPr>
      </p:pic>
      <p:sp>
        <p:nvSpPr>
          <p:cNvPr id="6" name="Rectangle 5">
            <a:extLst>
              <a:ext uri="{FF2B5EF4-FFF2-40B4-BE49-F238E27FC236}">
                <a16:creationId xmlns:a16="http://schemas.microsoft.com/office/drawing/2014/main" id="{223B444B-A448-2DCC-D7AA-5291F562CA3A}"/>
              </a:ext>
            </a:extLst>
          </p:cNvPr>
          <p:cNvSpPr/>
          <p:nvPr userDrawn="1"/>
        </p:nvSpPr>
        <p:spPr>
          <a:xfrm>
            <a:off x="0" y="1165180"/>
            <a:ext cx="12192000" cy="10627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49DC08-176E-6D85-5320-81FA1E77A511}"/>
              </a:ext>
            </a:extLst>
          </p:cNvPr>
          <p:cNvSpPr>
            <a:spLocks noGrp="1"/>
          </p:cNvSpPr>
          <p:nvPr>
            <p:ph type="ctrTitle" hasCustomPrompt="1"/>
          </p:nvPr>
        </p:nvSpPr>
        <p:spPr>
          <a:xfrm>
            <a:off x="-3802" y="1359208"/>
            <a:ext cx="12199605" cy="711228"/>
          </a:xfrm>
          <a:prstGeom prst="rect">
            <a:avLst/>
          </a:prstGeom>
        </p:spPr>
        <p:txBody>
          <a:bodyPr anchor="t" anchorCtr="0">
            <a:normAutofit/>
          </a:bodyPr>
          <a:lstStyle>
            <a:lvl1pPr algn="ctr">
              <a:defRPr sz="5400">
                <a:solidFill>
                  <a:srgbClr val="F86901"/>
                </a:solidFill>
              </a:defRPr>
            </a:lvl1pPr>
          </a:lstStyle>
          <a:p>
            <a:r>
              <a:rPr lang="en-US" dirty="0"/>
              <a:t>Click to add Section Title</a:t>
            </a:r>
          </a:p>
        </p:txBody>
      </p:sp>
      <p:sp>
        <p:nvSpPr>
          <p:cNvPr id="3" name="Rectangle 2">
            <a:extLst>
              <a:ext uri="{FF2B5EF4-FFF2-40B4-BE49-F238E27FC236}">
                <a16:creationId xmlns:a16="http://schemas.microsoft.com/office/drawing/2014/main" id="{DB946DA4-A3E8-2697-BB1E-F166C7C74D09}"/>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87153C01-6A5F-A2CA-8709-6D4D871C02A5}"/>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7" name="Graphic 6">
            <a:extLst>
              <a:ext uri="{FF2B5EF4-FFF2-40B4-BE49-F238E27FC236}">
                <a16:creationId xmlns:a16="http://schemas.microsoft.com/office/drawing/2014/main" id="{1C2245DF-63A5-6AFB-E921-FD3351AE2E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69726" y="240997"/>
            <a:ext cx="2700733" cy="240066"/>
          </a:xfrm>
          <a:prstGeom prst="rect">
            <a:avLst/>
          </a:prstGeom>
        </p:spPr>
      </p:pic>
      <p:grpSp>
        <p:nvGrpSpPr>
          <p:cNvPr id="12" name="Graphic 22">
            <a:extLst>
              <a:ext uri="{FF2B5EF4-FFF2-40B4-BE49-F238E27FC236}">
                <a16:creationId xmlns:a16="http://schemas.microsoft.com/office/drawing/2014/main" id="{F1240FB3-69FD-34DF-EEC2-45C6579A673F}"/>
              </a:ext>
            </a:extLst>
          </p:cNvPr>
          <p:cNvGrpSpPr/>
          <p:nvPr userDrawn="1"/>
        </p:nvGrpSpPr>
        <p:grpSpPr>
          <a:xfrm>
            <a:off x="202133" y="195768"/>
            <a:ext cx="798764" cy="301829"/>
            <a:chOff x="2728880" y="3418045"/>
            <a:chExt cx="3190208" cy="1205483"/>
          </a:xfrm>
          <a:solidFill>
            <a:schemeClr val="bg1"/>
          </a:solidFill>
        </p:grpSpPr>
        <p:sp>
          <p:nvSpPr>
            <p:cNvPr id="13" name="Freeform 12">
              <a:extLst>
                <a:ext uri="{FF2B5EF4-FFF2-40B4-BE49-F238E27FC236}">
                  <a16:creationId xmlns:a16="http://schemas.microsoft.com/office/drawing/2014/main" id="{06F832C2-33C2-B341-FFFC-84439C0FDB19}"/>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20815C04-75FF-AFF3-83F2-861E9079E822}"/>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92D4CBBA-C31F-821B-2A5B-DCF3EC4669EE}"/>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323735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rand Elements">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E25DB803-D994-ED16-6B14-948EF0CF7A00}"/>
              </a:ext>
            </a:extLst>
          </p:cNvPr>
          <p:cNvSpPr/>
          <p:nvPr/>
        </p:nvSpPr>
        <p:spPr>
          <a:xfrm>
            <a:off x="4484161" y="2811796"/>
            <a:ext cx="1195152" cy="1073947"/>
          </a:xfrm>
          <a:custGeom>
            <a:avLst/>
            <a:gdLst>
              <a:gd name="connsiteX0" fmla="*/ 0 w 424529"/>
              <a:gd name="connsiteY0" fmla="*/ 381476 h 381476"/>
              <a:gd name="connsiteX1" fmla="*/ 186404 w 424529"/>
              <a:gd name="connsiteY1" fmla="*/ 381476 h 381476"/>
              <a:gd name="connsiteX2" fmla="*/ 186404 w 424529"/>
              <a:gd name="connsiteY2" fmla="*/ 196406 h 381476"/>
              <a:gd name="connsiteX3" fmla="*/ 95250 w 424529"/>
              <a:gd name="connsiteY3" fmla="*/ 196406 h 381476"/>
              <a:gd name="connsiteX4" fmla="*/ 189166 w 424529"/>
              <a:gd name="connsiteY4" fmla="*/ 66866 h 381476"/>
              <a:gd name="connsiteX5" fmla="*/ 189166 w 424529"/>
              <a:gd name="connsiteY5" fmla="*/ 0 h 381476"/>
              <a:gd name="connsiteX6" fmla="*/ 0 w 424529"/>
              <a:gd name="connsiteY6" fmla="*/ 213551 h 381476"/>
              <a:gd name="connsiteX7" fmla="*/ 0 w 424529"/>
              <a:gd name="connsiteY7" fmla="*/ 381476 h 381476"/>
              <a:gd name="connsiteX8" fmla="*/ 235363 w 424529"/>
              <a:gd name="connsiteY8" fmla="*/ 381476 h 381476"/>
              <a:gd name="connsiteX9" fmla="*/ 421767 w 424529"/>
              <a:gd name="connsiteY9" fmla="*/ 381476 h 381476"/>
              <a:gd name="connsiteX10" fmla="*/ 421767 w 424529"/>
              <a:gd name="connsiteY10" fmla="*/ 196406 h 381476"/>
              <a:gd name="connsiteX11" fmla="*/ 330613 w 424529"/>
              <a:gd name="connsiteY11" fmla="*/ 196406 h 381476"/>
              <a:gd name="connsiteX12" fmla="*/ 424529 w 424529"/>
              <a:gd name="connsiteY12" fmla="*/ 66866 h 381476"/>
              <a:gd name="connsiteX13" fmla="*/ 424529 w 424529"/>
              <a:gd name="connsiteY13" fmla="*/ 0 h 381476"/>
              <a:gd name="connsiteX14" fmla="*/ 235363 w 424529"/>
              <a:gd name="connsiteY14" fmla="*/ 213551 h 381476"/>
              <a:gd name="connsiteX15" fmla="*/ 235363 w 424529"/>
              <a:gd name="connsiteY15" fmla="*/ 381476 h 381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24529" h="381476">
                <a:moveTo>
                  <a:pt x="0" y="381476"/>
                </a:moveTo>
                <a:lnTo>
                  <a:pt x="186404" y="381476"/>
                </a:lnTo>
                <a:lnTo>
                  <a:pt x="186404" y="196406"/>
                </a:lnTo>
                <a:lnTo>
                  <a:pt x="95250" y="196406"/>
                </a:lnTo>
                <a:cubicBezTo>
                  <a:pt x="95250" y="126683"/>
                  <a:pt x="146304" y="81153"/>
                  <a:pt x="189166" y="66866"/>
                </a:cubicBezTo>
                <a:lnTo>
                  <a:pt x="189166" y="0"/>
                </a:lnTo>
                <a:cubicBezTo>
                  <a:pt x="96679" y="15621"/>
                  <a:pt x="0" y="84011"/>
                  <a:pt x="0" y="213551"/>
                </a:cubicBezTo>
                <a:lnTo>
                  <a:pt x="0" y="381476"/>
                </a:lnTo>
                <a:close/>
                <a:moveTo>
                  <a:pt x="235363" y="381476"/>
                </a:moveTo>
                <a:lnTo>
                  <a:pt x="421767" y="381476"/>
                </a:lnTo>
                <a:lnTo>
                  <a:pt x="421767" y="196406"/>
                </a:lnTo>
                <a:lnTo>
                  <a:pt x="330613" y="196406"/>
                </a:lnTo>
                <a:cubicBezTo>
                  <a:pt x="330613" y="126683"/>
                  <a:pt x="381667" y="81153"/>
                  <a:pt x="424529" y="66866"/>
                </a:cubicBezTo>
                <a:lnTo>
                  <a:pt x="424529" y="0"/>
                </a:lnTo>
                <a:cubicBezTo>
                  <a:pt x="332041" y="15621"/>
                  <a:pt x="235363" y="84011"/>
                  <a:pt x="235363" y="213551"/>
                </a:cubicBezTo>
                <a:lnTo>
                  <a:pt x="235363" y="381476"/>
                </a:lnTo>
                <a:close/>
              </a:path>
            </a:pathLst>
          </a:custGeom>
          <a:solidFill>
            <a:srgbClr val="F86901"/>
          </a:solidFill>
          <a:ln w="952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E22F2F27-0698-7527-A070-E16863DAF5C1}"/>
              </a:ext>
            </a:extLst>
          </p:cNvPr>
          <p:cNvSpPr/>
          <p:nvPr/>
        </p:nvSpPr>
        <p:spPr>
          <a:xfrm>
            <a:off x="2808515" y="2689478"/>
            <a:ext cx="1077604" cy="1479043"/>
          </a:xfrm>
          <a:custGeom>
            <a:avLst/>
            <a:gdLst>
              <a:gd name="connsiteX0" fmla="*/ 0 w 328041"/>
              <a:gd name="connsiteY0" fmla="*/ 0 h 450246"/>
              <a:gd name="connsiteX1" fmla="*/ 0 w 328041"/>
              <a:gd name="connsiteY1" fmla="*/ 180880 h 450246"/>
              <a:gd name="connsiteX2" fmla="*/ 104489 w 328041"/>
              <a:gd name="connsiteY2" fmla="*/ 222218 h 450246"/>
              <a:gd name="connsiteX3" fmla="*/ 104489 w 328041"/>
              <a:gd name="connsiteY3" fmla="*/ 224219 h 450246"/>
              <a:gd name="connsiteX4" fmla="*/ 0 w 328041"/>
              <a:gd name="connsiteY4" fmla="*/ 272320 h 450246"/>
              <a:gd name="connsiteX5" fmla="*/ 0 w 328041"/>
              <a:gd name="connsiteY5" fmla="*/ 450247 h 450246"/>
              <a:gd name="connsiteX6" fmla="*/ 328041 w 328041"/>
              <a:gd name="connsiteY6" fmla="*/ 312896 h 450246"/>
              <a:gd name="connsiteX7" fmla="*/ 328041 w 328041"/>
              <a:gd name="connsiteY7" fmla="*/ 137446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8041" h="450246">
                <a:moveTo>
                  <a:pt x="0" y="0"/>
                </a:moveTo>
                <a:lnTo>
                  <a:pt x="0" y="180880"/>
                </a:lnTo>
                <a:lnTo>
                  <a:pt x="104489" y="222218"/>
                </a:lnTo>
                <a:lnTo>
                  <a:pt x="104489" y="224219"/>
                </a:lnTo>
                <a:lnTo>
                  <a:pt x="0" y="272320"/>
                </a:lnTo>
                <a:lnTo>
                  <a:pt x="0" y="450247"/>
                </a:lnTo>
                <a:lnTo>
                  <a:pt x="328041" y="312896"/>
                </a:lnTo>
                <a:lnTo>
                  <a:pt x="328041" y="137446"/>
                </a:lnTo>
                <a:close/>
              </a:path>
            </a:pathLst>
          </a:custGeom>
          <a:solidFill>
            <a:srgbClr val="FF6B00"/>
          </a:solidFill>
          <a:ln w="952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82290EC4-2EC3-C6C1-42A7-05E62F9E0F68}"/>
              </a:ext>
            </a:extLst>
          </p:cNvPr>
          <p:cNvSpPr/>
          <p:nvPr userDrawn="1"/>
        </p:nvSpPr>
        <p:spPr>
          <a:xfrm>
            <a:off x="6092198" y="2023733"/>
            <a:ext cx="2652206" cy="2675039"/>
          </a:xfrm>
          <a:custGeom>
            <a:avLst/>
            <a:gdLst>
              <a:gd name="connsiteX0" fmla="*/ 500348 w 808005"/>
              <a:gd name="connsiteY0" fmla="*/ 0 h 808005"/>
              <a:gd name="connsiteX1" fmla="*/ 808006 w 808005"/>
              <a:gd name="connsiteY1" fmla="*/ 0 h 808005"/>
              <a:gd name="connsiteX2" fmla="*/ 808006 w 808005"/>
              <a:gd name="connsiteY2" fmla="*/ 307657 h 808005"/>
              <a:gd name="connsiteX3" fmla="*/ 307658 w 808005"/>
              <a:gd name="connsiteY3" fmla="*/ 808006 h 808005"/>
              <a:gd name="connsiteX4" fmla="*/ 0 w 808005"/>
              <a:gd name="connsiteY4" fmla="*/ 808006 h 808005"/>
              <a:gd name="connsiteX5" fmla="*/ 0 w 808005"/>
              <a:gd name="connsiteY5" fmla="*/ 500348 h 8080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8005" h="808005">
                <a:moveTo>
                  <a:pt x="500348" y="0"/>
                </a:moveTo>
                <a:lnTo>
                  <a:pt x="808006" y="0"/>
                </a:lnTo>
                <a:lnTo>
                  <a:pt x="808006" y="307657"/>
                </a:lnTo>
                <a:lnTo>
                  <a:pt x="307658" y="808006"/>
                </a:lnTo>
                <a:lnTo>
                  <a:pt x="0" y="808006"/>
                </a:lnTo>
                <a:lnTo>
                  <a:pt x="0" y="500348"/>
                </a:lnTo>
                <a:close/>
              </a:path>
            </a:pathLst>
          </a:custGeom>
          <a:solidFill>
            <a:srgbClr val="F8690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46228556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E1241FE-5455-A291-4299-4D8ACC82A358}"/>
              </a:ext>
            </a:extLst>
          </p:cNvPr>
          <p:cNvSpPr/>
          <p:nvPr userDrawn="1"/>
        </p:nvSpPr>
        <p:spPr>
          <a:xfrm>
            <a:off x="0" y="0"/>
            <a:ext cx="12192000" cy="667265"/>
          </a:xfrm>
          <a:prstGeom prst="rect">
            <a:avLst/>
          </a:prstGeom>
          <a:solidFill>
            <a:srgbClr val="F869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76C1D4DF-4382-661D-5047-A5BB2C46391E}"/>
              </a:ext>
            </a:extLst>
          </p:cNvPr>
          <p:cNvSpPr txBox="1"/>
          <p:nvPr userDrawn="1"/>
        </p:nvSpPr>
        <p:spPr>
          <a:xfrm>
            <a:off x="11689126" y="269573"/>
            <a:ext cx="477814" cy="240066"/>
          </a:xfrm>
          <a:prstGeom prst="rect">
            <a:avLst/>
          </a:prstGeom>
          <a:noFill/>
        </p:spPr>
        <p:txBody>
          <a:bodyPr vert="horz" wrap="square" rtlCol="0">
            <a:spAutoFit/>
          </a:bodyPr>
          <a:lstStyle/>
          <a:p>
            <a:pPr algn="l">
              <a:lnSpc>
                <a:spcPct val="80000"/>
              </a:lnSpc>
            </a:pPr>
            <a:r>
              <a:rPr lang="en-US" sz="1200" dirty="0">
                <a:solidFill>
                  <a:srgbClr val="E56B2A"/>
                </a:solidFill>
                <a:latin typeface="Georgia"/>
                <a:cs typeface="Georgia"/>
              </a:rPr>
              <a:t> </a:t>
            </a:r>
            <a:fld id="{606D2650-017B-BC48-A893-0334FE68CCF7}" type="slidenum">
              <a:rPr lang="en-US" sz="1133" smtClean="0">
                <a:solidFill>
                  <a:schemeClr val="bg1"/>
                </a:solidFill>
                <a:latin typeface="Arial" panose="020B0604020202020204" pitchFamily="34" charset="0"/>
                <a:cs typeface="Arial" panose="020B0604020202020204" pitchFamily="34" charset="0"/>
              </a:rPr>
              <a:pPr algn="l">
                <a:lnSpc>
                  <a:spcPct val="80000"/>
                </a:lnSpc>
              </a:pPr>
              <a:t>‹#›</a:t>
            </a:fld>
            <a:endParaRPr lang="en-US" sz="1133" dirty="0">
              <a:solidFill>
                <a:schemeClr val="bg1"/>
              </a:solidFill>
              <a:latin typeface="Arial" panose="020B0604020202020204" pitchFamily="34" charset="0"/>
              <a:cs typeface="Arial" panose="020B0604020202020204" pitchFamily="34" charset="0"/>
            </a:endParaRPr>
          </a:p>
        </p:txBody>
      </p:sp>
      <p:pic>
        <p:nvPicPr>
          <p:cNvPr id="12" name="Graphic 11">
            <a:extLst>
              <a:ext uri="{FF2B5EF4-FFF2-40B4-BE49-F238E27FC236}">
                <a16:creationId xmlns:a16="http://schemas.microsoft.com/office/drawing/2014/main" id="{C8B58135-9834-F62E-D6A8-1E65F4F8D7CD}"/>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9069726" y="240997"/>
            <a:ext cx="2700733" cy="240066"/>
          </a:xfrm>
          <a:prstGeom prst="rect">
            <a:avLst/>
          </a:prstGeom>
        </p:spPr>
      </p:pic>
      <p:grpSp>
        <p:nvGrpSpPr>
          <p:cNvPr id="2" name="Graphic 22">
            <a:extLst>
              <a:ext uri="{FF2B5EF4-FFF2-40B4-BE49-F238E27FC236}">
                <a16:creationId xmlns:a16="http://schemas.microsoft.com/office/drawing/2014/main" id="{B57F46E8-AA6C-8E16-EABB-D88B66D14F45}"/>
              </a:ext>
            </a:extLst>
          </p:cNvPr>
          <p:cNvGrpSpPr/>
          <p:nvPr userDrawn="1"/>
        </p:nvGrpSpPr>
        <p:grpSpPr>
          <a:xfrm>
            <a:off x="202133" y="195768"/>
            <a:ext cx="798764" cy="301829"/>
            <a:chOff x="2728880" y="3418045"/>
            <a:chExt cx="3190208" cy="1205483"/>
          </a:xfrm>
          <a:solidFill>
            <a:schemeClr val="bg1"/>
          </a:solidFill>
        </p:grpSpPr>
        <p:sp>
          <p:nvSpPr>
            <p:cNvPr id="3" name="Freeform 2">
              <a:extLst>
                <a:ext uri="{FF2B5EF4-FFF2-40B4-BE49-F238E27FC236}">
                  <a16:creationId xmlns:a16="http://schemas.microsoft.com/office/drawing/2014/main" id="{9071FB11-3FF3-4E00-AE91-7D19E88A56D8}"/>
                </a:ext>
              </a:extLst>
            </p:cNvPr>
            <p:cNvSpPr/>
            <p:nvPr/>
          </p:nvSpPr>
          <p:spPr>
            <a:xfrm>
              <a:off x="4081525" y="3418140"/>
              <a:ext cx="547877" cy="1204531"/>
            </a:xfrm>
            <a:custGeom>
              <a:avLst/>
              <a:gdLst>
                <a:gd name="connsiteX0" fmla="*/ 393478 w 547877"/>
                <a:gd name="connsiteY0" fmla="*/ 129064 h 1204531"/>
                <a:gd name="connsiteX1" fmla="*/ 537686 w 547877"/>
                <a:gd name="connsiteY1" fmla="*/ 74771 h 1204531"/>
                <a:gd name="connsiteX2" fmla="*/ 547878 w 547877"/>
                <a:gd name="connsiteY2" fmla="*/ 74771 h 1204531"/>
                <a:gd name="connsiteX3" fmla="*/ 547878 w 547877"/>
                <a:gd name="connsiteY3" fmla="*/ 0 h 1204531"/>
                <a:gd name="connsiteX4" fmla="*/ 267938 w 547877"/>
                <a:gd name="connsiteY4" fmla="*/ 4667 h 1204531"/>
                <a:gd name="connsiteX5" fmla="*/ 0 w 547877"/>
                <a:gd name="connsiteY5" fmla="*/ 0 h 1204531"/>
                <a:gd name="connsiteX6" fmla="*/ 0 w 547877"/>
                <a:gd name="connsiteY6" fmla="*/ 74771 h 1204531"/>
                <a:gd name="connsiteX7" fmla="*/ 10192 w 547877"/>
                <a:gd name="connsiteY7" fmla="*/ 74771 h 1204531"/>
                <a:gd name="connsiteX8" fmla="*/ 154400 w 547877"/>
                <a:gd name="connsiteY8" fmla="*/ 128968 h 1204531"/>
                <a:gd name="connsiteX9" fmla="*/ 171640 w 547877"/>
                <a:gd name="connsiteY9" fmla="*/ 363188 h 1204531"/>
                <a:gd name="connsiteX10" fmla="*/ 171640 w 547877"/>
                <a:gd name="connsiteY10" fmla="*/ 841153 h 1204531"/>
                <a:gd name="connsiteX11" fmla="*/ 154496 w 547877"/>
                <a:gd name="connsiteY11" fmla="*/ 1075373 h 1204531"/>
                <a:gd name="connsiteX12" fmla="*/ 10192 w 547877"/>
                <a:gd name="connsiteY12" fmla="*/ 1129569 h 1204531"/>
                <a:gd name="connsiteX13" fmla="*/ 0 w 547877"/>
                <a:gd name="connsiteY13" fmla="*/ 1129569 h 1204531"/>
                <a:gd name="connsiteX14" fmla="*/ 0 w 547877"/>
                <a:gd name="connsiteY14" fmla="*/ 1204531 h 1204531"/>
                <a:gd name="connsiteX15" fmla="*/ 268224 w 547877"/>
                <a:gd name="connsiteY15" fmla="*/ 1197102 h 1204531"/>
                <a:gd name="connsiteX16" fmla="*/ 547878 w 547877"/>
                <a:gd name="connsiteY16" fmla="*/ 1204531 h 1204531"/>
                <a:gd name="connsiteX17" fmla="*/ 547878 w 547877"/>
                <a:gd name="connsiteY17" fmla="*/ 1129569 h 1204531"/>
                <a:gd name="connsiteX18" fmla="*/ 537686 w 547877"/>
                <a:gd name="connsiteY18" fmla="*/ 1129569 h 1204531"/>
                <a:gd name="connsiteX19" fmla="*/ 393478 w 547877"/>
                <a:gd name="connsiteY19" fmla="*/ 1075468 h 1204531"/>
                <a:gd name="connsiteX20" fmla="*/ 376333 w 547877"/>
                <a:gd name="connsiteY20" fmla="*/ 841153 h 1204531"/>
                <a:gd name="connsiteX21" fmla="*/ 376333 w 547877"/>
                <a:gd name="connsiteY21" fmla="*/ 363188 h 1204531"/>
                <a:gd name="connsiteX22" fmla="*/ 393478 w 547877"/>
                <a:gd name="connsiteY22" fmla="*/ 129064 h 120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77" h="1204531">
                  <a:moveTo>
                    <a:pt x="393478" y="129064"/>
                  </a:moveTo>
                  <a:cubicBezTo>
                    <a:pt x="414242" y="74771"/>
                    <a:pt x="482727" y="74771"/>
                    <a:pt x="537686" y="74771"/>
                  </a:cubicBezTo>
                  <a:lnTo>
                    <a:pt x="547878" y="74771"/>
                  </a:lnTo>
                  <a:lnTo>
                    <a:pt x="547878" y="0"/>
                  </a:lnTo>
                  <a:cubicBezTo>
                    <a:pt x="547878" y="0"/>
                    <a:pt x="333565" y="4667"/>
                    <a:pt x="267938" y="4667"/>
                  </a:cubicBezTo>
                  <a:cubicBezTo>
                    <a:pt x="200406" y="4667"/>
                    <a:pt x="0" y="0"/>
                    <a:pt x="0" y="0"/>
                  </a:cubicBezTo>
                  <a:lnTo>
                    <a:pt x="0" y="74771"/>
                  </a:lnTo>
                  <a:lnTo>
                    <a:pt x="10192" y="74771"/>
                  </a:lnTo>
                  <a:cubicBezTo>
                    <a:pt x="65246" y="74771"/>
                    <a:pt x="133731" y="74771"/>
                    <a:pt x="154400" y="128968"/>
                  </a:cubicBezTo>
                  <a:cubicBezTo>
                    <a:pt x="171640" y="175450"/>
                    <a:pt x="171640" y="307086"/>
                    <a:pt x="171640" y="363188"/>
                  </a:cubicBezTo>
                  <a:lnTo>
                    <a:pt x="171640" y="841153"/>
                  </a:lnTo>
                  <a:cubicBezTo>
                    <a:pt x="171640" y="897350"/>
                    <a:pt x="171640" y="1028890"/>
                    <a:pt x="154496" y="1075373"/>
                  </a:cubicBezTo>
                  <a:cubicBezTo>
                    <a:pt x="133731" y="1129569"/>
                    <a:pt x="65246" y="1129569"/>
                    <a:pt x="10192" y="1129569"/>
                  </a:cubicBezTo>
                  <a:lnTo>
                    <a:pt x="0" y="1129569"/>
                  </a:lnTo>
                  <a:lnTo>
                    <a:pt x="0" y="1204531"/>
                  </a:lnTo>
                  <a:cubicBezTo>
                    <a:pt x="0" y="1204341"/>
                    <a:pt x="173260" y="1197102"/>
                    <a:pt x="268224" y="1197102"/>
                  </a:cubicBezTo>
                  <a:cubicBezTo>
                    <a:pt x="377476" y="1197102"/>
                    <a:pt x="547878" y="1204531"/>
                    <a:pt x="547878" y="1204531"/>
                  </a:cubicBezTo>
                  <a:lnTo>
                    <a:pt x="547878" y="1129569"/>
                  </a:lnTo>
                  <a:lnTo>
                    <a:pt x="537686" y="1129569"/>
                  </a:lnTo>
                  <a:cubicBezTo>
                    <a:pt x="482727" y="1129569"/>
                    <a:pt x="414242" y="1129569"/>
                    <a:pt x="393478" y="1075468"/>
                  </a:cubicBezTo>
                  <a:cubicBezTo>
                    <a:pt x="376333" y="1028890"/>
                    <a:pt x="376333" y="897350"/>
                    <a:pt x="376333" y="841153"/>
                  </a:cubicBezTo>
                  <a:lnTo>
                    <a:pt x="376333" y="363188"/>
                  </a:lnTo>
                  <a:cubicBezTo>
                    <a:pt x="376333" y="307086"/>
                    <a:pt x="376333" y="175450"/>
                    <a:pt x="393478" y="129064"/>
                  </a:cubicBezTo>
                </a:path>
              </a:pathLst>
            </a:custGeom>
            <a:grpFill/>
            <a:ln w="9525" cap="flat">
              <a:noFill/>
              <a:prstDash val="solid"/>
              <a:miter/>
            </a:ln>
          </p:spPr>
          <p:txBody>
            <a:bodyPr rtlCol="0" anchor="ctr"/>
            <a:lstStyle/>
            <a:p>
              <a:endParaRPr lang="en-US"/>
            </a:p>
          </p:txBody>
        </p:sp>
        <p:sp>
          <p:nvSpPr>
            <p:cNvPr id="4" name="Freeform 3">
              <a:extLst>
                <a:ext uri="{FF2B5EF4-FFF2-40B4-BE49-F238E27FC236}">
                  <a16:creationId xmlns:a16="http://schemas.microsoft.com/office/drawing/2014/main" id="{A9CDF796-80E7-89FE-ECFA-376EE09D87EF}"/>
                </a:ext>
              </a:extLst>
            </p:cNvPr>
            <p:cNvSpPr/>
            <p:nvPr/>
          </p:nvSpPr>
          <p:spPr>
            <a:xfrm>
              <a:off x="4792185" y="3419283"/>
              <a:ext cx="1126902" cy="1204245"/>
            </a:xfrm>
            <a:custGeom>
              <a:avLst/>
              <a:gdLst>
                <a:gd name="connsiteX0" fmla="*/ 0 w 1126902"/>
                <a:gd name="connsiteY0" fmla="*/ 0 h 1204245"/>
                <a:gd name="connsiteX1" fmla="*/ 0 w 1126902"/>
                <a:gd name="connsiteY1" fmla="*/ 312420 h 1204245"/>
                <a:gd name="connsiteX2" fmla="*/ 74295 w 1126902"/>
                <a:gd name="connsiteY2" fmla="*/ 312420 h 1204245"/>
                <a:gd name="connsiteX3" fmla="*/ 74581 w 1126902"/>
                <a:gd name="connsiteY3" fmla="*/ 302609 h 1204245"/>
                <a:gd name="connsiteX4" fmla="*/ 334328 w 1126902"/>
                <a:gd name="connsiteY4" fmla="*/ 90773 h 1204245"/>
                <a:gd name="connsiteX5" fmla="*/ 352330 w 1126902"/>
                <a:gd name="connsiteY5" fmla="*/ 90678 h 1204245"/>
                <a:gd name="connsiteX6" fmla="*/ 453200 w 1126902"/>
                <a:gd name="connsiteY6" fmla="*/ 106204 h 1204245"/>
                <a:gd name="connsiteX7" fmla="*/ 461201 w 1126902"/>
                <a:gd name="connsiteY7" fmla="*/ 128873 h 1204245"/>
                <a:gd name="connsiteX8" fmla="*/ 461201 w 1126902"/>
                <a:gd name="connsiteY8" fmla="*/ 950119 h 1204245"/>
                <a:gd name="connsiteX9" fmla="*/ 272510 w 1126902"/>
                <a:gd name="connsiteY9" fmla="*/ 1129475 h 1204245"/>
                <a:gd name="connsiteX10" fmla="*/ 262700 w 1126902"/>
                <a:gd name="connsiteY10" fmla="*/ 1129856 h 1204245"/>
                <a:gd name="connsiteX11" fmla="*/ 262700 w 1126902"/>
                <a:gd name="connsiteY11" fmla="*/ 1204246 h 1204245"/>
                <a:gd name="connsiteX12" fmla="*/ 578548 w 1126902"/>
                <a:gd name="connsiteY12" fmla="*/ 1196911 h 1204245"/>
                <a:gd name="connsiteX13" fmla="*/ 864203 w 1126902"/>
                <a:gd name="connsiteY13" fmla="*/ 1204246 h 1204245"/>
                <a:gd name="connsiteX14" fmla="*/ 864203 w 1126902"/>
                <a:gd name="connsiteY14" fmla="*/ 1129856 h 1204245"/>
                <a:gd name="connsiteX15" fmla="*/ 854393 w 1126902"/>
                <a:gd name="connsiteY15" fmla="*/ 1129475 h 1204245"/>
                <a:gd name="connsiteX16" fmla="*/ 665702 w 1126902"/>
                <a:gd name="connsiteY16" fmla="*/ 950119 h 1204245"/>
                <a:gd name="connsiteX17" fmla="*/ 665702 w 1126902"/>
                <a:gd name="connsiteY17" fmla="*/ 128873 h 1204245"/>
                <a:gd name="connsiteX18" fmla="*/ 673608 w 1126902"/>
                <a:gd name="connsiteY18" fmla="*/ 108490 h 1204245"/>
                <a:gd name="connsiteX19" fmla="*/ 791718 w 1126902"/>
                <a:gd name="connsiteY19" fmla="*/ 90488 h 1204245"/>
                <a:gd name="connsiteX20" fmla="*/ 815912 w 1126902"/>
                <a:gd name="connsiteY20" fmla="*/ 90773 h 1204245"/>
                <a:gd name="connsiteX21" fmla="*/ 1052513 w 1126902"/>
                <a:gd name="connsiteY21" fmla="*/ 302895 h 1204245"/>
                <a:gd name="connsiteX22" fmla="*/ 1053084 w 1126902"/>
                <a:gd name="connsiteY22" fmla="*/ 312420 h 1204245"/>
                <a:gd name="connsiteX23" fmla="*/ 1126903 w 1126902"/>
                <a:gd name="connsiteY23" fmla="*/ 312420 h 1204245"/>
                <a:gd name="connsiteX24" fmla="*/ 1126903 w 1126902"/>
                <a:gd name="connsiteY24" fmla="*/ 0 h 1204245"/>
                <a:gd name="connsiteX25" fmla="*/ 563404 w 1126902"/>
                <a:gd name="connsiteY25" fmla="*/ 2857 h 1204245"/>
                <a:gd name="connsiteX26" fmla="*/ 0 w 1126902"/>
                <a:gd name="connsiteY26" fmla="*/ 0 h 120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126902" h="1204245">
                  <a:moveTo>
                    <a:pt x="0" y="0"/>
                  </a:moveTo>
                  <a:lnTo>
                    <a:pt x="0" y="312420"/>
                  </a:lnTo>
                  <a:lnTo>
                    <a:pt x="74295" y="312420"/>
                  </a:lnTo>
                  <a:lnTo>
                    <a:pt x="74581" y="302609"/>
                  </a:lnTo>
                  <a:cubicBezTo>
                    <a:pt x="81344" y="99346"/>
                    <a:pt x="159163" y="90773"/>
                    <a:pt x="334328" y="90773"/>
                  </a:cubicBezTo>
                  <a:cubicBezTo>
                    <a:pt x="340328" y="90773"/>
                    <a:pt x="346424" y="90773"/>
                    <a:pt x="352330" y="90678"/>
                  </a:cubicBezTo>
                  <a:cubicBezTo>
                    <a:pt x="395859" y="90392"/>
                    <a:pt x="437007" y="90106"/>
                    <a:pt x="453200" y="106204"/>
                  </a:cubicBezTo>
                  <a:cubicBezTo>
                    <a:pt x="458629" y="111538"/>
                    <a:pt x="461201" y="118967"/>
                    <a:pt x="461201" y="128873"/>
                  </a:cubicBezTo>
                  <a:lnTo>
                    <a:pt x="461201" y="950119"/>
                  </a:lnTo>
                  <a:cubicBezTo>
                    <a:pt x="461201" y="1072039"/>
                    <a:pt x="444151" y="1122426"/>
                    <a:pt x="272510" y="1129475"/>
                  </a:cubicBezTo>
                  <a:lnTo>
                    <a:pt x="262700" y="1129856"/>
                  </a:lnTo>
                  <a:lnTo>
                    <a:pt x="262700" y="1204246"/>
                  </a:lnTo>
                  <a:cubicBezTo>
                    <a:pt x="262700" y="1204246"/>
                    <a:pt x="462725" y="1196911"/>
                    <a:pt x="578548" y="1196911"/>
                  </a:cubicBezTo>
                  <a:cubicBezTo>
                    <a:pt x="666941" y="1196911"/>
                    <a:pt x="864203" y="1204246"/>
                    <a:pt x="864203" y="1204246"/>
                  </a:cubicBezTo>
                  <a:lnTo>
                    <a:pt x="864203" y="1129856"/>
                  </a:lnTo>
                  <a:lnTo>
                    <a:pt x="854393" y="1129475"/>
                  </a:lnTo>
                  <a:cubicBezTo>
                    <a:pt x="682752" y="1122426"/>
                    <a:pt x="665702" y="1072039"/>
                    <a:pt x="665702" y="950119"/>
                  </a:cubicBezTo>
                  <a:lnTo>
                    <a:pt x="665702" y="128873"/>
                  </a:lnTo>
                  <a:cubicBezTo>
                    <a:pt x="665702" y="120396"/>
                    <a:pt x="668369" y="113729"/>
                    <a:pt x="673608" y="108490"/>
                  </a:cubicBezTo>
                  <a:cubicBezTo>
                    <a:pt x="693420" y="89059"/>
                    <a:pt x="747903" y="89821"/>
                    <a:pt x="791718" y="90488"/>
                  </a:cubicBezTo>
                  <a:cubicBezTo>
                    <a:pt x="800005" y="90583"/>
                    <a:pt x="808196" y="90773"/>
                    <a:pt x="815912" y="90773"/>
                  </a:cubicBezTo>
                  <a:cubicBezTo>
                    <a:pt x="987267" y="90773"/>
                    <a:pt x="1042511" y="140303"/>
                    <a:pt x="1052513" y="302895"/>
                  </a:cubicBezTo>
                  <a:lnTo>
                    <a:pt x="1053084" y="312420"/>
                  </a:lnTo>
                  <a:lnTo>
                    <a:pt x="1126903" y="312420"/>
                  </a:lnTo>
                  <a:lnTo>
                    <a:pt x="1126903" y="0"/>
                  </a:lnTo>
                  <a:cubicBezTo>
                    <a:pt x="1126903" y="0"/>
                    <a:pt x="694468" y="2857"/>
                    <a:pt x="563404" y="2857"/>
                  </a:cubicBezTo>
                  <a:cubicBezTo>
                    <a:pt x="432340" y="2857"/>
                    <a:pt x="0" y="0"/>
                    <a:pt x="0" y="0"/>
                  </a:cubicBezTo>
                </a:path>
              </a:pathLst>
            </a:custGeom>
            <a:grpFill/>
            <a:ln w="9525" cap="flat">
              <a:noFill/>
              <a:prstDash val="solid"/>
              <a:miter/>
            </a:ln>
          </p:spPr>
          <p:txBody>
            <a:bodyPr rtlCol="0" anchor="ctr"/>
            <a:lstStyle/>
            <a:p>
              <a:endParaRPr lang="en-US"/>
            </a:p>
          </p:txBody>
        </p:sp>
        <p:sp>
          <p:nvSpPr>
            <p:cNvPr id="5" name="Freeform 4">
              <a:extLst>
                <a:ext uri="{FF2B5EF4-FFF2-40B4-BE49-F238E27FC236}">
                  <a16:creationId xmlns:a16="http://schemas.microsoft.com/office/drawing/2014/main" id="{396685BB-D245-F24C-E67E-92273E3E8E4B}"/>
                </a:ext>
              </a:extLst>
            </p:cNvPr>
            <p:cNvSpPr/>
            <p:nvPr/>
          </p:nvSpPr>
          <p:spPr>
            <a:xfrm>
              <a:off x="2728880" y="3418045"/>
              <a:ext cx="1195101" cy="1204626"/>
            </a:xfrm>
            <a:custGeom>
              <a:avLst/>
              <a:gdLst>
                <a:gd name="connsiteX0" fmla="*/ 372618 w 1195101"/>
                <a:gd name="connsiteY0" fmla="*/ 571786 h 1204626"/>
                <a:gd name="connsiteX1" fmla="*/ 372523 w 1195101"/>
                <a:gd name="connsiteY1" fmla="*/ 134303 h 1204626"/>
                <a:gd name="connsiteX2" fmla="*/ 386239 w 1195101"/>
                <a:gd name="connsiteY2" fmla="*/ 86487 h 1204626"/>
                <a:gd name="connsiteX3" fmla="*/ 498348 w 1195101"/>
                <a:gd name="connsiteY3" fmla="*/ 85630 h 1204626"/>
                <a:gd name="connsiteX4" fmla="*/ 738473 w 1195101"/>
                <a:gd name="connsiteY4" fmla="*/ 330518 h 1204626"/>
                <a:gd name="connsiteX5" fmla="*/ 640747 w 1195101"/>
                <a:gd name="connsiteY5" fmla="*/ 541687 h 1204626"/>
                <a:gd name="connsiteX6" fmla="*/ 372618 w 1195101"/>
                <a:gd name="connsiteY6" fmla="*/ 571786 h 1204626"/>
                <a:gd name="connsiteX7" fmla="*/ 1186529 w 1195101"/>
                <a:gd name="connsiteY7" fmla="*/ 1129760 h 1204626"/>
                <a:gd name="connsiteX8" fmla="*/ 1017461 w 1195101"/>
                <a:gd name="connsiteY8" fmla="*/ 1040702 h 1204626"/>
                <a:gd name="connsiteX9" fmla="*/ 661797 w 1195101"/>
                <a:gd name="connsiteY9" fmla="*/ 632460 h 1204626"/>
                <a:gd name="connsiteX10" fmla="*/ 964597 w 1195101"/>
                <a:gd name="connsiteY10" fmla="*/ 305371 h 1204626"/>
                <a:gd name="connsiteX11" fmla="*/ 831056 w 1195101"/>
                <a:gd name="connsiteY11" fmla="*/ 55816 h 1204626"/>
                <a:gd name="connsiteX12" fmla="*/ 544639 w 1195101"/>
                <a:gd name="connsiteY12" fmla="*/ 190 h 1204626"/>
                <a:gd name="connsiteX13" fmla="*/ 317468 w 1195101"/>
                <a:gd name="connsiteY13" fmla="*/ 4191 h 1204626"/>
                <a:gd name="connsiteX14" fmla="*/ 191 w 1195101"/>
                <a:gd name="connsiteY14" fmla="*/ 0 h 1204626"/>
                <a:gd name="connsiteX15" fmla="*/ 191 w 1195101"/>
                <a:gd name="connsiteY15" fmla="*/ 74866 h 1204626"/>
                <a:gd name="connsiteX16" fmla="*/ 15050 w 1195101"/>
                <a:gd name="connsiteY16" fmla="*/ 74866 h 1204626"/>
                <a:gd name="connsiteX17" fmla="*/ 152781 w 1195101"/>
                <a:gd name="connsiteY17" fmla="*/ 128683 h 1204626"/>
                <a:gd name="connsiteX18" fmla="*/ 168307 w 1195101"/>
                <a:gd name="connsiteY18" fmla="*/ 350139 h 1204626"/>
                <a:gd name="connsiteX19" fmla="*/ 168307 w 1195101"/>
                <a:gd name="connsiteY19" fmla="*/ 841248 h 1204626"/>
                <a:gd name="connsiteX20" fmla="*/ 161068 w 1195101"/>
                <a:gd name="connsiteY20" fmla="*/ 1034129 h 1204626"/>
                <a:gd name="connsiteX21" fmla="*/ 152686 w 1195101"/>
                <a:gd name="connsiteY21" fmla="*/ 1075944 h 1204626"/>
                <a:gd name="connsiteX22" fmla="*/ 10382 w 1195101"/>
                <a:gd name="connsiteY22" fmla="*/ 1129665 h 1204626"/>
                <a:gd name="connsiteX23" fmla="*/ 0 w 1195101"/>
                <a:gd name="connsiteY23" fmla="*/ 1129665 h 1204626"/>
                <a:gd name="connsiteX24" fmla="*/ 0 w 1195101"/>
                <a:gd name="connsiteY24" fmla="*/ 1204532 h 1204626"/>
                <a:gd name="connsiteX25" fmla="*/ 278225 w 1195101"/>
                <a:gd name="connsiteY25" fmla="*/ 1197102 h 1204626"/>
                <a:gd name="connsiteX26" fmla="*/ 540734 w 1195101"/>
                <a:gd name="connsiteY26" fmla="*/ 1204532 h 1204626"/>
                <a:gd name="connsiteX27" fmla="*/ 540734 w 1195101"/>
                <a:gd name="connsiteY27" fmla="*/ 1129665 h 1204626"/>
                <a:gd name="connsiteX28" fmla="*/ 525971 w 1195101"/>
                <a:gd name="connsiteY28" fmla="*/ 1129665 h 1204626"/>
                <a:gd name="connsiteX29" fmla="*/ 388239 w 1195101"/>
                <a:gd name="connsiteY29" fmla="*/ 1075754 h 1204626"/>
                <a:gd name="connsiteX30" fmla="*/ 379857 w 1195101"/>
                <a:gd name="connsiteY30" fmla="*/ 1034034 h 1204626"/>
                <a:gd name="connsiteX31" fmla="*/ 372618 w 1195101"/>
                <a:gd name="connsiteY31" fmla="*/ 854297 h 1204626"/>
                <a:gd name="connsiteX32" fmla="*/ 372618 w 1195101"/>
                <a:gd name="connsiteY32" fmla="*/ 653510 h 1204626"/>
                <a:gd name="connsiteX33" fmla="*/ 479107 w 1195101"/>
                <a:gd name="connsiteY33" fmla="*/ 702469 h 1204626"/>
                <a:gd name="connsiteX34" fmla="*/ 501110 w 1195101"/>
                <a:gd name="connsiteY34" fmla="*/ 728472 h 1204626"/>
                <a:gd name="connsiteX35" fmla="*/ 797909 w 1195101"/>
                <a:gd name="connsiteY35" fmla="*/ 1096804 h 1204626"/>
                <a:gd name="connsiteX36" fmla="*/ 885158 w 1195101"/>
                <a:gd name="connsiteY36" fmla="*/ 1204532 h 1204626"/>
                <a:gd name="connsiteX37" fmla="*/ 1027366 w 1195101"/>
                <a:gd name="connsiteY37" fmla="*/ 1200436 h 1204626"/>
                <a:gd name="connsiteX38" fmla="*/ 1195102 w 1195101"/>
                <a:gd name="connsiteY38" fmla="*/ 1204627 h 1204626"/>
                <a:gd name="connsiteX39" fmla="*/ 1195102 w 1195101"/>
                <a:gd name="connsiteY39" fmla="*/ 1131094 h 1204626"/>
                <a:gd name="connsiteX40" fmla="*/ 1186529 w 1195101"/>
                <a:gd name="connsiteY40" fmla="*/ 1129760 h 120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95101" h="1204626">
                  <a:moveTo>
                    <a:pt x="372618" y="571786"/>
                  </a:moveTo>
                  <a:cubicBezTo>
                    <a:pt x="372618" y="571786"/>
                    <a:pt x="372618" y="136874"/>
                    <a:pt x="372523" y="134303"/>
                  </a:cubicBezTo>
                  <a:cubicBezTo>
                    <a:pt x="372237" y="116967"/>
                    <a:pt x="371761" y="93250"/>
                    <a:pt x="386239" y="86487"/>
                  </a:cubicBezTo>
                  <a:cubicBezTo>
                    <a:pt x="396240" y="82105"/>
                    <a:pt x="493014" y="85630"/>
                    <a:pt x="498348" y="85630"/>
                  </a:cubicBezTo>
                  <a:cubicBezTo>
                    <a:pt x="650938" y="85630"/>
                    <a:pt x="738473" y="174974"/>
                    <a:pt x="738473" y="330518"/>
                  </a:cubicBezTo>
                  <a:cubicBezTo>
                    <a:pt x="738473" y="443960"/>
                    <a:pt x="708374" y="509016"/>
                    <a:pt x="640747" y="541687"/>
                  </a:cubicBezTo>
                  <a:cubicBezTo>
                    <a:pt x="577691" y="571976"/>
                    <a:pt x="372618" y="571786"/>
                    <a:pt x="372618" y="571786"/>
                  </a:cubicBezTo>
                  <a:moveTo>
                    <a:pt x="1186529" y="1129760"/>
                  </a:moveTo>
                  <a:cubicBezTo>
                    <a:pt x="1100138" y="1116235"/>
                    <a:pt x="1074134" y="1106424"/>
                    <a:pt x="1017461" y="1040702"/>
                  </a:cubicBezTo>
                  <a:lnTo>
                    <a:pt x="661797" y="632460"/>
                  </a:lnTo>
                  <a:cubicBezTo>
                    <a:pt x="849059" y="608076"/>
                    <a:pt x="964597" y="484251"/>
                    <a:pt x="964597" y="305371"/>
                  </a:cubicBezTo>
                  <a:cubicBezTo>
                    <a:pt x="964597" y="188976"/>
                    <a:pt x="919544" y="105061"/>
                    <a:pt x="831056" y="55816"/>
                  </a:cubicBezTo>
                  <a:cubicBezTo>
                    <a:pt x="763619" y="18383"/>
                    <a:pt x="670084" y="190"/>
                    <a:pt x="544639" y="190"/>
                  </a:cubicBezTo>
                  <a:cubicBezTo>
                    <a:pt x="507206" y="1143"/>
                    <a:pt x="416909" y="4191"/>
                    <a:pt x="317468" y="4191"/>
                  </a:cubicBezTo>
                  <a:cubicBezTo>
                    <a:pt x="214313" y="4191"/>
                    <a:pt x="191" y="0"/>
                    <a:pt x="191" y="0"/>
                  </a:cubicBezTo>
                  <a:lnTo>
                    <a:pt x="191" y="74866"/>
                  </a:lnTo>
                  <a:lnTo>
                    <a:pt x="15050" y="74866"/>
                  </a:lnTo>
                  <a:cubicBezTo>
                    <a:pt x="71818" y="74486"/>
                    <a:pt x="135731" y="74771"/>
                    <a:pt x="152781" y="128683"/>
                  </a:cubicBezTo>
                  <a:cubicBezTo>
                    <a:pt x="168307" y="175355"/>
                    <a:pt x="168307" y="306896"/>
                    <a:pt x="168307" y="350139"/>
                  </a:cubicBezTo>
                  <a:lnTo>
                    <a:pt x="168307" y="841248"/>
                  </a:lnTo>
                  <a:cubicBezTo>
                    <a:pt x="168307" y="895445"/>
                    <a:pt x="168307" y="977837"/>
                    <a:pt x="161068" y="1034129"/>
                  </a:cubicBezTo>
                  <a:cubicBezTo>
                    <a:pt x="158972" y="1050798"/>
                    <a:pt x="156210" y="1065276"/>
                    <a:pt x="152686" y="1075944"/>
                  </a:cubicBezTo>
                  <a:cubicBezTo>
                    <a:pt x="135350" y="1129665"/>
                    <a:pt x="66104" y="1129665"/>
                    <a:pt x="10382" y="1129665"/>
                  </a:cubicBezTo>
                  <a:lnTo>
                    <a:pt x="0" y="1129665"/>
                  </a:lnTo>
                  <a:lnTo>
                    <a:pt x="0" y="1204532"/>
                  </a:lnTo>
                  <a:cubicBezTo>
                    <a:pt x="0" y="1204532"/>
                    <a:pt x="166783" y="1197102"/>
                    <a:pt x="278225" y="1197102"/>
                  </a:cubicBezTo>
                  <a:cubicBezTo>
                    <a:pt x="374047" y="1197102"/>
                    <a:pt x="540734" y="1204246"/>
                    <a:pt x="540734" y="1204532"/>
                  </a:cubicBezTo>
                  <a:lnTo>
                    <a:pt x="540734" y="1129665"/>
                  </a:lnTo>
                  <a:lnTo>
                    <a:pt x="525971" y="1129665"/>
                  </a:lnTo>
                  <a:cubicBezTo>
                    <a:pt x="470059" y="1129951"/>
                    <a:pt x="406813" y="1129760"/>
                    <a:pt x="388239" y="1075754"/>
                  </a:cubicBezTo>
                  <a:cubicBezTo>
                    <a:pt x="384620" y="1065086"/>
                    <a:pt x="381953" y="1050607"/>
                    <a:pt x="379857" y="1034034"/>
                  </a:cubicBezTo>
                  <a:cubicBezTo>
                    <a:pt x="372618" y="978122"/>
                    <a:pt x="372618" y="898017"/>
                    <a:pt x="372618" y="854297"/>
                  </a:cubicBezTo>
                  <a:lnTo>
                    <a:pt x="372618" y="653510"/>
                  </a:lnTo>
                  <a:cubicBezTo>
                    <a:pt x="439198" y="654082"/>
                    <a:pt x="444913" y="661035"/>
                    <a:pt x="479107" y="702469"/>
                  </a:cubicBezTo>
                  <a:cubicBezTo>
                    <a:pt x="485489" y="710089"/>
                    <a:pt x="492728" y="718756"/>
                    <a:pt x="501110" y="728472"/>
                  </a:cubicBezTo>
                  <a:lnTo>
                    <a:pt x="797909" y="1096804"/>
                  </a:lnTo>
                  <a:lnTo>
                    <a:pt x="885158" y="1204532"/>
                  </a:lnTo>
                  <a:cubicBezTo>
                    <a:pt x="885158" y="1204532"/>
                    <a:pt x="980885" y="1200436"/>
                    <a:pt x="1027366" y="1200436"/>
                  </a:cubicBezTo>
                  <a:cubicBezTo>
                    <a:pt x="1094994" y="1200436"/>
                    <a:pt x="1195102" y="1204627"/>
                    <a:pt x="1195102" y="1204627"/>
                  </a:cubicBezTo>
                  <a:lnTo>
                    <a:pt x="1195102" y="1131094"/>
                  </a:lnTo>
                  <a:lnTo>
                    <a:pt x="1186529" y="1129760"/>
                  </a:lnTo>
                  <a:close/>
                </a:path>
              </a:pathLst>
            </a:custGeom>
            <a:grpFill/>
            <a:ln w="9525" cap="flat">
              <a:noFill/>
              <a:prstDash val="solid"/>
              <a:miter/>
            </a:ln>
          </p:spPr>
          <p:txBody>
            <a:bodyPr rtlCol="0" anchor="ctr"/>
            <a:lstStyle/>
            <a:p>
              <a:endParaRPr lang="en-US"/>
            </a:p>
          </p:txBody>
        </p:sp>
      </p:grpSp>
      <p:sp>
        <p:nvSpPr>
          <p:cNvPr id="7" name="Text Placeholder 14">
            <a:extLst>
              <a:ext uri="{FF2B5EF4-FFF2-40B4-BE49-F238E27FC236}">
                <a16:creationId xmlns:a16="http://schemas.microsoft.com/office/drawing/2014/main" id="{B2FA6A51-A5BE-ED85-970D-14A0D99441CA}"/>
              </a:ext>
            </a:extLst>
          </p:cNvPr>
          <p:cNvSpPr txBox="1">
            <a:spLocks/>
          </p:cNvSpPr>
          <p:nvPr userDrawn="1"/>
        </p:nvSpPr>
        <p:spPr>
          <a:xfrm>
            <a:off x="386787" y="3433939"/>
            <a:ext cx="2466141" cy="95485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E56B2A"/>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1028619633"/>
      </p:ext>
    </p:extLst>
  </p:cSld>
  <p:clrMap bg1="lt1" tx1="dk1" bg2="lt2" tx2="dk2" accent1="accent1" accent2="accent2" accent3="accent3" accent4="accent4" accent5="accent5" accent6="accent6" hlink="hlink" folHlink="folHlink"/>
  <p:sldLayoutIdLst>
    <p:sldLayoutId id="2147483710" r:id="rId1"/>
    <p:sldLayoutId id="2147483752" r:id="rId2"/>
    <p:sldLayoutId id="2147483664" r:id="rId3"/>
    <p:sldLayoutId id="2147483716" r:id="rId4"/>
    <p:sldLayoutId id="2147483668" r:id="rId5"/>
    <p:sldLayoutId id="2147483717" r:id="rId6"/>
    <p:sldLayoutId id="2147483750" r:id="rId7"/>
    <p:sldLayoutId id="2147483751" r:id="rId8"/>
    <p:sldLayoutId id="2147483663" r:id="rId9"/>
    <p:sldLayoutId id="2147483700" r:id="rId10"/>
    <p:sldLayoutId id="2147483662" r:id="rId11"/>
    <p:sldLayoutId id="2147483702" r:id="rId12"/>
    <p:sldLayoutId id="2147483655" r:id="rId13"/>
    <p:sldLayoutId id="2147483704" r:id="rId14"/>
    <p:sldLayoutId id="2147483708" r:id="rId15"/>
    <p:sldLayoutId id="2147483721" r:id="rId16"/>
    <p:sldLayoutId id="2147483735" r:id="rId17"/>
    <p:sldLayoutId id="2147483736" r:id="rId18"/>
    <p:sldLayoutId id="2147483699" r:id="rId19"/>
    <p:sldLayoutId id="2147483697" r:id="rId20"/>
    <p:sldLayoutId id="2147483653" r:id="rId21"/>
    <p:sldLayoutId id="2147483737" r:id="rId22"/>
    <p:sldLayoutId id="2147483738" r:id="rId23"/>
    <p:sldLayoutId id="2147483746" r:id="rId24"/>
    <p:sldLayoutId id="2147483748" r:id="rId25"/>
    <p:sldLayoutId id="2147483745" r:id="rId26"/>
    <p:sldLayoutId id="2147483747" r:id="rId27"/>
    <p:sldLayoutId id="2147483749" r:id="rId28"/>
    <p:sldLayoutId id="2147483740" r:id="rId29"/>
    <p:sldLayoutId id="2147483743" r:id="rId30"/>
    <p:sldLayoutId id="2147483657" r:id="rId31"/>
    <p:sldLayoutId id="2147483711" r:id="rId32"/>
    <p:sldLayoutId id="2147483753" r:id="rId33"/>
    <p:sldLayoutId id="2147483715" r:id="rId34"/>
  </p:sldLayoutIdLst>
  <p:hf hdr="0" ft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0.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eaton96/Capstone/blob/main/Capstone/Assets/Scripts/Simulation/SimulationBridge.cs#L130" TargetMode="External"/><Relationship Id="rId2" Type="http://schemas.openxmlformats.org/officeDocument/2006/relationships/notesSlide" Target="../notesSlides/notesSlide7.xml"/><Relationship Id="rId1" Type="http://schemas.openxmlformats.org/officeDocument/2006/relationships/slideLayout" Target="../slideLayouts/slideLayout30.xml"/><Relationship Id="rId6" Type="http://schemas.openxmlformats.org/officeDocument/2006/relationships/hyperlink" Target="https://github.com/meaton96/Capstone/blob/main/Capstone/Assets/Scripts/Simulation/SimulationBridge.cs#L666" TargetMode="External"/><Relationship Id="rId5" Type="http://schemas.openxmlformats.org/officeDocument/2006/relationships/hyperlink" Target="https://github.com/meaton96/Capstone/blob/main/Capstone/Assets/Scripts/Simulation/SimulationBridge.cs#L433" TargetMode="External"/><Relationship Id="rId4" Type="http://schemas.openxmlformats.org/officeDocument/2006/relationships/hyperlink" Target="https://github.com/meaton96/Capstone/blob/main/Capstone/Assets/Scripts/Simulation/SimulationBridge.cs#L217"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eaton96/Capstone/blob/main/Capstone/Assets/Scripts/Simulation/AGV/AGVController.cs#L159" TargetMode="External"/><Relationship Id="rId2" Type="http://schemas.openxmlformats.org/officeDocument/2006/relationships/notesSlide" Target="../notesSlides/notesSlide8.xml"/><Relationship Id="rId1" Type="http://schemas.openxmlformats.org/officeDocument/2006/relationships/slideLayout" Target="../slideLayouts/slideLayout30.xml"/><Relationship Id="rId5" Type="http://schemas.openxmlformats.org/officeDocument/2006/relationships/hyperlink" Target="https://github.com/meaton96/Capstone/blob/main/Capstone/Assets/Scripts/Simulation/AGV/AGVController.cs#L521" TargetMode="External"/><Relationship Id="rId4" Type="http://schemas.openxmlformats.org/officeDocument/2006/relationships/hyperlink" Target="https://github.com/meaton96/Capstone/blob/main/Capstone/Assets/Scripts/Simulation/AGV/AGVController.cs#L298"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meaton96/Capstone/blob/main/Capstone/Assets/Scripts/Simulation/SchedulingAgent.cs#L181" TargetMode="External"/><Relationship Id="rId2" Type="http://schemas.openxmlformats.org/officeDocument/2006/relationships/hyperlink" Target="https://github.com/meaton96/Capstone/blob/main/Capstone/Assets/Scripts/Simulation/SchedulingAgent.cs#L150" TargetMode="External"/><Relationship Id="rId1" Type="http://schemas.openxmlformats.org/officeDocument/2006/relationships/slideLayout" Target="../slideLayouts/slideLayout30.xml"/><Relationship Id="rId4" Type="http://schemas.openxmlformats.org/officeDocument/2006/relationships/hyperlink" Target="https://github.com/meaton96/Capstone/blob/main/env/mlagent_env/unity_env.py#L42"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meaton96/Capstone/blob/main/env/models/encoder.py" TargetMode="External"/><Relationship Id="rId2" Type="http://schemas.openxmlformats.org/officeDocument/2006/relationships/hyperlink" Target="https://github.com/meaton96/Capstone/blob/main/Capstone/Assets/Scripts/Simulation/ObservationBuilder.cs#L45" TargetMode="Externa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0.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hyperlink" Target="https://www.sciencedirect.com/science/article/pii/S0305054824004015" TargetMode="External"/><Relationship Id="rId2" Type="http://schemas.openxmlformats.org/officeDocument/2006/relationships/hyperlink" Target="https://arxiv.org/abs/2406.14096" TargetMode="External"/><Relationship Id="rId1" Type="http://schemas.openxmlformats.org/officeDocument/2006/relationships/slideLayout" Target="../slideLayouts/slideLayout22.xml"/><Relationship Id="rId6" Type="http://schemas.openxmlformats.org/officeDocument/2006/relationships/hyperlink" Target="https://www.mdpi.com/2076-3417/15/13/6995" TargetMode="External"/><Relationship Id="rId5" Type="http://schemas.openxmlformats.org/officeDocument/2006/relationships/hyperlink" Target="https://arxiv.org/abs/2506.13566" TargetMode="External"/><Relationship Id="rId4" Type="http://schemas.openxmlformats.org/officeDocument/2006/relationships/hyperlink" Target="https://arxiv.org/abs/2409.11820"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arxiv.org/abs/2504.03597" TargetMode="External"/><Relationship Id="rId2" Type="http://schemas.openxmlformats.org/officeDocument/2006/relationships/hyperlink" Target="https://arxiv.org/abs/2509.07019" TargetMode="External"/><Relationship Id="rId1" Type="http://schemas.openxmlformats.org/officeDocument/2006/relationships/slideLayout" Target="../slideLayouts/slideLayout22.xml"/><Relationship Id="rId6" Type="http://schemas.openxmlformats.org/officeDocument/2006/relationships/hyperlink" Target="https://www.sciencedirect.com/science/article/pii/S030505482500292" TargetMode="External"/><Relationship Id="rId5" Type="http://schemas.openxmlformats.org/officeDocument/2006/relationships/hyperlink" Target="https://doi.org/10.1080/17477778.2024.2314166" TargetMode="External"/><Relationship Id="rId4" Type="http://schemas.openxmlformats.org/officeDocument/2006/relationships/hyperlink" Target="https://arxiv.org/abs/1809.0262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58E74-9372-94CB-3B29-F32DD3FA129B}"/>
              </a:ext>
            </a:extLst>
          </p:cNvPr>
          <p:cNvSpPr>
            <a:spLocks noGrp="1"/>
          </p:cNvSpPr>
          <p:nvPr>
            <p:ph type="ctrTitle"/>
          </p:nvPr>
        </p:nvSpPr>
        <p:spPr>
          <a:xfrm>
            <a:off x="4030785" y="1613895"/>
            <a:ext cx="7910916" cy="2363401"/>
          </a:xfrm>
        </p:spPr>
        <p:txBody>
          <a:bodyPr>
            <a:normAutofit fontScale="90000"/>
          </a:bodyPr>
          <a:lstStyle/>
          <a:p>
            <a:r>
              <a:rPr lang="en-US" dirty="0"/>
              <a:t>DRL-Based Dynamic Flexible Job Shop Scheduling in Spatially Constrained Environments</a:t>
            </a:r>
          </a:p>
        </p:txBody>
      </p:sp>
      <p:sp>
        <p:nvSpPr>
          <p:cNvPr id="3" name="Subtitle 2">
            <a:extLst>
              <a:ext uri="{FF2B5EF4-FFF2-40B4-BE49-F238E27FC236}">
                <a16:creationId xmlns:a16="http://schemas.microsoft.com/office/drawing/2014/main" id="{2F9D45BA-FAF6-2F68-FFE4-4CF7201E75A5}"/>
              </a:ext>
            </a:extLst>
          </p:cNvPr>
          <p:cNvSpPr>
            <a:spLocks noGrp="1"/>
          </p:cNvSpPr>
          <p:nvPr>
            <p:ph type="subTitle" idx="1"/>
          </p:nvPr>
        </p:nvSpPr>
        <p:spPr/>
        <p:txBody>
          <a:bodyPr/>
          <a:lstStyle/>
          <a:p>
            <a:r>
              <a:rPr lang="en-US" dirty="0"/>
              <a:t>Michael Eaton (Student)</a:t>
            </a:r>
          </a:p>
          <a:p>
            <a:r>
              <a:rPr lang="en-US" dirty="0"/>
              <a:t>Dr. Michael Kuhl (Advisor)</a:t>
            </a:r>
          </a:p>
        </p:txBody>
      </p:sp>
    </p:spTree>
    <p:extLst>
      <p:ext uri="{BB962C8B-B14F-4D97-AF65-F5344CB8AC3E}">
        <p14:creationId xmlns:p14="http://schemas.microsoft.com/office/powerpoint/2010/main" val="2282659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28BEF18-548D-F7EB-3AFC-5EA88738C041}"/>
              </a:ext>
            </a:extLst>
          </p:cNvPr>
          <p:cNvPicPr>
            <a:picLocks noChangeAspect="1"/>
          </p:cNvPicPr>
          <p:nvPr/>
        </p:nvPicPr>
        <p:blipFill>
          <a:blip r:embed="rId3"/>
          <a:stretch>
            <a:fillRect/>
          </a:stretch>
        </p:blipFill>
        <p:spPr>
          <a:xfrm>
            <a:off x="4000501" y="1060959"/>
            <a:ext cx="7861300" cy="4245107"/>
          </a:xfrm>
          <a:prstGeom prst="rect">
            <a:avLst/>
          </a:prstGeom>
          <a:noFill/>
        </p:spPr>
      </p:pic>
      <p:sp>
        <p:nvSpPr>
          <p:cNvPr id="2" name="Title 1">
            <a:extLst>
              <a:ext uri="{FF2B5EF4-FFF2-40B4-BE49-F238E27FC236}">
                <a16:creationId xmlns:a16="http://schemas.microsoft.com/office/drawing/2014/main" id="{CFE7E477-7FC9-385D-4B7F-0B0CD6B3B423}"/>
              </a:ext>
            </a:extLst>
          </p:cNvPr>
          <p:cNvSpPr>
            <a:spLocks noGrp="1"/>
          </p:cNvSpPr>
          <p:nvPr>
            <p:ph type="ctrTitle"/>
          </p:nvPr>
        </p:nvSpPr>
        <p:spPr>
          <a:xfrm>
            <a:off x="386786" y="863692"/>
            <a:ext cx="3464593" cy="1218833"/>
          </a:xfrm>
        </p:spPr>
        <p:txBody>
          <a:bodyPr lIns="0" tIns="0" rIns="0" bIns="0" anchor="t" anchorCtr="0">
            <a:normAutofit/>
          </a:bodyPr>
          <a:lstStyle/>
          <a:p>
            <a:r>
              <a:rPr lang="en-US" sz="2800" b="1" kern="1200" dirty="0">
                <a:latin typeface="+mj-lt"/>
                <a:ea typeface="+mj-ea"/>
                <a:cs typeface="+mj-cs"/>
              </a:rPr>
              <a:t>Background: DFJSP + DRL</a:t>
            </a:r>
          </a:p>
        </p:txBody>
      </p:sp>
      <p:sp>
        <p:nvSpPr>
          <p:cNvPr id="13" name="Text Placeholder 3">
            <a:extLst>
              <a:ext uri="{FF2B5EF4-FFF2-40B4-BE49-F238E27FC236}">
                <a16:creationId xmlns:a16="http://schemas.microsoft.com/office/drawing/2014/main" id="{38F6A26E-A956-80CC-D992-EFCAA10258A0}"/>
              </a:ext>
            </a:extLst>
          </p:cNvPr>
          <p:cNvSpPr>
            <a:spLocks noGrp="1"/>
          </p:cNvSpPr>
          <p:nvPr>
            <p:ph type="body" sz="quarter" idx="17"/>
          </p:nvPr>
        </p:nvSpPr>
        <p:spPr>
          <a:xfrm>
            <a:off x="330199" y="2281304"/>
            <a:ext cx="3521075" cy="3877449"/>
          </a:xfrm>
        </p:spPr>
        <p:txBody>
          <a:bodyPr/>
          <a:lstStyle/>
          <a:p>
            <a:r>
              <a:rPr lang="en-US" i="1" dirty="0"/>
              <a:t>n</a:t>
            </a:r>
            <a:r>
              <a:rPr lang="en-US" dirty="0"/>
              <a:t> jobs with </a:t>
            </a:r>
            <a:r>
              <a:rPr lang="en-US" i="1" dirty="0"/>
              <a:t>o</a:t>
            </a:r>
            <a:r>
              <a:rPr lang="en-US" dirty="0"/>
              <a:t> operations, </a:t>
            </a:r>
            <a:r>
              <a:rPr lang="en-US" i="1" dirty="0"/>
              <a:t>m</a:t>
            </a:r>
            <a:r>
              <a:rPr lang="en-US" dirty="0"/>
              <a:t> machines</a:t>
            </a:r>
          </a:p>
          <a:p>
            <a:r>
              <a:rPr lang="en-US" dirty="0"/>
              <a:t>Assign job operations to machines to minimize total processing time (</a:t>
            </a:r>
            <a:r>
              <a:rPr lang="en-US" dirty="0" err="1"/>
              <a:t>makespan</a:t>
            </a:r>
            <a:r>
              <a:rPr lang="en-US" dirty="0"/>
              <a:t>)</a:t>
            </a:r>
          </a:p>
          <a:p>
            <a:r>
              <a:rPr lang="en-US" dirty="0"/>
              <a:t>DFJSP – more realistic</a:t>
            </a:r>
          </a:p>
          <a:p>
            <a:r>
              <a:rPr lang="en-US" dirty="0"/>
              <a:t>Markov Decision Process (MDP) for RL </a:t>
            </a:r>
            <a:r>
              <a:rPr lang="pt-BR" dirty="0" err="1"/>
              <a:t>given</a:t>
            </a:r>
            <a:r>
              <a:rPr lang="pt-BR" dirty="0"/>
              <a:t> </a:t>
            </a:r>
            <a:r>
              <a:rPr lang="pt-BR" dirty="0" err="1"/>
              <a:t>by</a:t>
            </a:r>
            <a:r>
              <a:rPr lang="pt-BR" dirty="0"/>
              <a:t> (</a:t>
            </a:r>
            <a:r>
              <a:rPr lang="pt-BR" dirty="0" err="1"/>
              <a:t>S</a:t>
            </a:r>
            <a:r>
              <a:rPr lang="pt-BR" dirty="0"/>
              <a:t>, A, </a:t>
            </a:r>
            <a:r>
              <a:rPr lang="pt-BR" dirty="0" err="1"/>
              <a:t>P</a:t>
            </a:r>
            <a:r>
              <a:rPr lang="pt-BR" dirty="0"/>
              <a:t>, </a:t>
            </a:r>
            <a:r>
              <a:rPr lang="pt-BR" dirty="0" err="1"/>
              <a:t>R</a:t>
            </a:r>
            <a:r>
              <a:rPr lang="pt-BR" dirty="0"/>
              <a:t>, </a:t>
            </a:r>
            <a:r>
              <a:rPr lang="pt-BR" dirty="0" err="1"/>
              <a:t>γ</a:t>
            </a:r>
            <a:r>
              <a:rPr lang="pt-BR" dirty="0"/>
              <a:t>)</a:t>
            </a:r>
          </a:p>
          <a:p>
            <a:endParaRPr lang="en-US" dirty="0"/>
          </a:p>
        </p:txBody>
      </p:sp>
      <p:sp>
        <p:nvSpPr>
          <p:cNvPr id="8" name="TextBox 7">
            <a:extLst>
              <a:ext uri="{FF2B5EF4-FFF2-40B4-BE49-F238E27FC236}">
                <a16:creationId xmlns:a16="http://schemas.microsoft.com/office/drawing/2014/main" id="{5C3CD7B5-5EA5-778D-9CA4-01A8F4D5DB3E}"/>
              </a:ext>
            </a:extLst>
          </p:cNvPr>
          <p:cNvSpPr txBox="1"/>
          <p:nvPr/>
        </p:nvSpPr>
        <p:spPr>
          <a:xfrm>
            <a:off x="11040299" y="6357938"/>
            <a:ext cx="3521414" cy="500062"/>
          </a:xfrm>
          <a:prstGeom prst="rect">
            <a:avLst/>
          </a:prstGeom>
        </p:spPr>
        <p:txBody>
          <a:bodyPr rtlCol="0">
            <a:normAutofit/>
          </a:bodyPr>
          <a:lstStyle/>
          <a:p>
            <a:pPr>
              <a:lnSpc>
                <a:spcPct val="90000"/>
              </a:lnSpc>
              <a:spcBef>
                <a:spcPts val="1000"/>
              </a:spcBef>
            </a:pPr>
            <a:r>
              <a:rPr lang="en-US" sz="2400" b="1" kern="1200" dirty="0">
                <a:solidFill>
                  <a:srgbClr val="F86901"/>
                </a:solidFill>
                <a:latin typeface="+mn-lt"/>
                <a:ea typeface="+mn-ea"/>
                <a:cs typeface="+mn-cs"/>
              </a:rPr>
              <a:t>[1, 2]</a:t>
            </a:r>
          </a:p>
        </p:txBody>
      </p:sp>
    </p:spTree>
    <p:extLst>
      <p:ext uri="{BB962C8B-B14F-4D97-AF65-F5344CB8AC3E}">
        <p14:creationId xmlns:p14="http://schemas.microsoft.com/office/powerpoint/2010/main" val="238648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2B3E0-A47D-3266-789F-79BA782591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1EAFD-97A9-2709-887A-F0392918FC80}"/>
              </a:ext>
            </a:extLst>
          </p:cNvPr>
          <p:cNvSpPr>
            <a:spLocks noGrp="1"/>
          </p:cNvSpPr>
          <p:nvPr>
            <p:ph type="ctrTitle"/>
          </p:nvPr>
        </p:nvSpPr>
        <p:spPr>
          <a:xfrm>
            <a:off x="1243108" y="1084984"/>
            <a:ext cx="10206317" cy="1218833"/>
          </a:xfrm>
        </p:spPr>
        <p:txBody>
          <a:bodyPr lIns="0" tIns="0" rIns="0" bIns="0" anchor="t" anchorCtr="0">
            <a:normAutofit/>
          </a:bodyPr>
          <a:lstStyle/>
          <a:p>
            <a:r>
              <a:rPr lang="en-US" sz="2800" dirty="0"/>
              <a:t>DES 				vs 				Unity</a:t>
            </a:r>
            <a:endParaRPr lang="en-US" sz="2800" b="1" kern="1200" dirty="0">
              <a:latin typeface="+mj-lt"/>
              <a:ea typeface="+mj-ea"/>
              <a:cs typeface="+mj-cs"/>
            </a:endParaRPr>
          </a:p>
        </p:txBody>
      </p:sp>
      <p:sp>
        <p:nvSpPr>
          <p:cNvPr id="8" name="TextBox 7">
            <a:extLst>
              <a:ext uri="{FF2B5EF4-FFF2-40B4-BE49-F238E27FC236}">
                <a16:creationId xmlns:a16="http://schemas.microsoft.com/office/drawing/2014/main" id="{815A00F7-2F71-8B1D-C135-E6CE8128924D}"/>
              </a:ext>
            </a:extLst>
          </p:cNvPr>
          <p:cNvSpPr txBox="1"/>
          <p:nvPr/>
        </p:nvSpPr>
        <p:spPr>
          <a:xfrm>
            <a:off x="0" y="6357938"/>
            <a:ext cx="3521414" cy="500062"/>
          </a:xfrm>
          <a:prstGeom prst="rect">
            <a:avLst/>
          </a:prstGeom>
        </p:spPr>
        <p:txBody>
          <a:bodyPr rtlCol="0">
            <a:normAutofit/>
          </a:bodyPr>
          <a:lstStyle/>
          <a:p>
            <a:pPr>
              <a:lnSpc>
                <a:spcPct val="90000"/>
              </a:lnSpc>
              <a:spcBef>
                <a:spcPts val="1000"/>
              </a:spcBef>
            </a:pPr>
            <a:r>
              <a:rPr lang="en-US" sz="2400" b="1" kern="1200" dirty="0">
                <a:solidFill>
                  <a:srgbClr val="F86901"/>
                </a:solidFill>
                <a:latin typeface="+mn-lt"/>
                <a:ea typeface="+mn-ea"/>
                <a:cs typeface="+mn-cs"/>
              </a:rPr>
              <a:t>[</a:t>
            </a:r>
            <a:r>
              <a:rPr lang="en-US" sz="2400" b="1" dirty="0">
                <a:solidFill>
                  <a:srgbClr val="F86901"/>
                </a:solidFill>
              </a:rPr>
              <a:t>4, 5, 6, 7, 8</a:t>
            </a:r>
            <a:r>
              <a:rPr lang="en-US" sz="2400" b="1" kern="1200" dirty="0">
                <a:solidFill>
                  <a:srgbClr val="F86901"/>
                </a:solidFill>
                <a:latin typeface="+mn-lt"/>
                <a:ea typeface="+mn-ea"/>
                <a:cs typeface="+mn-cs"/>
              </a:rPr>
              <a:t>]</a:t>
            </a:r>
          </a:p>
        </p:txBody>
      </p:sp>
      <p:sp>
        <p:nvSpPr>
          <p:cNvPr id="3" name="Text Placeholder 3">
            <a:extLst>
              <a:ext uri="{FF2B5EF4-FFF2-40B4-BE49-F238E27FC236}">
                <a16:creationId xmlns:a16="http://schemas.microsoft.com/office/drawing/2014/main" id="{96434409-6DC4-A7CC-CCBE-958313A8E7C3}"/>
              </a:ext>
            </a:extLst>
          </p:cNvPr>
          <p:cNvSpPr txBox="1">
            <a:spLocks/>
          </p:cNvSpPr>
          <p:nvPr/>
        </p:nvSpPr>
        <p:spPr>
          <a:xfrm>
            <a:off x="6521707" y="1787962"/>
            <a:ext cx="4927718" cy="3853054"/>
          </a:xfrm>
          <a:prstGeom prst="rect">
            <a:avLst/>
          </a:prstGeom>
        </p:spPr>
        <p:txBody>
          <a:bodyPr/>
          <a:lstStyle>
            <a:lvl1pPr marL="228600" indent="-228600" algn="l" defTabSz="914400" rtl="0" eaLnBrk="1" latinLnBrk="0" hangingPunct="1">
              <a:lnSpc>
                <a:spcPct val="90000"/>
              </a:lnSpc>
              <a:spcBef>
                <a:spcPts val="1000"/>
              </a:spcBef>
              <a:buClr>
                <a:srgbClr val="F86901"/>
              </a:buClr>
              <a:buSzPct val="100000"/>
              <a:buFont typeface="Wingdings"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86901"/>
              </a:buClr>
              <a:buSzPct val="125000"/>
              <a:buFont typeface="Wingdings"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F86901"/>
              </a:buClr>
              <a:buSzPct val="125000"/>
              <a:buFont typeface="Wingdings"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rgbClr val="F86901"/>
              </a:buClr>
              <a:buSzPct val="125000"/>
              <a:buFont typeface="Wingdings"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rgbClr val="F86901"/>
              </a:buClr>
              <a:buSzPct val="125000"/>
              <a:buFont typeface="Wingdings"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6" name="Rectangle 2">
            <a:extLst>
              <a:ext uri="{FF2B5EF4-FFF2-40B4-BE49-F238E27FC236}">
                <a16:creationId xmlns:a16="http://schemas.microsoft.com/office/drawing/2014/main" id="{397FDC64-93D0-D795-E34E-C2373A33342F}"/>
              </a:ext>
            </a:extLst>
          </p:cNvPr>
          <p:cNvSpPr>
            <a:spLocks noGrp="1" noChangeArrowheads="1"/>
          </p:cNvSpPr>
          <p:nvPr>
            <p:ph type="body" sz="quarter" idx="17"/>
          </p:nvPr>
        </p:nvSpPr>
        <p:spPr bwMode="auto">
          <a:xfrm>
            <a:off x="198701" y="1452333"/>
            <a:ext cx="563732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Machines as logical nodes; travel times are parameters (often triangular or uniform distributions). </a:t>
            </a:r>
          </a:p>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Simulation clock jumps event-to-event. Continuous space between events is skipped entirely. </a:t>
            </a:r>
          </a:p>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AGV modeled as a resource with a delay. </a:t>
            </a:r>
          </a:p>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No native representation of: spatial congestion, acceleration/deceleration, aisle blocking, battery dynamics, path conflicts. </a:t>
            </a:r>
          </a:p>
          <a:p>
            <a:pPr eaLnBrk="0" fontAlgn="base" hangingPunct="0">
              <a:lnSpc>
                <a:spcPct val="100000"/>
              </a:lnSpc>
              <a:spcBef>
                <a:spcPct val="0"/>
              </a:spcBef>
              <a:spcAft>
                <a:spcPct val="0"/>
              </a:spcAft>
              <a:buClrTx/>
              <a:buSzTx/>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buSzTx/>
            </a:pPr>
            <a:r>
              <a:rPr kumimoji="0" lang="en-US" altLang="en-US" sz="1800" b="0" i="0" u="none" strike="noStrike" cap="none" normalizeH="0" baseline="0" dirty="0">
                <a:ln>
                  <a:noFill/>
                </a:ln>
                <a:solidFill>
                  <a:schemeClr val="tx1"/>
                </a:solidFill>
                <a:effectLst/>
                <a:latin typeface="Arial" panose="020B0604020202020204" pitchFamily="34" charset="0"/>
              </a:rPr>
              <a:t>Result: schedules that are optimal in simulation but physically infeasible on a real floor.</a:t>
            </a:r>
          </a:p>
        </p:txBody>
      </p:sp>
      <p:sp>
        <p:nvSpPr>
          <p:cNvPr id="14" name="TextBox 13">
            <a:extLst>
              <a:ext uri="{FF2B5EF4-FFF2-40B4-BE49-F238E27FC236}">
                <a16:creationId xmlns:a16="http://schemas.microsoft.com/office/drawing/2014/main" id="{CB26B587-80D4-98CA-80E4-67EB4BD4AE4C}"/>
              </a:ext>
            </a:extLst>
          </p:cNvPr>
          <p:cNvSpPr txBox="1"/>
          <p:nvPr/>
        </p:nvSpPr>
        <p:spPr>
          <a:xfrm>
            <a:off x="6642848" y="1601076"/>
            <a:ext cx="4927718" cy="5078313"/>
          </a:xfrm>
          <a:prstGeom prst="rect">
            <a:avLst/>
          </a:prstGeom>
          <a:noFill/>
        </p:spPr>
        <p:txBody>
          <a:bodyPr wrap="square" rtlCol="0">
            <a:spAutoFit/>
          </a:bodyPr>
          <a:lstStyle/>
          <a:p>
            <a:pPr marL="285750" indent="-285750">
              <a:buFont typeface="Arial" panose="020B0604020202020204" pitchFamily="34" charset="0"/>
              <a:buChar char="•"/>
            </a:pPr>
            <a:r>
              <a:rPr lang="en-US" dirty="0"/>
              <a:t>Machines as positioned physical entities on an N×M grid.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Continuous physics tick; space between events exists and matters.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AGV has a kinematic model — rotate-then-translate, real acceleration, real pathfinding via </a:t>
            </a:r>
            <a:r>
              <a:rPr lang="en-US" dirty="0" err="1"/>
              <a:t>NavMesh</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Congestion, routing conflicts, variable travel times are </a:t>
            </a:r>
            <a:r>
              <a:rPr lang="en-US" b="1" dirty="0"/>
              <a:t>emergent</a:t>
            </a:r>
            <a:r>
              <a:rPr lang="en-US" dirty="0"/>
              <a:t> properties of the environment, not hand-tuned parameters.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Deadlock-free routing via zone reservations (</a:t>
            </a:r>
            <a:r>
              <a:rPr lang="en-US" dirty="0" err="1"/>
              <a:t>TrafficZoneManager</a:t>
            </a:r>
            <a:r>
              <a:rPr lang="en-US" dirty="0"/>
              <a:t>) — the kind of thing you'd have to hand-code into Simio.</a:t>
            </a:r>
          </a:p>
          <a:p>
            <a:endParaRPr lang="en-US" dirty="0"/>
          </a:p>
        </p:txBody>
      </p:sp>
    </p:spTree>
    <p:extLst>
      <p:ext uri="{BB962C8B-B14F-4D97-AF65-F5344CB8AC3E}">
        <p14:creationId xmlns:p14="http://schemas.microsoft.com/office/powerpoint/2010/main" val="3190456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D2DE4-1E2E-5206-928F-293CCD9EA304}"/>
              </a:ext>
            </a:extLst>
          </p:cNvPr>
          <p:cNvSpPr>
            <a:spLocks noGrp="1"/>
          </p:cNvSpPr>
          <p:nvPr>
            <p:ph type="ctrTitle"/>
          </p:nvPr>
        </p:nvSpPr>
        <p:spPr>
          <a:xfrm>
            <a:off x="192910" y="757976"/>
            <a:ext cx="11806180" cy="817809"/>
          </a:xfrm>
        </p:spPr>
        <p:txBody>
          <a:bodyPr/>
          <a:lstStyle/>
          <a:p>
            <a:r>
              <a:rPr lang="en-US" dirty="0"/>
              <a:t>Project Overview</a:t>
            </a:r>
          </a:p>
        </p:txBody>
      </p:sp>
      <p:pic>
        <p:nvPicPr>
          <p:cNvPr id="5" name="Picture 4">
            <a:extLst>
              <a:ext uri="{FF2B5EF4-FFF2-40B4-BE49-F238E27FC236}">
                <a16:creationId xmlns:a16="http://schemas.microsoft.com/office/drawing/2014/main" id="{584A5ECC-DB2C-0C5B-7FAF-B86703E02F03}"/>
              </a:ext>
            </a:extLst>
          </p:cNvPr>
          <p:cNvPicPr>
            <a:picLocks noChangeAspect="1"/>
          </p:cNvPicPr>
          <p:nvPr/>
        </p:nvPicPr>
        <p:blipFill>
          <a:blip r:embed="rId3"/>
          <a:stretch>
            <a:fillRect/>
          </a:stretch>
        </p:blipFill>
        <p:spPr>
          <a:xfrm>
            <a:off x="192910" y="2433917"/>
            <a:ext cx="5982137" cy="3397166"/>
          </a:xfrm>
          <a:prstGeom prst="rect">
            <a:avLst/>
          </a:prstGeom>
        </p:spPr>
      </p:pic>
      <p:pic>
        <p:nvPicPr>
          <p:cNvPr id="1026" name="Picture 2" descr="Neural networks – TikZ.net">
            <a:extLst>
              <a:ext uri="{FF2B5EF4-FFF2-40B4-BE49-F238E27FC236}">
                <a16:creationId xmlns:a16="http://schemas.microsoft.com/office/drawing/2014/main" id="{A8B647BD-1FE1-C9AA-5A70-EA2C392DAC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3497" y="2135612"/>
            <a:ext cx="5085593" cy="3993776"/>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ECC7EAE6-E7C3-4F47-9D98-D97F35A9C1B9}"/>
              </a:ext>
            </a:extLst>
          </p:cNvPr>
          <p:cNvSpPr/>
          <p:nvPr/>
        </p:nvSpPr>
        <p:spPr>
          <a:xfrm>
            <a:off x="6175047" y="4598894"/>
            <a:ext cx="738450" cy="3092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Elbow Connector 8">
            <a:extLst>
              <a:ext uri="{FF2B5EF4-FFF2-40B4-BE49-F238E27FC236}">
                <a16:creationId xmlns:a16="http://schemas.microsoft.com/office/drawing/2014/main" id="{B49AB8B1-8B7A-02FD-9B97-3392294301F0}"/>
              </a:ext>
            </a:extLst>
          </p:cNvPr>
          <p:cNvCxnSpPr>
            <a:stCxn id="1026" idx="3"/>
            <a:endCxn id="5" idx="3"/>
          </p:cNvCxnSpPr>
          <p:nvPr/>
        </p:nvCxnSpPr>
        <p:spPr>
          <a:xfrm flipH="1">
            <a:off x="6175047" y="4132500"/>
            <a:ext cx="5824043" cy="12700"/>
          </a:xfrm>
          <a:prstGeom prst="bentConnector5">
            <a:avLst>
              <a:gd name="adj1" fmla="val -2250"/>
              <a:gd name="adj2" fmla="val -17523528"/>
              <a:gd name="adj3" fmla="val 93660"/>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00F85957-466A-2403-79E7-1A7844DA9C87}"/>
              </a:ext>
            </a:extLst>
          </p:cNvPr>
          <p:cNvSpPr txBox="1"/>
          <p:nvPr/>
        </p:nvSpPr>
        <p:spPr>
          <a:xfrm>
            <a:off x="6613663" y="6332583"/>
            <a:ext cx="4946809" cy="307777"/>
          </a:xfrm>
          <a:prstGeom prst="rect">
            <a:avLst/>
          </a:prstGeom>
          <a:noFill/>
        </p:spPr>
        <p:txBody>
          <a:bodyPr wrap="square" rtlCol="0">
            <a:spAutoFit/>
          </a:bodyPr>
          <a:lstStyle/>
          <a:p>
            <a:pPr algn="r"/>
            <a:r>
              <a:rPr lang="en-US" sz="1400" dirty="0">
                <a:solidFill>
                  <a:schemeClr val="tx1">
                    <a:lumMod val="65000"/>
                    <a:lumOff val="35000"/>
                  </a:schemeClr>
                </a:solidFill>
              </a:rPr>
              <a:t>https://</a:t>
            </a:r>
            <a:r>
              <a:rPr lang="en-US" sz="1400" dirty="0" err="1">
                <a:solidFill>
                  <a:schemeClr val="tx1">
                    <a:lumMod val="65000"/>
                    <a:lumOff val="35000"/>
                  </a:schemeClr>
                </a:solidFill>
              </a:rPr>
              <a:t>tikz.net</a:t>
            </a:r>
            <a:r>
              <a:rPr lang="en-US" sz="1400" dirty="0">
                <a:solidFill>
                  <a:schemeClr val="tx1">
                    <a:lumMod val="65000"/>
                    <a:lumOff val="35000"/>
                  </a:schemeClr>
                </a:solidFill>
              </a:rPr>
              <a:t>/</a:t>
            </a:r>
            <a:r>
              <a:rPr lang="en-US" sz="1400" dirty="0" err="1">
                <a:solidFill>
                  <a:schemeClr val="tx1">
                    <a:lumMod val="65000"/>
                    <a:lumOff val="35000"/>
                  </a:schemeClr>
                </a:solidFill>
              </a:rPr>
              <a:t>neural_networks</a:t>
            </a:r>
            <a:r>
              <a:rPr lang="en-US" sz="1400" dirty="0">
                <a:solidFill>
                  <a:schemeClr val="tx1">
                    <a:lumMod val="65000"/>
                    <a:lumOff val="35000"/>
                  </a:schemeClr>
                </a:solidFill>
              </a:rPr>
              <a:t>/</a:t>
            </a:r>
          </a:p>
        </p:txBody>
      </p:sp>
    </p:spTree>
    <p:extLst>
      <p:ext uri="{BB962C8B-B14F-4D97-AF65-F5344CB8AC3E}">
        <p14:creationId xmlns:p14="http://schemas.microsoft.com/office/powerpoint/2010/main" val="126424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0180C-AE30-F32F-76DB-A3AE4B4B377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0B3347F-F8B7-B83B-E16D-AD5A9AC1054C}"/>
              </a:ext>
            </a:extLst>
          </p:cNvPr>
          <p:cNvPicPr>
            <a:picLocks noChangeAspect="1"/>
          </p:cNvPicPr>
          <p:nvPr/>
        </p:nvPicPr>
        <p:blipFill>
          <a:blip r:embed="rId3"/>
          <a:stretch>
            <a:fillRect/>
          </a:stretch>
        </p:blipFill>
        <p:spPr>
          <a:xfrm>
            <a:off x="272085" y="940631"/>
            <a:ext cx="11706501" cy="5757032"/>
          </a:xfrm>
          <a:prstGeom prst="rect">
            <a:avLst/>
          </a:prstGeom>
        </p:spPr>
      </p:pic>
      <p:sp>
        <p:nvSpPr>
          <p:cNvPr id="2" name="Title 1">
            <a:extLst>
              <a:ext uri="{FF2B5EF4-FFF2-40B4-BE49-F238E27FC236}">
                <a16:creationId xmlns:a16="http://schemas.microsoft.com/office/drawing/2014/main" id="{C8470076-9D82-A0DF-A048-2711E8A47916}"/>
              </a:ext>
            </a:extLst>
          </p:cNvPr>
          <p:cNvSpPr>
            <a:spLocks noGrp="1"/>
          </p:cNvSpPr>
          <p:nvPr>
            <p:ph type="ctrTitle"/>
          </p:nvPr>
        </p:nvSpPr>
        <p:spPr>
          <a:xfrm>
            <a:off x="272085" y="940631"/>
            <a:ext cx="8578244" cy="693616"/>
          </a:xfrm>
        </p:spPr>
        <p:txBody>
          <a:bodyPr anchor="t">
            <a:normAutofit/>
          </a:bodyPr>
          <a:lstStyle/>
          <a:p>
            <a:r>
              <a:rPr lang="en-US" sz="4100"/>
              <a:t>Domain Model</a:t>
            </a:r>
          </a:p>
        </p:txBody>
      </p:sp>
    </p:spTree>
    <p:extLst>
      <p:ext uri="{BB962C8B-B14F-4D97-AF65-F5344CB8AC3E}">
        <p14:creationId xmlns:p14="http://schemas.microsoft.com/office/powerpoint/2010/main" val="1792862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DC2CA-85FD-FFDA-01F2-F5BADBACD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A58BF2-7C9B-4A96-CA7A-79D4308D6EEA}"/>
              </a:ext>
            </a:extLst>
          </p:cNvPr>
          <p:cNvSpPr>
            <a:spLocks noGrp="1"/>
          </p:cNvSpPr>
          <p:nvPr>
            <p:ph type="ctrTitle"/>
          </p:nvPr>
        </p:nvSpPr>
        <p:spPr>
          <a:xfrm>
            <a:off x="272085" y="940631"/>
            <a:ext cx="8578244" cy="693616"/>
          </a:xfrm>
        </p:spPr>
        <p:txBody>
          <a:bodyPr anchor="t">
            <a:normAutofit/>
          </a:bodyPr>
          <a:lstStyle/>
          <a:p>
            <a:r>
              <a:rPr lang="en-US" sz="4100"/>
              <a:t>Architecture</a:t>
            </a:r>
          </a:p>
        </p:txBody>
      </p:sp>
      <p:sp>
        <p:nvSpPr>
          <p:cNvPr id="5" name="TextBox 4">
            <a:extLst>
              <a:ext uri="{FF2B5EF4-FFF2-40B4-BE49-F238E27FC236}">
                <a16:creationId xmlns:a16="http://schemas.microsoft.com/office/drawing/2014/main" id="{3618A762-7582-0387-7B7C-C38EBC190563}"/>
              </a:ext>
            </a:extLst>
          </p:cNvPr>
          <p:cNvSpPr txBox="1"/>
          <p:nvPr/>
        </p:nvSpPr>
        <p:spPr>
          <a:xfrm>
            <a:off x="300188" y="2931459"/>
            <a:ext cx="2944906" cy="1754326"/>
          </a:xfrm>
          <a:prstGeom prst="rect">
            <a:avLst/>
          </a:prstGeom>
          <a:noFill/>
        </p:spPr>
        <p:txBody>
          <a:bodyPr wrap="square" rtlCol="0">
            <a:spAutoFit/>
          </a:bodyPr>
          <a:lstStyle/>
          <a:p>
            <a:r>
              <a:rPr lang="en-US" b="1" dirty="0"/>
              <a:t>Done</a:t>
            </a:r>
            <a:r>
              <a:rPr lang="en-US" dirty="0"/>
              <a:t>:</a:t>
            </a:r>
          </a:p>
          <a:p>
            <a:pPr marL="285750" indent="-285750">
              <a:buFont typeface="Arial" panose="020B0604020202020204" pitchFamily="34" charset="0"/>
              <a:buChar char="•"/>
            </a:pPr>
            <a:r>
              <a:rPr lang="en-US" dirty="0"/>
              <a:t>Unity Environment (deterministic) </a:t>
            </a:r>
            <a:br>
              <a:rPr lang="en-US" dirty="0"/>
            </a:br>
            <a:endParaRPr lang="en-US" dirty="0"/>
          </a:p>
          <a:p>
            <a:pPr marL="285750" indent="-285750">
              <a:buFont typeface="Arial" panose="020B0604020202020204" pitchFamily="34" charset="0"/>
              <a:buChar char="•"/>
            </a:pPr>
            <a:r>
              <a:rPr lang="en-US" dirty="0"/>
              <a:t>NN architecture</a:t>
            </a:r>
            <a:br>
              <a:rPr lang="en-US" dirty="0"/>
            </a:br>
            <a:endParaRPr lang="en-US" dirty="0"/>
          </a:p>
        </p:txBody>
      </p:sp>
      <p:sp>
        <p:nvSpPr>
          <p:cNvPr id="6" name="TextBox 5">
            <a:extLst>
              <a:ext uri="{FF2B5EF4-FFF2-40B4-BE49-F238E27FC236}">
                <a16:creationId xmlns:a16="http://schemas.microsoft.com/office/drawing/2014/main" id="{79EFC0E2-DC2F-6E51-049B-0F89A4D439AE}"/>
              </a:ext>
            </a:extLst>
          </p:cNvPr>
          <p:cNvSpPr txBox="1"/>
          <p:nvPr/>
        </p:nvSpPr>
        <p:spPr>
          <a:xfrm>
            <a:off x="272085" y="4685785"/>
            <a:ext cx="2944906" cy="1477328"/>
          </a:xfrm>
          <a:prstGeom prst="rect">
            <a:avLst/>
          </a:prstGeom>
          <a:noFill/>
        </p:spPr>
        <p:txBody>
          <a:bodyPr wrap="square" rtlCol="0">
            <a:spAutoFit/>
          </a:bodyPr>
          <a:lstStyle/>
          <a:p>
            <a:r>
              <a:rPr lang="en-US" b="1" dirty="0"/>
              <a:t>TODO</a:t>
            </a:r>
            <a:r>
              <a:rPr lang="en-US" dirty="0"/>
              <a:t>:</a:t>
            </a:r>
          </a:p>
          <a:p>
            <a:pPr marL="285750" indent="-285750">
              <a:buFont typeface="Arial" panose="020B0604020202020204" pitchFamily="34" charset="0"/>
              <a:buChar char="•"/>
            </a:pPr>
            <a:r>
              <a:rPr lang="en-US" dirty="0"/>
              <a:t>Unity Environment (Stochastic) </a:t>
            </a:r>
            <a:br>
              <a:rPr lang="en-US" dirty="0"/>
            </a:br>
            <a:endParaRPr lang="en-US" dirty="0"/>
          </a:p>
          <a:p>
            <a:pPr marL="285750" indent="-285750">
              <a:buFont typeface="Arial" panose="020B0604020202020204" pitchFamily="34" charset="0"/>
              <a:buChar char="•"/>
            </a:pPr>
            <a:r>
              <a:rPr lang="en-US" dirty="0"/>
              <a:t>Training</a:t>
            </a:r>
          </a:p>
        </p:txBody>
      </p:sp>
      <p:pic>
        <p:nvPicPr>
          <p:cNvPr id="10" name="Picture 9">
            <a:extLst>
              <a:ext uri="{FF2B5EF4-FFF2-40B4-BE49-F238E27FC236}">
                <a16:creationId xmlns:a16="http://schemas.microsoft.com/office/drawing/2014/main" id="{C134C15E-6297-05E1-DD3D-D6A36AAFA3ED}"/>
              </a:ext>
            </a:extLst>
          </p:cNvPr>
          <p:cNvPicPr>
            <a:picLocks noChangeAspect="1"/>
          </p:cNvPicPr>
          <p:nvPr/>
        </p:nvPicPr>
        <p:blipFill>
          <a:blip r:embed="rId3"/>
          <a:stretch>
            <a:fillRect/>
          </a:stretch>
        </p:blipFill>
        <p:spPr>
          <a:xfrm>
            <a:off x="3566085" y="1607508"/>
            <a:ext cx="7772400" cy="4397696"/>
          </a:xfrm>
          <a:prstGeom prst="rect">
            <a:avLst/>
          </a:prstGeom>
        </p:spPr>
      </p:pic>
    </p:spTree>
    <p:extLst>
      <p:ext uri="{BB962C8B-B14F-4D97-AF65-F5344CB8AC3E}">
        <p14:creationId xmlns:p14="http://schemas.microsoft.com/office/powerpoint/2010/main" val="2951521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6DED-A746-04A9-31E3-CD3209F9E6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6053D-F3EA-D4FD-9FA9-099E374156D7}"/>
              </a:ext>
            </a:extLst>
          </p:cNvPr>
          <p:cNvSpPr>
            <a:spLocks noGrp="1"/>
          </p:cNvSpPr>
          <p:nvPr>
            <p:ph type="ctrTitle"/>
          </p:nvPr>
        </p:nvSpPr>
        <p:spPr>
          <a:xfrm>
            <a:off x="192910" y="788183"/>
            <a:ext cx="11806180" cy="817809"/>
          </a:xfrm>
        </p:spPr>
        <p:txBody>
          <a:bodyPr>
            <a:normAutofit/>
          </a:bodyPr>
          <a:lstStyle/>
          <a:p>
            <a:r>
              <a:rPr lang="en-US" dirty="0"/>
              <a:t>Unity Simulation Environment</a:t>
            </a:r>
          </a:p>
        </p:txBody>
      </p:sp>
      <p:sp>
        <p:nvSpPr>
          <p:cNvPr id="6" name="TextBox 5">
            <a:extLst>
              <a:ext uri="{FF2B5EF4-FFF2-40B4-BE49-F238E27FC236}">
                <a16:creationId xmlns:a16="http://schemas.microsoft.com/office/drawing/2014/main" id="{BBA5FD5A-3818-0F42-8FA3-43A88C168990}"/>
              </a:ext>
            </a:extLst>
          </p:cNvPr>
          <p:cNvSpPr txBox="1"/>
          <p:nvPr/>
        </p:nvSpPr>
        <p:spPr>
          <a:xfrm>
            <a:off x="376518" y="1855694"/>
            <a:ext cx="11483788"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Central orchestrator</a:t>
            </a:r>
            <a:r>
              <a:rPr lang="en-US" dirty="0"/>
              <a:t>: </a:t>
            </a:r>
            <a:r>
              <a:rPr lang="en-US" dirty="0" err="1"/>
              <a:t>SimulationBridge</a:t>
            </a:r>
            <a:br>
              <a:rPr lang="en-US" dirty="0"/>
            </a:br>
            <a:endParaRPr lang="en-US" dirty="0"/>
          </a:p>
          <a:p>
            <a:pPr marL="285750" indent="-285750">
              <a:buFont typeface="Arial" panose="020B0604020202020204" pitchFamily="34" charset="0"/>
              <a:buChar char="•"/>
            </a:pPr>
            <a:r>
              <a:rPr lang="en-US" b="1" dirty="0"/>
              <a:t>Subsystems:</a:t>
            </a:r>
          </a:p>
          <a:p>
            <a:pPr marL="742950" lvl="1" indent="-285750">
              <a:buFont typeface="Arial" panose="020B0604020202020204" pitchFamily="34" charset="0"/>
              <a:buChar char="•"/>
            </a:pPr>
            <a:r>
              <a:rPr lang="en-US" dirty="0" err="1"/>
              <a:t>FactoryLayoutManager</a:t>
            </a:r>
            <a:br>
              <a:rPr lang="en-US" dirty="0"/>
            </a:br>
            <a:endParaRPr lang="en-US" dirty="0"/>
          </a:p>
          <a:p>
            <a:pPr marL="742950" lvl="1" indent="-285750">
              <a:buFont typeface="Arial" panose="020B0604020202020204" pitchFamily="34" charset="0"/>
              <a:buChar char="•"/>
            </a:pPr>
            <a:r>
              <a:rPr lang="en-US" dirty="0" err="1"/>
              <a:t>TrafficZoneManager</a:t>
            </a:r>
            <a:br>
              <a:rPr lang="en-US" dirty="0"/>
            </a:br>
            <a:endParaRPr lang="en-US" dirty="0"/>
          </a:p>
          <a:p>
            <a:pPr marL="742950" lvl="1" indent="-285750">
              <a:buFont typeface="Arial" panose="020B0604020202020204" pitchFamily="34" charset="0"/>
              <a:buChar char="•"/>
            </a:pPr>
            <a:r>
              <a:rPr lang="en-US" dirty="0" err="1"/>
              <a:t>PhysicalMachine</a:t>
            </a:r>
            <a:br>
              <a:rPr lang="en-US" dirty="0"/>
            </a:br>
            <a:endParaRPr lang="en-US" dirty="0"/>
          </a:p>
          <a:p>
            <a:pPr marL="742950" lvl="1" indent="-285750">
              <a:buFont typeface="Arial" panose="020B0604020202020204" pitchFamily="34" charset="0"/>
              <a:buChar char="•"/>
            </a:pPr>
            <a:r>
              <a:rPr lang="en-US" dirty="0" err="1"/>
              <a:t>AGVController</a:t>
            </a:r>
            <a:br>
              <a:rPr lang="en-US" dirty="0"/>
            </a:br>
            <a:endParaRPr lang="en-US" b="1" dirty="0"/>
          </a:p>
          <a:p>
            <a:pPr marL="285750" indent="-285750">
              <a:buFont typeface="Arial" panose="020B0604020202020204" pitchFamily="34" charset="0"/>
              <a:buChar char="•"/>
            </a:pPr>
            <a:r>
              <a:rPr lang="en-US" b="1" dirty="0"/>
              <a:t>Observation Builder: </a:t>
            </a:r>
            <a:r>
              <a:rPr lang="en-US" dirty="0"/>
              <a:t>Beginning of bridge architecture</a:t>
            </a:r>
            <a:endParaRPr lang="en-US" b="1" dirty="0"/>
          </a:p>
        </p:txBody>
      </p:sp>
    </p:spTree>
    <p:extLst>
      <p:ext uri="{BB962C8B-B14F-4D97-AF65-F5344CB8AC3E}">
        <p14:creationId xmlns:p14="http://schemas.microsoft.com/office/powerpoint/2010/main" val="11716632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6E19-56CC-55D7-A853-7229DBDFAD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A82B94-EE89-5412-5183-41C00DB00330}"/>
              </a:ext>
            </a:extLst>
          </p:cNvPr>
          <p:cNvSpPr>
            <a:spLocks noGrp="1"/>
          </p:cNvSpPr>
          <p:nvPr>
            <p:ph type="ctrTitle"/>
          </p:nvPr>
        </p:nvSpPr>
        <p:spPr>
          <a:xfrm>
            <a:off x="192910" y="788183"/>
            <a:ext cx="11806180" cy="817809"/>
          </a:xfrm>
        </p:spPr>
        <p:txBody>
          <a:bodyPr>
            <a:normAutofit/>
          </a:bodyPr>
          <a:lstStyle/>
          <a:p>
            <a:r>
              <a:rPr lang="en-US" dirty="0"/>
              <a:t>Unity Simulation Environment</a:t>
            </a:r>
          </a:p>
        </p:txBody>
      </p:sp>
      <p:sp>
        <p:nvSpPr>
          <p:cNvPr id="6" name="TextBox 5">
            <a:extLst>
              <a:ext uri="{FF2B5EF4-FFF2-40B4-BE49-F238E27FC236}">
                <a16:creationId xmlns:a16="http://schemas.microsoft.com/office/drawing/2014/main" id="{73642807-1E47-C979-D20E-85D4FE36EEC2}"/>
              </a:ext>
            </a:extLst>
          </p:cNvPr>
          <p:cNvSpPr txBox="1"/>
          <p:nvPr/>
        </p:nvSpPr>
        <p:spPr>
          <a:xfrm>
            <a:off x="376518" y="1855694"/>
            <a:ext cx="11483788"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Central orchestrator</a:t>
            </a:r>
            <a:r>
              <a:rPr lang="en-US" dirty="0"/>
              <a:t>: </a:t>
            </a:r>
            <a:r>
              <a:rPr lang="en-US" dirty="0" err="1"/>
              <a:t>SimulationBridge</a:t>
            </a:r>
            <a:endParaRPr lang="en-US" dirty="0"/>
          </a:p>
          <a:p>
            <a:pPr marL="742950" lvl="1" indent="-285750">
              <a:buFont typeface="Arial" panose="020B0604020202020204" pitchFamily="34" charset="0"/>
              <a:buChar char="•"/>
            </a:pPr>
            <a:r>
              <a:rPr lang="en-US" dirty="0"/>
              <a:t>Start:</a:t>
            </a:r>
          </a:p>
          <a:p>
            <a:pPr marL="1200150" lvl="2" indent="-285750">
              <a:buFont typeface="Arial" panose="020B0604020202020204" pitchFamily="34" charset="0"/>
              <a:buChar char="•"/>
            </a:pPr>
            <a:r>
              <a:rPr lang="en-US" dirty="0">
                <a:hlinkClick r:id="rId3"/>
              </a:rPr>
              <a:t>https://github.com/meaton96/Capstone/blob/main/Capstone/Assets/Scripts/Simulation/SimulationBridge.cs#L130</a:t>
            </a:r>
            <a:r>
              <a:rPr lang="en-US" dirty="0"/>
              <a:t> </a:t>
            </a:r>
          </a:p>
          <a:p>
            <a:pPr marL="742950" lvl="1" indent="-285750">
              <a:buFont typeface="Arial" panose="020B0604020202020204" pitchFamily="34" charset="0"/>
              <a:buChar char="•"/>
            </a:pPr>
            <a:r>
              <a:rPr lang="en-US" dirty="0"/>
              <a:t>Update:</a:t>
            </a:r>
          </a:p>
          <a:p>
            <a:pPr marL="1200150" lvl="2" indent="-285750">
              <a:buFont typeface="Arial" panose="020B0604020202020204" pitchFamily="34" charset="0"/>
              <a:buChar char="•"/>
            </a:pPr>
            <a:r>
              <a:rPr lang="en-US" dirty="0">
                <a:hlinkClick r:id="rId4"/>
              </a:rPr>
              <a:t>https://github.com/meaton96/Capstone/blob/main/Capstone/Assets/Scripts/Simulation/SimulationBridge.cs#L217</a:t>
            </a:r>
            <a:endParaRPr lang="en-US" dirty="0"/>
          </a:p>
          <a:p>
            <a:pPr marL="742950" lvl="1" indent="-285750">
              <a:buFont typeface="Arial" panose="020B0604020202020204" pitchFamily="34" charset="0"/>
              <a:buChar char="•"/>
            </a:pPr>
            <a:r>
              <a:rPr lang="en-US" dirty="0"/>
              <a:t>Step + Dispatching </a:t>
            </a:r>
          </a:p>
          <a:p>
            <a:pPr marL="1200150" lvl="2" indent="-285750">
              <a:buFont typeface="Arial" panose="020B0604020202020204" pitchFamily="34" charset="0"/>
              <a:buChar char="•"/>
            </a:pPr>
            <a:r>
              <a:rPr lang="en-US" dirty="0">
                <a:hlinkClick r:id="rId5"/>
              </a:rPr>
              <a:t>https://github.com/meaton96/Capstone/blob/main/Capstone/Assets/Scripts/Simulation/SimulationBridge.cs#L433</a:t>
            </a:r>
            <a:r>
              <a:rPr lang="en-US" dirty="0"/>
              <a:t> </a:t>
            </a:r>
          </a:p>
          <a:p>
            <a:pPr marL="742950" lvl="1" indent="-285750">
              <a:buFont typeface="Arial" panose="020B0604020202020204" pitchFamily="34" charset="0"/>
              <a:buChar char="•"/>
            </a:pPr>
            <a:r>
              <a:rPr lang="en-US" dirty="0"/>
              <a:t>Episode End</a:t>
            </a:r>
          </a:p>
          <a:p>
            <a:pPr marL="1200150" lvl="2" indent="-285750">
              <a:buFont typeface="Arial" panose="020B0604020202020204" pitchFamily="34" charset="0"/>
              <a:buChar char="•"/>
            </a:pPr>
            <a:r>
              <a:rPr lang="en-US" dirty="0">
                <a:hlinkClick r:id="rId6"/>
              </a:rPr>
              <a:t>https://github.com/meaton96/Capstone/blob/main/Capstone/Assets/Scripts/Simulation/SimulationBridge.cs#L666</a:t>
            </a:r>
            <a:r>
              <a:rPr lang="en-US" dirty="0"/>
              <a:t> </a:t>
            </a:r>
            <a:br>
              <a:rPr lang="en-US" dirty="0"/>
            </a:br>
            <a:endParaRPr lang="en-US" b="1" dirty="0"/>
          </a:p>
        </p:txBody>
      </p:sp>
    </p:spTree>
    <p:extLst>
      <p:ext uri="{BB962C8B-B14F-4D97-AF65-F5344CB8AC3E}">
        <p14:creationId xmlns:p14="http://schemas.microsoft.com/office/powerpoint/2010/main" val="43995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60ACB-C52B-9D23-730E-ACC9040B8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C1A6D5-4DBF-31D5-CF11-E3C3C888B8EC}"/>
              </a:ext>
            </a:extLst>
          </p:cNvPr>
          <p:cNvSpPr>
            <a:spLocks noGrp="1"/>
          </p:cNvSpPr>
          <p:nvPr>
            <p:ph type="ctrTitle"/>
          </p:nvPr>
        </p:nvSpPr>
        <p:spPr>
          <a:xfrm>
            <a:off x="192910" y="788183"/>
            <a:ext cx="11806180" cy="817809"/>
          </a:xfrm>
        </p:spPr>
        <p:txBody>
          <a:bodyPr>
            <a:normAutofit/>
          </a:bodyPr>
          <a:lstStyle/>
          <a:p>
            <a:r>
              <a:rPr lang="en-US" dirty="0"/>
              <a:t>Unity Simulation Environment</a:t>
            </a:r>
          </a:p>
        </p:txBody>
      </p:sp>
      <p:sp>
        <p:nvSpPr>
          <p:cNvPr id="6" name="TextBox 5">
            <a:extLst>
              <a:ext uri="{FF2B5EF4-FFF2-40B4-BE49-F238E27FC236}">
                <a16:creationId xmlns:a16="http://schemas.microsoft.com/office/drawing/2014/main" id="{49F75066-4E2E-8409-080C-B23C28B2D575}"/>
              </a:ext>
            </a:extLst>
          </p:cNvPr>
          <p:cNvSpPr txBox="1"/>
          <p:nvPr/>
        </p:nvSpPr>
        <p:spPr>
          <a:xfrm>
            <a:off x="376518" y="1855694"/>
            <a:ext cx="11483788" cy="3416320"/>
          </a:xfrm>
          <a:prstGeom prst="rect">
            <a:avLst/>
          </a:prstGeom>
          <a:noFill/>
        </p:spPr>
        <p:txBody>
          <a:bodyPr wrap="square" rtlCol="0">
            <a:spAutoFit/>
          </a:bodyPr>
          <a:lstStyle/>
          <a:p>
            <a:pPr marL="285750" indent="-285750">
              <a:buFont typeface="Arial" panose="020B0604020202020204" pitchFamily="34" charset="0"/>
              <a:buChar char="•"/>
            </a:pPr>
            <a:r>
              <a:rPr lang="en-US" b="1" dirty="0"/>
              <a:t>AGVs</a:t>
            </a:r>
            <a:r>
              <a:rPr lang="en-US" dirty="0"/>
              <a:t>: </a:t>
            </a:r>
            <a:r>
              <a:rPr lang="en-US" dirty="0" err="1"/>
              <a:t>AGVController</a:t>
            </a:r>
            <a:r>
              <a:rPr lang="en-US" dirty="0"/>
              <a:t> + </a:t>
            </a:r>
            <a:r>
              <a:rPr lang="en-US" dirty="0" err="1"/>
              <a:t>AGVPool</a:t>
            </a:r>
            <a:endParaRPr lang="en-US" dirty="0"/>
          </a:p>
          <a:p>
            <a:pPr marL="742950" lvl="1" indent="-285750">
              <a:buFont typeface="Arial" panose="020B0604020202020204" pitchFamily="34" charset="0"/>
              <a:buChar char="•"/>
            </a:pPr>
            <a:r>
              <a:rPr lang="en-US" dirty="0"/>
              <a:t>Dispatch/</a:t>
            </a:r>
            <a:r>
              <a:rPr lang="en-US" dirty="0" err="1"/>
              <a:t>PreDispatch</a:t>
            </a:r>
            <a:r>
              <a:rPr lang="en-US" dirty="0"/>
              <a:t>:</a:t>
            </a:r>
          </a:p>
          <a:p>
            <a:pPr marL="1200150" lvl="2" indent="-285750">
              <a:buFont typeface="Arial" panose="020B0604020202020204" pitchFamily="34" charset="0"/>
              <a:buChar char="•"/>
            </a:pPr>
            <a:r>
              <a:rPr lang="en-US" dirty="0">
                <a:hlinkClick r:id="rId3"/>
              </a:rPr>
              <a:t>https://github.com/meaton96/Capstone/blob/main/Capstone/Assets/Scripts/Simulation/AGV/AGVController.cs#L159</a:t>
            </a:r>
            <a:r>
              <a:rPr lang="en-US" dirty="0"/>
              <a:t> </a:t>
            </a:r>
          </a:p>
          <a:p>
            <a:pPr marL="742950" lvl="1" indent="-285750">
              <a:buFont typeface="Arial" panose="020B0604020202020204" pitchFamily="34" charset="0"/>
              <a:buChar char="•"/>
            </a:pPr>
            <a:r>
              <a:rPr lang="en-US" dirty="0" err="1"/>
              <a:t>FixedUpdate</a:t>
            </a:r>
            <a:endParaRPr lang="en-US" dirty="0"/>
          </a:p>
          <a:p>
            <a:pPr marL="1200150" lvl="2" indent="-285750">
              <a:buFont typeface="Arial" panose="020B0604020202020204" pitchFamily="34" charset="0"/>
              <a:buChar char="•"/>
            </a:pPr>
            <a:r>
              <a:rPr lang="en-US" dirty="0">
                <a:hlinkClick r:id="rId4"/>
              </a:rPr>
              <a:t>https://github.com/meaton96/Capstone/blob/main/Capstone/Assets/Scripts/Simulation/AGV/AGVController.cs#L298</a:t>
            </a:r>
            <a:r>
              <a:rPr lang="en-US" dirty="0"/>
              <a:t> </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Waypoint/Travel management:</a:t>
            </a:r>
          </a:p>
          <a:p>
            <a:pPr marL="1200150" lvl="2" indent="-285750">
              <a:buFont typeface="Arial" panose="020B0604020202020204" pitchFamily="34" charset="0"/>
              <a:buChar char="•"/>
            </a:pPr>
            <a:r>
              <a:rPr lang="en-US" dirty="0">
                <a:hlinkClick r:id="rId5"/>
              </a:rPr>
              <a:t>https://github.com/meaton96/Capstone/blob/main/Capstone/Assets/Scripts/Simulation/AGV/AGVController.cs#L521</a:t>
            </a:r>
            <a:r>
              <a:rPr lang="en-US" dirty="0"/>
              <a:t> </a:t>
            </a:r>
            <a:br>
              <a:rPr lang="en-US" dirty="0"/>
            </a:br>
            <a:endParaRPr lang="en-US" b="1" dirty="0"/>
          </a:p>
        </p:txBody>
      </p:sp>
    </p:spTree>
    <p:extLst>
      <p:ext uri="{BB962C8B-B14F-4D97-AF65-F5344CB8AC3E}">
        <p14:creationId xmlns:p14="http://schemas.microsoft.com/office/powerpoint/2010/main" val="38397510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14447-1A2F-C468-7A60-B7FDD2386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2046D-6F68-72CB-A442-D34E5A4CB824}"/>
              </a:ext>
            </a:extLst>
          </p:cNvPr>
          <p:cNvSpPr>
            <a:spLocks noGrp="1"/>
          </p:cNvSpPr>
          <p:nvPr>
            <p:ph type="ctrTitle"/>
          </p:nvPr>
        </p:nvSpPr>
        <p:spPr>
          <a:xfrm>
            <a:off x="192910" y="774736"/>
            <a:ext cx="11806180" cy="817809"/>
          </a:xfrm>
        </p:spPr>
        <p:txBody>
          <a:bodyPr/>
          <a:lstStyle/>
          <a:p>
            <a:r>
              <a:rPr lang="en-US" dirty="0"/>
              <a:t>RL Interface (C# - Python Bridge)</a:t>
            </a:r>
          </a:p>
        </p:txBody>
      </p:sp>
      <p:sp>
        <p:nvSpPr>
          <p:cNvPr id="4" name="TextBox 3">
            <a:extLst>
              <a:ext uri="{FF2B5EF4-FFF2-40B4-BE49-F238E27FC236}">
                <a16:creationId xmlns:a16="http://schemas.microsoft.com/office/drawing/2014/main" id="{8B2FA972-D7A2-F85D-3A48-0177DC430503}"/>
              </a:ext>
            </a:extLst>
          </p:cNvPr>
          <p:cNvSpPr txBox="1"/>
          <p:nvPr/>
        </p:nvSpPr>
        <p:spPr>
          <a:xfrm>
            <a:off x="914400" y="1592545"/>
            <a:ext cx="9399494" cy="2308324"/>
          </a:xfrm>
          <a:prstGeom prst="rect">
            <a:avLst/>
          </a:prstGeom>
          <a:noFill/>
        </p:spPr>
        <p:txBody>
          <a:bodyPr wrap="square" rtlCol="0">
            <a:spAutoFit/>
          </a:bodyPr>
          <a:lstStyle/>
          <a:p>
            <a:pPr marL="285750" indent="-285750">
              <a:buFont typeface="Arial" panose="020B0604020202020204" pitchFamily="34" charset="0"/>
              <a:buChar char="•"/>
            </a:pPr>
            <a:r>
              <a:rPr lang="en-US" dirty="0"/>
              <a:t>Built on </a:t>
            </a:r>
            <a:r>
              <a:rPr lang="en-US" b="1" dirty="0"/>
              <a:t>Unity ML-Agents</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US" b="1" dirty="0"/>
              <a:t>Flow: </a:t>
            </a:r>
            <a:r>
              <a:rPr lang="en-US" dirty="0"/>
              <a:t>Orchestrator -&gt; Observation Builder -&gt; Scheduling Agent -&gt; Floats transmitted via </a:t>
            </a:r>
            <a:r>
              <a:rPr lang="en-US" dirty="0" err="1"/>
              <a:t>gRPC</a:t>
            </a: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decouples the simulation from the learning algorithm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7" name="Picture 6">
            <a:extLst>
              <a:ext uri="{FF2B5EF4-FFF2-40B4-BE49-F238E27FC236}">
                <a16:creationId xmlns:a16="http://schemas.microsoft.com/office/drawing/2014/main" id="{53060463-788C-0289-09B0-8F7357E3E875}"/>
              </a:ext>
            </a:extLst>
          </p:cNvPr>
          <p:cNvPicPr>
            <a:picLocks noChangeAspect="1"/>
          </p:cNvPicPr>
          <p:nvPr/>
        </p:nvPicPr>
        <p:blipFill>
          <a:blip r:embed="rId3"/>
          <a:stretch>
            <a:fillRect/>
          </a:stretch>
        </p:blipFill>
        <p:spPr>
          <a:xfrm>
            <a:off x="2815478" y="3429000"/>
            <a:ext cx="6561044" cy="2987142"/>
          </a:xfrm>
          <a:prstGeom prst="rect">
            <a:avLst/>
          </a:prstGeom>
        </p:spPr>
      </p:pic>
    </p:spTree>
    <p:extLst>
      <p:ext uri="{BB962C8B-B14F-4D97-AF65-F5344CB8AC3E}">
        <p14:creationId xmlns:p14="http://schemas.microsoft.com/office/powerpoint/2010/main" val="4116714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74225-C85B-BFE4-6129-AF0739364C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78F22-82F0-0310-EBC4-72D3AA28158F}"/>
              </a:ext>
            </a:extLst>
          </p:cNvPr>
          <p:cNvSpPr>
            <a:spLocks noGrp="1"/>
          </p:cNvSpPr>
          <p:nvPr>
            <p:ph type="ctrTitle"/>
          </p:nvPr>
        </p:nvSpPr>
        <p:spPr>
          <a:xfrm>
            <a:off x="192910" y="815077"/>
            <a:ext cx="11806180" cy="817809"/>
          </a:xfrm>
        </p:spPr>
        <p:txBody>
          <a:bodyPr>
            <a:normAutofit fontScale="90000"/>
          </a:bodyPr>
          <a:lstStyle/>
          <a:p>
            <a:r>
              <a:rPr lang="en-US" dirty="0"/>
              <a:t>ML-Agents Bridge &amp; Gymnasium Wrapper</a:t>
            </a:r>
          </a:p>
        </p:txBody>
      </p:sp>
      <p:sp>
        <p:nvSpPr>
          <p:cNvPr id="3" name="TextBox 2">
            <a:extLst>
              <a:ext uri="{FF2B5EF4-FFF2-40B4-BE49-F238E27FC236}">
                <a16:creationId xmlns:a16="http://schemas.microsoft.com/office/drawing/2014/main" id="{98F96140-95DA-302D-2991-6D0CB741EE8A}"/>
              </a:ext>
            </a:extLst>
          </p:cNvPr>
          <p:cNvSpPr txBox="1"/>
          <p:nvPr/>
        </p:nvSpPr>
        <p:spPr>
          <a:xfrm>
            <a:off x="887506" y="2097741"/>
            <a:ext cx="9654987" cy="3139321"/>
          </a:xfrm>
          <a:prstGeom prst="rect">
            <a:avLst/>
          </a:prstGeom>
          <a:noFill/>
        </p:spPr>
        <p:txBody>
          <a:bodyPr wrap="square" rtlCol="0">
            <a:spAutoFit/>
          </a:bodyPr>
          <a:lstStyle/>
          <a:p>
            <a:r>
              <a:rPr lang="en-US" b="1" dirty="0"/>
              <a:t>Collect Observations: </a:t>
            </a:r>
            <a:r>
              <a:rPr lang="en-US" dirty="0">
                <a:hlinkClick r:id="rId2"/>
              </a:rPr>
              <a:t>https://github.com/meaton96/Capstone/blob/main/Capstone/Assets/Scripts/Simulation/SchedulingAgent.cs#L150</a:t>
            </a:r>
            <a:r>
              <a:rPr lang="en-US" dirty="0"/>
              <a:t> </a:t>
            </a:r>
          </a:p>
          <a:p>
            <a:endParaRPr lang="en-US" b="1" dirty="0"/>
          </a:p>
          <a:p>
            <a:r>
              <a:rPr lang="en-US" b="1" dirty="0"/>
              <a:t>Action Received:</a:t>
            </a:r>
          </a:p>
          <a:p>
            <a:r>
              <a:rPr lang="en-US" dirty="0">
                <a:hlinkClick r:id="rId3"/>
              </a:rPr>
              <a:t>https://github.com/meaton96/Capstone/blob/main/Capstone/Assets/Scripts/Simulation/SchedulingAgent.cs#L181</a:t>
            </a:r>
            <a:r>
              <a:rPr lang="en-US" b="1" dirty="0"/>
              <a:t> </a:t>
            </a:r>
          </a:p>
          <a:p>
            <a:endParaRPr lang="en-US" b="1" dirty="0"/>
          </a:p>
          <a:p>
            <a:r>
              <a:rPr lang="en-US" b="1" dirty="0"/>
              <a:t>Python Side:</a:t>
            </a:r>
          </a:p>
          <a:p>
            <a:r>
              <a:rPr lang="en-US" dirty="0">
                <a:hlinkClick r:id="rId4"/>
              </a:rPr>
              <a:t>https://github.com/meaton96/Capstone/blob/main/env/mlagent_env/unity_env.py#L42</a:t>
            </a:r>
            <a:r>
              <a:rPr lang="en-US" dirty="0"/>
              <a:t> </a:t>
            </a:r>
          </a:p>
          <a:p>
            <a:pPr marL="285750" indent="-285750">
              <a:buFont typeface="Arial" panose="020B0604020202020204" pitchFamily="34" charset="0"/>
              <a:buChar char="•"/>
            </a:pPr>
            <a:endParaRPr lang="en-US" b="1" dirty="0"/>
          </a:p>
        </p:txBody>
      </p:sp>
    </p:spTree>
    <p:extLst>
      <p:ext uri="{BB962C8B-B14F-4D97-AF65-F5344CB8AC3E}">
        <p14:creationId xmlns:p14="http://schemas.microsoft.com/office/powerpoint/2010/main" val="902494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FB6B-BC18-770D-9A2F-E565C36DB5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3D3E09-2BE1-9E77-B419-2ECC1617C460}"/>
              </a:ext>
            </a:extLst>
          </p:cNvPr>
          <p:cNvSpPr>
            <a:spLocks noGrp="1"/>
          </p:cNvSpPr>
          <p:nvPr>
            <p:ph type="ctrTitle"/>
          </p:nvPr>
        </p:nvSpPr>
        <p:spPr>
          <a:xfrm>
            <a:off x="386786" y="863428"/>
            <a:ext cx="4728553" cy="1227562"/>
          </a:xfrm>
        </p:spPr>
        <p:txBody>
          <a:bodyPr lIns="0" tIns="0" rIns="0" bIns="0" anchor="t" anchorCtr="0">
            <a:normAutofit/>
          </a:bodyPr>
          <a:lstStyle/>
          <a:p>
            <a:r>
              <a:rPr lang="en-US" b="1" kern="1200" dirty="0">
                <a:latin typeface="+mj-lt"/>
                <a:ea typeface="+mj-ea"/>
                <a:cs typeface="+mj-cs"/>
              </a:rPr>
              <a:t>State Space Formulation</a:t>
            </a:r>
          </a:p>
        </p:txBody>
      </p:sp>
      <p:pic>
        <p:nvPicPr>
          <p:cNvPr id="5" name="Picture 4">
            <a:extLst>
              <a:ext uri="{FF2B5EF4-FFF2-40B4-BE49-F238E27FC236}">
                <a16:creationId xmlns:a16="http://schemas.microsoft.com/office/drawing/2014/main" id="{F0F16088-4E48-2AE9-96FD-31C7EE81276C}"/>
              </a:ext>
            </a:extLst>
          </p:cNvPr>
          <p:cNvPicPr>
            <a:picLocks noChangeAspect="1"/>
          </p:cNvPicPr>
          <p:nvPr/>
        </p:nvPicPr>
        <p:blipFill>
          <a:blip r:embed="rId3"/>
          <a:stretch>
            <a:fillRect/>
          </a:stretch>
        </p:blipFill>
        <p:spPr>
          <a:xfrm>
            <a:off x="5283199" y="2492604"/>
            <a:ext cx="6578837" cy="1381554"/>
          </a:xfrm>
          <a:prstGeom prst="rect">
            <a:avLst/>
          </a:prstGeom>
          <a:noFill/>
        </p:spPr>
      </p:pic>
      <p:sp>
        <p:nvSpPr>
          <p:cNvPr id="3" name="TextBox 2">
            <a:extLst>
              <a:ext uri="{FF2B5EF4-FFF2-40B4-BE49-F238E27FC236}">
                <a16:creationId xmlns:a16="http://schemas.microsoft.com/office/drawing/2014/main" id="{EA7D9A2D-A81F-2934-CF4E-76DAEEDB9121}"/>
              </a:ext>
            </a:extLst>
          </p:cNvPr>
          <p:cNvSpPr txBox="1"/>
          <p:nvPr/>
        </p:nvSpPr>
        <p:spPr>
          <a:xfrm>
            <a:off x="329964" y="2407758"/>
            <a:ext cx="4732366" cy="4019935"/>
          </a:xfrm>
          <a:prstGeom prst="rect">
            <a:avLst/>
          </a:prstGeom>
        </p:spPr>
        <p:txBody>
          <a:bodyPr rtlCol="0">
            <a:noAutofit/>
          </a:bodyPr>
          <a:lstStyle/>
          <a:p>
            <a:pPr marL="228600" indent="-228600">
              <a:lnSpc>
                <a:spcPct val="90000"/>
              </a:lnSpc>
              <a:spcBef>
                <a:spcPts val="1000"/>
              </a:spcBef>
              <a:buClr>
                <a:srgbClr val="F86901"/>
              </a:buClr>
              <a:buSzPct val="100000"/>
              <a:buFont typeface="Wingdings" pitchFamily="2" charset="2"/>
              <a:buChar char="§"/>
            </a:pPr>
            <a:r>
              <a:rPr lang="en-US" b="1" kern="1200" dirty="0">
                <a:latin typeface="+mn-lt"/>
                <a:ea typeface="+mn-ea"/>
                <a:cs typeface="+mn-cs"/>
              </a:rPr>
              <a:t>Spatial occupancy grid</a:t>
            </a:r>
            <a:r>
              <a:rPr lang="en-US" kern="1200" dirty="0">
                <a:latin typeface="+mn-lt"/>
                <a:ea typeface="+mn-ea"/>
                <a:cs typeface="+mn-cs"/>
              </a:rPr>
              <a:t> — 64 x 64 x 3 tensor</a:t>
            </a:r>
          </a:p>
          <a:p>
            <a:pPr marL="228600" indent="-228600">
              <a:lnSpc>
                <a:spcPct val="90000"/>
              </a:lnSpc>
              <a:spcBef>
                <a:spcPts val="1000"/>
              </a:spcBef>
              <a:buClr>
                <a:srgbClr val="F86901"/>
              </a:buClr>
              <a:buSzPct val="100000"/>
              <a:buFont typeface="Wingdings" pitchFamily="2" charset="2"/>
              <a:buChar char="§"/>
            </a:pPr>
            <a:endParaRPr lang="en-US" kern="1200" dirty="0">
              <a:latin typeface="+mn-lt"/>
              <a:ea typeface="+mn-ea"/>
              <a:cs typeface="+mn-cs"/>
            </a:endParaRPr>
          </a:p>
          <a:p>
            <a:pPr marL="228600" indent="-228600">
              <a:lnSpc>
                <a:spcPct val="90000"/>
              </a:lnSpc>
              <a:spcBef>
                <a:spcPts val="1000"/>
              </a:spcBef>
              <a:buClr>
                <a:srgbClr val="F86901"/>
              </a:buClr>
              <a:buSzPct val="100000"/>
              <a:buFont typeface="Wingdings" pitchFamily="2" charset="2"/>
              <a:buChar char="§"/>
            </a:pPr>
            <a:r>
              <a:rPr lang="en-US" b="1" kern="1200" dirty="0">
                <a:latin typeface="+mn-lt"/>
                <a:ea typeface="+mn-ea"/>
                <a:cs typeface="+mn-cs"/>
              </a:rPr>
              <a:t>Scheduling matrix</a:t>
            </a:r>
            <a:r>
              <a:rPr lang="en-US" kern="1200" dirty="0">
                <a:latin typeface="+mn-lt"/>
                <a:ea typeface="+mn-ea"/>
                <a:cs typeface="+mn-cs"/>
              </a:rPr>
              <a:t> — n x 2m x 3</a:t>
            </a:r>
          </a:p>
          <a:p>
            <a:pPr marL="228600" indent="-228600">
              <a:lnSpc>
                <a:spcPct val="90000"/>
              </a:lnSpc>
              <a:spcBef>
                <a:spcPts val="1000"/>
              </a:spcBef>
              <a:buClr>
                <a:srgbClr val="F86901"/>
              </a:buClr>
              <a:buSzPct val="100000"/>
              <a:buFont typeface="Wingdings" pitchFamily="2" charset="2"/>
              <a:buChar char="§"/>
            </a:pPr>
            <a:endParaRPr lang="en-US" kern="1200" dirty="0">
              <a:latin typeface="+mn-lt"/>
              <a:ea typeface="+mn-ea"/>
              <a:cs typeface="+mn-cs"/>
            </a:endParaRPr>
          </a:p>
          <a:p>
            <a:pPr marL="228600" indent="-228600">
              <a:lnSpc>
                <a:spcPct val="90000"/>
              </a:lnSpc>
              <a:spcBef>
                <a:spcPts val="1000"/>
              </a:spcBef>
              <a:buClr>
                <a:srgbClr val="F86901"/>
              </a:buClr>
              <a:buSzPct val="100000"/>
              <a:buFont typeface="Wingdings" pitchFamily="2" charset="2"/>
              <a:buChar char="§"/>
            </a:pPr>
            <a:r>
              <a:rPr lang="en-US" b="1" kern="1200" dirty="0">
                <a:latin typeface="+mn-lt"/>
                <a:ea typeface="+mn-ea"/>
                <a:cs typeface="+mn-cs"/>
              </a:rPr>
              <a:t>Global scalars</a:t>
            </a:r>
            <a:r>
              <a:rPr lang="en-US" kern="1200" dirty="0">
                <a:latin typeface="+mn-lt"/>
                <a:ea typeface="+mn-ea"/>
                <a:cs typeface="+mn-cs"/>
              </a:rPr>
              <a:t> — 10-D</a:t>
            </a:r>
          </a:p>
          <a:p>
            <a:pPr marL="228600" indent="-228600">
              <a:lnSpc>
                <a:spcPct val="90000"/>
              </a:lnSpc>
              <a:spcBef>
                <a:spcPts val="1000"/>
              </a:spcBef>
              <a:buClr>
                <a:srgbClr val="F86901"/>
              </a:buClr>
              <a:buSzPct val="100000"/>
              <a:buFont typeface="Wingdings" pitchFamily="2" charset="2"/>
              <a:buChar char="§"/>
            </a:pPr>
            <a:endParaRPr lang="en-US" kern="1200" dirty="0">
              <a:latin typeface="+mn-lt"/>
              <a:ea typeface="+mn-ea"/>
              <a:cs typeface="+mn-cs"/>
            </a:endParaRPr>
          </a:p>
          <a:p>
            <a:pPr marL="228600" indent="-228600">
              <a:lnSpc>
                <a:spcPct val="90000"/>
              </a:lnSpc>
              <a:spcBef>
                <a:spcPts val="1000"/>
              </a:spcBef>
              <a:buClr>
                <a:srgbClr val="F86901"/>
              </a:buClr>
              <a:buSzPct val="100000"/>
              <a:buFont typeface="Wingdings" pitchFamily="2" charset="2"/>
              <a:buChar char="§"/>
            </a:pPr>
            <a:r>
              <a:rPr lang="en-US" b="1" kern="1200" dirty="0">
                <a:latin typeface="+mn-lt"/>
                <a:ea typeface="+mn-ea"/>
                <a:cs typeface="+mn-cs"/>
              </a:rPr>
              <a:t>Pairwise distance matrix</a:t>
            </a:r>
            <a:r>
              <a:rPr lang="en-US" kern="1200" dirty="0">
                <a:latin typeface="+mn-lt"/>
                <a:ea typeface="+mn-ea"/>
                <a:cs typeface="+mn-cs"/>
              </a:rPr>
              <a:t> — 64-D flattened</a:t>
            </a:r>
          </a:p>
          <a:p>
            <a:pPr marL="228600" indent="-228600">
              <a:lnSpc>
                <a:spcPct val="90000"/>
              </a:lnSpc>
              <a:spcBef>
                <a:spcPts val="1000"/>
              </a:spcBef>
              <a:buClr>
                <a:srgbClr val="F86901"/>
              </a:buClr>
              <a:buSzPct val="100000"/>
              <a:buFont typeface="Wingdings" pitchFamily="2" charset="2"/>
              <a:buChar char="§"/>
            </a:pPr>
            <a:endParaRPr lang="en-US" kern="1200" dirty="0">
              <a:latin typeface="+mn-lt"/>
              <a:ea typeface="+mn-ea"/>
              <a:cs typeface="+mn-cs"/>
            </a:endParaRPr>
          </a:p>
          <a:p>
            <a:pPr marL="228600" indent="-228600">
              <a:lnSpc>
                <a:spcPct val="90000"/>
              </a:lnSpc>
              <a:spcBef>
                <a:spcPts val="1000"/>
              </a:spcBef>
              <a:buClr>
                <a:srgbClr val="F86901"/>
              </a:buClr>
              <a:buSzPct val="100000"/>
              <a:buFont typeface="Wingdings" pitchFamily="2" charset="2"/>
              <a:buChar char="§"/>
            </a:pPr>
            <a:r>
              <a:rPr lang="en-US" b="1" kern="1200" dirty="0">
                <a:latin typeface="+mn-lt"/>
                <a:ea typeface="+mn-ea"/>
                <a:cs typeface="+mn-cs"/>
              </a:rPr>
              <a:t>Event flags</a:t>
            </a:r>
            <a:r>
              <a:rPr lang="en-US" kern="1200" dirty="0">
                <a:latin typeface="+mn-lt"/>
                <a:ea typeface="+mn-ea"/>
                <a:cs typeface="+mn-cs"/>
              </a:rPr>
              <a:t> — 6-D</a:t>
            </a:r>
          </a:p>
        </p:txBody>
      </p:sp>
    </p:spTree>
    <p:extLst>
      <p:ext uri="{BB962C8B-B14F-4D97-AF65-F5344CB8AC3E}">
        <p14:creationId xmlns:p14="http://schemas.microsoft.com/office/powerpoint/2010/main" val="2827773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F3C83-740C-E0FE-D8A8-3878569DA1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E1F914-CACF-61A3-0CC0-B7E25CF351CF}"/>
              </a:ext>
            </a:extLst>
          </p:cNvPr>
          <p:cNvPicPr>
            <a:picLocks noChangeAspect="1"/>
          </p:cNvPicPr>
          <p:nvPr/>
        </p:nvPicPr>
        <p:blipFill>
          <a:blip r:embed="rId3"/>
          <a:stretch>
            <a:fillRect/>
          </a:stretch>
        </p:blipFill>
        <p:spPr>
          <a:xfrm>
            <a:off x="272085" y="1927443"/>
            <a:ext cx="11677460" cy="4554208"/>
          </a:xfrm>
          <a:prstGeom prst="rect">
            <a:avLst/>
          </a:prstGeom>
          <a:noFill/>
        </p:spPr>
      </p:pic>
      <p:sp>
        <p:nvSpPr>
          <p:cNvPr id="2" name="Title 1">
            <a:extLst>
              <a:ext uri="{FF2B5EF4-FFF2-40B4-BE49-F238E27FC236}">
                <a16:creationId xmlns:a16="http://schemas.microsoft.com/office/drawing/2014/main" id="{1BDCAE24-5036-254E-231F-5743ECEEF73F}"/>
              </a:ext>
            </a:extLst>
          </p:cNvPr>
          <p:cNvSpPr>
            <a:spLocks noGrp="1"/>
          </p:cNvSpPr>
          <p:nvPr>
            <p:ph type="ctrTitle"/>
          </p:nvPr>
        </p:nvSpPr>
        <p:spPr>
          <a:xfrm>
            <a:off x="272085" y="940631"/>
            <a:ext cx="8578244" cy="693616"/>
          </a:xfrm>
        </p:spPr>
        <p:txBody>
          <a:bodyPr anchor="t">
            <a:normAutofit/>
          </a:bodyPr>
          <a:lstStyle/>
          <a:p>
            <a:r>
              <a:rPr lang="en-US" sz="4100"/>
              <a:t>Neural Network</a:t>
            </a:r>
          </a:p>
        </p:txBody>
      </p:sp>
    </p:spTree>
    <p:extLst>
      <p:ext uri="{BB962C8B-B14F-4D97-AF65-F5344CB8AC3E}">
        <p14:creationId xmlns:p14="http://schemas.microsoft.com/office/powerpoint/2010/main" val="89072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04C42-9B9A-66DC-4920-1557C1F79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C89996-1F15-1853-FE26-3B08D6F12591}"/>
              </a:ext>
            </a:extLst>
          </p:cNvPr>
          <p:cNvSpPr>
            <a:spLocks noGrp="1"/>
          </p:cNvSpPr>
          <p:nvPr>
            <p:ph type="ctrTitle"/>
          </p:nvPr>
        </p:nvSpPr>
        <p:spPr>
          <a:xfrm>
            <a:off x="192910" y="841972"/>
            <a:ext cx="11806180" cy="817809"/>
          </a:xfrm>
        </p:spPr>
        <p:txBody>
          <a:bodyPr/>
          <a:lstStyle/>
          <a:p>
            <a:r>
              <a:rPr lang="en-US" dirty="0"/>
              <a:t>State Builder &amp; Network Definition</a:t>
            </a:r>
          </a:p>
        </p:txBody>
      </p:sp>
      <p:sp>
        <p:nvSpPr>
          <p:cNvPr id="3" name="TextBox 2">
            <a:extLst>
              <a:ext uri="{FF2B5EF4-FFF2-40B4-BE49-F238E27FC236}">
                <a16:creationId xmlns:a16="http://schemas.microsoft.com/office/drawing/2014/main" id="{EC31743D-7D07-6F07-5F9C-74FA86AF03D7}"/>
              </a:ext>
            </a:extLst>
          </p:cNvPr>
          <p:cNvSpPr txBox="1"/>
          <p:nvPr/>
        </p:nvSpPr>
        <p:spPr>
          <a:xfrm>
            <a:off x="375880" y="1659781"/>
            <a:ext cx="11816120" cy="2031325"/>
          </a:xfrm>
          <a:prstGeom prst="rect">
            <a:avLst/>
          </a:prstGeom>
          <a:noFill/>
        </p:spPr>
        <p:txBody>
          <a:bodyPr wrap="none" rtlCol="0">
            <a:spAutoFit/>
          </a:bodyPr>
          <a:lstStyle/>
          <a:p>
            <a:r>
              <a:rPr lang="en-US" b="1" dirty="0"/>
              <a:t>Observation Builder: </a:t>
            </a:r>
          </a:p>
          <a:p>
            <a:r>
              <a:rPr lang="en-US" dirty="0">
                <a:hlinkClick r:id="rId2"/>
              </a:rPr>
              <a:t>https://github.com/meaton96/Capstone/blob/main/Capstone/Assets/Scripts/Simulation/ObservationBuilder.cs#L45</a:t>
            </a:r>
            <a:r>
              <a:rPr lang="en-US" dirty="0"/>
              <a:t> </a:t>
            </a:r>
          </a:p>
          <a:p>
            <a:endParaRPr lang="en-US" b="1" dirty="0"/>
          </a:p>
          <a:p>
            <a:endParaRPr lang="en-US" b="1" dirty="0"/>
          </a:p>
          <a:p>
            <a:r>
              <a:rPr lang="en-US" b="1" dirty="0"/>
              <a:t>Python Encoders:</a:t>
            </a:r>
          </a:p>
          <a:p>
            <a:r>
              <a:rPr lang="en-US" dirty="0">
                <a:hlinkClick r:id="rId3"/>
              </a:rPr>
              <a:t>https://github.com/meaton96/Capstone/blob/main/env/models/encoder.py</a:t>
            </a:r>
            <a:r>
              <a:rPr lang="en-US" dirty="0"/>
              <a:t> </a:t>
            </a:r>
          </a:p>
          <a:p>
            <a:endParaRPr lang="en-US" b="1" dirty="0"/>
          </a:p>
        </p:txBody>
      </p:sp>
    </p:spTree>
    <p:extLst>
      <p:ext uri="{BB962C8B-B14F-4D97-AF65-F5344CB8AC3E}">
        <p14:creationId xmlns:p14="http://schemas.microsoft.com/office/powerpoint/2010/main" val="2974733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3A3DE-22BE-04C2-C69E-88AECC0DD9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E237C2-39A6-E35A-0A8A-861DB00D7ED9}"/>
              </a:ext>
            </a:extLst>
          </p:cNvPr>
          <p:cNvSpPr>
            <a:spLocks noGrp="1"/>
          </p:cNvSpPr>
          <p:nvPr>
            <p:ph type="ctrTitle"/>
          </p:nvPr>
        </p:nvSpPr>
        <p:spPr>
          <a:xfrm>
            <a:off x="192910" y="828525"/>
            <a:ext cx="11806180" cy="817809"/>
          </a:xfrm>
        </p:spPr>
        <p:txBody>
          <a:bodyPr/>
          <a:lstStyle/>
          <a:p>
            <a:r>
              <a:rPr lang="en-US" dirty="0"/>
              <a:t>Action Space &amp; Reward</a:t>
            </a:r>
          </a:p>
        </p:txBody>
      </p:sp>
      <p:sp>
        <p:nvSpPr>
          <p:cNvPr id="3" name="TextBox 2">
            <a:extLst>
              <a:ext uri="{FF2B5EF4-FFF2-40B4-BE49-F238E27FC236}">
                <a16:creationId xmlns:a16="http://schemas.microsoft.com/office/drawing/2014/main" id="{B9F3C66F-4F90-5760-6D04-98535E1EB00A}"/>
              </a:ext>
            </a:extLst>
          </p:cNvPr>
          <p:cNvSpPr txBox="1"/>
          <p:nvPr/>
        </p:nvSpPr>
        <p:spPr>
          <a:xfrm>
            <a:off x="645459" y="1756841"/>
            <a:ext cx="10972799" cy="646331"/>
          </a:xfrm>
          <a:prstGeom prst="rect">
            <a:avLst/>
          </a:prstGeom>
          <a:noFill/>
        </p:spPr>
        <p:txBody>
          <a:bodyPr wrap="square" rtlCol="0">
            <a:spAutoFit/>
          </a:bodyPr>
          <a:lstStyle/>
          <a:p>
            <a:r>
              <a:rPr lang="en-US" b="1" dirty="0"/>
              <a:t>Action space: </a:t>
            </a:r>
            <a:r>
              <a:rPr lang="en-US" dirty="0"/>
              <a:t>8 composite PDRs , Each action pairs a job-selection heuristic with a machine selection heuristic</a:t>
            </a:r>
          </a:p>
        </p:txBody>
      </p:sp>
      <p:pic>
        <p:nvPicPr>
          <p:cNvPr id="5" name="Picture 4">
            <a:extLst>
              <a:ext uri="{FF2B5EF4-FFF2-40B4-BE49-F238E27FC236}">
                <a16:creationId xmlns:a16="http://schemas.microsoft.com/office/drawing/2014/main" id="{3C81ECD4-13C7-1933-5B96-098A026D8184}"/>
              </a:ext>
            </a:extLst>
          </p:cNvPr>
          <p:cNvPicPr>
            <a:picLocks noChangeAspect="1"/>
          </p:cNvPicPr>
          <p:nvPr/>
        </p:nvPicPr>
        <p:blipFill>
          <a:blip r:embed="rId3"/>
          <a:stretch>
            <a:fillRect/>
          </a:stretch>
        </p:blipFill>
        <p:spPr>
          <a:xfrm>
            <a:off x="1210582" y="2513679"/>
            <a:ext cx="9770835" cy="3080297"/>
          </a:xfrm>
          <a:prstGeom prst="rect">
            <a:avLst/>
          </a:prstGeom>
        </p:spPr>
      </p:pic>
      <p:pic>
        <p:nvPicPr>
          <p:cNvPr id="7" name="Picture 6">
            <a:extLst>
              <a:ext uri="{FF2B5EF4-FFF2-40B4-BE49-F238E27FC236}">
                <a16:creationId xmlns:a16="http://schemas.microsoft.com/office/drawing/2014/main" id="{AA55A61F-A77F-AE20-E677-DA4E0601AE27}"/>
              </a:ext>
            </a:extLst>
          </p:cNvPr>
          <p:cNvPicPr>
            <a:picLocks noChangeAspect="1"/>
          </p:cNvPicPr>
          <p:nvPr/>
        </p:nvPicPr>
        <p:blipFill>
          <a:blip r:embed="rId4"/>
          <a:stretch>
            <a:fillRect/>
          </a:stretch>
        </p:blipFill>
        <p:spPr>
          <a:xfrm>
            <a:off x="4151662" y="5593976"/>
            <a:ext cx="3888676" cy="961407"/>
          </a:xfrm>
          <a:prstGeom prst="rect">
            <a:avLst/>
          </a:prstGeom>
        </p:spPr>
      </p:pic>
    </p:spTree>
    <p:extLst>
      <p:ext uri="{BB962C8B-B14F-4D97-AF65-F5344CB8AC3E}">
        <p14:creationId xmlns:p14="http://schemas.microsoft.com/office/powerpoint/2010/main" val="2259096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1EE9F-71D6-3D6E-165A-56B89EFC0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FCE91-4C54-43D0-BF05-4AC1414089B6}"/>
              </a:ext>
            </a:extLst>
          </p:cNvPr>
          <p:cNvSpPr>
            <a:spLocks noGrp="1"/>
          </p:cNvSpPr>
          <p:nvPr>
            <p:ph type="ctrTitle"/>
          </p:nvPr>
        </p:nvSpPr>
        <p:spPr>
          <a:xfrm>
            <a:off x="192910" y="815078"/>
            <a:ext cx="11806180" cy="817809"/>
          </a:xfrm>
        </p:spPr>
        <p:txBody>
          <a:bodyPr/>
          <a:lstStyle/>
          <a:p>
            <a:r>
              <a:rPr lang="en-US" dirty="0"/>
              <a:t>Preliminary Baseline Results</a:t>
            </a:r>
          </a:p>
        </p:txBody>
      </p:sp>
      <p:sp>
        <p:nvSpPr>
          <p:cNvPr id="3" name="TextBox 2">
            <a:extLst>
              <a:ext uri="{FF2B5EF4-FFF2-40B4-BE49-F238E27FC236}">
                <a16:creationId xmlns:a16="http://schemas.microsoft.com/office/drawing/2014/main" id="{5E20885B-04B4-F3CD-8226-8B804A332D6C}"/>
              </a:ext>
            </a:extLst>
          </p:cNvPr>
          <p:cNvSpPr txBox="1"/>
          <p:nvPr/>
        </p:nvSpPr>
        <p:spPr>
          <a:xfrm>
            <a:off x="295836" y="1761565"/>
            <a:ext cx="3704860" cy="646331"/>
          </a:xfrm>
          <a:prstGeom prst="rect">
            <a:avLst/>
          </a:prstGeom>
          <a:noFill/>
        </p:spPr>
        <p:txBody>
          <a:bodyPr wrap="none" rtlCol="0">
            <a:spAutoFit/>
          </a:bodyPr>
          <a:lstStyle/>
          <a:p>
            <a:pPr marL="285750" indent="-285750">
              <a:buFont typeface="Arial" panose="020B0604020202020204" pitchFamily="34" charset="0"/>
              <a:buChar char="•"/>
            </a:pPr>
            <a:r>
              <a:rPr lang="en-US" b="1" dirty="0"/>
              <a:t>Random-generated instances</a:t>
            </a:r>
          </a:p>
          <a:p>
            <a:endParaRPr lang="en-US" b="1" dirty="0"/>
          </a:p>
        </p:txBody>
      </p:sp>
      <p:pic>
        <p:nvPicPr>
          <p:cNvPr id="5" name="Picture 4">
            <a:extLst>
              <a:ext uri="{FF2B5EF4-FFF2-40B4-BE49-F238E27FC236}">
                <a16:creationId xmlns:a16="http://schemas.microsoft.com/office/drawing/2014/main" id="{BA0E7AC1-9B5A-FF48-6E81-E1F2B68C1E41}"/>
              </a:ext>
            </a:extLst>
          </p:cNvPr>
          <p:cNvPicPr>
            <a:picLocks noChangeAspect="1"/>
          </p:cNvPicPr>
          <p:nvPr/>
        </p:nvPicPr>
        <p:blipFill>
          <a:blip r:embed="rId3"/>
          <a:stretch>
            <a:fillRect/>
          </a:stretch>
        </p:blipFill>
        <p:spPr>
          <a:xfrm>
            <a:off x="5042646" y="1801906"/>
            <a:ext cx="7034859" cy="4189297"/>
          </a:xfrm>
          <a:prstGeom prst="rect">
            <a:avLst/>
          </a:prstGeom>
        </p:spPr>
      </p:pic>
      <p:pic>
        <p:nvPicPr>
          <p:cNvPr id="7" name="Picture 6">
            <a:extLst>
              <a:ext uri="{FF2B5EF4-FFF2-40B4-BE49-F238E27FC236}">
                <a16:creationId xmlns:a16="http://schemas.microsoft.com/office/drawing/2014/main" id="{7823E7BE-489E-E909-7212-BB6ED6FF308C}"/>
              </a:ext>
            </a:extLst>
          </p:cNvPr>
          <p:cNvPicPr>
            <a:picLocks noChangeAspect="1"/>
          </p:cNvPicPr>
          <p:nvPr/>
        </p:nvPicPr>
        <p:blipFill>
          <a:blip r:embed="rId4"/>
          <a:stretch>
            <a:fillRect/>
          </a:stretch>
        </p:blipFill>
        <p:spPr>
          <a:xfrm>
            <a:off x="192909" y="2536574"/>
            <a:ext cx="4661077" cy="1470650"/>
          </a:xfrm>
          <a:prstGeom prst="rect">
            <a:avLst/>
          </a:prstGeom>
        </p:spPr>
      </p:pic>
    </p:spTree>
    <p:extLst>
      <p:ext uri="{BB962C8B-B14F-4D97-AF65-F5344CB8AC3E}">
        <p14:creationId xmlns:p14="http://schemas.microsoft.com/office/powerpoint/2010/main" val="825529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686E8-7891-01C0-CCB7-D156B5CCB42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0FE90EE-BA7B-6625-533B-FD74012BF7E6}"/>
              </a:ext>
            </a:extLst>
          </p:cNvPr>
          <p:cNvPicPr>
            <a:picLocks noChangeAspect="1"/>
          </p:cNvPicPr>
          <p:nvPr/>
        </p:nvPicPr>
        <p:blipFill>
          <a:blip r:embed="rId3"/>
          <a:stretch>
            <a:fillRect/>
          </a:stretch>
        </p:blipFill>
        <p:spPr>
          <a:xfrm>
            <a:off x="272085" y="1854457"/>
            <a:ext cx="11677460" cy="4700179"/>
          </a:xfrm>
          <a:prstGeom prst="rect">
            <a:avLst/>
          </a:prstGeom>
          <a:noFill/>
        </p:spPr>
      </p:pic>
      <p:sp>
        <p:nvSpPr>
          <p:cNvPr id="2" name="Title 1">
            <a:extLst>
              <a:ext uri="{FF2B5EF4-FFF2-40B4-BE49-F238E27FC236}">
                <a16:creationId xmlns:a16="http://schemas.microsoft.com/office/drawing/2014/main" id="{32A46F60-8070-95F7-2E52-836AD7432B10}"/>
              </a:ext>
            </a:extLst>
          </p:cNvPr>
          <p:cNvSpPr>
            <a:spLocks noGrp="1"/>
          </p:cNvSpPr>
          <p:nvPr>
            <p:ph type="ctrTitle"/>
          </p:nvPr>
        </p:nvSpPr>
        <p:spPr>
          <a:xfrm>
            <a:off x="272085" y="940631"/>
            <a:ext cx="8578244" cy="693616"/>
          </a:xfrm>
        </p:spPr>
        <p:txBody>
          <a:bodyPr anchor="t">
            <a:normAutofit/>
          </a:bodyPr>
          <a:lstStyle/>
          <a:p>
            <a:r>
              <a:rPr lang="en-US" sz="4100"/>
              <a:t>Preliminary Baseline Results</a:t>
            </a:r>
          </a:p>
        </p:txBody>
      </p:sp>
    </p:spTree>
    <p:extLst>
      <p:ext uri="{BB962C8B-B14F-4D97-AF65-F5344CB8AC3E}">
        <p14:creationId xmlns:p14="http://schemas.microsoft.com/office/powerpoint/2010/main" val="2723339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5ADFE-A065-67EC-9AB5-4B8D65922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D056E-9B10-9331-04D6-508648606605}"/>
              </a:ext>
            </a:extLst>
          </p:cNvPr>
          <p:cNvSpPr>
            <a:spLocks noGrp="1"/>
          </p:cNvSpPr>
          <p:nvPr>
            <p:ph type="ctrTitle"/>
          </p:nvPr>
        </p:nvSpPr>
        <p:spPr>
          <a:xfrm>
            <a:off x="192910" y="774736"/>
            <a:ext cx="11806180" cy="817809"/>
          </a:xfrm>
        </p:spPr>
        <p:txBody>
          <a:bodyPr/>
          <a:lstStyle/>
          <a:p>
            <a:r>
              <a:rPr lang="en-US" dirty="0"/>
              <a:t>Future Work</a:t>
            </a:r>
          </a:p>
        </p:txBody>
      </p:sp>
      <p:sp>
        <p:nvSpPr>
          <p:cNvPr id="3" name="TextBox 2">
            <a:extLst>
              <a:ext uri="{FF2B5EF4-FFF2-40B4-BE49-F238E27FC236}">
                <a16:creationId xmlns:a16="http://schemas.microsoft.com/office/drawing/2014/main" id="{C5812B0F-18B4-609D-26A7-3ECBC922428F}"/>
              </a:ext>
            </a:extLst>
          </p:cNvPr>
          <p:cNvSpPr txBox="1"/>
          <p:nvPr/>
        </p:nvSpPr>
        <p:spPr>
          <a:xfrm>
            <a:off x="739589" y="1976718"/>
            <a:ext cx="5384807" cy="3693319"/>
          </a:xfrm>
          <a:prstGeom prst="rect">
            <a:avLst/>
          </a:prstGeom>
          <a:noFill/>
        </p:spPr>
        <p:txBody>
          <a:bodyPr wrap="none" rtlCol="0">
            <a:spAutoFit/>
          </a:bodyPr>
          <a:lstStyle/>
          <a:p>
            <a:pPr marL="285750" indent="-285750">
              <a:buFont typeface="Arial" panose="020B0604020202020204" pitchFamily="34" charset="0"/>
              <a:buChar char="•"/>
            </a:pPr>
            <a:r>
              <a:rPr lang="en-US" dirty="0"/>
              <a:t>Stochasticity</a:t>
            </a:r>
          </a:p>
          <a:p>
            <a:pPr marL="742950" lvl="1" indent="-285750">
              <a:buFont typeface="Arial" panose="020B0604020202020204" pitchFamily="34" charset="0"/>
              <a:buChar char="•"/>
            </a:pPr>
            <a:r>
              <a:rPr lang="en-US" dirty="0"/>
              <a:t>Machine failures</a:t>
            </a:r>
          </a:p>
          <a:p>
            <a:pPr marL="742950" lvl="1" indent="-285750">
              <a:buFont typeface="Arial" panose="020B0604020202020204" pitchFamily="34" charset="0"/>
              <a:buChar char="•"/>
            </a:pPr>
            <a:r>
              <a:rPr lang="en-US" dirty="0"/>
              <a:t>Random job arrivals</a:t>
            </a:r>
          </a:p>
          <a:p>
            <a:pPr marL="742950" lvl="1" indent="-285750">
              <a:buFont typeface="Arial" panose="020B0604020202020204" pitchFamily="34" charset="0"/>
              <a:buChar char="•"/>
            </a:pPr>
            <a:r>
              <a:rPr lang="en-US" dirty="0"/>
              <a:t>AGV dynamics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PPO training pipeline</a:t>
            </a:r>
          </a:p>
          <a:p>
            <a:pPr marL="742950" lvl="1" indent="-285750">
              <a:buFont typeface="Arial" panose="020B0604020202020204" pitchFamily="34" charset="0"/>
              <a:buChar char="•"/>
            </a:pPr>
            <a:r>
              <a:rPr lang="en-US" dirty="0"/>
              <a:t>Complete a training loop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Evaluation</a:t>
            </a:r>
          </a:p>
          <a:p>
            <a:pPr marL="742950" lvl="1" indent="-285750">
              <a:buFont typeface="Arial" panose="020B0604020202020204" pitchFamily="34" charset="0"/>
              <a:buChar char="•"/>
            </a:pPr>
            <a:r>
              <a:rPr lang="en-US" dirty="0"/>
              <a:t>Size agnostic scaling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Improved Graphics</a:t>
            </a:r>
          </a:p>
          <a:p>
            <a:pPr marL="742950" lvl="1" indent="-285750">
              <a:buFont typeface="Arial" panose="020B0604020202020204" pitchFamily="34" charset="0"/>
              <a:buChar char="•"/>
            </a:pPr>
            <a:r>
              <a:rPr lang="en-US" dirty="0"/>
              <a:t>Replace primitives with nice looking models</a:t>
            </a:r>
          </a:p>
        </p:txBody>
      </p:sp>
    </p:spTree>
    <p:extLst>
      <p:ext uri="{BB962C8B-B14F-4D97-AF65-F5344CB8AC3E}">
        <p14:creationId xmlns:p14="http://schemas.microsoft.com/office/powerpoint/2010/main" val="2748121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B5DDA-C94D-3293-C639-99BA9B878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4D79D0-D9FC-4A45-6A04-1415A79D9062}"/>
              </a:ext>
            </a:extLst>
          </p:cNvPr>
          <p:cNvSpPr>
            <a:spLocks noGrp="1"/>
          </p:cNvSpPr>
          <p:nvPr>
            <p:ph type="ctrTitle"/>
          </p:nvPr>
        </p:nvSpPr>
        <p:spPr/>
        <p:txBody>
          <a:bodyPr/>
          <a:lstStyle/>
          <a:p>
            <a:r>
              <a:rPr lang="en-US" dirty="0"/>
              <a:t>References</a:t>
            </a:r>
          </a:p>
        </p:txBody>
      </p:sp>
    </p:spTree>
    <p:extLst>
      <p:ext uri="{BB962C8B-B14F-4D97-AF65-F5344CB8AC3E}">
        <p14:creationId xmlns:p14="http://schemas.microsoft.com/office/powerpoint/2010/main" val="41697956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0BE0FC-79C9-070C-4E4D-4F5A724BD082}"/>
              </a:ext>
            </a:extLst>
          </p:cNvPr>
          <p:cNvSpPr txBox="1"/>
          <p:nvPr/>
        </p:nvSpPr>
        <p:spPr>
          <a:xfrm>
            <a:off x="214905" y="952324"/>
            <a:ext cx="11672295" cy="5632311"/>
          </a:xfrm>
          <a:prstGeom prst="rect">
            <a:avLst/>
          </a:prstGeom>
          <a:noFill/>
        </p:spPr>
        <p:txBody>
          <a:bodyPr wrap="square" rtlCol="0">
            <a:spAutoFit/>
          </a:bodyPr>
          <a:lstStyle/>
          <a:p>
            <a:r>
              <a:rPr lang="en-US" dirty="0"/>
              <a:t>[1] Tian and X. Liu, “Improved hybrid heuristic algorithm inspired by tissue-like membrane system to solve job shop scheduling problem,” Processes, vol. 9, p. 219, 01 2021.</a:t>
            </a:r>
          </a:p>
          <a:p>
            <a:r>
              <a:rPr lang="en-US" dirty="0"/>
              <a:t>[2] I. G. Smit, J. Zhou, R. </a:t>
            </a:r>
            <a:r>
              <a:rPr lang="en-US" dirty="0" err="1"/>
              <a:t>Reijnen</a:t>
            </a:r>
            <a:r>
              <a:rPr lang="en-US" dirty="0"/>
              <a:t>, Y. Wu, J. Chen, C. Zhang, Z. </a:t>
            </a:r>
            <a:r>
              <a:rPr lang="en-US" dirty="0" err="1"/>
              <a:t>Bukhsh</a:t>
            </a:r>
            <a:r>
              <a:rPr lang="en-US" dirty="0"/>
              <a:t>, Y. Zhang, and W. </a:t>
            </a:r>
            <a:r>
              <a:rPr lang="en-US" dirty="0" err="1"/>
              <a:t>Nuijten</a:t>
            </a:r>
            <a:r>
              <a:rPr lang="en-US" dirty="0"/>
              <a:t>, “Graph neural networks for job shop scheduling problems: A survey,” 2024. [Online]. Available: </a:t>
            </a:r>
            <a:r>
              <a:rPr lang="en-US" dirty="0">
                <a:hlinkClick r:id="rId2"/>
              </a:rPr>
              <a:t>https://arxiv.org/abs/2406.14096</a:t>
            </a:r>
            <a:endParaRPr lang="en-US" dirty="0"/>
          </a:p>
          <a:p>
            <a:r>
              <a:rPr lang="en-US" dirty="0"/>
              <a:t>[3] X. Zhang and G.-Y. Zhu, “A literature review of reinforcement learning methods applied to job-shop scheduling problems,” Computers Operations Research, vol. 175, p. 106929, 2025. [Online]. Available: </a:t>
            </a:r>
            <a:r>
              <a:rPr lang="en-US" dirty="0">
                <a:hlinkClick r:id="rId3"/>
              </a:rPr>
              <a:t>https://www.sciencedirect.com/science/article/pii/S0305054824004015</a:t>
            </a:r>
            <a:r>
              <a:rPr lang="en-US" dirty="0"/>
              <a:t> </a:t>
            </a:r>
          </a:p>
          <a:p>
            <a:r>
              <a:rPr lang="en-US" dirty="0"/>
              <a:t>[4] M. </a:t>
            </a:r>
            <a:r>
              <a:rPr lang="en-US" dirty="0" err="1"/>
              <a:t>Schneevogt</a:t>
            </a:r>
            <a:r>
              <a:rPr lang="en-US" dirty="0"/>
              <a:t>, K. Binninger, and N. Klarmann, “Optimizing job shop scheduling in the furniture industry: A reinforcement learning approach considering machine setup, batch variability, and intralogistics,” 2024. [Online]. Available: </a:t>
            </a:r>
            <a:r>
              <a:rPr lang="en-US" dirty="0">
                <a:hlinkClick r:id="rId4"/>
              </a:rPr>
              <a:t>https://arxiv.org/abs/2409.11820</a:t>
            </a:r>
            <a:r>
              <a:rPr lang="en-US" dirty="0"/>
              <a:t> </a:t>
            </a:r>
          </a:p>
          <a:p>
            <a:r>
              <a:rPr lang="en-US" dirty="0"/>
              <a:t>[5] J. Hoss, F. Schelling, and N. Klarmann, “A production scheduling framework for reinforcement learning under real-world constraints,” 2025. [Online]. Available: </a:t>
            </a:r>
            <a:r>
              <a:rPr lang="en-US" dirty="0">
                <a:hlinkClick r:id="rId5"/>
              </a:rPr>
              <a:t>https://arxiv.org/abs/2506.13566</a:t>
            </a:r>
            <a:r>
              <a:rPr lang="en-US" dirty="0"/>
              <a:t> </a:t>
            </a:r>
          </a:p>
          <a:p>
            <a:r>
              <a:rPr lang="en-US" dirty="0"/>
              <a:t>[6] X. Huang, Y. Chen, W. Yi, Z. Pei, and Z. Cheng, “Solving collaborative scheduling of production and logistics via deep reinforcement learning: Considering limited transportation resources and charging constraints,” Applied Sciences, vol. 15, no. 13, 2025. [Online]. Available: </a:t>
            </a:r>
            <a:r>
              <a:rPr lang="en-US" dirty="0">
                <a:hlinkClick r:id="rId6"/>
              </a:rPr>
              <a:t>https://www.mdpi.com/2076-3417/15/13/6995</a:t>
            </a:r>
            <a:r>
              <a:rPr lang="en-US" dirty="0"/>
              <a:t> </a:t>
            </a:r>
          </a:p>
          <a:p>
            <a:r>
              <a:rPr lang="en-US" dirty="0"/>
              <a:t>[7] Dong, G. Wan, and P. Zeng, “A heuristic-assisted deep reinforcement learning algorithm for flexible job shop scheduling with transport constraints,” Complex Intelligent Systems, vol. 11, 03 2025 </a:t>
            </a:r>
          </a:p>
          <a:p>
            <a:r>
              <a:rPr lang="en-US" dirty="0"/>
              <a:t>[8] Zhang, Y. Zou, and X. Zhao, “Manufacturing resource scheduling based on deep q-network,” Wuhan University Journal of Natural Sciences, vol. 27, pp. 531–538, 01 2023. </a:t>
            </a:r>
          </a:p>
          <a:p>
            <a:endParaRPr lang="en-US" dirty="0"/>
          </a:p>
        </p:txBody>
      </p:sp>
    </p:spTree>
    <p:extLst>
      <p:ext uri="{BB962C8B-B14F-4D97-AF65-F5344CB8AC3E}">
        <p14:creationId xmlns:p14="http://schemas.microsoft.com/office/powerpoint/2010/main" val="3498427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F960D-6E70-D567-DDDA-E13AAB8777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3CB055-0BE1-416C-0D7B-26550D2C2994}"/>
              </a:ext>
            </a:extLst>
          </p:cNvPr>
          <p:cNvSpPr txBox="1"/>
          <p:nvPr/>
        </p:nvSpPr>
        <p:spPr>
          <a:xfrm>
            <a:off x="164105" y="825324"/>
            <a:ext cx="11672295" cy="5909310"/>
          </a:xfrm>
          <a:prstGeom prst="rect">
            <a:avLst/>
          </a:prstGeom>
          <a:noFill/>
        </p:spPr>
        <p:txBody>
          <a:bodyPr wrap="square" rtlCol="0">
            <a:spAutoFit/>
          </a:bodyPr>
          <a:lstStyle/>
          <a:p>
            <a:r>
              <a:rPr lang="en-US" dirty="0"/>
              <a:t>[9] Ding, J. Xia, Y. Ye, and M. Chen, “Effective reinforcement learning-based dynamic flexible</a:t>
            </a:r>
          </a:p>
          <a:p>
            <a:r>
              <a:rPr lang="en-US" dirty="0"/>
              <a:t>job shop scheduling using two-stage dispatching,” Journal of systems architecture, vol. 172, p. 103664, 2026. </a:t>
            </a:r>
          </a:p>
          <a:p>
            <a:r>
              <a:rPr lang="en-US" dirty="0"/>
              <a:t>[10] Wu, X. Yan, M. Wei, and D. Guan, “An efficient deep reinforcement learning environment for flexible job-shop scheduling,” 2025. [Online]. Available: </a:t>
            </a:r>
            <a:r>
              <a:rPr lang="en-US" dirty="0">
                <a:hlinkClick r:id="rId2"/>
              </a:rPr>
              <a:t>https://arxiv.org/abs/2509.07019</a:t>
            </a:r>
            <a:endParaRPr lang="en-US" dirty="0"/>
          </a:p>
          <a:p>
            <a:r>
              <a:rPr lang="en-US" dirty="0"/>
              <a:t>[11] J. Abou-Chakra, L. Sun, K. Rana, B. May, K. Schmeckpeper, N. </a:t>
            </a:r>
            <a:r>
              <a:rPr lang="en-US" dirty="0" err="1"/>
              <a:t>Suenderhauf</a:t>
            </a:r>
            <a:r>
              <a:rPr lang="en-US" dirty="0"/>
              <a:t>, M. V. Minniti, and L. </a:t>
            </a:r>
            <a:r>
              <a:rPr lang="en-US" dirty="0" err="1"/>
              <a:t>Herlant</a:t>
            </a:r>
            <a:r>
              <a:rPr lang="en-US" dirty="0"/>
              <a:t>, “Real-is-sim: Bridging the sim-to-real gap with a dynamic digital twin,” 2025. [Online]. Available: </a:t>
            </a:r>
            <a:r>
              <a:rPr lang="en-US" dirty="0">
                <a:hlinkClick r:id="rId3"/>
              </a:rPr>
              <a:t>https://arxiv.org/abs/2504.03597</a:t>
            </a:r>
            <a:r>
              <a:rPr lang="en-US" dirty="0"/>
              <a:t>  </a:t>
            </a:r>
          </a:p>
          <a:p>
            <a:r>
              <a:rPr lang="en-US" dirty="0"/>
              <a:t>[12] </a:t>
            </a:r>
            <a:r>
              <a:rPr lang="en-US" dirty="0" err="1"/>
              <a:t>Shakerimov</a:t>
            </a:r>
            <a:r>
              <a:rPr lang="en-US" dirty="0"/>
              <a:t>, T. Alizadeh, and H. A. Varol, “Efficient sim-to-real transfer in reinforcement learning through domain randomization and domain adaptation,” IEEE Access, vol. 11, pp.136 809–136 824, 2023</a:t>
            </a:r>
          </a:p>
          <a:p>
            <a:r>
              <a:rPr lang="en-US" dirty="0"/>
              <a:t>[13] A. Juliani, V.-P. Berges, E. Teng, A. Cohen, J. Harper, C. Elion, C. Goy, Y. Gao, H. Henry, M. Mattar, and D. Lange, “Unity: A general platform for intelligent agents,” 2020. [Online]. Available: </a:t>
            </a:r>
            <a:r>
              <a:rPr lang="en-US" dirty="0">
                <a:hlinkClick r:id="rId4"/>
              </a:rPr>
              <a:t>https://arxiv.org/abs/1809.02627</a:t>
            </a:r>
            <a:endParaRPr lang="en-US" dirty="0"/>
          </a:p>
          <a:p>
            <a:r>
              <a:rPr lang="en-US" dirty="0"/>
              <a:t>[14] Pernas-Álvarez and D. Crespo-Pereira, “Open-source 3d discrete event simulator based on the game engine unity,” Journal of Simulation, vol. 18, no. 5, pp. 886–902, 2024. [Online]. Available: </a:t>
            </a:r>
            <a:r>
              <a:rPr lang="en-US" dirty="0">
                <a:hlinkClick r:id="rId5"/>
              </a:rPr>
              <a:t>https://doi.org/10.1080/17477778.2024.2314166</a:t>
            </a:r>
            <a:r>
              <a:rPr lang="en-US" dirty="0"/>
              <a:t> </a:t>
            </a:r>
          </a:p>
          <a:p>
            <a:r>
              <a:rPr lang="en-US" dirty="0"/>
              <a:t>[15] Z. Hou, L. Zhang, Y. Wang, and Y. Hu, “Deep reinforcement learning for dynamic flexible</a:t>
            </a:r>
          </a:p>
          <a:p>
            <a:r>
              <a:rPr lang="en-US" dirty="0"/>
              <a:t>job-shop scheduling with automated guided vehicles,” in Proceedings of Industrial Engineering and Management, C.-F. Chien, R. Dou, and L. Luo, Eds. Singapore: Springer Nature Singapore, 2024, pp. 89–99</a:t>
            </a:r>
          </a:p>
          <a:p>
            <a:r>
              <a:rPr lang="en-US" dirty="0"/>
              <a:t>[16] H. Yu, W. Gu, N. Tang, and Z. Guo, “A deep reinforcement learning approach for dynamic job-shop scheduling problem considering time variable and new job arrivals,” Computers Operations Research, vol. 185, p. 107263, 2026. [Online]. Available: </a:t>
            </a:r>
            <a:r>
              <a:rPr lang="en-US" dirty="0">
                <a:hlinkClick r:id="rId6"/>
              </a:rPr>
              <a:t>https://www.sciencedirect.com/science/article/pii/S030505482500292</a:t>
            </a:r>
            <a:r>
              <a:rPr lang="en-US" dirty="0"/>
              <a:t> </a:t>
            </a:r>
          </a:p>
          <a:p>
            <a:r>
              <a:rPr lang="en-US" dirty="0"/>
              <a:t>  </a:t>
            </a:r>
          </a:p>
        </p:txBody>
      </p:sp>
    </p:spTree>
    <p:extLst>
      <p:ext uri="{BB962C8B-B14F-4D97-AF65-F5344CB8AC3E}">
        <p14:creationId xmlns:p14="http://schemas.microsoft.com/office/powerpoint/2010/main" val="1759970255"/>
      </p:ext>
    </p:extLst>
  </p:cSld>
  <p:clrMapOvr>
    <a:masterClrMapping/>
  </p:clrMapOvr>
</p:sld>
</file>

<file path=ppt/theme/theme1.xml><?xml version="1.0" encoding="utf-8"?>
<a:theme xmlns:a="http://schemas.openxmlformats.org/drawingml/2006/main" name="Office Theme">
  <a:themeElements>
    <a:clrScheme name="RIT colors">
      <a:dk1>
        <a:srgbClr val="000000"/>
      </a:dk1>
      <a:lt1>
        <a:srgbClr val="FFFFFF"/>
      </a:lt1>
      <a:dk2>
        <a:srgbClr val="0E2841"/>
      </a:dk2>
      <a:lt2>
        <a:srgbClr val="E8E8E8"/>
      </a:lt2>
      <a:accent1>
        <a:srgbClr val="F76904"/>
      </a:accent1>
      <a:accent2>
        <a:srgbClr val="F6BE00"/>
      </a:accent2>
      <a:accent3>
        <a:srgbClr val="C3D500"/>
      </a:accent3>
      <a:accent4>
        <a:srgbClr val="009BBD"/>
      </a:accent4>
      <a:accent5>
        <a:srgbClr val="DA291B"/>
      </a:accent5>
      <a:accent6>
        <a:srgbClr val="7D54C7"/>
      </a:accent6>
      <a:hlink>
        <a:srgbClr val="F76904"/>
      </a:hlink>
      <a:folHlink>
        <a:srgbClr val="7174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oposal_601.potx" id="{C52CAB4B-CEDA-4E11-9641-33E358C5538B}" vid="{84433F1F-3BB5-47E9-BC92-3FF8A24502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Proposal_601</Template>
  <TotalTime>15511</TotalTime>
  <Words>3579</Words>
  <Application>Microsoft Macintosh PowerPoint</Application>
  <PresentationFormat>Widescreen</PresentationFormat>
  <Paragraphs>264</Paragraphs>
  <Slides>21</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Georgia</vt:lpstr>
      <vt:lpstr>Wingdings</vt:lpstr>
      <vt:lpstr>Office Theme</vt:lpstr>
      <vt:lpstr>DRL-Based Dynamic Flexible Job Shop Scheduling in Spatially Constrained Environments</vt:lpstr>
      <vt:lpstr>Background: DFJSP + DRL</vt:lpstr>
      <vt:lpstr>DES     vs     Unity</vt:lpstr>
      <vt:lpstr>Project Overview</vt:lpstr>
      <vt:lpstr>Domain Model</vt:lpstr>
      <vt:lpstr>Architecture</vt:lpstr>
      <vt:lpstr>Unity Simulation Environment</vt:lpstr>
      <vt:lpstr>Unity Simulation Environment</vt:lpstr>
      <vt:lpstr>Unity Simulation Environment</vt:lpstr>
      <vt:lpstr>RL Interface (C# - Python Bridge)</vt:lpstr>
      <vt:lpstr>ML-Agents Bridge &amp; Gymnasium Wrapper</vt:lpstr>
      <vt:lpstr>State Space Formulation</vt:lpstr>
      <vt:lpstr>Neural Network</vt:lpstr>
      <vt:lpstr>State Builder &amp; Network Definition</vt:lpstr>
      <vt:lpstr>Action Space &amp; Reward</vt:lpstr>
      <vt:lpstr>Preliminary Baseline Results</vt:lpstr>
      <vt:lpstr>Preliminary Baseline Results</vt:lpstr>
      <vt:lpstr>Future Work</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Eaton (RIT Student)</dc:creator>
  <cp:lastModifiedBy>Michael Eaton (RIT Student)</cp:lastModifiedBy>
  <cp:revision>22</cp:revision>
  <dcterms:created xsi:type="dcterms:W3CDTF">2026-03-20T00:31:40Z</dcterms:created>
  <dcterms:modified xsi:type="dcterms:W3CDTF">2026-05-01T14:21:02Z</dcterms:modified>
</cp:coreProperties>
</file>